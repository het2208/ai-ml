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93" r:id="rId1"/>
    <p:sldMasterId id="2147483714" r:id="rId2"/>
  </p:sldMasterIdLst>
  <p:notesMasterIdLst>
    <p:notesMasterId r:id="rId261"/>
  </p:notesMasterIdLst>
  <p:handoutMasterIdLst>
    <p:handoutMasterId r:id="rId262"/>
  </p:handoutMasterIdLst>
  <p:sldIdLst>
    <p:sldId id="257" r:id="rId3"/>
    <p:sldId id="265" r:id="rId4"/>
    <p:sldId id="268" r:id="rId5"/>
    <p:sldId id="269" r:id="rId6"/>
    <p:sldId id="938" r:id="rId7"/>
    <p:sldId id="1066" r:id="rId8"/>
    <p:sldId id="856" r:id="rId9"/>
    <p:sldId id="857" r:id="rId10"/>
    <p:sldId id="955" r:id="rId11"/>
    <p:sldId id="863" r:id="rId12"/>
    <p:sldId id="864" r:id="rId13"/>
    <p:sldId id="865" r:id="rId14"/>
    <p:sldId id="929" r:id="rId15"/>
    <p:sldId id="930" r:id="rId16"/>
    <p:sldId id="1070" r:id="rId17"/>
    <p:sldId id="1071" r:id="rId18"/>
    <p:sldId id="1072" r:id="rId19"/>
    <p:sldId id="775" r:id="rId20"/>
    <p:sldId id="1073" r:id="rId21"/>
    <p:sldId id="808" r:id="rId22"/>
    <p:sldId id="820" r:id="rId23"/>
    <p:sldId id="873" r:id="rId24"/>
    <p:sldId id="874" r:id="rId25"/>
    <p:sldId id="875" r:id="rId26"/>
    <p:sldId id="876" r:id="rId27"/>
    <p:sldId id="1074" r:id="rId28"/>
    <p:sldId id="877" r:id="rId29"/>
    <p:sldId id="878" r:id="rId30"/>
    <p:sldId id="879" r:id="rId31"/>
    <p:sldId id="880" r:id="rId32"/>
    <p:sldId id="842" r:id="rId33"/>
    <p:sldId id="927" r:id="rId34"/>
    <p:sldId id="928" r:id="rId35"/>
    <p:sldId id="843" r:id="rId36"/>
    <p:sldId id="956" r:id="rId37"/>
    <p:sldId id="881" r:id="rId38"/>
    <p:sldId id="882" r:id="rId39"/>
    <p:sldId id="1075" r:id="rId40"/>
    <p:sldId id="844" r:id="rId41"/>
    <p:sldId id="961" r:id="rId42"/>
    <p:sldId id="1076" r:id="rId43"/>
    <p:sldId id="1077" r:id="rId44"/>
    <p:sldId id="1079" r:id="rId45"/>
    <p:sldId id="884" r:id="rId46"/>
    <p:sldId id="1096" r:id="rId47"/>
    <p:sldId id="1082" r:id="rId48"/>
    <p:sldId id="1083" r:id="rId49"/>
    <p:sldId id="1084" r:id="rId50"/>
    <p:sldId id="1085" r:id="rId51"/>
    <p:sldId id="1094" r:id="rId52"/>
    <p:sldId id="1089" r:id="rId53"/>
    <p:sldId id="1095" r:id="rId54"/>
    <p:sldId id="1097" r:id="rId55"/>
    <p:sldId id="846" r:id="rId56"/>
    <p:sldId id="845" r:id="rId57"/>
    <p:sldId id="1098" r:id="rId58"/>
    <p:sldId id="1099" r:id="rId59"/>
    <p:sldId id="1088" r:id="rId60"/>
    <p:sldId id="1093" r:id="rId61"/>
    <p:sldId id="827" r:id="rId62"/>
    <p:sldId id="1067" r:id="rId63"/>
    <p:sldId id="962" r:id="rId64"/>
    <p:sldId id="1068" r:id="rId65"/>
    <p:sldId id="964" r:id="rId66"/>
    <p:sldId id="965" r:id="rId67"/>
    <p:sldId id="933" r:id="rId68"/>
    <p:sldId id="1091" r:id="rId69"/>
    <p:sldId id="1092" r:id="rId70"/>
    <p:sldId id="966" r:id="rId71"/>
    <p:sldId id="967" r:id="rId72"/>
    <p:sldId id="968" r:id="rId73"/>
    <p:sldId id="969" r:id="rId74"/>
    <p:sldId id="970" r:id="rId75"/>
    <p:sldId id="971" r:id="rId76"/>
    <p:sldId id="972" r:id="rId77"/>
    <p:sldId id="973" r:id="rId78"/>
    <p:sldId id="974" r:id="rId79"/>
    <p:sldId id="829" r:id="rId80"/>
    <p:sldId id="931" r:id="rId81"/>
    <p:sldId id="1102" r:id="rId82"/>
    <p:sldId id="1103" r:id="rId83"/>
    <p:sldId id="1172" r:id="rId84"/>
    <p:sldId id="1175" r:id="rId85"/>
    <p:sldId id="1104" r:id="rId86"/>
    <p:sldId id="1105" r:id="rId87"/>
    <p:sldId id="1101" r:id="rId88"/>
    <p:sldId id="850" r:id="rId89"/>
    <p:sldId id="932" r:id="rId90"/>
    <p:sldId id="1106" r:id="rId91"/>
    <p:sldId id="853" r:id="rId92"/>
    <p:sldId id="1109" r:id="rId93"/>
    <p:sldId id="1110" r:id="rId94"/>
    <p:sldId id="975" r:id="rId95"/>
    <p:sldId id="1108" r:id="rId96"/>
    <p:sldId id="1164" r:id="rId97"/>
    <p:sldId id="1107" r:id="rId98"/>
    <p:sldId id="1183" r:id="rId99"/>
    <p:sldId id="1184" r:id="rId100"/>
    <p:sldId id="1185" r:id="rId101"/>
    <p:sldId id="1111" r:id="rId102"/>
    <p:sldId id="1113" r:id="rId103"/>
    <p:sldId id="1114" r:id="rId104"/>
    <p:sldId id="1193" r:id="rId105"/>
    <p:sldId id="1112" r:id="rId106"/>
    <p:sldId id="851" r:id="rId107"/>
    <p:sldId id="895" r:id="rId108"/>
    <p:sldId id="838" r:id="rId109"/>
    <p:sldId id="977" r:id="rId110"/>
    <p:sldId id="854" r:id="rId111"/>
    <p:sldId id="978" r:id="rId112"/>
    <p:sldId id="979" r:id="rId113"/>
    <p:sldId id="855" r:id="rId114"/>
    <p:sldId id="1165" r:id="rId115"/>
    <p:sldId id="981" r:id="rId116"/>
    <p:sldId id="1167" r:id="rId117"/>
    <p:sldId id="982" r:id="rId118"/>
    <p:sldId id="1169" r:id="rId119"/>
    <p:sldId id="980" r:id="rId120"/>
    <p:sldId id="1171" r:id="rId121"/>
    <p:sldId id="983" r:id="rId122"/>
    <p:sldId id="894" r:id="rId123"/>
    <p:sldId id="984" r:id="rId124"/>
    <p:sldId id="1115" r:id="rId125"/>
    <p:sldId id="896" r:id="rId126"/>
    <p:sldId id="1116" r:id="rId127"/>
    <p:sldId id="1117" r:id="rId128"/>
    <p:sldId id="1198" r:id="rId129"/>
    <p:sldId id="1118" r:id="rId130"/>
    <p:sldId id="897" r:id="rId131"/>
    <p:sldId id="1163" r:id="rId132"/>
    <p:sldId id="1176" r:id="rId133"/>
    <p:sldId id="1178" r:id="rId134"/>
    <p:sldId id="1179" r:id="rId135"/>
    <p:sldId id="1186" r:id="rId136"/>
    <p:sldId id="909" r:id="rId137"/>
    <p:sldId id="1180" r:id="rId138"/>
    <p:sldId id="912" r:id="rId139"/>
    <p:sldId id="1182" r:id="rId140"/>
    <p:sldId id="914" r:id="rId141"/>
    <p:sldId id="913" r:id="rId142"/>
    <p:sldId id="1181" r:id="rId143"/>
    <p:sldId id="1188" r:id="rId144"/>
    <p:sldId id="1191" r:id="rId145"/>
    <p:sldId id="276" r:id="rId146"/>
    <p:sldId id="1192" r:id="rId147"/>
    <p:sldId id="278" r:id="rId148"/>
    <p:sldId id="279" r:id="rId149"/>
    <p:sldId id="280" r:id="rId150"/>
    <p:sldId id="917" r:id="rId151"/>
    <p:sldId id="919" r:id="rId152"/>
    <p:sldId id="920" r:id="rId153"/>
    <p:sldId id="986" r:id="rId154"/>
    <p:sldId id="987" r:id="rId155"/>
    <p:sldId id="1194" r:id="rId156"/>
    <p:sldId id="1197" r:id="rId157"/>
    <p:sldId id="1195" r:id="rId158"/>
    <p:sldId id="1196" r:id="rId159"/>
    <p:sldId id="990" r:id="rId160"/>
    <p:sldId id="1214" r:id="rId161"/>
    <p:sldId id="1215" r:id="rId162"/>
    <p:sldId id="992" r:id="rId163"/>
    <p:sldId id="993" r:id="rId164"/>
    <p:sldId id="1216" r:id="rId165"/>
    <p:sldId id="1230" r:id="rId166"/>
    <p:sldId id="996" r:id="rId167"/>
    <p:sldId id="997" r:id="rId168"/>
    <p:sldId id="998" r:id="rId169"/>
    <p:sldId id="1217" r:id="rId170"/>
    <p:sldId id="1218" r:id="rId171"/>
    <p:sldId id="1219" r:id="rId172"/>
    <p:sldId id="999" r:id="rId173"/>
    <p:sldId id="1231" r:id="rId174"/>
    <p:sldId id="1000" r:id="rId175"/>
    <p:sldId id="1228" r:id="rId176"/>
    <p:sldId id="1004" r:id="rId177"/>
    <p:sldId id="1005" r:id="rId178"/>
    <p:sldId id="1007" r:id="rId179"/>
    <p:sldId id="1008" r:id="rId180"/>
    <p:sldId id="1009" r:id="rId181"/>
    <p:sldId id="1001" r:id="rId182"/>
    <p:sldId id="1220" r:id="rId183"/>
    <p:sldId id="1221" r:id="rId184"/>
    <p:sldId id="1222" r:id="rId185"/>
    <p:sldId id="1229" r:id="rId186"/>
    <p:sldId id="1002" r:id="rId187"/>
    <p:sldId id="1003" r:id="rId188"/>
    <p:sldId id="1245" r:id="rId189"/>
    <p:sldId id="1013" r:id="rId190"/>
    <p:sldId id="1016" r:id="rId191"/>
    <p:sldId id="1015" r:id="rId192"/>
    <p:sldId id="1017" r:id="rId193"/>
    <p:sldId id="1018" r:id="rId194"/>
    <p:sldId id="1019" r:id="rId195"/>
    <p:sldId id="1020" r:id="rId196"/>
    <p:sldId id="1232" r:id="rId197"/>
    <p:sldId id="1233" r:id="rId198"/>
    <p:sldId id="1021" r:id="rId199"/>
    <p:sldId id="1225" r:id="rId200"/>
    <p:sldId id="1226" r:id="rId201"/>
    <p:sldId id="1023" r:id="rId202"/>
    <p:sldId id="1243" r:id="rId203"/>
    <p:sldId id="1244" r:id="rId204"/>
    <p:sldId id="1235" r:id="rId205"/>
    <p:sldId id="1025" r:id="rId206"/>
    <p:sldId id="1026" r:id="rId207"/>
    <p:sldId id="1028" r:id="rId208"/>
    <p:sldId id="1029" r:id="rId209"/>
    <p:sldId id="1030" r:id="rId210"/>
    <p:sldId id="1032" r:id="rId211"/>
    <p:sldId id="1033" r:id="rId212"/>
    <p:sldId id="1038" r:id="rId213"/>
    <p:sldId id="1039" r:id="rId214"/>
    <p:sldId id="1040" r:id="rId215"/>
    <p:sldId id="1041" r:id="rId216"/>
    <p:sldId id="1042" r:id="rId217"/>
    <p:sldId id="1043" r:id="rId218"/>
    <p:sldId id="1044" r:id="rId219"/>
    <p:sldId id="1045" r:id="rId220"/>
    <p:sldId id="1046" r:id="rId221"/>
    <p:sldId id="1236" r:id="rId222"/>
    <p:sldId id="1237" r:id="rId223"/>
    <p:sldId id="1048" r:id="rId224"/>
    <p:sldId id="1049" r:id="rId225"/>
    <p:sldId id="1248" r:id="rId226"/>
    <p:sldId id="1249" r:id="rId227"/>
    <p:sldId id="1251" r:id="rId228"/>
    <p:sldId id="1253" r:id="rId229"/>
    <p:sldId id="1255" r:id="rId230"/>
    <p:sldId id="1256" r:id="rId231"/>
    <p:sldId id="1257" r:id="rId232"/>
    <p:sldId id="1258" r:id="rId233"/>
    <p:sldId id="1252" r:id="rId234"/>
    <p:sldId id="1259" r:id="rId235"/>
    <p:sldId id="1053" r:id="rId236"/>
    <p:sldId id="1054" r:id="rId237"/>
    <p:sldId id="1261" r:id="rId238"/>
    <p:sldId id="1050" r:id="rId239"/>
    <p:sldId id="1250" r:id="rId240"/>
    <p:sldId id="1052" r:id="rId241"/>
    <p:sldId id="1240" r:id="rId242"/>
    <p:sldId id="1055" r:id="rId243"/>
    <p:sldId id="1056" r:id="rId244"/>
    <p:sldId id="1057" r:id="rId245"/>
    <p:sldId id="1241" r:id="rId246"/>
    <p:sldId id="1260" r:id="rId247"/>
    <p:sldId id="1058" r:id="rId248"/>
    <p:sldId id="1059" r:id="rId249"/>
    <p:sldId id="1060" r:id="rId250"/>
    <p:sldId id="1065" r:id="rId251"/>
    <p:sldId id="1061" r:id="rId252"/>
    <p:sldId id="1062" r:id="rId253"/>
    <p:sldId id="1063" r:id="rId254"/>
    <p:sldId id="347" r:id="rId255"/>
    <p:sldId id="581" r:id="rId256"/>
    <p:sldId id="348" r:id="rId257"/>
    <p:sldId id="606" r:id="rId258"/>
    <p:sldId id="607" r:id="rId259"/>
    <p:sldId id="1242" r:id="rId260"/>
  </p:sldIdLst>
  <p:sldSz cx="12192000" cy="6858000"/>
  <p:notesSz cx="6858000" cy="9144000"/>
  <p:embeddedFontLst>
    <p:embeddedFont>
      <p:font typeface="Calibri" panose="020F0502020204030204" pitchFamily="34" charset="0"/>
      <p:regular r:id="rId263"/>
      <p:bold r:id="rId264"/>
      <p:italic r:id="rId265"/>
      <p:boldItalic r:id="rId266"/>
    </p:embeddedFont>
    <p:embeddedFont>
      <p:font typeface="Cambria" panose="02040503050406030204" pitchFamily="18" charset="0"/>
      <p:regular r:id="rId267"/>
      <p:bold r:id="rId268"/>
      <p:italic r:id="rId269"/>
      <p:boldItalic r:id="rId270"/>
    </p:embeddedFont>
    <p:embeddedFont>
      <p:font typeface="Cambria Math" panose="02040503050406030204" pitchFamily="18" charset="0"/>
      <p:regular r:id="rId271"/>
    </p:embeddedFont>
    <p:embeddedFont>
      <p:font typeface="Roboto Condensed" panose="02000000000000000000" pitchFamily="2" charset="0"/>
      <p:regular r:id="rId272"/>
      <p:bold r:id="rId273"/>
      <p:italic r:id="rId274"/>
      <p:boldItalic r:id="rId275"/>
    </p:embeddedFont>
    <p:embeddedFont>
      <p:font typeface="Roboto Condensed Light" panose="02000000000000000000" pitchFamily="2" charset="0"/>
      <p:regular r:id="rId276"/>
      <p:italic r:id="rId277"/>
    </p:embeddedFont>
    <p:embeddedFont>
      <p:font typeface="Wingdings 3" panose="05040102010807070707" pitchFamily="18" charset="2"/>
      <p:regular r:id="rId278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WvTsAjAsttC0EXYo2p7XWg==" hashData="ku2VKQQGWdn2GR6NQ0dhro6NylYQ+dYoka5PzJ+7R8eNjXtYiKB0zvbrNzFv+22bGc42GRw0nezs3HRcMPLGbg=="/>
  <p:extLst>
    <p:ext uri="{521415D9-36F7-43E2-AB2F-B90AF26B5E84}">
      <p14:sectionLst xmlns:p14="http://schemas.microsoft.com/office/powerpoint/2010/main">
        <p14:section name="Default Section" id="{F6A3B4D0-472F-4BF1-9185-4011BE451F64}">
          <p14:sldIdLst>
            <p14:sldId id="257"/>
            <p14:sldId id="265"/>
            <p14:sldId id="268"/>
            <p14:sldId id="269"/>
            <p14:sldId id="938"/>
            <p14:sldId id="1066"/>
            <p14:sldId id="856"/>
            <p14:sldId id="857"/>
          </p14:sldIdLst>
        </p14:section>
        <p14:section name="Method : 1.1 - Basic Terminology" id="{AAF392F2-E362-4B6F-833F-FD10AB364682}">
          <p14:sldIdLst>
            <p14:sldId id="955"/>
            <p14:sldId id="863"/>
            <p14:sldId id="864"/>
            <p14:sldId id="865"/>
            <p14:sldId id="929"/>
            <p14:sldId id="930"/>
            <p14:sldId id="1070"/>
            <p14:sldId id="1071"/>
            <p14:sldId id="1072"/>
            <p14:sldId id="775"/>
            <p14:sldId id="1073"/>
            <p14:sldId id="808"/>
            <p14:sldId id="820"/>
            <p14:sldId id="873"/>
            <p14:sldId id="874"/>
            <p14:sldId id="875"/>
            <p14:sldId id="876"/>
            <p14:sldId id="1074"/>
            <p14:sldId id="877"/>
            <p14:sldId id="878"/>
            <p14:sldId id="879"/>
            <p14:sldId id="880"/>
            <p14:sldId id="842"/>
            <p14:sldId id="927"/>
            <p14:sldId id="928"/>
            <p14:sldId id="843"/>
          </p14:sldIdLst>
        </p14:section>
        <p14:section name="Method : 1.2 -  Probability of an Event" id="{98C53713-4B2F-4FB7-A6E8-7BED6F8BD92C}">
          <p14:sldIdLst>
            <p14:sldId id="956"/>
            <p14:sldId id="881"/>
            <p14:sldId id="882"/>
            <p14:sldId id="1075"/>
            <p14:sldId id="844"/>
            <p14:sldId id="961"/>
            <p14:sldId id="1076"/>
            <p14:sldId id="1077"/>
            <p14:sldId id="1079"/>
            <p14:sldId id="884"/>
            <p14:sldId id="1096"/>
            <p14:sldId id="1082"/>
            <p14:sldId id="1083"/>
            <p14:sldId id="1084"/>
            <p14:sldId id="1085"/>
            <p14:sldId id="1094"/>
            <p14:sldId id="1089"/>
            <p14:sldId id="1095"/>
            <p14:sldId id="1097"/>
            <p14:sldId id="846"/>
            <p14:sldId id="845"/>
            <p14:sldId id="1098"/>
            <p14:sldId id="1099"/>
            <p14:sldId id="1088"/>
            <p14:sldId id="1093"/>
            <p14:sldId id="827"/>
            <p14:sldId id="1067"/>
            <p14:sldId id="962"/>
            <p14:sldId id="1068"/>
            <p14:sldId id="964"/>
            <p14:sldId id="965"/>
            <p14:sldId id="933"/>
            <p14:sldId id="1091"/>
            <p14:sldId id="1092"/>
            <p14:sldId id="966"/>
            <p14:sldId id="967"/>
            <p14:sldId id="968"/>
            <p14:sldId id="969"/>
            <p14:sldId id="970"/>
            <p14:sldId id="971"/>
            <p14:sldId id="972"/>
            <p14:sldId id="973"/>
            <p14:sldId id="974"/>
          </p14:sldIdLst>
        </p14:section>
        <p14:section name="Method : 2 - Conditional Probability" id="{BCB6CC4B-2DF7-4421-8E4C-7763B5ACAFD1}">
          <p14:sldIdLst>
            <p14:sldId id="829"/>
            <p14:sldId id="931"/>
            <p14:sldId id="1102"/>
            <p14:sldId id="1103"/>
            <p14:sldId id="1172"/>
            <p14:sldId id="1175"/>
            <p14:sldId id="1104"/>
            <p14:sldId id="1105"/>
            <p14:sldId id="1101"/>
            <p14:sldId id="850"/>
            <p14:sldId id="932"/>
            <p14:sldId id="1106"/>
            <p14:sldId id="853"/>
            <p14:sldId id="1109"/>
            <p14:sldId id="1110"/>
            <p14:sldId id="975"/>
            <p14:sldId id="1108"/>
            <p14:sldId id="1164"/>
            <p14:sldId id="1107"/>
            <p14:sldId id="1183"/>
            <p14:sldId id="1184"/>
            <p14:sldId id="1185"/>
            <p14:sldId id="1111"/>
            <p14:sldId id="1113"/>
            <p14:sldId id="1114"/>
            <p14:sldId id="1193"/>
            <p14:sldId id="1112"/>
            <p14:sldId id="851"/>
            <p14:sldId id="895"/>
            <p14:sldId id="838"/>
            <p14:sldId id="977"/>
            <p14:sldId id="854"/>
            <p14:sldId id="978"/>
            <p14:sldId id="979"/>
            <p14:sldId id="855"/>
            <p14:sldId id="1165"/>
            <p14:sldId id="981"/>
            <p14:sldId id="1167"/>
            <p14:sldId id="982"/>
            <p14:sldId id="1169"/>
            <p14:sldId id="980"/>
            <p14:sldId id="1171"/>
            <p14:sldId id="983"/>
            <p14:sldId id="894"/>
            <p14:sldId id="984"/>
            <p14:sldId id="1115"/>
          </p14:sldIdLst>
        </p14:section>
        <p14:section name="Method : 3 - Total Probability" id="{112F158A-EDE4-4812-A98A-AC4034BB1F73}">
          <p14:sldIdLst>
            <p14:sldId id="896"/>
            <p14:sldId id="1116"/>
            <p14:sldId id="1117"/>
            <p14:sldId id="1198"/>
            <p14:sldId id="1118"/>
            <p14:sldId id="897"/>
            <p14:sldId id="1163"/>
            <p14:sldId id="1176"/>
            <p14:sldId id="1178"/>
            <p14:sldId id="1179"/>
            <p14:sldId id="1186"/>
            <p14:sldId id="909"/>
            <p14:sldId id="1180"/>
            <p14:sldId id="912"/>
            <p14:sldId id="1182"/>
            <p14:sldId id="914"/>
            <p14:sldId id="913"/>
            <p14:sldId id="1181"/>
          </p14:sldIdLst>
        </p14:section>
        <p14:section name="Method : 3 - Bayes’ Theorem" id="{E7F50200-7DA1-4C65-A524-B97E291F6BFE}">
          <p14:sldIdLst>
            <p14:sldId id="1188"/>
            <p14:sldId id="1191"/>
            <p14:sldId id="276"/>
            <p14:sldId id="1192"/>
            <p14:sldId id="278"/>
            <p14:sldId id="279"/>
            <p14:sldId id="280"/>
            <p14:sldId id="917"/>
            <p14:sldId id="919"/>
            <p14:sldId id="920"/>
            <p14:sldId id="986"/>
            <p14:sldId id="987"/>
            <p14:sldId id="1194"/>
            <p14:sldId id="1197"/>
            <p14:sldId id="1195"/>
            <p14:sldId id="1196"/>
          </p14:sldIdLst>
        </p14:section>
        <p14:section name="Method : 4 - Random Variable and Probability Function" id="{FD16FA3C-4F0B-4CC2-B785-C32F7DEB124F}">
          <p14:sldIdLst>
            <p14:sldId id="990"/>
            <p14:sldId id="1214"/>
            <p14:sldId id="1215"/>
            <p14:sldId id="992"/>
            <p14:sldId id="993"/>
            <p14:sldId id="1216"/>
            <p14:sldId id="1230"/>
            <p14:sldId id="996"/>
            <p14:sldId id="997"/>
            <p14:sldId id="998"/>
            <p14:sldId id="1217"/>
            <p14:sldId id="1218"/>
            <p14:sldId id="1219"/>
            <p14:sldId id="999"/>
            <p14:sldId id="1231"/>
            <p14:sldId id="1000"/>
            <p14:sldId id="1228"/>
            <p14:sldId id="1004"/>
            <p14:sldId id="1005"/>
            <p14:sldId id="1007"/>
            <p14:sldId id="1008"/>
            <p14:sldId id="1009"/>
            <p14:sldId id="1001"/>
            <p14:sldId id="1220"/>
            <p14:sldId id="1221"/>
            <p14:sldId id="1222"/>
            <p14:sldId id="1229"/>
            <p14:sldId id="1002"/>
            <p14:sldId id="1003"/>
            <p14:sldId id="1245"/>
            <p14:sldId id="1013"/>
            <p14:sldId id="1016"/>
            <p14:sldId id="1015"/>
            <p14:sldId id="1017"/>
            <p14:sldId id="1018"/>
            <p14:sldId id="1019"/>
          </p14:sldIdLst>
        </p14:section>
        <p14:section name="Method : 5 - Various Measures of Statistics" id="{48969543-860F-4016-B6F3-F407147486CB}">
          <p14:sldIdLst>
            <p14:sldId id="1020"/>
            <p14:sldId id="1232"/>
            <p14:sldId id="1233"/>
            <p14:sldId id="1021"/>
            <p14:sldId id="1225"/>
            <p14:sldId id="1226"/>
            <p14:sldId id="1023"/>
            <p14:sldId id="1243"/>
            <p14:sldId id="1244"/>
            <p14:sldId id="1235"/>
            <p14:sldId id="1025"/>
            <p14:sldId id="1026"/>
            <p14:sldId id="1028"/>
            <p14:sldId id="1029"/>
            <p14:sldId id="1030"/>
            <p14:sldId id="1032"/>
            <p14:sldId id="1033"/>
            <p14:sldId id="1038"/>
            <p14:sldId id="1039"/>
            <p14:sldId id="1040"/>
            <p14:sldId id="1041"/>
            <p14:sldId id="1042"/>
            <p14:sldId id="1043"/>
            <p14:sldId id="1044"/>
            <p14:sldId id="1045"/>
          </p14:sldIdLst>
        </p14:section>
        <p14:section name="Method : 6 - Cumulative Distribution Function" id="{B3D279BD-954C-4CF2-A7E0-7C1A16C71156}">
          <p14:sldIdLst>
            <p14:sldId id="1046"/>
            <p14:sldId id="1236"/>
            <p14:sldId id="1237"/>
            <p14:sldId id="1048"/>
            <p14:sldId id="1049"/>
            <p14:sldId id="1248"/>
            <p14:sldId id="1249"/>
            <p14:sldId id="1251"/>
            <p14:sldId id="1253"/>
            <p14:sldId id="1255"/>
            <p14:sldId id="1256"/>
            <p14:sldId id="1257"/>
            <p14:sldId id="1258"/>
            <p14:sldId id="1252"/>
            <p14:sldId id="1259"/>
            <p14:sldId id="1053"/>
            <p14:sldId id="1054"/>
            <p14:sldId id="1261"/>
            <p14:sldId id="1050"/>
            <p14:sldId id="1250"/>
            <p14:sldId id="1052"/>
            <p14:sldId id="1240"/>
            <p14:sldId id="1055"/>
            <p14:sldId id="1056"/>
            <p14:sldId id="1057"/>
            <p14:sldId id="1241"/>
            <p14:sldId id="1260"/>
            <p14:sldId id="1058"/>
            <p14:sldId id="1059"/>
            <p14:sldId id="1060"/>
            <p14:sldId id="1065"/>
            <p14:sldId id="1061"/>
            <p14:sldId id="1062"/>
            <p14:sldId id="1063"/>
          </p14:sldIdLst>
        </p14:section>
        <p14:section name="Revision of Improper Integral of First Kind" id="{CCD31B3E-7695-43F6-9D82-8A02058B82A1}">
          <p14:sldIdLst>
            <p14:sldId id="347"/>
            <p14:sldId id="581"/>
            <p14:sldId id="348"/>
            <p14:sldId id="606"/>
            <p14:sldId id="607"/>
            <p14:sldId id="124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vasujain39@gmail.com" initials="v" lastIdx="1" clrIdx="0">
    <p:extLst>
      <p:ext uri="{19B8F6BF-5375-455C-9EA6-DF929625EA0E}">
        <p15:presenceInfo xmlns:p15="http://schemas.microsoft.com/office/powerpoint/2012/main" userId="4e3c4d1726c659fc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301B92"/>
    <a:srgbClr val="FF4848"/>
    <a:srgbClr val="FE5722"/>
    <a:srgbClr val="B14440"/>
    <a:srgbClr val="FF9801"/>
    <a:srgbClr val="0690DF"/>
    <a:srgbClr val="C76765"/>
    <a:srgbClr val="009788"/>
    <a:srgbClr val="B71B1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10A1B5D5-9B99-4C35-A422-299274C87663}" styleName="Medium Style 1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A488322-F2BA-4B5B-9748-0D474271808F}" styleName="Medium Style 3 - 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434" autoAdjust="0"/>
  </p:normalViewPr>
  <p:slideViewPr>
    <p:cSldViewPr snapToGrid="0">
      <p:cViewPr>
        <p:scale>
          <a:sx n="33" d="100"/>
          <a:sy n="33" d="100"/>
        </p:scale>
        <p:origin x="2094" y="732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-2659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61877"/>
    </p:cViewPr>
  </p:sorterViewPr>
  <p:notesViewPr>
    <p:cSldViewPr snapToGrid="0">
      <p:cViewPr varScale="1">
        <p:scale>
          <a:sx n="60" d="100"/>
          <a:sy n="60" d="100"/>
        </p:scale>
        <p:origin x="3187" y="4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63" Type="http://schemas.openxmlformats.org/officeDocument/2006/relationships/slide" Target="slides/slide61.xml"/><Relationship Id="rId159" Type="http://schemas.openxmlformats.org/officeDocument/2006/relationships/slide" Target="slides/slide157.xml"/><Relationship Id="rId170" Type="http://schemas.openxmlformats.org/officeDocument/2006/relationships/slide" Target="slides/slide168.xml"/><Relationship Id="rId226" Type="http://schemas.openxmlformats.org/officeDocument/2006/relationships/slide" Target="slides/slide224.xml"/><Relationship Id="rId268" Type="http://schemas.openxmlformats.org/officeDocument/2006/relationships/font" Target="fonts/font6.fntdata"/><Relationship Id="rId32" Type="http://schemas.openxmlformats.org/officeDocument/2006/relationships/slide" Target="slides/slide30.xml"/><Relationship Id="rId74" Type="http://schemas.openxmlformats.org/officeDocument/2006/relationships/slide" Target="slides/slide72.xml"/><Relationship Id="rId128" Type="http://schemas.openxmlformats.org/officeDocument/2006/relationships/slide" Target="slides/slide126.xml"/><Relationship Id="rId5" Type="http://schemas.openxmlformats.org/officeDocument/2006/relationships/slide" Target="slides/slide3.xml"/><Relationship Id="rId181" Type="http://schemas.openxmlformats.org/officeDocument/2006/relationships/slide" Target="slides/slide179.xml"/><Relationship Id="rId237" Type="http://schemas.openxmlformats.org/officeDocument/2006/relationships/slide" Target="slides/slide235.xml"/><Relationship Id="rId279" Type="http://schemas.openxmlformats.org/officeDocument/2006/relationships/commentAuthors" Target="commentAuthors.xml"/><Relationship Id="rId22" Type="http://schemas.openxmlformats.org/officeDocument/2006/relationships/slide" Target="slides/slide20.xml"/><Relationship Id="rId43" Type="http://schemas.openxmlformats.org/officeDocument/2006/relationships/slide" Target="slides/slide41.xml"/><Relationship Id="rId64" Type="http://schemas.openxmlformats.org/officeDocument/2006/relationships/slide" Target="slides/slide62.xml"/><Relationship Id="rId118" Type="http://schemas.openxmlformats.org/officeDocument/2006/relationships/slide" Target="slides/slide116.xml"/><Relationship Id="rId139" Type="http://schemas.openxmlformats.org/officeDocument/2006/relationships/slide" Target="slides/slide137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71" Type="http://schemas.openxmlformats.org/officeDocument/2006/relationships/slide" Target="slides/slide169.xml"/><Relationship Id="rId192" Type="http://schemas.openxmlformats.org/officeDocument/2006/relationships/slide" Target="slides/slide190.xml"/><Relationship Id="rId206" Type="http://schemas.openxmlformats.org/officeDocument/2006/relationships/slide" Target="slides/slide204.xml"/><Relationship Id="rId227" Type="http://schemas.openxmlformats.org/officeDocument/2006/relationships/slide" Target="slides/slide225.xml"/><Relationship Id="rId248" Type="http://schemas.openxmlformats.org/officeDocument/2006/relationships/slide" Target="slides/slide246.xml"/><Relationship Id="rId269" Type="http://schemas.openxmlformats.org/officeDocument/2006/relationships/font" Target="fonts/font7.fntdata"/><Relationship Id="rId12" Type="http://schemas.openxmlformats.org/officeDocument/2006/relationships/slide" Target="slides/slide10.xml"/><Relationship Id="rId33" Type="http://schemas.openxmlformats.org/officeDocument/2006/relationships/slide" Target="slides/slide31.xml"/><Relationship Id="rId108" Type="http://schemas.openxmlformats.org/officeDocument/2006/relationships/slide" Target="slides/slide106.xml"/><Relationship Id="rId129" Type="http://schemas.openxmlformats.org/officeDocument/2006/relationships/slide" Target="slides/slide127.xml"/><Relationship Id="rId280" Type="http://schemas.openxmlformats.org/officeDocument/2006/relationships/presProps" Target="presProps.xml"/><Relationship Id="rId54" Type="http://schemas.openxmlformats.org/officeDocument/2006/relationships/slide" Target="slides/slide52.xml"/><Relationship Id="rId75" Type="http://schemas.openxmlformats.org/officeDocument/2006/relationships/slide" Target="slides/slide73.xml"/><Relationship Id="rId96" Type="http://schemas.openxmlformats.org/officeDocument/2006/relationships/slide" Target="slides/slide94.xml"/><Relationship Id="rId140" Type="http://schemas.openxmlformats.org/officeDocument/2006/relationships/slide" Target="slides/slide138.xml"/><Relationship Id="rId161" Type="http://schemas.openxmlformats.org/officeDocument/2006/relationships/slide" Target="slides/slide159.xml"/><Relationship Id="rId182" Type="http://schemas.openxmlformats.org/officeDocument/2006/relationships/slide" Target="slides/slide180.xml"/><Relationship Id="rId217" Type="http://schemas.openxmlformats.org/officeDocument/2006/relationships/slide" Target="slides/slide215.xml"/><Relationship Id="rId6" Type="http://schemas.openxmlformats.org/officeDocument/2006/relationships/slide" Target="slides/slide4.xml"/><Relationship Id="rId238" Type="http://schemas.openxmlformats.org/officeDocument/2006/relationships/slide" Target="slides/slide236.xml"/><Relationship Id="rId259" Type="http://schemas.openxmlformats.org/officeDocument/2006/relationships/slide" Target="slides/slide257.xml"/><Relationship Id="rId23" Type="http://schemas.openxmlformats.org/officeDocument/2006/relationships/slide" Target="slides/slide21.xml"/><Relationship Id="rId119" Type="http://schemas.openxmlformats.org/officeDocument/2006/relationships/slide" Target="slides/slide117.xml"/><Relationship Id="rId270" Type="http://schemas.openxmlformats.org/officeDocument/2006/relationships/font" Target="fonts/font8.fntdata"/><Relationship Id="rId44" Type="http://schemas.openxmlformats.org/officeDocument/2006/relationships/slide" Target="slides/slide42.xml"/><Relationship Id="rId65" Type="http://schemas.openxmlformats.org/officeDocument/2006/relationships/slide" Target="slides/slide63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51" Type="http://schemas.openxmlformats.org/officeDocument/2006/relationships/slide" Target="slides/slide149.xml"/><Relationship Id="rId172" Type="http://schemas.openxmlformats.org/officeDocument/2006/relationships/slide" Target="slides/slide170.xml"/><Relationship Id="rId193" Type="http://schemas.openxmlformats.org/officeDocument/2006/relationships/slide" Target="slides/slide191.xml"/><Relationship Id="rId207" Type="http://schemas.openxmlformats.org/officeDocument/2006/relationships/slide" Target="slides/slide205.xml"/><Relationship Id="rId228" Type="http://schemas.openxmlformats.org/officeDocument/2006/relationships/slide" Target="slides/slide226.xml"/><Relationship Id="rId249" Type="http://schemas.openxmlformats.org/officeDocument/2006/relationships/slide" Target="slides/slide247.xml"/><Relationship Id="rId13" Type="http://schemas.openxmlformats.org/officeDocument/2006/relationships/slide" Target="slides/slide11.xml"/><Relationship Id="rId109" Type="http://schemas.openxmlformats.org/officeDocument/2006/relationships/slide" Target="slides/slide107.xml"/><Relationship Id="rId260" Type="http://schemas.openxmlformats.org/officeDocument/2006/relationships/slide" Target="slides/slide258.xml"/><Relationship Id="rId281" Type="http://schemas.openxmlformats.org/officeDocument/2006/relationships/viewProps" Target="viewProps.xml"/><Relationship Id="rId34" Type="http://schemas.openxmlformats.org/officeDocument/2006/relationships/slide" Target="slides/slide32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20" Type="http://schemas.openxmlformats.org/officeDocument/2006/relationships/slide" Target="slides/slide118.xml"/><Relationship Id="rId141" Type="http://schemas.openxmlformats.org/officeDocument/2006/relationships/slide" Target="slides/slide139.xml"/><Relationship Id="rId7" Type="http://schemas.openxmlformats.org/officeDocument/2006/relationships/slide" Target="slides/slide5.xml"/><Relationship Id="rId162" Type="http://schemas.openxmlformats.org/officeDocument/2006/relationships/slide" Target="slides/slide160.xml"/><Relationship Id="rId183" Type="http://schemas.openxmlformats.org/officeDocument/2006/relationships/slide" Target="slides/slide181.xml"/><Relationship Id="rId218" Type="http://schemas.openxmlformats.org/officeDocument/2006/relationships/slide" Target="slides/slide216.xml"/><Relationship Id="rId239" Type="http://schemas.openxmlformats.org/officeDocument/2006/relationships/slide" Target="slides/slide237.xml"/><Relationship Id="rId250" Type="http://schemas.openxmlformats.org/officeDocument/2006/relationships/slide" Target="slides/slide248.xml"/><Relationship Id="rId271" Type="http://schemas.openxmlformats.org/officeDocument/2006/relationships/font" Target="fonts/font9.fntdata"/><Relationship Id="rId24" Type="http://schemas.openxmlformats.org/officeDocument/2006/relationships/slide" Target="slides/slide22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31" Type="http://schemas.openxmlformats.org/officeDocument/2006/relationships/slide" Target="slides/slide129.xml"/><Relationship Id="rId152" Type="http://schemas.openxmlformats.org/officeDocument/2006/relationships/slide" Target="slides/slide150.xml"/><Relationship Id="rId173" Type="http://schemas.openxmlformats.org/officeDocument/2006/relationships/slide" Target="slides/slide171.xml"/><Relationship Id="rId194" Type="http://schemas.openxmlformats.org/officeDocument/2006/relationships/slide" Target="slides/slide192.xml"/><Relationship Id="rId208" Type="http://schemas.openxmlformats.org/officeDocument/2006/relationships/slide" Target="slides/slide206.xml"/><Relationship Id="rId229" Type="http://schemas.openxmlformats.org/officeDocument/2006/relationships/slide" Target="slides/slide227.xml"/><Relationship Id="rId240" Type="http://schemas.openxmlformats.org/officeDocument/2006/relationships/slide" Target="slides/slide238.xml"/><Relationship Id="rId261" Type="http://schemas.openxmlformats.org/officeDocument/2006/relationships/notesMaster" Target="notesMasters/notesMaster1.xml"/><Relationship Id="rId14" Type="http://schemas.openxmlformats.org/officeDocument/2006/relationships/slide" Target="slides/slide12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282" Type="http://schemas.openxmlformats.org/officeDocument/2006/relationships/theme" Target="theme/theme1.xml"/><Relationship Id="rId8" Type="http://schemas.openxmlformats.org/officeDocument/2006/relationships/slide" Target="slides/slide6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163" Type="http://schemas.openxmlformats.org/officeDocument/2006/relationships/slide" Target="slides/slide161.xml"/><Relationship Id="rId184" Type="http://schemas.openxmlformats.org/officeDocument/2006/relationships/slide" Target="slides/slide182.xml"/><Relationship Id="rId219" Type="http://schemas.openxmlformats.org/officeDocument/2006/relationships/slide" Target="slides/slide217.xml"/><Relationship Id="rId230" Type="http://schemas.openxmlformats.org/officeDocument/2006/relationships/slide" Target="slides/slide228.xml"/><Relationship Id="rId251" Type="http://schemas.openxmlformats.org/officeDocument/2006/relationships/slide" Target="slides/slide249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72" Type="http://schemas.openxmlformats.org/officeDocument/2006/relationships/font" Target="fonts/font10.fntdata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3" Type="http://schemas.openxmlformats.org/officeDocument/2006/relationships/slide" Target="slides/slide151.xml"/><Relationship Id="rId174" Type="http://schemas.openxmlformats.org/officeDocument/2006/relationships/slide" Target="slides/slide172.xml"/><Relationship Id="rId195" Type="http://schemas.openxmlformats.org/officeDocument/2006/relationships/slide" Target="slides/slide193.xml"/><Relationship Id="rId209" Type="http://schemas.openxmlformats.org/officeDocument/2006/relationships/slide" Target="slides/slide207.xml"/><Relationship Id="rId220" Type="http://schemas.openxmlformats.org/officeDocument/2006/relationships/slide" Target="slides/slide218.xml"/><Relationship Id="rId241" Type="http://schemas.openxmlformats.org/officeDocument/2006/relationships/slide" Target="slides/slide23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262" Type="http://schemas.openxmlformats.org/officeDocument/2006/relationships/handoutMaster" Target="handoutMasters/handoutMaster1.xml"/><Relationship Id="rId283" Type="http://schemas.openxmlformats.org/officeDocument/2006/relationships/tableStyles" Target="tableStyles.xml"/><Relationship Id="rId78" Type="http://schemas.openxmlformats.org/officeDocument/2006/relationships/slide" Target="slides/slide76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64" Type="http://schemas.openxmlformats.org/officeDocument/2006/relationships/slide" Target="slides/slide162.xml"/><Relationship Id="rId185" Type="http://schemas.openxmlformats.org/officeDocument/2006/relationships/slide" Target="slides/slide183.xml"/><Relationship Id="rId9" Type="http://schemas.openxmlformats.org/officeDocument/2006/relationships/slide" Target="slides/slide7.xml"/><Relationship Id="rId210" Type="http://schemas.openxmlformats.org/officeDocument/2006/relationships/slide" Target="slides/slide208.xml"/><Relationship Id="rId26" Type="http://schemas.openxmlformats.org/officeDocument/2006/relationships/slide" Target="slides/slide24.xml"/><Relationship Id="rId231" Type="http://schemas.openxmlformats.org/officeDocument/2006/relationships/slide" Target="slides/slide229.xml"/><Relationship Id="rId252" Type="http://schemas.openxmlformats.org/officeDocument/2006/relationships/slide" Target="slides/slide250.xml"/><Relationship Id="rId273" Type="http://schemas.openxmlformats.org/officeDocument/2006/relationships/font" Target="fonts/font11.fntdata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54" Type="http://schemas.openxmlformats.org/officeDocument/2006/relationships/slide" Target="slides/slide152.xml"/><Relationship Id="rId175" Type="http://schemas.openxmlformats.org/officeDocument/2006/relationships/slide" Target="slides/slide173.xml"/><Relationship Id="rId196" Type="http://schemas.openxmlformats.org/officeDocument/2006/relationships/slide" Target="slides/slide194.xml"/><Relationship Id="rId200" Type="http://schemas.openxmlformats.org/officeDocument/2006/relationships/slide" Target="slides/slide198.xml"/><Relationship Id="rId16" Type="http://schemas.openxmlformats.org/officeDocument/2006/relationships/slide" Target="slides/slide14.xml"/><Relationship Id="rId221" Type="http://schemas.openxmlformats.org/officeDocument/2006/relationships/slide" Target="slides/slide219.xml"/><Relationship Id="rId242" Type="http://schemas.openxmlformats.org/officeDocument/2006/relationships/slide" Target="slides/slide240.xml"/><Relationship Id="rId263" Type="http://schemas.openxmlformats.org/officeDocument/2006/relationships/font" Target="fonts/font1.fntdata"/><Relationship Id="rId37" Type="http://schemas.openxmlformats.org/officeDocument/2006/relationships/slide" Target="slides/slide35.xml"/><Relationship Id="rId58" Type="http://schemas.openxmlformats.org/officeDocument/2006/relationships/slide" Target="slides/slide56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44" Type="http://schemas.openxmlformats.org/officeDocument/2006/relationships/slide" Target="slides/slide142.xml"/><Relationship Id="rId90" Type="http://schemas.openxmlformats.org/officeDocument/2006/relationships/slide" Target="slides/slide88.xml"/><Relationship Id="rId165" Type="http://schemas.openxmlformats.org/officeDocument/2006/relationships/slide" Target="slides/slide163.xml"/><Relationship Id="rId186" Type="http://schemas.openxmlformats.org/officeDocument/2006/relationships/slide" Target="slides/slide184.xml"/><Relationship Id="rId211" Type="http://schemas.openxmlformats.org/officeDocument/2006/relationships/slide" Target="slides/slide209.xml"/><Relationship Id="rId232" Type="http://schemas.openxmlformats.org/officeDocument/2006/relationships/slide" Target="slides/slide230.xml"/><Relationship Id="rId253" Type="http://schemas.openxmlformats.org/officeDocument/2006/relationships/slide" Target="slides/slide251.xml"/><Relationship Id="rId274" Type="http://schemas.openxmlformats.org/officeDocument/2006/relationships/font" Target="fonts/font12.fntdata"/><Relationship Id="rId27" Type="http://schemas.openxmlformats.org/officeDocument/2006/relationships/slide" Target="slides/slide25.xml"/><Relationship Id="rId48" Type="http://schemas.openxmlformats.org/officeDocument/2006/relationships/slide" Target="slides/slide46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34" Type="http://schemas.openxmlformats.org/officeDocument/2006/relationships/slide" Target="slides/slide132.xml"/><Relationship Id="rId80" Type="http://schemas.openxmlformats.org/officeDocument/2006/relationships/slide" Target="slides/slide78.xml"/><Relationship Id="rId155" Type="http://schemas.openxmlformats.org/officeDocument/2006/relationships/slide" Target="slides/slide153.xml"/><Relationship Id="rId176" Type="http://schemas.openxmlformats.org/officeDocument/2006/relationships/slide" Target="slides/slide174.xml"/><Relationship Id="rId197" Type="http://schemas.openxmlformats.org/officeDocument/2006/relationships/slide" Target="slides/slide195.xml"/><Relationship Id="rId201" Type="http://schemas.openxmlformats.org/officeDocument/2006/relationships/slide" Target="slides/slide199.xml"/><Relationship Id="rId222" Type="http://schemas.openxmlformats.org/officeDocument/2006/relationships/slide" Target="slides/slide220.xml"/><Relationship Id="rId243" Type="http://schemas.openxmlformats.org/officeDocument/2006/relationships/slide" Target="slides/slide241.xml"/><Relationship Id="rId264" Type="http://schemas.openxmlformats.org/officeDocument/2006/relationships/font" Target="fonts/font2.fntdata"/><Relationship Id="rId17" Type="http://schemas.openxmlformats.org/officeDocument/2006/relationships/slide" Target="slides/slide15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24" Type="http://schemas.openxmlformats.org/officeDocument/2006/relationships/slide" Target="slides/slide122.xml"/><Relationship Id="rId70" Type="http://schemas.openxmlformats.org/officeDocument/2006/relationships/slide" Target="slides/slide68.xml"/><Relationship Id="rId91" Type="http://schemas.openxmlformats.org/officeDocument/2006/relationships/slide" Target="slides/slide89.xml"/><Relationship Id="rId145" Type="http://schemas.openxmlformats.org/officeDocument/2006/relationships/slide" Target="slides/slide143.xml"/><Relationship Id="rId166" Type="http://schemas.openxmlformats.org/officeDocument/2006/relationships/slide" Target="slides/slide164.xml"/><Relationship Id="rId187" Type="http://schemas.openxmlformats.org/officeDocument/2006/relationships/slide" Target="slides/slide185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0.xml"/><Relationship Id="rId233" Type="http://schemas.openxmlformats.org/officeDocument/2006/relationships/slide" Target="slides/slide231.xml"/><Relationship Id="rId254" Type="http://schemas.openxmlformats.org/officeDocument/2006/relationships/slide" Target="slides/slide252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275" Type="http://schemas.openxmlformats.org/officeDocument/2006/relationships/font" Target="fonts/font13.fntdata"/><Relationship Id="rId60" Type="http://schemas.openxmlformats.org/officeDocument/2006/relationships/slide" Target="slides/slide58.xml"/><Relationship Id="rId81" Type="http://schemas.openxmlformats.org/officeDocument/2006/relationships/slide" Target="slides/slide79.xml"/><Relationship Id="rId135" Type="http://schemas.openxmlformats.org/officeDocument/2006/relationships/slide" Target="slides/slide133.xml"/><Relationship Id="rId156" Type="http://schemas.openxmlformats.org/officeDocument/2006/relationships/slide" Target="slides/slide154.xml"/><Relationship Id="rId177" Type="http://schemas.openxmlformats.org/officeDocument/2006/relationships/slide" Target="slides/slide175.xml"/><Relationship Id="rId198" Type="http://schemas.openxmlformats.org/officeDocument/2006/relationships/slide" Target="slides/slide196.xml"/><Relationship Id="rId202" Type="http://schemas.openxmlformats.org/officeDocument/2006/relationships/slide" Target="slides/slide200.xml"/><Relationship Id="rId223" Type="http://schemas.openxmlformats.org/officeDocument/2006/relationships/slide" Target="slides/slide221.xml"/><Relationship Id="rId244" Type="http://schemas.openxmlformats.org/officeDocument/2006/relationships/slide" Target="slides/slide242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265" Type="http://schemas.openxmlformats.org/officeDocument/2006/relationships/font" Target="fonts/font3.fntdata"/><Relationship Id="rId50" Type="http://schemas.openxmlformats.org/officeDocument/2006/relationships/slide" Target="slides/slide48.xml"/><Relationship Id="rId104" Type="http://schemas.openxmlformats.org/officeDocument/2006/relationships/slide" Target="slides/slide102.xml"/><Relationship Id="rId125" Type="http://schemas.openxmlformats.org/officeDocument/2006/relationships/slide" Target="slides/slide123.xml"/><Relationship Id="rId146" Type="http://schemas.openxmlformats.org/officeDocument/2006/relationships/slide" Target="slides/slide144.xml"/><Relationship Id="rId167" Type="http://schemas.openxmlformats.org/officeDocument/2006/relationships/slide" Target="slides/slide165.xml"/><Relationship Id="rId188" Type="http://schemas.openxmlformats.org/officeDocument/2006/relationships/slide" Target="slides/slide186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13" Type="http://schemas.openxmlformats.org/officeDocument/2006/relationships/slide" Target="slides/slide211.xml"/><Relationship Id="rId234" Type="http://schemas.openxmlformats.org/officeDocument/2006/relationships/slide" Target="slides/slide232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55" Type="http://schemas.openxmlformats.org/officeDocument/2006/relationships/slide" Target="slides/slide253.xml"/><Relationship Id="rId276" Type="http://schemas.openxmlformats.org/officeDocument/2006/relationships/font" Target="fonts/font14.fntdata"/><Relationship Id="rId40" Type="http://schemas.openxmlformats.org/officeDocument/2006/relationships/slide" Target="slides/slide38.xml"/><Relationship Id="rId115" Type="http://schemas.openxmlformats.org/officeDocument/2006/relationships/slide" Target="slides/slide113.xml"/><Relationship Id="rId136" Type="http://schemas.openxmlformats.org/officeDocument/2006/relationships/slide" Target="slides/slide134.xml"/><Relationship Id="rId157" Type="http://schemas.openxmlformats.org/officeDocument/2006/relationships/slide" Target="slides/slide155.xml"/><Relationship Id="rId178" Type="http://schemas.openxmlformats.org/officeDocument/2006/relationships/slide" Target="slides/slide176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9" Type="http://schemas.openxmlformats.org/officeDocument/2006/relationships/slide" Target="slides/slide197.xml"/><Relationship Id="rId203" Type="http://schemas.openxmlformats.org/officeDocument/2006/relationships/slide" Target="slides/slide201.xml"/><Relationship Id="rId19" Type="http://schemas.openxmlformats.org/officeDocument/2006/relationships/slide" Target="slides/slide17.xml"/><Relationship Id="rId224" Type="http://schemas.openxmlformats.org/officeDocument/2006/relationships/slide" Target="slides/slide222.xml"/><Relationship Id="rId245" Type="http://schemas.openxmlformats.org/officeDocument/2006/relationships/slide" Target="slides/slide243.xml"/><Relationship Id="rId266" Type="http://schemas.openxmlformats.org/officeDocument/2006/relationships/font" Target="fonts/font4.fntdata"/><Relationship Id="rId30" Type="http://schemas.openxmlformats.org/officeDocument/2006/relationships/slide" Target="slides/slide2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168" Type="http://schemas.openxmlformats.org/officeDocument/2006/relationships/slide" Target="slides/slide16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189" Type="http://schemas.openxmlformats.org/officeDocument/2006/relationships/slide" Target="slides/slide187.xml"/><Relationship Id="rId3" Type="http://schemas.openxmlformats.org/officeDocument/2006/relationships/slide" Target="slides/slide1.xml"/><Relationship Id="rId214" Type="http://schemas.openxmlformats.org/officeDocument/2006/relationships/slide" Target="slides/slide212.xml"/><Relationship Id="rId235" Type="http://schemas.openxmlformats.org/officeDocument/2006/relationships/slide" Target="slides/slide233.xml"/><Relationship Id="rId256" Type="http://schemas.openxmlformats.org/officeDocument/2006/relationships/slide" Target="slides/slide254.xml"/><Relationship Id="rId277" Type="http://schemas.openxmlformats.org/officeDocument/2006/relationships/font" Target="fonts/font15.fntdata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slide" Target="slides/slide156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179" Type="http://schemas.openxmlformats.org/officeDocument/2006/relationships/slide" Target="slides/slide177.xml"/><Relationship Id="rId190" Type="http://schemas.openxmlformats.org/officeDocument/2006/relationships/slide" Target="slides/slide188.xml"/><Relationship Id="rId204" Type="http://schemas.openxmlformats.org/officeDocument/2006/relationships/slide" Target="slides/slide202.xml"/><Relationship Id="rId225" Type="http://schemas.openxmlformats.org/officeDocument/2006/relationships/slide" Target="slides/slide223.xml"/><Relationship Id="rId246" Type="http://schemas.openxmlformats.org/officeDocument/2006/relationships/slide" Target="slides/slide244.xml"/><Relationship Id="rId267" Type="http://schemas.openxmlformats.org/officeDocument/2006/relationships/font" Target="fonts/font5.fntdata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94" Type="http://schemas.openxmlformats.org/officeDocument/2006/relationships/slide" Target="slides/slide92.xml"/><Relationship Id="rId148" Type="http://schemas.openxmlformats.org/officeDocument/2006/relationships/slide" Target="slides/slide146.xml"/><Relationship Id="rId169" Type="http://schemas.openxmlformats.org/officeDocument/2006/relationships/slide" Target="slides/slide167.xml"/><Relationship Id="rId4" Type="http://schemas.openxmlformats.org/officeDocument/2006/relationships/slide" Target="slides/slide2.xml"/><Relationship Id="rId180" Type="http://schemas.openxmlformats.org/officeDocument/2006/relationships/slide" Target="slides/slide178.xml"/><Relationship Id="rId215" Type="http://schemas.openxmlformats.org/officeDocument/2006/relationships/slide" Target="slides/slide213.xml"/><Relationship Id="rId236" Type="http://schemas.openxmlformats.org/officeDocument/2006/relationships/slide" Target="slides/slide234.xml"/><Relationship Id="rId257" Type="http://schemas.openxmlformats.org/officeDocument/2006/relationships/slide" Target="slides/slide255.xml"/><Relationship Id="rId278" Type="http://schemas.openxmlformats.org/officeDocument/2006/relationships/font" Target="fonts/font16.fntdata"/><Relationship Id="rId42" Type="http://schemas.openxmlformats.org/officeDocument/2006/relationships/slide" Target="slides/slide40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191" Type="http://schemas.openxmlformats.org/officeDocument/2006/relationships/slide" Target="slides/slide189.xml"/><Relationship Id="rId205" Type="http://schemas.openxmlformats.org/officeDocument/2006/relationships/slide" Target="slides/slide203.xml"/><Relationship Id="rId247" Type="http://schemas.openxmlformats.org/officeDocument/2006/relationships/slide" Target="slides/slide245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53" Type="http://schemas.openxmlformats.org/officeDocument/2006/relationships/slide" Target="slides/slide51.xml"/><Relationship Id="rId149" Type="http://schemas.openxmlformats.org/officeDocument/2006/relationships/slide" Target="slides/slide147.xml"/><Relationship Id="rId95" Type="http://schemas.openxmlformats.org/officeDocument/2006/relationships/slide" Target="slides/slide93.xml"/><Relationship Id="rId160" Type="http://schemas.openxmlformats.org/officeDocument/2006/relationships/slide" Target="slides/slide158.xml"/><Relationship Id="rId216" Type="http://schemas.openxmlformats.org/officeDocument/2006/relationships/slide" Target="slides/slide214.xml"/><Relationship Id="rId258" Type="http://schemas.openxmlformats.org/officeDocument/2006/relationships/slide" Target="slides/slide256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0691E0-E0E7-464F-892B-71ACC2518A4D}" type="datetimeFigureOut">
              <a:rPr lang="en-US" smtClean="0"/>
              <a:t>1/27/2026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53689D-5810-4E66-9D5F-1657D824CFA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709607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84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111.62791" units="1/cm"/>
          <inkml:channelProperty channel="Y" name="resolution" value="55.6701" units="1/cm"/>
          <inkml:channelProperty channel="T" name="resolution" value="1" units="1/dev"/>
        </inkml:channelProperties>
      </inkml:inkSource>
      <inkml:timestamp xml:id="ts0" timeString="2025-12-24T02:36:03.56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10827 15432 0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1023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2.84167" units="1/deg"/>
          <inkml:channelProperty channel="T" name="resolution" value="1" units="1/dev"/>
        </inkml:channelProperties>
      </inkml:inkSource>
      <inkml:timestamp xml:id="ts0" timeString="2025-12-24T02:40:32.43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26228 13024 0 0,'-19'26'12'15,"-8"-3"6"-15,7-6 8 16,7-1-7-16,13-5-12 16,0-3-7-16,0-3-2 15,20-5-5-15,39 0-13 16,37-32-15-16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648E3F3-8B31-41D2-AA9B-9796555DB866}" type="datetimeFigureOut">
              <a:rPr lang="en-US" smtClean="0"/>
              <a:t>1/27/2026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C79BDEF-6165-4E72-B1A6-6E8034CEC24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60139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895DAB-CE6B-180E-C1C9-099BA3B276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AD7B0B9-B9BC-179D-A60A-78A3C67EF9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9D51893-8E9F-49AF-D978-F4D403019D2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5F36E72-C0E5-007E-9A8E-D2BF241378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C79BDEF-6165-4E72-B1A6-6E8034CEC24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99577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370378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738809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15601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32245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6B536C7-1CAE-497D-A805-400E8A65DE6A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185112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C79BDEF-6165-4E72-B1A6-6E8034CEC24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9897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359691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111453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571255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81187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677091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675493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467079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209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6595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165872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11.png"/><Relationship Id="rId9" Type="http://schemas.openxmlformats.org/officeDocument/2006/relationships/image" Target="../media/image10.jpeg"/></Relationships>
</file>

<file path=ppt/slideLayouts/_rels/slideLayout1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1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11" Type="http://schemas.openxmlformats.org/officeDocument/2006/relationships/image" Target="../media/image1.png"/><Relationship Id="rId5" Type="http://schemas.openxmlformats.org/officeDocument/2006/relationships/image" Target="../media/image7.png"/><Relationship Id="rId10" Type="http://schemas.openxmlformats.org/officeDocument/2006/relationships/image" Target="../media/image10.jpeg"/><Relationship Id="rId4" Type="http://schemas.openxmlformats.org/officeDocument/2006/relationships/image" Target="../media/image6.png"/><Relationship Id="rId9" Type="http://schemas.openxmlformats.org/officeDocument/2006/relationships/image" Target="../media/image13.jpeg"/></Relationships>
</file>

<file path=ppt/slideLayouts/_rels/slideLayout2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11.png"/><Relationship Id="rId9" Type="http://schemas.openxmlformats.org/officeDocument/2006/relationships/image" Target="../media/image10.jpeg"/></Relationships>
</file>

<file path=ppt/slideLayouts/_rels/slideLayout3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3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11" Type="http://schemas.openxmlformats.org/officeDocument/2006/relationships/image" Target="../media/image1.png"/><Relationship Id="rId5" Type="http://schemas.openxmlformats.org/officeDocument/2006/relationships/image" Target="../media/image7.png"/><Relationship Id="rId10" Type="http://schemas.openxmlformats.org/officeDocument/2006/relationships/image" Target="../media/image10.jpeg"/><Relationship Id="rId4" Type="http://schemas.openxmlformats.org/officeDocument/2006/relationships/image" Target="../media/image6.png"/><Relationship Id="rId9" Type="http://schemas.openxmlformats.org/officeDocument/2006/relationships/image" Target="../media/image13.jpeg"/></Relationships>
</file>

<file path=ppt/slideLayouts/_rels/slideLayout4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9A329F3-B4EA-403B-BD1C-FDD65D8E9D3F}"/>
              </a:ext>
            </a:extLst>
          </p:cNvPr>
          <p:cNvGrpSpPr/>
          <p:nvPr userDrawn="1"/>
        </p:nvGrpSpPr>
        <p:grpSpPr>
          <a:xfrm>
            <a:off x="10721798" y="852808"/>
            <a:ext cx="1339023" cy="407045"/>
            <a:chOff x="10721798" y="852808"/>
            <a:chExt cx="1339023" cy="40704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0325C5E-F004-43A9-9277-53A0BD206A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B63808E-204C-4894-A747-B51DDC7425C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13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Date Placeholder 1">
            <a:extLst>
              <a:ext uri="{FF2B5EF4-FFF2-40B4-BE49-F238E27FC236}">
                <a16:creationId xmlns:a16="http://schemas.microsoft.com/office/drawing/2014/main" id="{BDCCD67D-FD1C-45DA-9071-29F9F47A3494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</a:t>
            </a:r>
            <a:r>
              <a:rPr lang="en-US" sz="1200" b="0" kern="120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Barjadiya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2" name="Footer Placeholder 2">
            <a:extLst>
              <a:ext uri="{FF2B5EF4-FFF2-40B4-BE49-F238E27FC236}">
                <a16:creationId xmlns:a16="http://schemas.microsoft.com/office/drawing/2014/main" id="{DF949A34-812B-4860-89D9-F866C155599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13476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619E228D-B2BD-4EFA-9FE9-86D81DDC600E}"/>
              </a:ext>
            </a:extLst>
          </p:cNvPr>
          <p:cNvGrpSpPr/>
          <p:nvPr userDrawn="1"/>
        </p:nvGrpSpPr>
        <p:grpSpPr>
          <a:xfrm>
            <a:off x="10721797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0ED7292-9BDD-4D31-8064-11177842F8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F0757EE-ABB9-45D2-B479-D5AB8FB14DF1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29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</a:t>
            </a:r>
            <a:r>
              <a:rPr lang="en-US" sz="1200" b="0" kern="120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9C7C6425-95C6-4F77-9939-B229EF19FA43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22627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8650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8953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573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92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8805933F-A132-4F27-9B63-76662C25EE8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5" name="Footer Placeholder 2">
            <a:extLst>
              <a:ext uri="{FF2B5EF4-FFF2-40B4-BE49-F238E27FC236}">
                <a16:creationId xmlns:a16="http://schemas.microsoft.com/office/drawing/2014/main" id="{31BD2762-073C-4A6C-A015-82D707DA9D9F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8236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17">
            <a:extLst>
              <a:ext uri="{FF2B5EF4-FFF2-40B4-BE49-F238E27FC236}">
                <a16:creationId xmlns:a16="http://schemas.microsoft.com/office/drawing/2014/main" id="{910DC0DC-3FC7-402D-8C9F-62D3ACC8DC86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2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7171932-FFF4-4D27-9425-8CB5D27A92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1581" b="21180"/>
          <a:stretch/>
        </p:blipFill>
        <p:spPr>
          <a:xfrm rot="16200000">
            <a:off x="9807099" y="606901"/>
            <a:ext cx="2991808" cy="177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639DF2A-5426-428D-B32D-78E9191D8A0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9646" t="18062" r="2731" b="17724"/>
          <a:stretch/>
        </p:blipFill>
        <p:spPr>
          <a:xfrm>
            <a:off x="0" y="401568"/>
            <a:ext cx="543946" cy="77215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B8C6168-C8A4-4660-9D38-045657B80D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vert="horz" lIns="91440" tIns="45720" rIns="91440" bIns="45720" rtlCol="0" anchor="b">
            <a:noAutofit/>
          </a:bodyPr>
          <a:lstStyle>
            <a:lvl1pPr>
              <a:defRPr lang="en-US" sz="6000" b="1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marL="0" lvl="0" indent="0">
              <a:buFont typeface="Arial" panose="020B0604020202020204" pitchFamily="34" charset="0"/>
            </a:pPr>
            <a:r>
              <a:rPr lang="en-US" dirty="0"/>
              <a:t>Write here Section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6C89DA-344D-4448-822C-2826084EF12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Write here Section Subtitle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0677938" y="6350844"/>
            <a:ext cx="1339023" cy="407045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435362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AA5C57A-F840-488A-AACF-E658D398FCEC}"/>
              </a:ext>
            </a:extLst>
          </p:cNvPr>
          <p:cNvGrpSpPr/>
          <p:nvPr userDrawn="1"/>
        </p:nvGrpSpPr>
        <p:grpSpPr>
          <a:xfrm>
            <a:off x="10304203" y="212531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1B8F12B0-F30C-4955-8E3F-625C9D2A74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508BA0B-FE99-4953-98B0-D2708C070068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7853EE99-6040-4E3E-83B7-AE3220E578B8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</a:t>
            </a:r>
            <a:r>
              <a:rPr lang="en-US" sz="1200" b="0" kern="120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Punit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6" name="Footer Placeholder 2">
            <a:extLst>
              <a:ext uri="{FF2B5EF4-FFF2-40B4-BE49-F238E27FC236}">
                <a16:creationId xmlns:a16="http://schemas.microsoft.com/office/drawing/2014/main" id="{015DEC30-0CDD-409E-989E-C0E2EBEFF5F1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649773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0357991" y="5976558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5ED3800-FF50-4E9E-B42F-270379E5A735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</a:t>
            </a:r>
            <a:r>
              <a:rPr lang="en-US" sz="1200" b="0" kern="120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Punit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3" name="Footer Placeholder 2">
            <a:extLst>
              <a:ext uri="{FF2B5EF4-FFF2-40B4-BE49-F238E27FC236}">
                <a16:creationId xmlns:a16="http://schemas.microsoft.com/office/drawing/2014/main" id="{E99367EA-80AE-40C6-9DB7-0517B954E92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509066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5030D7D1-493D-458D-9CB6-9DF75C5C853B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</a:t>
            </a:r>
            <a:r>
              <a:rPr lang="en-US" sz="1200" b="0" kern="120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57263094-14A1-42B2-AA8F-C31427B28EB9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05238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95644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71C1D1-D056-4C60-9F03-E6291617B71F}"/>
              </a:ext>
            </a:extLst>
          </p:cNvPr>
          <p:cNvSpPr txBox="1"/>
          <p:nvPr userDrawn="1"/>
        </p:nvSpPr>
        <p:spPr>
          <a:xfrm>
            <a:off x="375920" y="457200"/>
            <a:ext cx="41857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FF0000"/>
                </a:solidFill>
              </a:rPr>
              <a:t>How to Crop Circular Photo?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0451329-7800-417A-9D19-D93464C630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13200" y="1808163"/>
            <a:ext cx="3890962" cy="3890962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83724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4">
                        <a:lumMod val="50000"/>
                      </a:schemeClr>
                    </a:gs>
                    <a:gs pos="100000">
                      <a:srgbClr val="009788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0" name="Picture 19" descr="User icon Royalty Free Vector Image - VectorStock">
            <a:extLst>
              <a:ext uri="{FF2B5EF4-FFF2-40B4-BE49-F238E27FC236}">
                <a16:creationId xmlns:a16="http://schemas.microsoft.com/office/drawing/2014/main" id="{4A8E0F54-DC01-449D-B951-DC7CBAFD954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5D60AFC-04BC-4FCA-A89D-6FCD04B6DC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65C24A8B-C009-4A74-9481-67BB67CA49B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291705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Cy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2">
                        <a:lumMod val="50000"/>
                      </a:schemeClr>
                    </a:gs>
                    <a:gs pos="100000">
                      <a:schemeClr val="accent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0" name="Picture 29" descr="User icon Royalty Free Vector Image - VectorStock">
            <a:extLst>
              <a:ext uri="{FF2B5EF4-FFF2-40B4-BE49-F238E27FC236}">
                <a16:creationId xmlns:a16="http://schemas.microsoft.com/office/drawing/2014/main" id="{5F55812D-505A-4B1A-9EB5-16DCD08F2B8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974588E-8956-4BF5-BF58-B7E42070A56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8DCFBA18-DBB7-4232-9BDC-C0D95AE93AF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652830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Ligh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3">
                        <a:lumMod val="50000"/>
                      </a:schemeClr>
                    </a:gs>
                    <a:gs pos="100000">
                      <a:schemeClr val="accent3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6570A8-081D-45CE-A0DD-F78F5EDB0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0B000B32-CB56-440D-9FAE-7DE703A93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5E75AD4F-9BB9-4005-AB78-4A6D388A4CD6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641731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A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5">
                        <a:lumMod val="75000"/>
                      </a:schemeClr>
                    </a:gs>
                    <a:gs pos="100000">
                      <a:schemeClr val="accent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00C9ED70-1CC8-4EF2-BE10-AAFE24AAC5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7FD1CDD6-829C-4C5B-BFB7-74153A66FF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4964C355-848F-46E4-BB2A-EA2EE69FEBA2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272418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Maro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12177"/>
          <a:stretch/>
        </p:blipFill>
        <p:spPr>
          <a:xfrm>
            <a:off x="8435168" y="2252532"/>
            <a:ext cx="3464278" cy="1808024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80BF4AFD-B365-46D4-AAC5-485DFA5A7D4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2BC70C35-8BA7-4D49-9AF7-DC36FAB8FD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036D56FE-CA91-4481-9096-27448303AC2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811303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273238"/>
                    </a:gs>
                    <a:gs pos="100000">
                      <a:srgbClr val="607D8B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B45C91-0DA6-4973-9AEA-FF1388508AC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70CF6D9-DDB4-41AA-BB82-F8ED04AD8B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561853C-B15A-4153-A982-7E7EB1213BC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49991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row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E2622"/>
                    </a:gs>
                    <a:gs pos="100000">
                      <a:srgbClr val="79554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7E386D9D-B92A-4F40-9089-A1FD00CD3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A295F85-D43D-42E5-9539-A471116A43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976521A-C815-4A64-A047-CE405ED0E59A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496680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Deep Pu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01B92"/>
                    </a:gs>
                    <a:gs pos="100000">
                      <a:srgbClr val="673BB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BE300026-40E8-4FB1-998A-9CEB5F7A1B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B3B5E9B-B4F0-4E85-954A-F7CC04BBF24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631765DD-2E04-4EE4-AFB7-43E328823E6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14410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0E47A1"/>
                    </a:gs>
                    <a:gs pos="100000">
                      <a:srgbClr val="03A9F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C3A13D11-EC6C-4E81-AD83-7AC73D273FD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5035EF3-F5FB-41C2-A0BE-B3AEF7556A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018DFAF-9B15-4199-9C36-C730A2CE6C5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2094" y="1609868"/>
            <a:ext cx="27432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001177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B71B1C"/>
                    </a:gs>
                    <a:gs pos="100000">
                      <a:srgbClr val="ED524F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77B7B864-C091-4493-B14B-F5B61B586EED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46" t="7575" r="25761" b="18186"/>
          <a:stretch>
            <a:fillRect/>
          </a:stretch>
        </p:blipFill>
        <p:spPr>
          <a:xfrm>
            <a:off x="356499" y="5214354"/>
            <a:ext cx="1354234" cy="1354234"/>
          </a:xfrm>
          <a:custGeom>
            <a:avLst/>
            <a:gdLst>
              <a:gd name="connsiteX0" fmla="*/ 2286000 w 4572000"/>
              <a:gd name="connsiteY0" fmla="*/ 0 h 4572000"/>
              <a:gd name="connsiteX1" fmla="*/ 4572000 w 4572000"/>
              <a:gd name="connsiteY1" fmla="*/ 2286000 h 4572000"/>
              <a:gd name="connsiteX2" fmla="*/ 2286000 w 4572000"/>
              <a:gd name="connsiteY2" fmla="*/ 4572000 h 4572000"/>
              <a:gd name="connsiteX3" fmla="*/ 0 w 4572000"/>
              <a:gd name="connsiteY3" fmla="*/ 2286000 h 4572000"/>
              <a:gd name="connsiteX4" fmla="*/ 2286000 w 4572000"/>
              <a:gd name="connsiteY4" fmla="*/ 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2000" h="4572000">
                <a:moveTo>
                  <a:pt x="2286000" y="0"/>
                </a:moveTo>
                <a:cubicBezTo>
                  <a:pt x="3548523" y="0"/>
                  <a:pt x="4572000" y="1023477"/>
                  <a:pt x="4572000" y="2286000"/>
                </a:cubicBez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lose/>
              </a:path>
            </a:pathLst>
          </a:custGeom>
          <a:noFill/>
          <a:ln w="6350">
            <a:solidFill>
              <a:schemeClr val="bg1">
                <a:lumMod val="65000"/>
              </a:schemeClr>
            </a:solidFill>
          </a:ln>
          <a:effectLst/>
        </p:spPr>
      </p:pic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177B86E9-222D-4757-BE64-59540DB794E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ABCD18B-D4E0-41E4-8162-7E83CB11DAE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44A518A-BE68-4048-BDCB-77578CB5723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383110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Pi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890E4F"/>
                    </a:gs>
                    <a:gs pos="100000">
                      <a:srgbClr val="D81A60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2F1AAAC-C051-4A31-837B-4A9977722A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ADF34BDA-AFB4-4120-81EF-C0AB56D388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C248CBD5-99BA-4017-857A-5ED400F4365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08034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9A329F3-B4EA-403B-BD1C-FDD65D8E9D3F}"/>
              </a:ext>
            </a:extLst>
          </p:cNvPr>
          <p:cNvGrpSpPr/>
          <p:nvPr userDrawn="1"/>
        </p:nvGrpSpPr>
        <p:grpSpPr>
          <a:xfrm>
            <a:off x="10721798" y="852808"/>
            <a:ext cx="1339023" cy="407045"/>
            <a:chOff x="10721798" y="852808"/>
            <a:chExt cx="1339023" cy="40704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0325C5E-F004-43A9-9277-53A0BD206A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B63808E-204C-4894-A747-B51DDC7425C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13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Date Placeholder 1">
            <a:extLst>
              <a:ext uri="{FF2B5EF4-FFF2-40B4-BE49-F238E27FC236}">
                <a16:creationId xmlns:a16="http://schemas.microsoft.com/office/drawing/2014/main" id="{BDCCD67D-FD1C-45DA-9071-29F9F47A3494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2" name="Footer Placeholder 2">
            <a:extLst>
              <a:ext uri="{FF2B5EF4-FFF2-40B4-BE49-F238E27FC236}">
                <a16:creationId xmlns:a16="http://schemas.microsoft.com/office/drawing/2014/main" id="{DF949A34-812B-4860-89D9-F866C155599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943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619E228D-B2BD-4EFA-9FE9-86D81DDC600E}"/>
              </a:ext>
            </a:extLst>
          </p:cNvPr>
          <p:cNvGrpSpPr/>
          <p:nvPr userDrawn="1"/>
        </p:nvGrpSpPr>
        <p:grpSpPr>
          <a:xfrm>
            <a:off x="10721797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0ED7292-9BDD-4D31-8064-11177842F8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F0757EE-ABB9-45D2-B479-D5AB8FB14DF1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29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9C7C6425-95C6-4F77-9939-B229EF19FA43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843055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8650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8953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573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92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8805933F-A132-4F27-9B63-76662C25EE8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5" name="Footer Placeholder 2">
            <a:extLst>
              <a:ext uri="{FF2B5EF4-FFF2-40B4-BE49-F238E27FC236}">
                <a16:creationId xmlns:a16="http://schemas.microsoft.com/office/drawing/2014/main" id="{31BD2762-073C-4A6C-A015-82D707DA9D9F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25556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17">
            <a:extLst>
              <a:ext uri="{FF2B5EF4-FFF2-40B4-BE49-F238E27FC236}">
                <a16:creationId xmlns:a16="http://schemas.microsoft.com/office/drawing/2014/main" id="{910DC0DC-3FC7-402D-8C9F-62D3ACC8DC86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2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7171932-FFF4-4D27-9425-8CB5D27A92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1581" b="21180"/>
          <a:stretch/>
        </p:blipFill>
        <p:spPr>
          <a:xfrm rot="16200000">
            <a:off x="9807099" y="606901"/>
            <a:ext cx="2991808" cy="177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639DF2A-5426-428D-B32D-78E9191D8A0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9646" t="18062" r="2731" b="17724"/>
          <a:stretch/>
        </p:blipFill>
        <p:spPr>
          <a:xfrm>
            <a:off x="0" y="401568"/>
            <a:ext cx="543946" cy="77215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B8C6168-C8A4-4660-9D38-045657B80D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vert="horz" lIns="91440" tIns="45720" rIns="91440" bIns="45720" rtlCol="0" anchor="b">
            <a:noAutofit/>
          </a:bodyPr>
          <a:lstStyle>
            <a:lvl1pPr>
              <a:defRPr lang="en-US" sz="6000" b="1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marL="0" lvl="0" indent="0">
              <a:buFont typeface="Arial" panose="020B0604020202020204" pitchFamily="34" charset="0"/>
            </a:pPr>
            <a:r>
              <a:rPr lang="en-US" dirty="0"/>
              <a:t>Write here Section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6C89DA-344D-4448-822C-2826084EF12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Write here Section Subtitle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0677938" y="6350844"/>
            <a:ext cx="1339023" cy="407045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985183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AA5C57A-F840-488A-AACF-E658D398FCEC}"/>
              </a:ext>
            </a:extLst>
          </p:cNvPr>
          <p:cNvGrpSpPr/>
          <p:nvPr userDrawn="1"/>
        </p:nvGrpSpPr>
        <p:grpSpPr>
          <a:xfrm>
            <a:off x="10304203" y="212531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1B8F12B0-F30C-4955-8E3F-625C9D2A74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508BA0B-FE99-4953-98B0-D2708C070068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7853EE99-6040-4E3E-83B7-AE3220E578B8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6" name="Footer Placeholder 2">
            <a:extLst>
              <a:ext uri="{FF2B5EF4-FFF2-40B4-BE49-F238E27FC236}">
                <a16:creationId xmlns:a16="http://schemas.microsoft.com/office/drawing/2014/main" id="{015DEC30-0CDD-409E-989E-C0E2EBEFF5F1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694196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0357991" y="5976558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5ED3800-FF50-4E9E-B42F-270379E5A735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3" name="Footer Placeholder 2">
            <a:extLst>
              <a:ext uri="{FF2B5EF4-FFF2-40B4-BE49-F238E27FC236}">
                <a16:creationId xmlns:a16="http://schemas.microsoft.com/office/drawing/2014/main" id="{E99367EA-80AE-40C6-9DB7-0517B954E92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99256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5030D7D1-493D-458D-9CB6-9DF75C5C853B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Punit</a:t>
            </a:r>
            <a:r>
              <a:rPr lang="en-US" sz="1200" b="0" kern="1200" baseline="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baseline="0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Vadher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57263094-14A1-42B2-AA8F-C31427B28EB9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2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969535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663626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71C1D1-D056-4C60-9F03-E6291617B71F}"/>
              </a:ext>
            </a:extLst>
          </p:cNvPr>
          <p:cNvSpPr txBox="1"/>
          <p:nvPr userDrawn="1"/>
        </p:nvSpPr>
        <p:spPr>
          <a:xfrm>
            <a:off x="375920" y="457200"/>
            <a:ext cx="41857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FF0000"/>
                </a:solidFill>
              </a:rPr>
              <a:t>How to Crop Circular Photo?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0451329-7800-417A-9D19-D93464C630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13200" y="1808163"/>
            <a:ext cx="3890962" cy="3890962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271497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4">
                        <a:lumMod val="50000"/>
                      </a:schemeClr>
                    </a:gs>
                    <a:gs pos="100000">
                      <a:srgbClr val="009788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0" name="Picture 19" descr="User icon Royalty Free Vector Image - VectorStock">
            <a:extLst>
              <a:ext uri="{FF2B5EF4-FFF2-40B4-BE49-F238E27FC236}">
                <a16:creationId xmlns:a16="http://schemas.microsoft.com/office/drawing/2014/main" id="{4A8E0F54-DC01-449D-B951-DC7CBAFD954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5D60AFC-04BC-4FCA-A89D-6FCD04B6DC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65C24A8B-C009-4A74-9481-67BB67CA49B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682796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Cy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2">
                        <a:lumMod val="50000"/>
                      </a:schemeClr>
                    </a:gs>
                    <a:gs pos="100000">
                      <a:schemeClr val="accent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0" name="Picture 29" descr="User icon Royalty Free Vector Image - VectorStock">
            <a:extLst>
              <a:ext uri="{FF2B5EF4-FFF2-40B4-BE49-F238E27FC236}">
                <a16:creationId xmlns:a16="http://schemas.microsoft.com/office/drawing/2014/main" id="{5F55812D-505A-4B1A-9EB5-16DCD08F2B8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974588E-8956-4BF5-BF58-B7E42070A56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8DCFBA18-DBB7-4232-9BDC-C0D95AE93AF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109770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Ligh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3">
                        <a:lumMod val="50000"/>
                      </a:schemeClr>
                    </a:gs>
                    <a:gs pos="100000">
                      <a:schemeClr val="accent3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6570A8-081D-45CE-A0DD-F78F5EDB0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0B000B32-CB56-440D-9FAE-7DE703A93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5E75AD4F-9BB9-4005-AB78-4A6D388A4CD6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197770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A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5">
                        <a:lumMod val="75000"/>
                      </a:schemeClr>
                    </a:gs>
                    <a:gs pos="100000">
                      <a:schemeClr val="accent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00C9ED70-1CC8-4EF2-BE10-AAFE24AAC5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7FD1CDD6-829C-4C5B-BFB7-74153A66FF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4964C355-848F-46E4-BB2A-EA2EE69FEBA2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841575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Maro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12177"/>
          <a:stretch/>
        </p:blipFill>
        <p:spPr>
          <a:xfrm>
            <a:off x="8435168" y="2252532"/>
            <a:ext cx="3464278" cy="1808024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80BF4AFD-B365-46D4-AAC5-485DFA5A7D4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2BC70C35-8BA7-4D49-9AF7-DC36FAB8FD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036D56FE-CA91-4481-9096-27448303AC2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144089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273238"/>
                    </a:gs>
                    <a:gs pos="100000">
                      <a:srgbClr val="607D8B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B45C91-0DA6-4973-9AEA-FF1388508AC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70CF6D9-DDB4-41AA-BB82-F8ED04AD8B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561853C-B15A-4153-A982-7E7EB1213BC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508693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row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E2622"/>
                    </a:gs>
                    <a:gs pos="100000">
                      <a:srgbClr val="79554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7E386D9D-B92A-4F40-9089-A1FD00CD3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A295F85-D43D-42E5-9539-A471116A43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976521A-C815-4A64-A047-CE405ED0E59A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962340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Deep Pu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01B92"/>
                    </a:gs>
                    <a:gs pos="100000">
                      <a:srgbClr val="673BB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BE300026-40E8-4FB1-998A-9CEB5F7A1B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B3B5E9B-B4F0-4E85-954A-F7CC04BBF24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631765DD-2E04-4EE4-AFB7-43E328823E6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312826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0E47A1"/>
                    </a:gs>
                    <a:gs pos="100000">
                      <a:srgbClr val="03A9F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C3A13D11-EC6C-4E81-AD83-7AC73D273FD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5035EF3-F5FB-41C2-A0BE-B3AEF7556A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018DFAF-9B15-4199-9C36-C730A2CE6C5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2094" y="1609868"/>
            <a:ext cx="27432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0246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B71B1C"/>
                    </a:gs>
                    <a:gs pos="100000">
                      <a:srgbClr val="ED524F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77B7B864-C091-4493-B14B-F5B61B586EED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46" t="7575" r="25761" b="18186"/>
          <a:stretch>
            <a:fillRect/>
          </a:stretch>
        </p:blipFill>
        <p:spPr>
          <a:xfrm>
            <a:off x="356499" y="5214354"/>
            <a:ext cx="1354234" cy="1354234"/>
          </a:xfrm>
          <a:custGeom>
            <a:avLst/>
            <a:gdLst>
              <a:gd name="connsiteX0" fmla="*/ 2286000 w 4572000"/>
              <a:gd name="connsiteY0" fmla="*/ 0 h 4572000"/>
              <a:gd name="connsiteX1" fmla="*/ 4572000 w 4572000"/>
              <a:gd name="connsiteY1" fmla="*/ 2286000 h 4572000"/>
              <a:gd name="connsiteX2" fmla="*/ 2286000 w 4572000"/>
              <a:gd name="connsiteY2" fmla="*/ 4572000 h 4572000"/>
              <a:gd name="connsiteX3" fmla="*/ 0 w 4572000"/>
              <a:gd name="connsiteY3" fmla="*/ 2286000 h 4572000"/>
              <a:gd name="connsiteX4" fmla="*/ 2286000 w 4572000"/>
              <a:gd name="connsiteY4" fmla="*/ 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2000" h="4572000">
                <a:moveTo>
                  <a:pt x="2286000" y="0"/>
                </a:moveTo>
                <a:cubicBezTo>
                  <a:pt x="3548523" y="0"/>
                  <a:pt x="4572000" y="1023477"/>
                  <a:pt x="4572000" y="2286000"/>
                </a:cubicBez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lose/>
              </a:path>
            </a:pathLst>
          </a:custGeom>
          <a:noFill/>
          <a:ln w="6350">
            <a:solidFill>
              <a:schemeClr val="bg1">
                <a:lumMod val="65000"/>
              </a:schemeClr>
            </a:solidFill>
          </a:ln>
          <a:effectLst/>
        </p:spPr>
      </p:pic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177B86E9-222D-4757-BE64-59540DB794E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ABCD18B-D4E0-41E4-8162-7E83CB11DAE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44A518A-BE68-4048-BDCB-77578CB5723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700008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Pi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890E4F"/>
                    </a:gs>
                    <a:gs pos="100000">
                      <a:srgbClr val="D81A60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2F1AAAC-C051-4A31-837B-4A9977722A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ADF34BDA-AFB4-4120-81EF-C0AB56D388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C248CBD5-99BA-4017-857A-5ED400F4365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92179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.xml"/><Relationship Id="rId13" Type="http://schemas.openxmlformats.org/officeDocument/2006/relationships/slideLayout" Target="../slideLayouts/slideLayout33.xml"/><Relationship Id="rId18" Type="http://schemas.openxmlformats.org/officeDocument/2006/relationships/slideLayout" Target="../slideLayouts/slideLayout38.xml"/><Relationship Id="rId3" Type="http://schemas.openxmlformats.org/officeDocument/2006/relationships/slideLayout" Target="../slideLayouts/slideLayout23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27.xml"/><Relationship Id="rId12" Type="http://schemas.openxmlformats.org/officeDocument/2006/relationships/slideLayout" Target="../slideLayouts/slideLayout32.xml"/><Relationship Id="rId17" Type="http://schemas.openxmlformats.org/officeDocument/2006/relationships/slideLayout" Target="../slideLayouts/slideLayout37.xml"/><Relationship Id="rId2" Type="http://schemas.openxmlformats.org/officeDocument/2006/relationships/slideLayout" Target="../slideLayouts/slideLayout22.xml"/><Relationship Id="rId16" Type="http://schemas.openxmlformats.org/officeDocument/2006/relationships/slideLayout" Target="../slideLayouts/slideLayout36.xml"/><Relationship Id="rId20" Type="http://schemas.openxmlformats.org/officeDocument/2006/relationships/slideLayout" Target="../slideLayouts/slideLayout40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31.xml"/><Relationship Id="rId5" Type="http://schemas.openxmlformats.org/officeDocument/2006/relationships/slideLayout" Target="../slideLayouts/slideLayout25.xml"/><Relationship Id="rId15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30.xml"/><Relationship Id="rId19" Type="http://schemas.openxmlformats.org/officeDocument/2006/relationships/slideLayout" Target="../slideLayouts/slideLayout39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Relationship Id="rId14" Type="http://schemas.openxmlformats.org/officeDocument/2006/relationships/slideLayout" Target="../slideLayouts/slideLayout3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F5063B-909B-4A7F-B502-78022804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27DDF1-16E2-4622-B8FD-0148CD5CE0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7EA166-F18A-4D32-AA1F-AE475D4910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CD21B45-1703-4330-B544-825BD8F37AF2}" type="datetimeFigureOut">
              <a:rPr lang="en-US" smtClean="0"/>
              <a:t>1/27/2026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5C5379-5B41-4775-9279-F9F7608E66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A4B342-6FD5-4BB7-B9AE-3C5081C089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41F3C7-36DD-4595-AA08-2525D86280B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05602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712" r:id="rId19"/>
    <p:sldLayoutId id="2147483713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F5063B-909B-4A7F-B502-78022804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27DDF1-16E2-4622-B8FD-0148CD5CE0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7EA166-F18A-4D32-AA1F-AE475D4910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CD21B45-1703-4330-B544-825BD8F37AF2}" type="datetimeFigureOut">
              <a:rPr lang="en-US" smtClean="0"/>
              <a:t>1/27/2026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5C5379-5B41-4775-9279-F9F7608E66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A4B342-6FD5-4BB7-B9AE-3C5081C089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41F3C7-36DD-4595-AA08-2525D86280B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1410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7" r:id="rId3"/>
    <p:sldLayoutId id="2147483718" r:id="rId4"/>
    <p:sldLayoutId id="2147483719" r:id="rId5"/>
    <p:sldLayoutId id="2147483720" r:id="rId6"/>
    <p:sldLayoutId id="2147483721" r:id="rId7"/>
    <p:sldLayoutId id="2147483722" r:id="rId8"/>
    <p:sldLayoutId id="2147483723" r:id="rId9"/>
    <p:sldLayoutId id="2147483724" r:id="rId10"/>
    <p:sldLayoutId id="2147483725" r:id="rId11"/>
    <p:sldLayoutId id="2147483726" r:id="rId12"/>
    <p:sldLayoutId id="2147483727" r:id="rId13"/>
    <p:sldLayoutId id="2147483728" r:id="rId14"/>
    <p:sldLayoutId id="2147483729" r:id="rId15"/>
    <p:sldLayoutId id="2147483730" r:id="rId16"/>
    <p:sldLayoutId id="2147483731" r:id="rId17"/>
    <p:sldLayoutId id="2147483732" r:id="rId18"/>
    <p:sldLayoutId id="2147483733" r:id="rId19"/>
    <p:sldLayoutId id="2147483734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5" Type="http://schemas.openxmlformats.org/officeDocument/2006/relationships/image" Target="../media/image3211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7" Type="http://schemas.openxmlformats.org/officeDocument/2006/relationships/image" Target="../media/image219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18.png"/><Relationship Id="rId5" Type="http://schemas.openxmlformats.org/officeDocument/2006/relationships/image" Target="../media/image217.png"/><Relationship Id="rId4" Type="http://schemas.openxmlformats.org/officeDocument/2006/relationships/image" Target="../media/image216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31.png"/><Relationship Id="rId3" Type="http://schemas.openxmlformats.org/officeDocument/2006/relationships/image" Target="../media/image2081.png"/><Relationship Id="rId7" Type="http://schemas.openxmlformats.org/officeDocument/2006/relationships/image" Target="../media/image2121.png"/><Relationship Id="rId2" Type="http://schemas.openxmlformats.org/officeDocument/2006/relationships/image" Target="../media/image207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111.png"/><Relationship Id="rId5" Type="http://schemas.openxmlformats.org/officeDocument/2006/relationships/image" Target="../media/image2101.png"/><Relationship Id="rId10" Type="http://schemas.openxmlformats.org/officeDocument/2006/relationships/image" Target="../media/image2151.png"/><Relationship Id="rId4" Type="http://schemas.openxmlformats.org/officeDocument/2006/relationships/image" Target="../media/image198.png"/><Relationship Id="rId9" Type="http://schemas.openxmlformats.org/officeDocument/2006/relationships/image" Target="../media/image2141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0.png"/><Relationship Id="rId13" Type="http://schemas.openxmlformats.org/officeDocument/2006/relationships/image" Target="../media/image930.png"/><Relationship Id="rId18" Type="http://schemas.openxmlformats.org/officeDocument/2006/relationships/image" Target="../media/image20.png"/><Relationship Id="rId3" Type="http://schemas.openxmlformats.org/officeDocument/2006/relationships/image" Target="../media/image820.png"/><Relationship Id="rId7" Type="http://schemas.openxmlformats.org/officeDocument/2006/relationships/image" Target="../media/image870.png"/><Relationship Id="rId12" Type="http://schemas.openxmlformats.org/officeDocument/2006/relationships/image" Target="../media/image920.png"/><Relationship Id="rId17" Type="http://schemas.openxmlformats.org/officeDocument/2006/relationships/image" Target="../media/image970.png"/><Relationship Id="rId2" Type="http://schemas.openxmlformats.org/officeDocument/2006/relationships/image" Target="../media/image830.png"/><Relationship Id="rId16" Type="http://schemas.openxmlformats.org/officeDocument/2006/relationships/image" Target="../media/image9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60.png"/><Relationship Id="rId11" Type="http://schemas.openxmlformats.org/officeDocument/2006/relationships/image" Target="../media/image910.png"/><Relationship Id="rId5" Type="http://schemas.openxmlformats.org/officeDocument/2006/relationships/image" Target="../media/image850.png"/><Relationship Id="rId15" Type="http://schemas.openxmlformats.org/officeDocument/2006/relationships/image" Target="../media/image950.png"/><Relationship Id="rId10" Type="http://schemas.openxmlformats.org/officeDocument/2006/relationships/image" Target="../media/image900.png"/><Relationship Id="rId19" Type="http://schemas.openxmlformats.org/officeDocument/2006/relationships/image" Target="../media/image15.png"/><Relationship Id="rId4" Type="http://schemas.openxmlformats.org/officeDocument/2006/relationships/image" Target="../media/image840.png"/><Relationship Id="rId9" Type="http://schemas.openxmlformats.org/officeDocument/2006/relationships/image" Target="../media/image890.png"/><Relationship Id="rId14" Type="http://schemas.openxmlformats.org/officeDocument/2006/relationships/image" Target="../media/image940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80.png"/><Relationship Id="rId18" Type="http://schemas.openxmlformats.org/officeDocument/2006/relationships/image" Target="../media/image1330.png"/><Relationship Id="rId26" Type="http://schemas.openxmlformats.org/officeDocument/2006/relationships/image" Target="../media/image1410.png"/><Relationship Id="rId3" Type="http://schemas.openxmlformats.org/officeDocument/2006/relationships/image" Target="../media/image1180.png"/><Relationship Id="rId21" Type="http://schemas.openxmlformats.org/officeDocument/2006/relationships/image" Target="../media/image1360.png"/><Relationship Id="rId7" Type="http://schemas.openxmlformats.org/officeDocument/2006/relationships/image" Target="../media/image1220.png"/><Relationship Id="rId12" Type="http://schemas.openxmlformats.org/officeDocument/2006/relationships/image" Target="../media/image1270.png"/><Relationship Id="rId17" Type="http://schemas.openxmlformats.org/officeDocument/2006/relationships/image" Target="../media/image1320.png"/><Relationship Id="rId25" Type="http://schemas.openxmlformats.org/officeDocument/2006/relationships/image" Target="../media/image1400.png"/><Relationship Id="rId33" Type="http://schemas.openxmlformats.org/officeDocument/2006/relationships/image" Target="../media/image1480.png"/><Relationship Id="rId2" Type="http://schemas.openxmlformats.org/officeDocument/2006/relationships/image" Target="../media/image5710.png"/><Relationship Id="rId16" Type="http://schemas.openxmlformats.org/officeDocument/2006/relationships/image" Target="../media/image1310.png"/><Relationship Id="rId20" Type="http://schemas.openxmlformats.org/officeDocument/2006/relationships/image" Target="../media/image1350.png"/><Relationship Id="rId29" Type="http://schemas.openxmlformats.org/officeDocument/2006/relationships/image" Target="../media/image14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210.png"/><Relationship Id="rId11" Type="http://schemas.openxmlformats.org/officeDocument/2006/relationships/image" Target="../media/image1260.png"/><Relationship Id="rId24" Type="http://schemas.openxmlformats.org/officeDocument/2006/relationships/image" Target="../media/image1390.png"/><Relationship Id="rId32" Type="http://schemas.openxmlformats.org/officeDocument/2006/relationships/image" Target="../media/image1470.png"/><Relationship Id="rId5" Type="http://schemas.openxmlformats.org/officeDocument/2006/relationships/image" Target="../media/image1200.png"/><Relationship Id="rId15" Type="http://schemas.openxmlformats.org/officeDocument/2006/relationships/image" Target="../media/image1300.png"/><Relationship Id="rId23" Type="http://schemas.openxmlformats.org/officeDocument/2006/relationships/image" Target="../media/image1380.png"/><Relationship Id="rId28" Type="http://schemas.openxmlformats.org/officeDocument/2006/relationships/image" Target="../media/image1430.png"/><Relationship Id="rId10" Type="http://schemas.openxmlformats.org/officeDocument/2006/relationships/image" Target="../media/image1250.png"/><Relationship Id="rId19" Type="http://schemas.openxmlformats.org/officeDocument/2006/relationships/image" Target="../media/image1340.png"/><Relationship Id="rId31" Type="http://schemas.openxmlformats.org/officeDocument/2006/relationships/image" Target="../media/image1460.png"/><Relationship Id="rId4" Type="http://schemas.openxmlformats.org/officeDocument/2006/relationships/image" Target="../media/image1190.png"/><Relationship Id="rId9" Type="http://schemas.openxmlformats.org/officeDocument/2006/relationships/image" Target="../media/image1240.png"/><Relationship Id="rId14" Type="http://schemas.openxmlformats.org/officeDocument/2006/relationships/image" Target="../media/image1290.png"/><Relationship Id="rId22" Type="http://schemas.openxmlformats.org/officeDocument/2006/relationships/image" Target="../media/image1370.png"/><Relationship Id="rId27" Type="http://schemas.openxmlformats.org/officeDocument/2006/relationships/image" Target="../media/image1420.png"/><Relationship Id="rId30" Type="http://schemas.openxmlformats.org/officeDocument/2006/relationships/image" Target="../media/image1450.png"/><Relationship Id="rId8" Type="http://schemas.openxmlformats.org/officeDocument/2006/relationships/image" Target="../media/image1230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0.png"/><Relationship Id="rId13" Type="http://schemas.openxmlformats.org/officeDocument/2006/relationships/image" Target="../media/image1700.png"/><Relationship Id="rId3" Type="http://schemas.openxmlformats.org/officeDocument/2006/relationships/image" Target="../media/image1600.png"/><Relationship Id="rId7" Type="http://schemas.openxmlformats.org/officeDocument/2006/relationships/image" Target="../media/image1640.png"/><Relationship Id="rId12" Type="http://schemas.openxmlformats.org/officeDocument/2006/relationships/image" Target="../media/image1690.png"/><Relationship Id="rId2" Type="http://schemas.openxmlformats.org/officeDocument/2006/relationships/image" Target="../media/image12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30.png"/><Relationship Id="rId11" Type="http://schemas.openxmlformats.org/officeDocument/2006/relationships/image" Target="../media/image1680.png"/><Relationship Id="rId5" Type="http://schemas.openxmlformats.org/officeDocument/2006/relationships/image" Target="../media/image1620.png"/><Relationship Id="rId15" Type="http://schemas.openxmlformats.org/officeDocument/2006/relationships/image" Target="../media/image980.png"/><Relationship Id="rId10" Type="http://schemas.openxmlformats.org/officeDocument/2006/relationships/image" Target="../media/image1670.png"/><Relationship Id="rId4" Type="http://schemas.openxmlformats.org/officeDocument/2006/relationships/image" Target="../media/image1610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9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1.png"/><Relationship Id="rId2" Type="http://schemas.openxmlformats.org/officeDocument/2006/relationships/image" Target="../media/image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0.png"/><Relationship Id="rId5" Type="http://schemas.openxmlformats.org/officeDocument/2006/relationships/image" Target="../media/image1040.png"/><Relationship Id="rId4" Type="http://schemas.openxmlformats.org/officeDocument/2006/relationships/image" Target="../media/image1031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8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0.png"/><Relationship Id="rId7" Type="http://schemas.openxmlformats.org/officeDocument/2006/relationships/image" Target="../media/image1262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0.png"/><Relationship Id="rId5" Type="http://schemas.openxmlformats.org/officeDocument/2006/relationships/image" Target="../media/image1820.png"/><Relationship Id="rId4" Type="http://schemas.openxmlformats.org/officeDocument/2006/relationships/image" Target="../media/image1810.png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68.png"/><Relationship Id="rId18" Type="http://schemas.openxmlformats.org/officeDocument/2006/relationships/image" Target="../media/image1850.png"/><Relationship Id="rId3" Type="http://schemas.openxmlformats.org/officeDocument/2006/relationships/image" Target="../media/image1601.png"/><Relationship Id="rId17" Type="http://schemas.openxmlformats.org/officeDocument/2006/relationships/image" Target="../media/image1840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79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80.png"/><Relationship Id="rId5" Type="http://schemas.openxmlformats.org/officeDocument/2006/relationships/image" Target="../media/image1730.png"/><Relationship Id="rId15" Type="http://schemas.openxmlformats.org/officeDocument/2006/relationships/image" Target="../media/image670.png"/><Relationship Id="rId19" Type="http://schemas.openxmlformats.org/officeDocument/2006/relationships/image" Target="../media/image1860.png"/><Relationship Id="rId4" Type="http://schemas.openxmlformats.org/officeDocument/2006/relationships/image" Target="../media/image1710.png"/><Relationship Id="rId14" Type="http://schemas.openxmlformats.org/officeDocument/2006/relationships/image" Target="../media/image669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0.png"/><Relationship Id="rId3" Type="http://schemas.openxmlformats.org/officeDocument/2006/relationships/image" Target="../media/image196.png"/><Relationship Id="rId7" Type="http://schemas.openxmlformats.org/officeDocument/2006/relationships/image" Target="../media/image1120.png"/><Relationship Id="rId2" Type="http://schemas.openxmlformats.org/officeDocument/2006/relationships/image" Target="../media/image2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10.png"/><Relationship Id="rId5" Type="http://schemas.openxmlformats.org/officeDocument/2006/relationships/image" Target="../media/image1100.png"/><Relationship Id="rId4" Type="http://schemas.openxmlformats.org/officeDocument/2006/relationships/image" Target="../media/image197.png"/><Relationship Id="rId9" Type="http://schemas.openxmlformats.org/officeDocument/2006/relationships/image" Target="../media/image1140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3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0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0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1.png"/><Relationship Id="rId13" Type="http://schemas.openxmlformats.org/officeDocument/2006/relationships/image" Target="../media/image222.png"/><Relationship Id="rId7" Type="http://schemas.openxmlformats.org/officeDocument/2006/relationships/image" Target="../media/image1930.png"/><Relationship Id="rId12" Type="http://schemas.openxmlformats.org/officeDocument/2006/relationships/image" Target="../media/image22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011.png"/><Relationship Id="rId11" Type="http://schemas.openxmlformats.org/officeDocument/2006/relationships/image" Target="../media/image2201.png"/><Relationship Id="rId5" Type="http://schemas.openxmlformats.org/officeDocument/2006/relationships/image" Target="../media/image1910.png"/><Relationship Id="rId15" Type="http://schemas.openxmlformats.org/officeDocument/2006/relationships/image" Target="../media/image224.png"/><Relationship Id="rId10" Type="http://schemas.openxmlformats.org/officeDocument/2006/relationships/image" Target="../media/image2191.png"/><Relationship Id="rId4" Type="http://schemas.openxmlformats.org/officeDocument/2006/relationships/image" Target="../media/image1900.png"/><Relationship Id="rId9" Type="http://schemas.openxmlformats.org/officeDocument/2006/relationships/image" Target="../media/image2181.png"/><Relationship Id="rId14" Type="http://schemas.openxmlformats.org/officeDocument/2006/relationships/image" Target="../media/image223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1.png"/><Relationship Id="rId13" Type="http://schemas.openxmlformats.org/officeDocument/2006/relationships/image" Target="../media/image1580.png"/><Relationship Id="rId3" Type="http://schemas.openxmlformats.org/officeDocument/2006/relationships/image" Target="../media/image226.png"/><Relationship Id="rId7" Type="http://schemas.openxmlformats.org/officeDocument/2006/relationships/image" Target="../media/image230.png"/><Relationship Id="rId12" Type="http://schemas.openxmlformats.org/officeDocument/2006/relationships/image" Target="../media/image233.png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29.png"/><Relationship Id="rId11" Type="http://schemas.openxmlformats.org/officeDocument/2006/relationships/image" Target="../media/image1560.png"/><Relationship Id="rId5" Type="http://schemas.openxmlformats.org/officeDocument/2006/relationships/image" Target="../media/image228.png"/><Relationship Id="rId10" Type="http://schemas.openxmlformats.org/officeDocument/2006/relationships/image" Target="../media/image1721.png"/><Relationship Id="rId4" Type="http://schemas.openxmlformats.org/officeDocument/2006/relationships/image" Target="../media/image227.png"/><Relationship Id="rId9" Type="http://schemas.openxmlformats.org/officeDocument/2006/relationships/image" Target="../media/image232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1.png"/><Relationship Id="rId13" Type="http://schemas.openxmlformats.org/officeDocument/2006/relationships/image" Target="../media/image1760.png"/><Relationship Id="rId3" Type="http://schemas.openxmlformats.org/officeDocument/2006/relationships/image" Target="../media/image226.png"/><Relationship Id="rId7" Type="http://schemas.openxmlformats.org/officeDocument/2006/relationships/image" Target="../media/image230.png"/><Relationship Id="rId12" Type="http://schemas.openxmlformats.org/officeDocument/2006/relationships/image" Target="../media/image1750.png"/><Relationship Id="rId2" Type="http://schemas.openxmlformats.org/officeDocument/2006/relationships/image" Target="../media/image225.png"/><Relationship Id="rId16" Type="http://schemas.openxmlformats.org/officeDocument/2006/relationships/image" Target="../media/image188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29.png"/><Relationship Id="rId11" Type="http://schemas.openxmlformats.org/officeDocument/2006/relationships/image" Target="../media/image1740.png"/><Relationship Id="rId5" Type="http://schemas.openxmlformats.org/officeDocument/2006/relationships/image" Target="../media/image228.png"/><Relationship Id="rId15" Type="http://schemas.openxmlformats.org/officeDocument/2006/relationships/image" Target="../media/image1870.png"/><Relationship Id="rId10" Type="http://schemas.openxmlformats.org/officeDocument/2006/relationships/image" Target="../media/image1720.png"/><Relationship Id="rId4" Type="http://schemas.openxmlformats.org/officeDocument/2006/relationships/image" Target="../media/image227.png"/><Relationship Id="rId9" Type="http://schemas.openxmlformats.org/officeDocument/2006/relationships/image" Target="../media/image232.png"/><Relationship Id="rId14" Type="http://schemas.openxmlformats.org/officeDocument/2006/relationships/image" Target="../media/image1770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20.png"/><Relationship Id="rId13" Type="http://schemas.openxmlformats.org/officeDocument/2006/relationships/image" Target="../media/image2170.png"/><Relationship Id="rId18" Type="http://schemas.openxmlformats.org/officeDocument/2006/relationships/image" Target="../media/image2220.png"/><Relationship Id="rId3" Type="http://schemas.openxmlformats.org/officeDocument/2006/relationships/image" Target="../media/image2070.png"/><Relationship Id="rId21" Type="http://schemas.openxmlformats.org/officeDocument/2006/relationships/image" Target="../media/image2250.png"/><Relationship Id="rId7" Type="http://schemas.openxmlformats.org/officeDocument/2006/relationships/image" Target="../media/image2110.png"/><Relationship Id="rId12" Type="http://schemas.openxmlformats.org/officeDocument/2006/relationships/image" Target="../media/image2160.png"/><Relationship Id="rId17" Type="http://schemas.openxmlformats.org/officeDocument/2006/relationships/image" Target="../media/image2210.png"/><Relationship Id="rId2" Type="http://schemas.openxmlformats.org/officeDocument/2006/relationships/image" Target="../media/image2030.png"/><Relationship Id="rId16" Type="http://schemas.openxmlformats.org/officeDocument/2006/relationships/image" Target="../media/image2200.png"/><Relationship Id="rId20" Type="http://schemas.openxmlformats.org/officeDocument/2006/relationships/image" Target="../media/image22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100.png"/><Relationship Id="rId11" Type="http://schemas.openxmlformats.org/officeDocument/2006/relationships/image" Target="../media/image2150.png"/><Relationship Id="rId5" Type="http://schemas.openxmlformats.org/officeDocument/2006/relationships/image" Target="../media/image2090.png"/><Relationship Id="rId15" Type="http://schemas.openxmlformats.org/officeDocument/2006/relationships/image" Target="../media/image2190.png"/><Relationship Id="rId10" Type="http://schemas.openxmlformats.org/officeDocument/2006/relationships/image" Target="../media/image2140.png"/><Relationship Id="rId19" Type="http://schemas.openxmlformats.org/officeDocument/2006/relationships/image" Target="../media/image2230.png"/><Relationship Id="rId4" Type="http://schemas.openxmlformats.org/officeDocument/2006/relationships/image" Target="../media/image2080.png"/><Relationship Id="rId9" Type="http://schemas.openxmlformats.org/officeDocument/2006/relationships/image" Target="../media/image2130.png"/><Relationship Id="rId14" Type="http://schemas.openxmlformats.org/officeDocument/2006/relationships/image" Target="../media/image2180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1.png"/><Relationship Id="rId5" Type="http://schemas.openxmlformats.org/officeDocument/2006/relationships/image" Target="../media/image130.png"/><Relationship Id="rId4" Type="http://schemas.openxmlformats.org/officeDocument/2006/relationships/image" Target="../media/image129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82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7.png"/><Relationship Id="rId13" Type="http://schemas.openxmlformats.org/officeDocument/2006/relationships/image" Target="../media/image272.png"/><Relationship Id="rId7" Type="http://schemas.openxmlformats.org/officeDocument/2006/relationships/image" Target="../media/image266.png"/><Relationship Id="rId12" Type="http://schemas.openxmlformats.org/officeDocument/2006/relationships/image" Target="../media/image271.png"/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02.png"/><Relationship Id="rId11" Type="http://schemas.openxmlformats.org/officeDocument/2006/relationships/image" Target="../media/image270.png"/><Relationship Id="rId5" Type="http://schemas.openxmlformats.org/officeDocument/2006/relationships/image" Target="../media/image264.png"/><Relationship Id="rId10" Type="http://schemas.openxmlformats.org/officeDocument/2006/relationships/image" Target="../media/image269.png"/><Relationship Id="rId4" Type="http://schemas.openxmlformats.org/officeDocument/2006/relationships/image" Target="../media/image263.png"/><Relationship Id="rId9" Type="http://schemas.openxmlformats.org/officeDocument/2006/relationships/image" Target="../media/image268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png"/><Relationship Id="rId13" Type="http://schemas.openxmlformats.org/officeDocument/2006/relationships/image" Target="../media/image2791.png"/><Relationship Id="rId18" Type="http://schemas.openxmlformats.org/officeDocument/2006/relationships/image" Target="../media/image285.png"/><Relationship Id="rId3" Type="http://schemas.openxmlformats.org/officeDocument/2006/relationships/image" Target="../media/image261.png"/><Relationship Id="rId21" Type="http://schemas.openxmlformats.org/officeDocument/2006/relationships/image" Target="../media/image293.png"/><Relationship Id="rId7" Type="http://schemas.openxmlformats.org/officeDocument/2006/relationships/image" Target="../media/image277.png"/><Relationship Id="rId12" Type="http://schemas.openxmlformats.org/officeDocument/2006/relationships/image" Target="../media/image262.png"/><Relationship Id="rId17" Type="http://schemas.openxmlformats.org/officeDocument/2006/relationships/image" Target="../media/image283.png"/><Relationship Id="rId2" Type="http://schemas.openxmlformats.org/officeDocument/2006/relationships/image" Target="../media/image275.png"/><Relationship Id="rId16" Type="http://schemas.openxmlformats.org/officeDocument/2006/relationships/image" Target="../media/image282.png"/><Relationship Id="rId20" Type="http://schemas.openxmlformats.org/officeDocument/2006/relationships/image" Target="../media/image29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76.png"/><Relationship Id="rId5" Type="http://schemas.openxmlformats.org/officeDocument/2006/relationships/image" Target="../media/image274.png"/><Relationship Id="rId15" Type="http://schemas.openxmlformats.org/officeDocument/2006/relationships/image" Target="../media/image281.png"/><Relationship Id="rId19" Type="http://schemas.openxmlformats.org/officeDocument/2006/relationships/image" Target="../media/image286.png"/><Relationship Id="rId4" Type="http://schemas.openxmlformats.org/officeDocument/2006/relationships/image" Target="../media/image273.png"/><Relationship Id="rId9" Type="http://schemas.openxmlformats.org/officeDocument/2006/relationships/image" Target="../media/image279.png"/><Relationship Id="rId14" Type="http://schemas.openxmlformats.org/officeDocument/2006/relationships/image" Target="../media/image203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42.png"/><Relationship Id="rId5" Type="http://schemas.openxmlformats.org/officeDocument/2006/relationships/image" Target="../media/image1333.png"/><Relationship Id="rId4" Type="http://schemas.openxmlformats.org/officeDocument/2006/relationships/image" Target="../media/image1323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3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342.png"/><Relationship Id="rId4" Type="http://schemas.openxmlformats.org/officeDocument/2006/relationships/image" Target="../media/image1333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0.png"/><Relationship Id="rId7" Type="http://schemas.openxmlformats.org/officeDocument/2006/relationships/image" Target="../media/image26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3.png"/><Relationship Id="rId5" Type="http://schemas.openxmlformats.org/officeDocument/2006/relationships/image" Target="../media/image164.png"/><Relationship Id="rId4" Type="http://schemas.openxmlformats.org/officeDocument/2006/relationships/image" Target="../media/image163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3.png"/><Relationship Id="rId7" Type="http://schemas.openxmlformats.org/officeDocument/2006/relationships/image" Target="../media/image19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4.png"/><Relationship Id="rId5" Type="http://schemas.openxmlformats.org/officeDocument/2006/relationships/image" Target="../media/image163.png"/><Relationship Id="rId4" Type="http://schemas.openxmlformats.org/officeDocument/2006/relationships/image" Target="../media/image16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7" Type="http://schemas.openxmlformats.org/officeDocument/2006/relationships/image" Target="../media/image15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6.png"/><Relationship Id="rId5" Type="http://schemas.openxmlformats.org/officeDocument/2006/relationships/image" Target="../media/image141.png"/><Relationship Id="rId4" Type="http://schemas.openxmlformats.org/officeDocument/2006/relationships/image" Target="../media/image138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8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7.png"/><Relationship Id="rId5" Type="http://schemas.openxmlformats.org/officeDocument/2006/relationships/image" Target="../media/image206.png"/><Relationship Id="rId4" Type="http://schemas.openxmlformats.org/officeDocument/2006/relationships/image" Target="../media/image20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11.png"/><Relationship Id="rId4" Type="http://schemas.openxmlformats.org/officeDocument/2006/relationships/image" Target="../media/image241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0.png"/><Relationship Id="rId13" Type="http://schemas.openxmlformats.org/officeDocument/2006/relationships/image" Target="../media/image478.png"/><Relationship Id="rId18" Type="http://schemas.openxmlformats.org/officeDocument/2006/relationships/image" Target="../media/image481.png"/><Relationship Id="rId3" Type="http://schemas.openxmlformats.org/officeDocument/2006/relationships/image" Target="../media/image468.png"/><Relationship Id="rId21" Type="http://schemas.openxmlformats.org/officeDocument/2006/relationships/image" Target="../media/image484.png"/><Relationship Id="rId7" Type="http://schemas.openxmlformats.org/officeDocument/2006/relationships/image" Target="../media/image388.png"/><Relationship Id="rId12" Type="http://schemas.openxmlformats.org/officeDocument/2006/relationships/image" Target="../media/image477.png"/><Relationship Id="rId17" Type="http://schemas.openxmlformats.org/officeDocument/2006/relationships/image" Target="../media/image480.png"/><Relationship Id="rId2" Type="http://schemas.openxmlformats.org/officeDocument/2006/relationships/image" Target="../media/image467.png"/><Relationship Id="rId16" Type="http://schemas.openxmlformats.org/officeDocument/2006/relationships/image" Target="../media/image479.png"/><Relationship Id="rId20" Type="http://schemas.openxmlformats.org/officeDocument/2006/relationships/image" Target="../media/image48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71.png"/><Relationship Id="rId11" Type="http://schemas.openxmlformats.org/officeDocument/2006/relationships/image" Target="../media/image476.png"/><Relationship Id="rId24" Type="http://schemas.openxmlformats.org/officeDocument/2006/relationships/image" Target="../media/image487.png"/><Relationship Id="rId5" Type="http://schemas.openxmlformats.org/officeDocument/2006/relationships/image" Target="../media/image334.png"/><Relationship Id="rId15" Type="http://schemas.openxmlformats.org/officeDocument/2006/relationships/image" Target="../media/image473.png"/><Relationship Id="rId23" Type="http://schemas.openxmlformats.org/officeDocument/2006/relationships/image" Target="../media/image486.png"/><Relationship Id="rId10" Type="http://schemas.openxmlformats.org/officeDocument/2006/relationships/image" Target="../media/image475.png"/><Relationship Id="rId19" Type="http://schemas.openxmlformats.org/officeDocument/2006/relationships/image" Target="../media/image482.png"/><Relationship Id="rId4" Type="http://schemas.openxmlformats.org/officeDocument/2006/relationships/image" Target="../media/image469.png"/><Relationship Id="rId9" Type="http://schemas.openxmlformats.org/officeDocument/2006/relationships/image" Target="../media/image474.png"/><Relationship Id="rId14" Type="http://schemas.openxmlformats.org/officeDocument/2006/relationships/image" Target="../media/image472.png"/><Relationship Id="rId22" Type="http://schemas.openxmlformats.org/officeDocument/2006/relationships/image" Target="../media/image485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6.png"/><Relationship Id="rId13" Type="http://schemas.openxmlformats.org/officeDocument/2006/relationships/image" Target="../media/image251.png"/><Relationship Id="rId18" Type="http://schemas.openxmlformats.org/officeDocument/2006/relationships/image" Target="../media/image256.png"/><Relationship Id="rId3" Type="http://schemas.openxmlformats.org/officeDocument/2006/relationships/image" Target="../media/image2012.png"/><Relationship Id="rId21" Type="http://schemas.openxmlformats.org/officeDocument/2006/relationships/image" Target="../media/image259.png"/><Relationship Id="rId7" Type="http://schemas.openxmlformats.org/officeDocument/2006/relationships/image" Target="../media/image245.png"/><Relationship Id="rId12" Type="http://schemas.openxmlformats.org/officeDocument/2006/relationships/image" Target="../media/image250.png"/><Relationship Id="rId17" Type="http://schemas.openxmlformats.org/officeDocument/2006/relationships/image" Target="../media/image255.png"/><Relationship Id="rId2" Type="http://schemas.openxmlformats.org/officeDocument/2006/relationships/image" Target="../media/image2401.png"/><Relationship Id="rId16" Type="http://schemas.openxmlformats.org/officeDocument/2006/relationships/image" Target="../media/image254.png"/><Relationship Id="rId20" Type="http://schemas.openxmlformats.org/officeDocument/2006/relationships/image" Target="../media/image25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44.png"/><Relationship Id="rId11" Type="http://schemas.openxmlformats.org/officeDocument/2006/relationships/image" Target="../media/image249.png"/><Relationship Id="rId5" Type="http://schemas.openxmlformats.org/officeDocument/2006/relationships/image" Target="../media/image243.png"/><Relationship Id="rId15" Type="http://schemas.openxmlformats.org/officeDocument/2006/relationships/image" Target="../media/image253.png"/><Relationship Id="rId10" Type="http://schemas.openxmlformats.org/officeDocument/2006/relationships/image" Target="../media/image248.png"/><Relationship Id="rId19" Type="http://schemas.openxmlformats.org/officeDocument/2006/relationships/image" Target="../media/image257.png"/><Relationship Id="rId4" Type="http://schemas.openxmlformats.org/officeDocument/2006/relationships/image" Target="../media/image242.png"/><Relationship Id="rId9" Type="http://schemas.openxmlformats.org/officeDocument/2006/relationships/image" Target="../media/image247.png"/><Relationship Id="rId14" Type="http://schemas.openxmlformats.org/officeDocument/2006/relationships/image" Target="../media/image252.png"/><Relationship Id="rId22" Type="http://schemas.openxmlformats.org/officeDocument/2006/relationships/image" Target="../media/image260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0.png"/><Relationship Id="rId7" Type="http://schemas.openxmlformats.org/officeDocument/2006/relationships/image" Target="../media/image299.png"/><Relationship Id="rId2" Type="http://schemas.openxmlformats.org/officeDocument/2006/relationships/image" Target="../media/image294.png"/><Relationship Id="rId1" Type="http://schemas.openxmlformats.org/officeDocument/2006/relationships/slideLayout" Target="../slideLayouts/slideLayout3.xml"/><Relationship Id="rId10" Type="http://schemas.openxmlformats.org/officeDocument/2006/relationships/image" Target="../media/image302.png"/><Relationship Id="rId9" Type="http://schemas.openxmlformats.org/officeDocument/2006/relationships/image" Target="../media/image301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13" Type="http://schemas.openxmlformats.org/officeDocument/2006/relationships/image" Target="../media/image44.png"/><Relationship Id="rId18" Type="http://schemas.openxmlformats.org/officeDocument/2006/relationships/image" Target="../media/image49.png"/><Relationship Id="rId3" Type="http://schemas.openxmlformats.org/officeDocument/2006/relationships/image" Target="../media/image34.png"/><Relationship Id="rId21" Type="http://schemas.openxmlformats.org/officeDocument/2006/relationships/image" Target="../media/image52.png"/><Relationship Id="rId7" Type="http://schemas.openxmlformats.org/officeDocument/2006/relationships/image" Target="../media/image38.png"/><Relationship Id="rId12" Type="http://schemas.openxmlformats.org/officeDocument/2006/relationships/image" Target="../media/image43.png"/><Relationship Id="rId17" Type="http://schemas.openxmlformats.org/officeDocument/2006/relationships/image" Target="../media/image48.png"/><Relationship Id="rId25" Type="http://schemas.openxmlformats.org/officeDocument/2006/relationships/image" Target="../media/image1631.png"/><Relationship Id="rId2" Type="http://schemas.openxmlformats.org/officeDocument/2006/relationships/image" Target="../media/image22.png"/><Relationship Id="rId16" Type="http://schemas.openxmlformats.org/officeDocument/2006/relationships/image" Target="../media/image47.png"/><Relationship Id="rId20" Type="http://schemas.openxmlformats.org/officeDocument/2006/relationships/image" Target="../media/image5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7.png"/><Relationship Id="rId11" Type="http://schemas.openxmlformats.org/officeDocument/2006/relationships/image" Target="../media/image42.png"/><Relationship Id="rId24" Type="http://schemas.openxmlformats.org/officeDocument/2006/relationships/image" Target="../media/image329.png"/><Relationship Id="rId5" Type="http://schemas.openxmlformats.org/officeDocument/2006/relationships/image" Target="../media/image36.png"/><Relationship Id="rId15" Type="http://schemas.openxmlformats.org/officeDocument/2006/relationships/image" Target="../media/image46.png"/><Relationship Id="rId23" Type="http://schemas.openxmlformats.org/officeDocument/2006/relationships/image" Target="../media/image328.png"/><Relationship Id="rId10" Type="http://schemas.openxmlformats.org/officeDocument/2006/relationships/image" Target="../media/image41.png"/><Relationship Id="rId19" Type="http://schemas.openxmlformats.org/officeDocument/2006/relationships/image" Target="../media/image50.png"/><Relationship Id="rId4" Type="http://schemas.openxmlformats.org/officeDocument/2006/relationships/image" Target="../media/image35.png"/><Relationship Id="rId9" Type="http://schemas.openxmlformats.org/officeDocument/2006/relationships/image" Target="../media/image40.png"/><Relationship Id="rId14" Type="http://schemas.openxmlformats.org/officeDocument/2006/relationships/image" Target="../media/image45.png"/><Relationship Id="rId22" Type="http://schemas.openxmlformats.org/officeDocument/2006/relationships/image" Target="../media/image53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62.png"/><Relationship Id="rId18" Type="http://schemas.openxmlformats.org/officeDocument/2006/relationships/image" Target="../media/image67.png"/><Relationship Id="rId26" Type="http://schemas.openxmlformats.org/officeDocument/2006/relationships/image" Target="../media/image75.png"/><Relationship Id="rId21" Type="http://schemas.openxmlformats.org/officeDocument/2006/relationships/image" Target="../media/image70.png"/><Relationship Id="rId7" Type="http://schemas.openxmlformats.org/officeDocument/2006/relationships/image" Target="../media/image54.png"/><Relationship Id="rId12" Type="http://schemas.openxmlformats.org/officeDocument/2006/relationships/image" Target="../media/image61.png"/><Relationship Id="rId17" Type="http://schemas.openxmlformats.org/officeDocument/2006/relationships/image" Target="../media/image66.png"/><Relationship Id="rId25" Type="http://schemas.openxmlformats.org/officeDocument/2006/relationships/image" Target="../media/image74.png"/><Relationship Id="rId16" Type="http://schemas.openxmlformats.org/officeDocument/2006/relationships/image" Target="../media/image65.png"/><Relationship Id="rId20" Type="http://schemas.openxmlformats.org/officeDocument/2006/relationships/image" Target="../media/image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9.png"/><Relationship Id="rId11" Type="http://schemas.openxmlformats.org/officeDocument/2006/relationships/image" Target="../media/image60.png"/><Relationship Id="rId24" Type="http://schemas.openxmlformats.org/officeDocument/2006/relationships/image" Target="../media/image73.png"/><Relationship Id="rId5" Type="http://schemas.openxmlformats.org/officeDocument/2006/relationships/image" Target="../media/image328.png"/><Relationship Id="rId15" Type="http://schemas.openxmlformats.org/officeDocument/2006/relationships/image" Target="../media/image64.png"/><Relationship Id="rId23" Type="http://schemas.openxmlformats.org/officeDocument/2006/relationships/image" Target="../media/image72.png"/><Relationship Id="rId28" Type="http://schemas.openxmlformats.org/officeDocument/2006/relationships/image" Target="../media/image297.png"/><Relationship Id="rId10" Type="http://schemas.openxmlformats.org/officeDocument/2006/relationships/image" Target="../media/image59.png"/><Relationship Id="rId19" Type="http://schemas.openxmlformats.org/officeDocument/2006/relationships/image" Target="../media/image68.png"/><Relationship Id="rId9" Type="http://schemas.openxmlformats.org/officeDocument/2006/relationships/image" Target="../media/image56.png"/><Relationship Id="rId14" Type="http://schemas.openxmlformats.org/officeDocument/2006/relationships/image" Target="../media/image63.png"/><Relationship Id="rId22" Type="http://schemas.openxmlformats.org/officeDocument/2006/relationships/image" Target="../media/image71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13" Type="http://schemas.openxmlformats.org/officeDocument/2006/relationships/image" Target="../media/image82.png"/><Relationship Id="rId18" Type="http://schemas.openxmlformats.org/officeDocument/2006/relationships/image" Target="../media/image87.png"/><Relationship Id="rId26" Type="http://schemas.openxmlformats.org/officeDocument/2006/relationships/image" Target="../media/image297.png"/><Relationship Id="rId21" Type="http://schemas.openxmlformats.org/officeDocument/2006/relationships/image" Target="../media/image90.png"/><Relationship Id="rId7" Type="http://schemas.openxmlformats.org/officeDocument/2006/relationships/image" Target="../media/image76.png"/><Relationship Id="rId12" Type="http://schemas.openxmlformats.org/officeDocument/2006/relationships/image" Target="../media/image81.png"/><Relationship Id="rId17" Type="http://schemas.openxmlformats.org/officeDocument/2006/relationships/image" Target="../media/image86.png"/><Relationship Id="rId25" Type="http://schemas.openxmlformats.org/officeDocument/2006/relationships/image" Target="../media/image94.png"/><Relationship Id="rId16" Type="http://schemas.openxmlformats.org/officeDocument/2006/relationships/image" Target="../media/image85.png"/><Relationship Id="rId20" Type="http://schemas.openxmlformats.org/officeDocument/2006/relationships/image" Target="../media/image8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9.png"/><Relationship Id="rId11" Type="http://schemas.openxmlformats.org/officeDocument/2006/relationships/image" Target="../media/image80.png"/><Relationship Id="rId24" Type="http://schemas.openxmlformats.org/officeDocument/2006/relationships/image" Target="../media/image93.png"/><Relationship Id="rId5" Type="http://schemas.openxmlformats.org/officeDocument/2006/relationships/image" Target="../media/image328.png"/><Relationship Id="rId15" Type="http://schemas.openxmlformats.org/officeDocument/2006/relationships/image" Target="../media/image84.png"/><Relationship Id="rId23" Type="http://schemas.openxmlformats.org/officeDocument/2006/relationships/image" Target="../media/image92.png"/><Relationship Id="rId28" Type="http://schemas.openxmlformats.org/officeDocument/2006/relationships/image" Target="../media/image96.png"/><Relationship Id="rId10" Type="http://schemas.openxmlformats.org/officeDocument/2006/relationships/image" Target="../media/image79.png"/><Relationship Id="rId19" Type="http://schemas.openxmlformats.org/officeDocument/2006/relationships/image" Target="../media/image88.png"/><Relationship Id="rId9" Type="http://schemas.openxmlformats.org/officeDocument/2006/relationships/image" Target="../media/image78.png"/><Relationship Id="rId14" Type="http://schemas.openxmlformats.org/officeDocument/2006/relationships/image" Target="../media/image83.png"/><Relationship Id="rId22" Type="http://schemas.openxmlformats.org/officeDocument/2006/relationships/image" Target="../media/image91.png"/><Relationship Id="rId27" Type="http://schemas.openxmlformats.org/officeDocument/2006/relationships/image" Target="../media/image95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png"/><Relationship Id="rId13" Type="http://schemas.openxmlformats.org/officeDocument/2006/relationships/image" Target="../media/image105.png"/><Relationship Id="rId18" Type="http://schemas.openxmlformats.org/officeDocument/2006/relationships/image" Target="../media/image110.png"/><Relationship Id="rId26" Type="http://schemas.openxmlformats.org/officeDocument/2006/relationships/image" Target="../media/image425.png"/><Relationship Id="rId3" Type="http://schemas.openxmlformats.org/officeDocument/2006/relationships/image" Target="../media/image402.png"/><Relationship Id="rId21" Type="http://schemas.openxmlformats.org/officeDocument/2006/relationships/image" Target="../media/image113.png"/><Relationship Id="rId7" Type="http://schemas.openxmlformats.org/officeDocument/2006/relationships/image" Target="../media/image99.png"/><Relationship Id="rId12" Type="http://schemas.openxmlformats.org/officeDocument/2006/relationships/image" Target="../media/image104.png"/><Relationship Id="rId17" Type="http://schemas.openxmlformats.org/officeDocument/2006/relationships/image" Target="../media/image109.png"/><Relationship Id="rId25" Type="http://schemas.openxmlformats.org/officeDocument/2006/relationships/image" Target="../media/image424.png"/><Relationship Id="rId16" Type="http://schemas.openxmlformats.org/officeDocument/2006/relationships/image" Target="../media/image108.png"/><Relationship Id="rId20" Type="http://schemas.openxmlformats.org/officeDocument/2006/relationships/image" Target="../media/image1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8.png"/><Relationship Id="rId11" Type="http://schemas.openxmlformats.org/officeDocument/2006/relationships/image" Target="../media/image103.png"/><Relationship Id="rId24" Type="http://schemas.openxmlformats.org/officeDocument/2006/relationships/image" Target="../media/image423.png"/><Relationship Id="rId5" Type="http://schemas.openxmlformats.org/officeDocument/2006/relationships/image" Target="../media/image97.png"/><Relationship Id="rId15" Type="http://schemas.openxmlformats.org/officeDocument/2006/relationships/image" Target="../media/image107.png"/><Relationship Id="rId23" Type="http://schemas.openxmlformats.org/officeDocument/2006/relationships/image" Target="../media/image115.png"/><Relationship Id="rId10" Type="http://schemas.openxmlformats.org/officeDocument/2006/relationships/image" Target="../media/image102.png"/><Relationship Id="rId19" Type="http://schemas.openxmlformats.org/officeDocument/2006/relationships/image" Target="../media/image111.png"/><Relationship Id="rId4" Type="http://schemas.openxmlformats.org/officeDocument/2006/relationships/image" Target="../media/image403.png"/><Relationship Id="rId9" Type="http://schemas.openxmlformats.org/officeDocument/2006/relationships/image" Target="../media/image101.png"/><Relationship Id="rId14" Type="http://schemas.openxmlformats.org/officeDocument/2006/relationships/image" Target="../media/image106.png"/><Relationship Id="rId22" Type="http://schemas.openxmlformats.org/officeDocument/2006/relationships/image" Target="../media/image114.png"/></Relationships>
</file>

<file path=ppt/slides/_rels/slide6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6.png"/><Relationship Id="rId18" Type="http://schemas.openxmlformats.org/officeDocument/2006/relationships/image" Target="../media/image144.png"/><Relationship Id="rId26" Type="http://schemas.openxmlformats.org/officeDocument/2006/relationships/image" Target="../media/image152.png"/><Relationship Id="rId39" Type="http://schemas.openxmlformats.org/officeDocument/2006/relationships/image" Target="../media/image173.png"/><Relationship Id="rId21" Type="http://schemas.openxmlformats.org/officeDocument/2006/relationships/image" Target="../media/image147.png"/><Relationship Id="rId34" Type="http://schemas.openxmlformats.org/officeDocument/2006/relationships/image" Target="../media/image168.png"/><Relationship Id="rId42" Type="http://schemas.openxmlformats.org/officeDocument/2006/relationships/image" Target="../media/image176.png"/><Relationship Id="rId7" Type="http://schemas.openxmlformats.org/officeDocument/2006/relationships/image" Target="../media/image119.png"/><Relationship Id="rId2" Type="http://schemas.openxmlformats.org/officeDocument/2006/relationships/image" Target="../media/image402.png"/><Relationship Id="rId16" Type="http://schemas.openxmlformats.org/officeDocument/2006/relationships/image" Target="../media/image142.png"/><Relationship Id="rId20" Type="http://schemas.openxmlformats.org/officeDocument/2006/relationships/image" Target="../media/image146.png"/><Relationship Id="rId29" Type="http://schemas.openxmlformats.org/officeDocument/2006/relationships/image" Target="../media/image155.png"/><Relationship Id="rId41" Type="http://schemas.openxmlformats.org/officeDocument/2006/relationships/image" Target="../media/image1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.png"/><Relationship Id="rId11" Type="http://schemas.openxmlformats.org/officeDocument/2006/relationships/image" Target="../media/image125.png"/><Relationship Id="rId24" Type="http://schemas.openxmlformats.org/officeDocument/2006/relationships/image" Target="../media/image150.png"/><Relationship Id="rId32" Type="http://schemas.openxmlformats.org/officeDocument/2006/relationships/image" Target="../media/image166.png"/><Relationship Id="rId37" Type="http://schemas.openxmlformats.org/officeDocument/2006/relationships/image" Target="../media/image171.png"/><Relationship Id="rId40" Type="http://schemas.openxmlformats.org/officeDocument/2006/relationships/image" Target="../media/image174.png"/><Relationship Id="rId5" Type="http://schemas.openxmlformats.org/officeDocument/2006/relationships/image" Target="../media/image117.png"/><Relationship Id="rId15" Type="http://schemas.openxmlformats.org/officeDocument/2006/relationships/image" Target="../media/image140.png"/><Relationship Id="rId23" Type="http://schemas.openxmlformats.org/officeDocument/2006/relationships/image" Target="../media/image149.png"/><Relationship Id="rId28" Type="http://schemas.openxmlformats.org/officeDocument/2006/relationships/image" Target="../media/image154.png"/><Relationship Id="rId36" Type="http://schemas.openxmlformats.org/officeDocument/2006/relationships/image" Target="../media/image170.png"/><Relationship Id="rId10" Type="http://schemas.openxmlformats.org/officeDocument/2006/relationships/image" Target="../media/image122.png"/><Relationship Id="rId19" Type="http://schemas.openxmlformats.org/officeDocument/2006/relationships/image" Target="../media/image145.png"/><Relationship Id="rId31" Type="http://schemas.openxmlformats.org/officeDocument/2006/relationships/image" Target="../media/image165.png"/><Relationship Id="rId44" Type="http://schemas.openxmlformats.org/officeDocument/2006/relationships/image" Target="../media/image178.png"/><Relationship Id="rId4" Type="http://schemas.openxmlformats.org/officeDocument/2006/relationships/image" Target="../media/image116.png"/><Relationship Id="rId9" Type="http://schemas.openxmlformats.org/officeDocument/2006/relationships/image" Target="../media/image121.png"/><Relationship Id="rId14" Type="http://schemas.openxmlformats.org/officeDocument/2006/relationships/image" Target="../media/image139.png"/><Relationship Id="rId22" Type="http://schemas.openxmlformats.org/officeDocument/2006/relationships/image" Target="../media/image148.png"/><Relationship Id="rId27" Type="http://schemas.openxmlformats.org/officeDocument/2006/relationships/image" Target="../media/image153.png"/><Relationship Id="rId30" Type="http://schemas.openxmlformats.org/officeDocument/2006/relationships/image" Target="../media/image159.png"/><Relationship Id="rId35" Type="http://schemas.openxmlformats.org/officeDocument/2006/relationships/image" Target="../media/image169.png"/><Relationship Id="rId43" Type="http://schemas.openxmlformats.org/officeDocument/2006/relationships/image" Target="../media/image177.png"/><Relationship Id="rId8" Type="http://schemas.openxmlformats.org/officeDocument/2006/relationships/image" Target="../media/image120.png"/><Relationship Id="rId3" Type="http://schemas.openxmlformats.org/officeDocument/2006/relationships/image" Target="../media/image403.png"/><Relationship Id="rId12" Type="http://schemas.openxmlformats.org/officeDocument/2006/relationships/image" Target="../media/image127.png"/><Relationship Id="rId17" Type="http://schemas.openxmlformats.org/officeDocument/2006/relationships/image" Target="../media/image143.png"/><Relationship Id="rId25" Type="http://schemas.openxmlformats.org/officeDocument/2006/relationships/image" Target="../media/image151.png"/><Relationship Id="rId33" Type="http://schemas.openxmlformats.org/officeDocument/2006/relationships/image" Target="../media/image167.png"/><Relationship Id="rId38" Type="http://schemas.openxmlformats.org/officeDocument/2006/relationships/image" Target="../media/image172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1.png"/><Relationship Id="rId3" Type="http://schemas.openxmlformats.org/officeDocument/2006/relationships/image" Target="../media/image237.png"/><Relationship Id="rId7" Type="http://schemas.openxmlformats.org/officeDocument/2006/relationships/image" Target="../media/image330.png"/><Relationship Id="rId2" Type="http://schemas.openxmlformats.org/officeDocument/2006/relationships/image" Target="../media/image32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27.png"/><Relationship Id="rId5" Type="http://schemas.openxmlformats.org/officeDocument/2006/relationships/image" Target="../media/image326.png"/><Relationship Id="rId4" Type="http://schemas.openxmlformats.org/officeDocument/2006/relationships/image" Target="../media/image325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3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7.png"/><Relationship Id="rId5" Type="http://schemas.openxmlformats.org/officeDocument/2006/relationships/image" Target="../media/image336.png"/><Relationship Id="rId4" Type="http://schemas.openxmlformats.org/officeDocument/2006/relationships/image" Target="../media/image335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4.png"/><Relationship Id="rId3" Type="http://schemas.openxmlformats.org/officeDocument/2006/relationships/image" Target="../media/image339.png"/><Relationship Id="rId7" Type="http://schemas.openxmlformats.org/officeDocument/2006/relationships/image" Target="../media/image343.png"/><Relationship Id="rId2" Type="http://schemas.openxmlformats.org/officeDocument/2006/relationships/image" Target="../media/image3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2.png"/><Relationship Id="rId11" Type="http://schemas.openxmlformats.org/officeDocument/2006/relationships/image" Target="../media/image3410.png"/><Relationship Id="rId5" Type="http://schemas.openxmlformats.org/officeDocument/2006/relationships/image" Target="../media/image341.png"/><Relationship Id="rId10" Type="http://schemas.openxmlformats.org/officeDocument/2006/relationships/customXml" Target="../ink/ink1.xml"/><Relationship Id="rId4" Type="http://schemas.openxmlformats.org/officeDocument/2006/relationships/image" Target="../media/image238.png"/><Relationship Id="rId9" Type="http://schemas.openxmlformats.org/officeDocument/2006/relationships/image" Target="../media/image345.png"/></Relationships>
</file>

<file path=ppt/slides/_rels/slide6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21.png"/><Relationship Id="rId18" Type="http://schemas.openxmlformats.org/officeDocument/2006/relationships/image" Target="../media/image526.png"/><Relationship Id="rId26" Type="http://schemas.openxmlformats.org/officeDocument/2006/relationships/image" Target="../media/image534.png"/><Relationship Id="rId3" Type="http://schemas.openxmlformats.org/officeDocument/2006/relationships/image" Target="../media/image511.png"/><Relationship Id="rId21" Type="http://schemas.openxmlformats.org/officeDocument/2006/relationships/image" Target="../media/image529.png"/><Relationship Id="rId34" Type="http://schemas.openxmlformats.org/officeDocument/2006/relationships/customXml" Target="../ink/ink2.xml"/><Relationship Id="rId7" Type="http://schemas.openxmlformats.org/officeDocument/2006/relationships/image" Target="../media/image515.png"/><Relationship Id="rId12" Type="http://schemas.openxmlformats.org/officeDocument/2006/relationships/image" Target="../media/image520.png"/><Relationship Id="rId17" Type="http://schemas.openxmlformats.org/officeDocument/2006/relationships/image" Target="../media/image525.png"/><Relationship Id="rId25" Type="http://schemas.openxmlformats.org/officeDocument/2006/relationships/image" Target="../media/image533.png"/><Relationship Id="rId33" Type="http://schemas.openxmlformats.org/officeDocument/2006/relationships/image" Target="../media/image541.png"/><Relationship Id="rId2" Type="http://schemas.openxmlformats.org/officeDocument/2006/relationships/image" Target="../media/image510.png"/><Relationship Id="rId16" Type="http://schemas.openxmlformats.org/officeDocument/2006/relationships/image" Target="../media/image524.png"/><Relationship Id="rId20" Type="http://schemas.openxmlformats.org/officeDocument/2006/relationships/image" Target="../media/image528.png"/><Relationship Id="rId29" Type="http://schemas.openxmlformats.org/officeDocument/2006/relationships/image" Target="../media/image53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14.png"/><Relationship Id="rId11" Type="http://schemas.openxmlformats.org/officeDocument/2006/relationships/image" Target="../media/image519.png"/><Relationship Id="rId24" Type="http://schemas.openxmlformats.org/officeDocument/2006/relationships/image" Target="../media/image532.png"/><Relationship Id="rId32" Type="http://schemas.openxmlformats.org/officeDocument/2006/relationships/image" Target="../media/image540.png"/><Relationship Id="rId5" Type="http://schemas.openxmlformats.org/officeDocument/2006/relationships/image" Target="../media/image513.png"/><Relationship Id="rId15" Type="http://schemas.openxmlformats.org/officeDocument/2006/relationships/image" Target="../media/image523.png"/><Relationship Id="rId23" Type="http://schemas.openxmlformats.org/officeDocument/2006/relationships/image" Target="../media/image531.png"/><Relationship Id="rId28" Type="http://schemas.openxmlformats.org/officeDocument/2006/relationships/image" Target="../media/image536.png"/><Relationship Id="rId10" Type="http://schemas.openxmlformats.org/officeDocument/2006/relationships/image" Target="../media/image518.png"/><Relationship Id="rId19" Type="http://schemas.openxmlformats.org/officeDocument/2006/relationships/image" Target="../media/image527.png"/><Relationship Id="rId31" Type="http://schemas.openxmlformats.org/officeDocument/2006/relationships/image" Target="../media/image539.png"/><Relationship Id="rId4" Type="http://schemas.openxmlformats.org/officeDocument/2006/relationships/image" Target="../media/image512.png"/><Relationship Id="rId9" Type="http://schemas.openxmlformats.org/officeDocument/2006/relationships/image" Target="../media/image517.png"/><Relationship Id="rId14" Type="http://schemas.openxmlformats.org/officeDocument/2006/relationships/image" Target="../media/image522.png"/><Relationship Id="rId22" Type="http://schemas.openxmlformats.org/officeDocument/2006/relationships/image" Target="../media/image530.png"/><Relationship Id="rId27" Type="http://schemas.openxmlformats.org/officeDocument/2006/relationships/image" Target="../media/image535.png"/><Relationship Id="rId30" Type="http://schemas.openxmlformats.org/officeDocument/2006/relationships/image" Target="../media/image538.png"/><Relationship Id="rId35" Type="http://schemas.openxmlformats.org/officeDocument/2006/relationships/image" Target="../media/image3510.png"/><Relationship Id="rId8" Type="http://schemas.openxmlformats.org/officeDocument/2006/relationships/image" Target="../media/image516.pn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52.png"/><Relationship Id="rId13" Type="http://schemas.openxmlformats.org/officeDocument/2006/relationships/image" Target="../media/image3072.png"/><Relationship Id="rId18" Type="http://schemas.openxmlformats.org/officeDocument/2006/relationships/image" Target="../media/image340.png"/><Relationship Id="rId26" Type="http://schemas.openxmlformats.org/officeDocument/2006/relationships/image" Target="../media/image542.png"/><Relationship Id="rId3" Type="http://schemas.openxmlformats.org/officeDocument/2006/relationships/image" Target="../media/image2873.png"/><Relationship Id="rId21" Type="http://schemas.openxmlformats.org/officeDocument/2006/relationships/image" Target="../media/image405.png"/><Relationship Id="rId7" Type="http://schemas.openxmlformats.org/officeDocument/2006/relationships/image" Target="../media/image2913.png"/><Relationship Id="rId12" Type="http://schemas.openxmlformats.org/officeDocument/2006/relationships/image" Target="../media/image3042.png"/><Relationship Id="rId17" Type="http://schemas.openxmlformats.org/officeDocument/2006/relationships/image" Target="../media/image324.png"/><Relationship Id="rId25" Type="http://schemas.openxmlformats.org/officeDocument/2006/relationships/image" Target="../media/image459.png"/><Relationship Id="rId2" Type="http://schemas.openxmlformats.org/officeDocument/2006/relationships/image" Target="../media/image2002.png"/><Relationship Id="rId16" Type="http://schemas.openxmlformats.org/officeDocument/2006/relationships/image" Target="../media/image240.png"/><Relationship Id="rId20" Type="http://schemas.openxmlformats.org/officeDocument/2006/relationships/image" Target="../media/image401.png"/><Relationship Id="rId29" Type="http://schemas.openxmlformats.org/officeDocument/2006/relationships/image" Target="../media/image54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902.png"/><Relationship Id="rId11" Type="http://schemas.openxmlformats.org/officeDocument/2006/relationships/image" Target="../media/image2982.png"/><Relationship Id="rId24" Type="http://schemas.openxmlformats.org/officeDocument/2006/relationships/image" Target="../media/image440.png"/><Relationship Id="rId32" Type="http://schemas.openxmlformats.org/officeDocument/2006/relationships/image" Target="../media/image548.png"/><Relationship Id="rId5" Type="http://schemas.openxmlformats.org/officeDocument/2006/relationships/image" Target="../media/image2893.png"/><Relationship Id="rId15" Type="http://schemas.openxmlformats.org/officeDocument/2006/relationships/image" Target="../media/image239.png"/><Relationship Id="rId23" Type="http://schemas.openxmlformats.org/officeDocument/2006/relationships/image" Target="../media/image439.png"/><Relationship Id="rId28" Type="http://schemas.openxmlformats.org/officeDocument/2006/relationships/image" Target="../media/image544.png"/><Relationship Id="rId10" Type="http://schemas.openxmlformats.org/officeDocument/2006/relationships/image" Target="../media/image2972.png"/><Relationship Id="rId19" Type="http://schemas.openxmlformats.org/officeDocument/2006/relationships/image" Target="../media/image3353.png"/><Relationship Id="rId31" Type="http://schemas.openxmlformats.org/officeDocument/2006/relationships/image" Target="../media/image547.png"/><Relationship Id="rId4" Type="http://schemas.openxmlformats.org/officeDocument/2006/relationships/image" Target="../media/image2883.png"/><Relationship Id="rId9" Type="http://schemas.openxmlformats.org/officeDocument/2006/relationships/image" Target="../media/image2962.png"/><Relationship Id="rId14" Type="http://schemas.openxmlformats.org/officeDocument/2006/relationships/image" Target="../media/image3083.png"/><Relationship Id="rId22" Type="http://schemas.openxmlformats.org/officeDocument/2006/relationships/image" Target="../media/image437.png"/><Relationship Id="rId27" Type="http://schemas.openxmlformats.org/officeDocument/2006/relationships/image" Target="../media/image543.png"/><Relationship Id="rId30" Type="http://schemas.openxmlformats.org/officeDocument/2006/relationships/image" Target="../media/image546.png"/></Relationships>
</file>

<file path=ppt/slides/_rels/slide7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79.png"/><Relationship Id="rId18" Type="http://schemas.openxmlformats.org/officeDocument/2006/relationships/image" Target="../media/image584.png"/><Relationship Id="rId26" Type="http://schemas.openxmlformats.org/officeDocument/2006/relationships/image" Target="../media/image592.png"/><Relationship Id="rId3" Type="http://schemas.openxmlformats.org/officeDocument/2006/relationships/image" Target="../media/image569.png"/><Relationship Id="rId21" Type="http://schemas.openxmlformats.org/officeDocument/2006/relationships/image" Target="../media/image587.png"/><Relationship Id="rId7" Type="http://schemas.openxmlformats.org/officeDocument/2006/relationships/image" Target="../media/image573.png"/><Relationship Id="rId12" Type="http://schemas.openxmlformats.org/officeDocument/2006/relationships/image" Target="../media/image578.png"/><Relationship Id="rId17" Type="http://schemas.openxmlformats.org/officeDocument/2006/relationships/image" Target="../media/image583.png"/><Relationship Id="rId25" Type="http://schemas.openxmlformats.org/officeDocument/2006/relationships/image" Target="../media/image591.png"/><Relationship Id="rId33" Type="http://schemas.openxmlformats.org/officeDocument/2006/relationships/image" Target="../media/image2001.png"/><Relationship Id="rId2" Type="http://schemas.openxmlformats.org/officeDocument/2006/relationships/image" Target="../media/image568.png"/><Relationship Id="rId16" Type="http://schemas.openxmlformats.org/officeDocument/2006/relationships/image" Target="../media/image582.png"/><Relationship Id="rId20" Type="http://schemas.openxmlformats.org/officeDocument/2006/relationships/image" Target="../media/image586.png"/><Relationship Id="rId29" Type="http://schemas.openxmlformats.org/officeDocument/2006/relationships/image" Target="../media/image59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2.png"/><Relationship Id="rId11" Type="http://schemas.openxmlformats.org/officeDocument/2006/relationships/image" Target="../media/image577.png"/><Relationship Id="rId24" Type="http://schemas.openxmlformats.org/officeDocument/2006/relationships/image" Target="../media/image590.png"/><Relationship Id="rId32" Type="http://schemas.openxmlformats.org/officeDocument/2006/relationships/image" Target="../media/image599.png"/><Relationship Id="rId5" Type="http://schemas.openxmlformats.org/officeDocument/2006/relationships/image" Target="../media/image571.png"/><Relationship Id="rId15" Type="http://schemas.openxmlformats.org/officeDocument/2006/relationships/image" Target="../media/image581.png"/><Relationship Id="rId23" Type="http://schemas.openxmlformats.org/officeDocument/2006/relationships/image" Target="../media/image589.png"/><Relationship Id="rId28" Type="http://schemas.openxmlformats.org/officeDocument/2006/relationships/image" Target="../media/image595.png"/><Relationship Id="rId10" Type="http://schemas.openxmlformats.org/officeDocument/2006/relationships/image" Target="../media/image576.png"/><Relationship Id="rId19" Type="http://schemas.openxmlformats.org/officeDocument/2006/relationships/image" Target="../media/image585.png"/><Relationship Id="rId31" Type="http://schemas.openxmlformats.org/officeDocument/2006/relationships/image" Target="../media/image598.png"/><Relationship Id="rId4" Type="http://schemas.openxmlformats.org/officeDocument/2006/relationships/image" Target="../media/image570.png"/><Relationship Id="rId9" Type="http://schemas.openxmlformats.org/officeDocument/2006/relationships/image" Target="../media/image575.png"/><Relationship Id="rId14" Type="http://schemas.openxmlformats.org/officeDocument/2006/relationships/image" Target="../media/image580.png"/><Relationship Id="rId22" Type="http://schemas.openxmlformats.org/officeDocument/2006/relationships/image" Target="../media/image588.png"/><Relationship Id="rId27" Type="http://schemas.openxmlformats.org/officeDocument/2006/relationships/image" Target="../media/image368.png"/><Relationship Id="rId30" Type="http://schemas.openxmlformats.org/officeDocument/2006/relationships/image" Target="../media/image597.png"/><Relationship Id="rId8" Type="http://schemas.openxmlformats.org/officeDocument/2006/relationships/image" Target="../media/image574.png"/></Relationships>
</file>

<file path=ppt/slides/_rels/slide7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60.png"/><Relationship Id="rId26" Type="http://schemas.openxmlformats.org/officeDocument/2006/relationships/image" Target="../media/image621.png"/><Relationship Id="rId39" Type="http://schemas.openxmlformats.org/officeDocument/2006/relationships/image" Target="../media/image601.png"/><Relationship Id="rId3" Type="http://schemas.openxmlformats.org/officeDocument/2006/relationships/image" Target="../media/image550.png"/><Relationship Id="rId34" Type="http://schemas.openxmlformats.org/officeDocument/2006/relationships/image" Target="../media/image565.png"/><Relationship Id="rId42" Type="http://schemas.openxmlformats.org/officeDocument/2006/relationships/image" Target="../media/image604.png"/><Relationship Id="rId7" Type="http://schemas.openxmlformats.org/officeDocument/2006/relationships/image" Target="../media/image554.png"/><Relationship Id="rId12" Type="http://schemas.openxmlformats.org/officeDocument/2006/relationships/image" Target="../media/image559.png"/><Relationship Id="rId25" Type="http://schemas.openxmlformats.org/officeDocument/2006/relationships/image" Target="../media/image620.png"/><Relationship Id="rId33" Type="http://schemas.openxmlformats.org/officeDocument/2006/relationships/image" Target="../media/image564.png"/><Relationship Id="rId38" Type="http://schemas.openxmlformats.org/officeDocument/2006/relationships/image" Target="../media/image600.png"/><Relationship Id="rId2" Type="http://schemas.openxmlformats.org/officeDocument/2006/relationships/image" Target="../media/image549.png"/><Relationship Id="rId29" Type="http://schemas.openxmlformats.org/officeDocument/2006/relationships/image" Target="../media/image624.png"/><Relationship Id="rId41" Type="http://schemas.openxmlformats.org/officeDocument/2006/relationships/image" Target="../media/image60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53.png"/><Relationship Id="rId11" Type="http://schemas.openxmlformats.org/officeDocument/2006/relationships/image" Target="../media/image558.png"/><Relationship Id="rId24" Type="http://schemas.openxmlformats.org/officeDocument/2006/relationships/image" Target="../media/image619.png"/><Relationship Id="rId32" Type="http://schemas.openxmlformats.org/officeDocument/2006/relationships/image" Target="../media/image563.png"/><Relationship Id="rId37" Type="http://schemas.openxmlformats.org/officeDocument/2006/relationships/image" Target="../media/image593.png"/><Relationship Id="rId40" Type="http://schemas.openxmlformats.org/officeDocument/2006/relationships/image" Target="../media/image602.png"/><Relationship Id="rId5" Type="http://schemas.openxmlformats.org/officeDocument/2006/relationships/image" Target="../media/image552.png"/><Relationship Id="rId23" Type="http://schemas.openxmlformats.org/officeDocument/2006/relationships/image" Target="../media/image618.png"/><Relationship Id="rId28" Type="http://schemas.openxmlformats.org/officeDocument/2006/relationships/image" Target="../media/image623.png"/><Relationship Id="rId36" Type="http://schemas.openxmlformats.org/officeDocument/2006/relationships/image" Target="../media/image567.png"/><Relationship Id="rId10" Type="http://schemas.openxmlformats.org/officeDocument/2006/relationships/image" Target="../media/image557.png"/><Relationship Id="rId31" Type="http://schemas.openxmlformats.org/officeDocument/2006/relationships/image" Target="../media/image562.png"/><Relationship Id="rId4" Type="http://schemas.openxmlformats.org/officeDocument/2006/relationships/image" Target="../media/image551.png"/><Relationship Id="rId9" Type="http://schemas.openxmlformats.org/officeDocument/2006/relationships/image" Target="../media/image556.png"/><Relationship Id="rId14" Type="http://schemas.openxmlformats.org/officeDocument/2006/relationships/image" Target="../media/image561.png"/><Relationship Id="rId22" Type="http://schemas.openxmlformats.org/officeDocument/2006/relationships/image" Target="../media/image617.png"/><Relationship Id="rId27" Type="http://schemas.openxmlformats.org/officeDocument/2006/relationships/image" Target="../media/image622.png"/><Relationship Id="rId30" Type="http://schemas.openxmlformats.org/officeDocument/2006/relationships/image" Target="../media/image625.png"/><Relationship Id="rId35" Type="http://schemas.openxmlformats.org/officeDocument/2006/relationships/image" Target="../media/image566.png"/><Relationship Id="rId8" Type="http://schemas.openxmlformats.org/officeDocument/2006/relationships/image" Target="../media/image555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2.png"/><Relationship Id="rId13" Type="http://schemas.openxmlformats.org/officeDocument/2006/relationships/image" Target="../media/image637.png"/><Relationship Id="rId3" Type="http://schemas.openxmlformats.org/officeDocument/2006/relationships/image" Target="../media/image627.png"/><Relationship Id="rId7" Type="http://schemas.openxmlformats.org/officeDocument/2006/relationships/image" Target="../media/image631.png"/><Relationship Id="rId12" Type="http://schemas.openxmlformats.org/officeDocument/2006/relationships/image" Target="../media/image636.png"/><Relationship Id="rId2" Type="http://schemas.openxmlformats.org/officeDocument/2006/relationships/image" Target="../media/image62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30.png"/><Relationship Id="rId11" Type="http://schemas.openxmlformats.org/officeDocument/2006/relationships/image" Target="../media/image635.png"/><Relationship Id="rId5" Type="http://schemas.openxmlformats.org/officeDocument/2006/relationships/image" Target="../media/image629.png"/><Relationship Id="rId15" Type="http://schemas.openxmlformats.org/officeDocument/2006/relationships/image" Target="../media/image640.png"/><Relationship Id="rId10" Type="http://schemas.openxmlformats.org/officeDocument/2006/relationships/image" Target="../media/image634.png"/><Relationship Id="rId4" Type="http://schemas.openxmlformats.org/officeDocument/2006/relationships/image" Target="../media/image628.png"/><Relationship Id="rId9" Type="http://schemas.openxmlformats.org/officeDocument/2006/relationships/image" Target="../media/image633.png"/><Relationship Id="rId14" Type="http://schemas.openxmlformats.org/officeDocument/2006/relationships/image" Target="../media/image639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2.png"/><Relationship Id="rId13" Type="http://schemas.openxmlformats.org/officeDocument/2006/relationships/image" Target="../media/image649.png"/><Relationship Id="rId3" Type="http://schemas.openxmlformats.org/officeDocument/2006/relationships/image" Target="../media/image642.png"/><Relationship Id="rId7" Type="http://schemas.openxmlformats.org/officeDocument/2006/relationships/image" Target="../media/image631.png"/><Relationship Id="rId12" Type="http://schemas.openxmlformats.org/officeDocument/2006/relationships/image" Target="../media/image648.png"/><Relationship Id="rId2" Type="http://schemas.openxmlformats.org/officeDocument/2006/relationships/image" Target="../media/image64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30.png"/><Relationship Id="rId11" Type="http://schemas.openxmlformats.org/officeDocument/2006/relationships/image" Target="../media/image635.png"/><Relationship Id="rId5" Type="http://schemas.openxmlformats.org/officeDocument/2006/relationships/image" Target="../media/image629.png"/><Relationship Id="rId15" Type="http://schemas.openxmlformats.org/officeDocument/2006/relationships/image" Target="../media/image651.png"/><Relationship Id="rId10" Type="http://schemas.openxmlformats.org/officeDocument/2006/relationships/image" Target="../media/image647.png"/><Relationship Id="rId4" Type="http://schemas.openxmlformats.org/officeDocument/2006/relationships/image" Target="../media/image644.png"/><Relationship Id="rId9" Type="http://schemas.openxmlformats.org/officeDocument/2006/relationships/image" Target="../media/image646.png"/><Relationship Id="rId14" Type="http://schemas.openxmlformats.org/officeDocument/2006/relationships/image" Target="../media/image650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png"/><Relationship Id="rId13" Type="http://schemas.openxmlformats.org/officeDocument/2006/relationships/image" Target="../media/image661.png"/><Relationship Id="rId18" Type="http://schemas.openxmlformats.org/officeDocument/2006/relationships/image" Target="../media/image666.png"/><Relationship Id="rId3" Type="http://schemas.openxmlformats.org/officeDocument/2006/relationships/image" Target="../media/image2882.png"/><Relationship Id="rId7" Type="http://schemas.openxmlformats.org/officeDocument/2006/relationships/image" Target="../media/image656.png"/><Relationship Id="rId12" Type="http://schemas.openxmlformats.org/officeDocument/2006/relationships/image" Target="../media/image660.png"/><Relationship Id="rId17" Type="http://schemas.openxmlformats.org/officeDocument/2006/relationships/image" Target="../media/image665.png"/><Relationship Id="rId2" Type="http://schemas.openxmlformats.org/officeDocument/2006/relationships/image" Target="../media/image652.png"/><Relationship Id="rId16" Type="http://schemas.openxmlformats.org/officeDocument/2006/relationships/image" Target="../media/image664.png"/><Relationship Id="rId20" Type="http://schemas.openxmlformats.org/officeDocument/2006/relationships/image" Target="../media/image67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90.png"/><Relationship Id="rId11" Type="http://schemas.openxmlformats.org/officeDocument/2006/relationships/image" Target="../media/image659.png"/><Relationship Id="rId5" Type="http://schemas.openxmlformats.org/officeDocument/2006/relationships/image" Target="../media/image655.png"/><Relationship Id="rId15" Type="http://schemas.openxmlformats.org/officeDocument/2006/relationships/image" Target="../media/image663.png"/><Relationship Id="rId10" Type="http://schemas.openxmlformats.org/officeDocument/2006/relationships/image" Target="../media/image658.png"/><Relationship Id="rId19" Type="http://schemas.openxmlformats.org/officeDocument/2006/relationships/image" Target="../media/image667.png"/><Relationship Id="rId4" Type="http://schemas.openxmlformats.org/officeDocument/2006/relationships/image" Target="../media/image654.png"/><Relationship Id="rId9" Type="http://schemas.openxmlformats.org/officeDocument/2006/relationships/image" Target="../media/image6320.png"/><Relationship Id="rId14" Type="http://schemas.openxmlformats.org/officeDocument/2006/relationships/image" Target="../media/image662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png"/><Relationship Id="rId13" Type="http://schemas.openxmlformats.org/officeDocument/2006/relationships/image" Target="../media/image661.png"/><Relationship Id="rId18" Type="http://schemas.openxmlformats.org/officeDocument/2006/relationships/image" Target="../media/image679.png"/><Relationship Id="rId3" Type="http://schemas.openxmlformats.org/officeDocument/2006/relationships/image" Target="../media/image673.png"/><Relationship Id="rId7" Type="http://schemas.openxmlformats.org/officeDocument/2006/relationships/image" Target="../media/image656.png"/><Relationship Id="rId12" Type="http://schemas.openxmlformats.org/officeDocument/2006/relationships/image" Target="../media/image660.png"/><Relationship Id="rId17" Type="http://schemas.openxmlformats.org/officeDocument/2006/relationships/image" Target="../media/image665.png"/><Relationship Id="rId2" Type="http://schemas.openxmlformats.org/officeDocument/2006/relationships/image" Target="../media/image672.png"/><Relationship Id="rId16" Type="http://schemas.openxmlformats.org/officeDocument/2006/relationships/image" Target="../media/image678.png"/><Relationship Id="rId20" Type="http://schemas.openxmlformats.org/officeDocument/2006/relationships/image" Target="../media/image68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90.png"/><Relationship Id="rId11" Type="http://schemas.openxmlformats.org/officeDocument/2006/relationships/image" Target="../media/image676.png"/><Relationship Id="rId5" Type="http://schemas.openxmlformats.org/officeDocument/2006/relationships/image" Target="../media/image675.png"/><Relationship Id="rId15" Type="http://schemas.openxmlformats.org/officeDocument/2006/relationships/image" Target="../media/image677.png"/><Relationship Id="rId10" Type="http://schemas.openxmlformats.org/officeDocument/2006/relationships/image" Target="../media/image658.png"/><Relationship Id="rId19" Type="http://schemas.openxmlformats.org/officeDocument/2006/relationships/image" Target="../media/image680.png"/><Relationship Id="rId4" Type="http://schemas.openxmlformats.org/officeDocument/2006/relationships/image" Target="../media/image674.png"/><Relationship Id="rId9" Type="http://schemas.openxmlformats.org/officeDocument/2006/relationships/image" Target="../media/image6320.png"/><Relationship Id="rId14" Type="http://schemas.openxmlformats.org/officeDocument/2006/relationships/image" Target="../media/image662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8.png"/><Relationship Id="rId13" Type="http://schemas.openxmlformats.org/officeDocument/2006/relationships/image" Target="../media/image693.png"/><Relationship Id="rId3" Type="http://schemas.openxmlformats.org/officeDocument/2006/relationships/image" Target="../media/image683.png"/><Relationship Id="rId7" Type="http://schemas.openxmlformats.org/officeDocument/2006/relationships/image" Target="../media/image687.png"/><Relationship Id="rId12" Type="http://schemas.openxmlformats.org/officeDocument/2006/relationships/image" Target="../media/image692.png"/><Relationship Id="rId2" Type="http://schemas.openxmlformats.org/officeDocument/2006/relationships/image" Target="../media/image68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86.png"/><Relationship Id="rId11" Type="http://schemas.openxmlformats.org/officeDocument/2006/relationships/image" Target="../media/image691.png"/><Relationship Id="rId5" Type="http://schemas.openxmlformats.org/officeDocument/2006/relationships/image" Target="../media/image685.png"/><Relationship Id="rId10" Type="http://schemas.openxmlformats.org/officeDocument/2006/relationships/image" Target="../media/image690.png"/><Relationship Id="rId4" Type="http://schemas.openxmlformats.org/officeDocument/2006/relationships/image" Target="../media/image684.png"/><Relationship Id="rId9" Type="http://schemas.openxmlformats.org/officeDocument/2006/relationships/image" Target="../media/image689.png"/><Relationship Id="rId14" Type="http://schemas.openxmlformats.org/officeDocument/2006/relationships/image" Target="../media/image694.png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12.png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0.png"/><Relationship Id="rId5" Type="http://schemas.openxmlformats.org/officeDocument/2006/relationships/image" Target="../media/image4211.png"/><Relationship Id="rId4" Type="http://schemas.openxmlformats.org/officeDocument/2006/relationships/image" Target="../media/image4110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12.png"/><Relationship Id="rId2" Type="http://schemas.openxmlformats.org/officeDocument/2006/relationships/image" Target="../media/image371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0.png"/><Relationship Id="rId4" Type="http://schemas.openxmlformats.org/officeDocument/2006/relationships/image" Target="../media/image458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1.png"/><Relationship Id="rId2" Type="http://schemas.openxmlformats.org/officeDocument/2006/relationships/image" Target="../media/image471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010.png"/><Relationship Id="rId4" Type="http://schemas.openxmlformats.org/officeDocument/2006/relationships/image" Target="../media/image4910.png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11.pn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11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11.pn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png"/><Relationship Id="rId3" Type="http://schemas.openxmlformats.org/officeDocument/2006/relationships/image" Target="../media/image606.png"/><Relationship Id="rId7" Type="http://schemas.openxmlformats.org/officeDocument/2006/relationships/image" Target="../media/image4610.png"/><Relationship Id="rId2" Type="http://schemas.openxmlformats.org/officeDocument/2006/relationships/image" Target="../media/image44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10.png"/><Relationship Id="rId11" Type="http://schemas.openxmlformats.org/officeDocument/2006/relationships/image" Target="../media/image614.png"/><Relationship Id="rId5" Type="http://schemas.openxmlformats.org/officeDocument/2006/relationships/image" Target="../media/image608.png"/><Relationship Id="rId10" Type="http://schemas.openxmlformats.org/officeDocument/2006/relationships/image" Target="../media/image613.png"/><Relationship Id="rId4" Type="http://schemas.openxmlformats.org/officeDocument/2006/relationships/image" Target="../media/image607.png"/><Relationship Id="rId9" Type="http://schemas.openxmlformats.org/officeDocument/2006/relationships/image" Target="../media/image612.pn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1.png"/><Relationship Id="rId13" Type="http://schemas.openxmlformats.org/officeDocument/2006/relationships/image" Target="../media/image3801.png"/><Relationship Id="rId3" Type="http://schemas.openxmlformats.org/officeDocument/2006/relationships/image" Target="../media/image3701.png"/><Relationship Id="rId7" Type="http://schemas.openxmlformats.org/officeDocument/2006/relationships/image" Target="../media/image2901.png"/><Relationship Id="rId12" Type="http://schemas.openxmlformats.org/officeDocument/2006/relationships/image" Target="../media/image3791.png"/><Relationship Id="rId2" Type="http://schemas.openxmlformats.org/officeDocument/2006/relationships/image" Target="../media/image3691.png"/><Relationship Id="rId16" Type="http://schemas.openxmlformats.org/officeDocument/2006/relationships/image" Target="../media/image30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91.png"/><Relationship Id="rId11" Type="http://schemas.openxmlformats.org/officeDocument/2006/relationships/image" Target="../media/image3781.png"/><Relationship Id="rId5" Type="http://schemas.openxmlformats.org/officeDocument/2006/relationships/image" Target="../media/image2881.png"/><Relationship Id="rId15" Type="http://schemas.openxmlformats.org/officeDocument/2006/relationships/image" Target="../media/image2981.png"/><Relationship Id="rId10" Type="http://schemas.openxmlformats.org/officeDocument/2006/relationships/image" Target="../media/image2961.png"/><Relationship Id="rId4" Type="http://schemas.openxmlformats.org/officeDocument/2006/relationships/image" Target="../media/image2872.png"/><Relationship Id="rId9" Type="http://schemas.openxmlformats.org/officeDocument/2006/relationships/image" Target="../media/image2951.png"/><Relationship Id="rId14" Type="http://schemas.openxmlformats.org/officeDocument/2006/relationships/image" Target="../media/image2971.png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10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png"/><Relationship Id="rId13" Type="http://schemas.openxmlformats.org/officeDocument/2006/relationships/image" Target="../media/image6012.png"/><Relationship Id="rId3" Type="http://schemas.openxmlformats.org/officeDocument/2006/relationships/image" Target="../media/image5110.png"/><Relationship Id="rId7" Type="http://schemas.openxmlformats.org/officeDocument/2006/relationships/image" Target="../media/image697.png"/><Relationship Id="rId12" Type="http://schemas.openxmlformats.org/officeDocument/2006/relationships/image" Target="../media/image5910.png"/><Relationship Id="rId2" Type="http://schemas.openxmlformats.org/officeDocument/2006/relationships/image" Target="../media/image323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410.png"/><Relationship Id="rId11" Type="http://schemas.openxmlformats.org/officeDocument/2006/relationships/image" Target="../media/image5610.png"/><Relationship Id="rId5" Type="http://schemas.openxmlformats.org/officeDocument/2006/relationships/image" Target="../media/image5310.png"/><Relationship Id="rId10" Type="http://schemas.openxmlformats.org/officeDocument/2006/relationships/image" Target="../media/image5510.png"/><Relationship Id="rId4" Type="http://schemas.openxmlformats.org/officeDocument/2006/relationships/image" Target="../media/image5210.png"/><Relationship Id="rId9" Type="http://schemas.openxmlformats.org/officeDocument/2006/relationships/image" Target="../media/image699.png"/><Relationship Id="rId14" Type="http://schemas.openxmlformats.org/officeDocument/2006/relationships/image" Target="../media/image6110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10.png"/><Relationship Id="rId3" Type="http://schemas.openxmlformats.org/officeDocument/2006/relationships/image" Target="../media/image6310.png"/><Relationship Id="rId7" Type="http://schemas.openxmlformats.org/officeDocument/2006/relationships/image" Target="../media/image6710.png"/><Relationship Id="rId2" Type="http://schemas.openxmlformats.org/officeDocument/2006/relationships/image" Target="../media/image6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10.png"/><Relationship Id="rId5" Type="http://schemas.openxmlformats.org/officeDocument/2006/relationships/image" Target="../media/image6511.png"/><Relationship Id="rId4" Type="http://schemas.openxmlformats.org/officeDocument/2006/relationships/image" Target="../media/image6410.png"/><Relationship Id="rId9" Type="http://schemas.openxmlformats.org/officeDocument/2006/relationships/image" Target="../media/image6910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10.png"/><Relationship Id="rId3" Type="http://schemas.openxmlformats.org/officeDocument/2006/relationships/image" Target="../media/image716.png"/><Relationship Id="rId7" Type="http://schemas.openxmlformats.org/officeDocument/2006/relationships/image" Target="../media/image7510.png"/><Relationship Id="rId2" Type="http://schemas.openxmlformats.org/officeDocument/2006/relationships/image" Target="../media/image70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10.png"/><Relationship Id="rId5" Type="http://schemas.openxmlformats.org/officeDocument/2006/relationships/image" Target="../media/image7310.png"/><Relationship Id="rId10" Type="http://schemas.openxmlformats.org/officeDocument/2006/relationships/image" Target="../media/image7810.png"/><Relationship Id="rId4" Type="http://schemas.openxmlformats.org/officeDocument/2006/relationships/image" Target="../media/image7210.png"/><Relationship Id="rId9" Type="http://schemas.openxmlformats.org/officeDocument/2006/relationships/image" Target="../media/image7710.png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11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12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11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11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10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10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10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10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1.png"/><Relationship Id="rId7" Type="http://schemas.openxmlformats.org/officeDocument/2006/relationships/image" Target="../media/image8610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10.png"/><Relationship Id="rId5" Type="http://schemas.openxmlformats.org/officeDocument/2006/relationships/image" Target="../media/image8410.png"/><Relationship Id="rId4" Type="http://schemas.openxmlformats.org/officeDocument/2006/relationships/image" Target="../media/image831.png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12.png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11.png"/><Relationship Id="rId13" Type="http://schemas.openxmlformats.org/officeDocument/2006/relationships/image" Target="../media/image9710.png"/><Relationship Id="rId3" Type="http://schemas.openxmlformats.org/officeDocument/2006/relationships/image" Target="../media/image735.png"/><Relationship Id="rId7" Type="http://schemas.openxmlformats.org/officeDocument/2006/relationships/image" Target="../media/image919.png"/><Relationship Id="rId12" Type="http://schemas.openxmlformats.org/officeDocument/2006/relationships/image" Target="../media/image9610.png"/><Relationship Id="rId2" Type="http://schemas.openxmlformats.org/officeDocument/2006/relationships/image" Target="../media/image871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6.png"/><Relationship Id="rId11" Type="http://schemas.openxmlformats.org/officeDocument/2006/relationships/image" Target="../media/image951.png"/><Relationship Id="rId5" Type="http://schemas.openxmlformats.org/officeDocument/2006/relationships/image" Target="../media/image894.png"/><Relationship Id="rId10" Type="http://schemas.openxmlformats.org/officeDocument/2006/relationships/image" Target="../media/image9410.png"/><Relationship Id="rId4" Type="http://schemas.openxmlformats.org/officeDocument/2006/relationships/image" Target="../media/image885.png"/><Relationship Id="rId9" Type="http://schemas.openxmlformats.org/officeDocument/2006/relationships/image" Target="../media/image9310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10.png"/><Relationship Id="rId2" Type="http://schemas.openxmlformats.org/officeDocument/2006/relationships/image" Target="../media/image73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111.png"/><Relationship Id="rId5" Type="http://schemas.openxmlformats.org/officeDocument/2006/relationships/image" Target="../media/image10010.png"/><Relationship Id="rId4" Type="http://schemas.openxmlformats.org/officeDocument/2006/relationships/image" Target="../media/image9910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10.png"/><Relationship Id="rId2" Type="http://schemas.openxmlformats.org/officeDocument/2006/relationships/image" Target="../media/image10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611.png"/><Relationship Id="rId5" Type="http://schemas.openxmlformats.org/officeDocument/2006/relationships/image" Target="../media/image10511.png"/><Relationship Id="rId4" Type="http://schemas.openxmlformats.org/officeDocument/2006/relationships/image" Target="../media/image10411.png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0.png"/><Relationship Id="rId3" Type="http://schemas.openxmlformats.org/officeDocument/2006/relationships/image" Target="../media/image755.png"/><Relationship Id="rId7" Type="http://schemas.openxmlformats.org/officeDocument/2006/relationships/image" Target="../media/image759.png"/><Relationship Id="rId12" Type="http://schemas.openxmlformats.org/officeDocument/2006/relationships/image" Target="../media/image764.png"/><Relationship Id="rId2" Type="http://schemas.openxmlformats.org/officeDocument/2006/relationships/image" Target="../media/image75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58.png"/><Relationship Id="rId11" Type="http://schemas.openxmlformats.org/officeDocument/2006/relationships/image" Target="../media/image763.png"/><Relationship Id="rId5" Type="http://schemas.openxmlformats.org/officeDocument/2006/relationships/image" Target="../media/image757.png"/><Relationship Id="rId10" Type="http://schemas.openxmlformats.org/officeDocument/2006/relationships/image" Target="../media/image762.png"/><Relationship Id="rId4" Type="http://schemas.openxmlformats.org/officeDocument/2006/relationships/image" Target="../media/image756.png"/><Relationship Id="rId9" Type="http://schemas.openxmlformats.org/officeDocument/2006/relationships/image" Target="../media/image761.pn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0.png"/><Relationship Id="rId7" Type="http://schemas.openxmlformats.org/officeDocument/2006/relationships/image" Target="../media/image768.png"/><Relationship Id="rId12" Type="http://schemas.openxmlformats.org/officeDocument/2006/relationships/image" Target="../media/image77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67.png"/><Relationship Id="rId11" Type="http://schemas.openxmlformats.org/officeDocument/2006/relationships/image" Target="../media/image770.png"/><Relationship Id="rId5" Type="http://schemas.openxmlformats.org/officeDocument/2006/relationships/image" Target="../media/image766.png"/><Relationship Id="rId10" Type="http://schemas.openxmlformats.org/officeDocument/2006/relationships/image" Target="../media/image769.png"/><Relationship Id="rId4" Type="http://schemas.openxmlformats.org/officeDocument/2006/relationships/image" Target="../media/image765.png"/><Relationship Id="rId9" Type="http://schemas.openxmlformats.org/officeDocument/2006/relationships/image" Target="../media/image761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8.png"/><Relationship Id="rId3" Type="http://schemas.openxmlformats.org/officeDocument/2006/relationships/image" Target="../media/image773.png"/><Relationship Id="rId7" Type="http://schemas.openxmlformats.org/officeDocument/2006/relationships/image" Target="../media/image777.png"/><Relationship Id="rId2" Type="http://schemas.openxmlformats.org/officeDocument/2006/relationships/image" Target="../media/image108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6.png"/><Relationship Id="rId11" Type="http://schemas.openxmlformats.org/officeDocument/2006/relationships/image" Target="../media/image781.png"/><Relationship Id="rId5" Type="http://schemas.openxmlformats.org/officeDocument/2006/relationships/image" Target="../media/image775.png"/><Relationship Id="rId10" Type="http://schemas.openxmlformats.org/officeDocument/2006/relationships/image" Target="../media/image780.png"/><Relationship Id="rId4" Type="http://schemas.openxmlformats.org/officeDocument/2006/relationships/image" Target="../media/image774.png"/><Relationship Id="rId9" Type="http://schemas.openxmlformats.org/officeDocument/2006/relationships/image" Target="../media/image779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3.png"/><Relationship Id="rId5" Type="http://schemas.openxmlformats.org/officeDocument/2006/relationships/image" Target="../media/image164.png"/><Relationship Id="rId4" Type="http://schemas.openxmlformats.org/officeDocument/2006/relationships/image" Target="../media/image163.pn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8.png"/><Relationship Id="rId13" Type="http://schemas.openxmlformats.org/officeDocument/2006/relationships/image" Target="../media/image351.png"/><Relationship Id="rId18" Type="http://schemas.openxmlformats.org/officeDocument/2006/relationships/image" Target="../media/image356.png"/><Relationship Id="rId26" Type="http://schemas.openxmlformats.org/officeDocument/2006/relationships/image" Target="../media/image1104.png"/><Relationship Id="rId3" Type="http://schemas.openxmlformats.org/officeDocument/2006/relationships/image" Target="../media/image783.png"/><Relationship Id="rId21" Type="http://schemas.openxmlformats.org/officeDocument/2006/relationships/image" Target="../media/image359.png"/><Relationship Id="rId7" Type="http://schemas.openxmlformats.org/officeDocument/2006/relationships/image" Target="../media/image787.png"/><Relationship Id="rId12" Type="http://schemas.openxmlformats.org/officeDocument/2006/relationships/image" Target="../media/image350.png"/><Relationship Id="rId17" Type="http://schemas.openxmlformats.org/officeDocument/2006/relationships/image" Target="../media/image355.png"/><Relationship Id="rId25" Type="http://schemas.openxmlformats.org/officeDocument/2006/relationships/image" Target="../media/image805.png"/><Relationship Id="rId2" Type="http://schemas.openxmlformats.org/officeDocument/2006/relationships/image" Target="../media/image1096.png"/><Relationship Id="rId16" Type="http://schemas.openxmlformats.org/officeDocument/2006/relationships/image" Target="../media/image354.png"/><Relationship Id="rId20" Type="http://schemas.openxmlformats.org/officeDocument/2006/relationships/image" Target="../media/image358.png"/><Relationship Id="rId29" Type="http://schemas.openxmlformats.org/officeDocument/2006/relationships/image" Target="../media/image111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6.png"/><Relationship Id="rId11" Type="http://schemas.openxmlformats.org/officeDocument/2006/relationships/image" Target="../media/image349.png"/><Relationship Id="rId24" Type="http://schemas.openxmlformats.org/officeDocument/2006/relationships/image" Target="../media/image804.png"/><Relationship Id="rId5" Type="http://schemas.openxmlformats.org/officeDocument/2006/relationships/image" Target="../media/image785.png"/><Relationship Id="rId15" Type="http://schemas.openxmlformats.org/officeDocument/2006/relationships/image" Target="../media/image353.png"/><Relationship Id="rId23" Type="http://schemas.openxmlformats.org/officeDocument/2006/relationships/image" Target="../media/image803.png"/><Relationship Id="rId28" Type="http://schemas.openxmlformats.org/officeDocument/2006/relationships/image" Target="../media/image808.png"/><Relationship Id="rId10" Type="http://schemas.openxmlformats.org/officeDocument/2006/relationships/image" Target="../media/image348.png"/><Relationship Id="rId19" Type="http://schemas.openxmlformats.org/officeDocument/2006/relationships/image" Target="../media/image357.png"/><Relationship Id="rId4" Type="http://schemas.openxmlformats.org/officeDocument/2006/relationships/image" Target="../media/image784.png"/><Relationship Id="rId9" Type="http://schemas.openxmlformats.org/officeDocument/2006/relationships/image" Target="../media/image4051.png"/><Relationship Id="rId14" Type="http://schemas.openxmlformats.org/officeDocument/2006/relationships/image" Target="../media/image352.png"/><Relationship Id="rId22" Type="http://schemas.openxmlformats.org/officeDocument/2006/relationships/image" Target="../media/image360.png"/><Relationship Id="rId27" Type="http://schemas.openxmlformats.org/officeDocument/2006/relationships/image" Target="../media/image807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36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3.png"/><Relationship Id="rId5" Type="http://schemas.openxmlformats.org/officeDocument/2006/relationships/image" Target="../media/image164.png"/><Relationship Id="rId4" Type="http://schemas.openxmlformats.org/officeDocument/2006/relationships/image" Target="../media/image163.pn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6.png"/><Relationship Id="rId13" Type="http://schemas.openxmlformats.org/officeDocument/2006/relationships/image" Target="../media/image1177.png"/><Relationship Id="rId18" Type="http://schemas.openxmlformats.org/officeDocument/2006/relationships/image" Target="../media/image1221.png"/><Relationship Id="rId26" Type="http://schemas.openxmlformats.org/officeDocument/2006/relationships/image" Target="../media/image1442.png"/><Relationship Id="rId3" Type="http://schemas.openxmlformats.org/officeDocument/2006/relationships/image" Target="../media/image11312.png"/><Relationship Id="rId21" Type="http://schemas.openxmlformats.org/officeDocument/2006/relationships/image" Target="../media/image1362.png"/><Relationship Id="rId7" Type="http://schemas.openxmlformats.org/officeDocument/2006/relationships/image" Target="../media/image785.png"/><Relationship Id="rId12" Type="http://schemas.openxmlformats.org/officeDocument/2006/relationships/image" Target="../media/image11611.png"/><Relationship Id="rId17" Type="http://schemas.openxmlformats.org/officeDocument/2006/relationships/image" Target="../media/image1211.png"/><Relationship Id="rId25" Type="http://schemas.openxmlformats.org/officeDocument/2006/relationships/image" Target="../media/image1432.png"/><Relationship Id="rId2" Type="http://schemas.openxmlformats.org/officeDocument/2006/relationships/image" Target="../media/image11211.png"/><Relationship Id="rId16" Type="http://schemas.openxmlformats.org/officeDocument/2006/relationships/image" Target="../media/image1201.png"/><Relationship Id="rId20" Type="http://schemas.openxmlformats.org/officeDocument/2006/relationships/image" Target="../media/image12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4.png"/><Relationship Id="rId11" Type="http://schemas.openxmlformats.org/officeDocument/2006/relationships/image" Target="../media/image1157.png"/><Relationship Id="rId24" Type="http://schemas.openxmlformats.org/officeDocument/2006/relationships/image" Target="../media/image1422.png"/><Relationship Id="rId5" Type="http://schemas.openxmlformats.org/officeDocument/2006/relationships/image" Target="../media/image783.png"/><Relationship Id="rId15" Type="http://schemas.openxmlformats.org/officeDocument/2006/relationships/image" Target="../media/image1192.png"/><Relationship Id="rId23" Type="http://schemas.openxmlformats.org/officeDocument/2006/relationships/image" Target="../media/image1402.png"/><Relationship Id="rId10" Type="http://schemas.openxmlformats.org/officeDocument/2006/relationships/image" Target="../media/image788.png"/><Relationship Id="rId19" Type="http://schemas.openxmlformats.org/officeDocument/2006/relationships/image" Target="../media/image1251.png"/><Relationship Id="rId4" Type="http://schemas.openxmlformats.org/officeDocument/2006/relationships/image" Target="../media/image11411.png"/><Relationship Id="rId9" Type="http://schemas.openxmlformats.org/officeDocument/2006/relationships/image" Target="../media/image787.png"/><Relationship Id="rId14" Type="http://schemas.openxmlformats.org/officeDocument/2006/relationships/image" Target="../media/image1181.png"/><Relationship Id="rId22" Type="http://schemas.openxmlformats.org/officeDocument/2006/relationships/image" Target="../media/image1392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7.png"/><Relationship Id="rId5" Type="http://schemas.openxmlformats.org/officeDocument/2006/relationships/image" Target="../media/image156.png"/><Relationship Id="rId4" Type="http://schemas.openxmlformats.org/officeDocument/2006/relationships/image" Target="../media/image141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7.png"/><Relationship Id="rId13" Type="http://schemas.openxmlformats.org/officeDocument/2006/relationships/image" Target="../media/image1500.png"/><Relationship Id="rId18" Type="http://schemas.openxmlformats.org/officeDocument/2006/relationships/image" Target="../media/image1551.png"/><Relationship Id="rId26" Type="http://schemas.openxmlformats.org/officeDocument/2006/relationships/image" Target="../media/image1712.png"/><Relationship Id="rId3" Type="http://schemas.openxmlformats.org/officeDocument/2006/relationships/image" Target="../media/image1462.png"/><Relationship Id="rId21" Type="http://schemas.openxmlformats.org/officeDocument/2006/relationships/image" Target="../media/image1660.png"/><Relationship Id="rId7" Type="http://schemas.openxmlformats.org/officeDocument/2006/relationships/image" Target="../media/image786.png"/><Relationship Id="rId12" Type="http://schemas.openxmlformats.org/officeDocument/2006/relationships/image" Target="../media/image1490.png"/><Relationship Id="rId17" Type="http://schemas.openxmlformats.org/officeDocument/2006/relationships/image" Target="../media/image1541.png"/><Relationship Id="rId25" Type="http://schemas.openxmlformats.org/officeDocument/2006/relationships/image" Target="../media/image1701.png"/><Relationship Id="rId2" Type="http://schemas.openxmlformats.org/officeDocument/2006/relationships/image" Target="../media/image1452.png"/><Relationship Id="rId16" Type="http://schemas.openxmlformats.org/officeDocument/2006/relationships/image" Target="../media/image1530.png"/><Relationship Id="rId20" Type="http://schemas.openxmlformats.org/officeDocument/2006/relationships/image" Target="../media/image16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5.png"/><Relationship Id="rId11" Type="http://schemas.openxmlformats.org/officeDocument/2006/relationships/image" Target="../media/image1482.png"/><Relationship Id="rId24" Type="http://schemas.openxmlformats.org/officeDocument/2006/relationships/image" Target="../media/image1691.png"/><Relationship Id="rId5" Type="http://schemas.openxmlformats.org/officeDocument/2006/relationships/image" Target="../media/image784.png"/><Relationship Id="rId15" Type="http://schemas.openxmlformats.org/officeDocument/2006/relationships/image" Target="../media/image1520.png"/><Relationship Id="rId23" Type="http://schemas.openxmlformats.org/officeDocument/2006/relationships/image" Target="../media/image1681.png"/><Relationship Id="rId10" Type="http://schemas.openxmlformats.org/officeDocument/2006/relationships/image" Target="../media/image1472.png"/><Relationship Id="rId19" Type="http://schemas.openxmlformats.org/officeDocument/2006/relationships/image" Target="../media/image1590.png"/><Relationship Id="rId4" Type="http://schemas.openxmlformats.org/officeDocument/2006/relationships/image" Target="../media/image783.png"/><Relationship Id="rId9" Type="http://schemas.openxmlformats.org/officeDocument/2006/relationships/image" Target="../media/image788.png"/><Relationship Id="rId14" Type="http://schemas.openxmlformats.org/officeDocument/2006/relationships/image" Target="../media/image1510.png"/><Relationship Id="rId22" Type="http://schemas.openxmlformats.org/officeDocument/2006/relationships/image" Target="../media/image1671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7.png"/><Relationship Id="rId5" Type="http://schemas.openxmlformats.org/officeDocument/2006/relationships/image" Target="../media/image206.png"/><Relationship Id="rId4" Type="http://schemas.openxmlformats.org/officeDocument/2006/relationships/image" Target="../media/image205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22.png"/><Relationship Id="rId13" Type="http://schemas.openxmlformats.org/officeDocument/2006/relationships/image" Target="../media/image843.png"/><Relationship Id="rId18" Type="http://schemas.openxmlformats.org/officeDocument/2006/relationships/image" Target="../media/image848.png"/><Relationship Id="rId26" Type="http://schemas.openxmlformats.org/officeDocument/2006/relationships/image" Target="../media/image853.png"/><Relationship Id="rId3" Type="http://schemas.openxmlformats.org/officeDocument/2006/relationships/image" Target="../media/image784.png"/><Relationship Id="rId21" Type="http://schemas.openxmlformats.org/officeDocument/2006/relationships/image" Target="../media/image802.png"/><Relationship Id="rId7" Type="http://schemas.openxmlformats.org/officeDocument/2006/relationships/image" Target="../media/image788.png"/><Relationship Id="rId12" Type="http://schemas.openxmlformats.org/officeDocument/2006/relationships/image" Target="../media/image793.png"/><Relationship Id="rId17" Type="http://schemas.openxmlformats.org/officeDocument/2006/relationships/image" Target="../media/image847.png"/><Relationship Id="rId25" Type="http://schemas.openxmlformats.org/officeDocument/2006/relationships/image" Target="../media/image852.png"/><Relationship Id="rId2" Type="http://schemas.openxmlformats.org/officeDocument/2006/relationships/image" Target="../media/image783.png"/><Relationship Id="rId16" Type="http://schemas.openxmlformats.org/officeDocument/2006/relationships/image" Target="../media/image846.png"/><Relationship Id="rId20" Type="http://schemas.openxmlformats.org/officeDocument/2006/relationships/image" Target="../media/image80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7.png"/><Relationship Id="rId11" Type="http://schemas.openxmlformats.org/officeDocument/2006/relationships/image" Target="../media/image792.png"/><Relationship Id="rId24" Type="http://schemas.openxmlformats.org/officeDocument/2006/relationships/image" Target="../media/image851.png"/><Relationship Id="rId5" Type="http://schemas.openxmlformats.org/officeDocument/2006/relationships/image" Target="../media/image786.png"/><Relationship Id="rId15" Type="http://schemas.openxmlformats.org/officeDocument/2006/relationships/image" Target="../media/image845.png"/><Relationship Id="rId23" Type="http://schemas.openxmlformats.org/officeDocument/2006/relationships/image" Target="../media/image804.png"/><Relationship Id="rId28" Type="http://schemas.openxmlformats.org/officeDocument/2006/relationships/image" Target="../media/image1731.png"/><Relationship Id="rId10" Type="http://schemas.openxmlformats.org/officeDocument/2006/relationships/image" Target="../media/image842.png"/><Relationship Id="rId19" Type="http://schemas.openxmlformats.org/officeDocument/2006/relationships/image" Target="../media/image849.png"/><Relationship Id="rId4" Type="http://schemas.openxmlformats.org/officeDocument/2006/relationships/image" Target="../media/image785.png"/><Relationship Id="rId9" Type="http://schemas.openxmlformats.org/officeDocument/2006/relationships/image" Target="../media/image790.png"/><Relationship Id="rId14" Type="http://schemas.openxmlformats.org/officeDocument/2006/relationships/image" Target="../media/image844.png"/><Relationship Id="rId22" Type="http://schemas.openxmlformats.org/officeDocument/2006/relationships/image" Target="../media/image803.png"/><Relationship Id="rId27" Type="http://schemas.openxmlformats.org/officeDocument/2006/relationships/image" Target="../media/image854.pn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91.png"/><Relationship Id="rId3" Type="http://schemas.openxmlformats.org/officeDocument/2006/relationships/image" Target="../media/image857.png"/><Relationship Id="rId7" Type="http://schemas.openxmlformats.org/officeDocument/2006/relationships/image" Target="../media/image4371.png"/><Relationship Id="rId12" Type="http://schemas.openxmlformats.org/officeDocument/2006/relationships/image" Target="../media/image867.png"/><Relationship Id="rId2" Type="http://schemas.openxmlformats.org/officeDocument/2006/relationships/image" Target="../media/image85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1.png"/><Relationship Id="rId11" Type="http://schemas.openxmlformats.org/officeDocument/2006/relationships/image" Target="../media/image866.png"/><Relationship Id="rId5" Type="http://schemas.openxmlformats.org/officeDocument/2006/relationships/image" Target="../media/image859.png"/><Relationship Id="rId10" Type="http://schemas.openxmlformats.org/officeDocument/2006/relationships/image" Target="../media/image865.png"/><Relationship Id="rId4" Type="http://schemas.openxmlformats.org/officeDocument/2006/relationships/image" Target="../media/image858.png"/><Relationship Id="rId9" Type="http://schemas.openxmlformats.org/officeDocument/2006/relationships/image" Target="../media/image4400.pn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2.png"/><Relationship Id="rId13" Type="http://schemas.openxmlformats.org/officeDocument/2006/relationships/image" Target="../media/image367.png"/><Relationship Id="rId18" Type="http://schemas.openxmlformats.org/officeDocument/2006/relationships/image" Target="../media/image372.png"/><Relationship Id="rId26" Type="http://schemas.openxmlformats.org/officeDocument/2006/relationships/image" Target="../media/image380.png"/><Relationship Id="rId3" Type="http://schemas.openxmlformats.org/officeDocument/2006/relationships/image" Target="../media/image869.png"/><Relationship Id="rId21" Type="http://schemas.openxmlformats.org/officeDocument/2006/relationships/image" Target="../media/image375.png"/><Relationship Id="rId7" Type="http://schemas.openxmlformats.org/officeDocument/2006/relationships/image" Target="../media/image1741.png"/><Relationship Id="rId12" Type="http://schemas.openxmlformats.org/officeDocument/2006/relationships/image" Target="../media/image366.png"/><Relationship Id="rId17" Type="http://schemas.openxmlformats.org/officeDocument/2006/relationships/image" Target="../media/image371.png"/><Relationship Id="rId25" Type="http://schemas.openxmlformats.org/officeDocument/2006/relationships/image" Target="../media/image379.png"/><Relationship Id="rId2" Type="http://schemas.openxmlformats.org/officeDocument/2006/relationships/image" Target="../media/image868.png"/><Relationship Id="rId16" Type="http://schemas.openxmlformats.org/officeDocument/2006/relationships/image" Target="../media/image370.png"/><Relationship Id="rId20" Type="http://schemas.openxmlformats.org/officeDocument/2006/relationships/image" Target="../media/image37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450.png"/><Relationship Id="rId11" Type="http://schemas.openxmlformats.org/officeDocument/2006/relationships/image" Target="../media/image365.png"/><Relationship Id="rId24" Type="http://schemas.openxmlformats.org/officeDocument/2006/relationships/image" Target="../media/image378.png"/><Relationship Id="rId32" Type="http://schemas.openxmlformats.org/officeDocument/2006/relationships/image" Target="../media/image901.png"/><Relationship Id="rId5" Type="http://schemas.openxmlformats.org/officeDocument/2006/relationships/image" Target="../media/image5500.png"/><Relationship Id="rId15" Type="http://schemas.openxmlformats.org/officeDocument/2006/relationships/image" Target="../media/image369.png"/><Relationship Id="rId23" Type="http://schemas.openxmlformats.org/officeDocument/2006/relationships/image" Target="../media/image377.png"/><Relationship Id="rId10" Type="http://schemas.openxmlformats.org/officeDocument/2006/relationships/image" Target="../media/image364.png"/><Relationship Id="rId19" Type="http://schemas.openxmlformats.org/officeDocument/2006/relationships/image" Target="../media/image373.png"/><Relationship Id="rId4" Type="http://schemas.openxmlformats.org/officeDocument/2006/relationships/image" Target="../media/image4590.png"/><Relationship Id="rId9" Type="http://schemas.openxmlformats.org/officeDocument/2006/relationships/image" Target="../media/image363.png"/><Relationship Id="rId14" Type="http://schemas.openxmlformats.org/officeDocument/2006/relationships/image" Target="../media/image3680.png"/><Relationship Id="rId22" Type="http://schemas.openxmlformats.org/officeDocument/2006/relationships/image" Target="../media/image376.pn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.png"/><Relationship Id="rId13" Type="http://schemas.openxmlformats.org/officeDocument/2006/relationships/image" Target="../media/image186.png"/><Relationship Id="rId18" Type="http://schemas.openxmlformats.org/officeDocument/2006/relationships/image" Target="../media/image191.png"/><Relationship Id="rId3" Type="http://schemas.openxmlformats.org/officeDocument/2006/relationships/image" Target="../media/image1761.png"/><Relationship Id="rId21" Type="http://schemas.openxmlformats.org/officeDocument/2006/relationships/image" Target="../media/image195.png"/><Relationship Id="rId7" Type="http://schemas.openxmlformats.org/officeDocument/2006/relationships/image" Target="../media/image180.png"/><Relationship Id="rId12" Type="http://schemas.openxmlformats.org/officeDocument/2006/relationships/image" Target="../media/image185.png"/><Relationship Id="rId17" Type="http://schemas.openxmlformats.org/officeDocument/2006/relationships/image" Target="../media/image190.png"/><Relationship Id="rId2" Type="http://schemas.openxmlformats.org/officeDocument/2006/relationships/image" Target="../media/image1751.png"/><Relationship Id="rId16" Type="http://schemas.openxmlformats.org/officeDocument/2006/relationships/image" Target="../media/image189.png"/><Relationship Id="rId20" Type="http://schemas.openxmlformats.org/officeDocument/2006/relationships/image" Target="../media/image19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791.png"/><Relationship Id="rId11" Type="http://schemas.openxmlformats.org/officeDocument/2006/relationships/image" Target="../media/image184.png"/><Relationship Id="rId5" Type="http://schemas.openxmlformats.org/officeDocument/2006/relationships/image" Target="../media/image1781.png"/><Relationship Id="rId15" Type="http://schemas.openxmlformats.org/officeDocument/2006/relationships/image" Target="../media/image188.png"/><Relationship Id="rId23" Type="http://schemas.openxmlformats.org/officeDocument/2006/relationships/image" Target="../media/image235.png"/><Relationship Id="rId10" Type="http://schemas.openxmlformats.org/officeDocument/2006/relationships/image" Target="../media/image183.png"/><Relationship Id="rId19" Type="http://schemas.openxmlformats.org/officeDocument/2006/relationships/image" Target="../media/image192.png"/><Relationship Id="rId4" Type="http://schemas.openxmlformats.org/officeDocument/2006/relationships/image" Target="../media/image1771.png"/><Relationship Id="rId9" Type="http://schemas.openxmlformats.org/officeDocument/2006/relationships/image" Target="../media/image182.png"/><Relationship Id="rId14" Type="http://schemas.openxmlformats.org/officeDocument/2006/relationships/image" Target="../media/image187.png"/><Relationship Id="rId22" Type="http://schemas.openxmlformats.org/officeDocument/2006/relationships/image" Target="../media/image208.png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10.png"/><Relationship Id="rId2" Type="http://schemas.openxmlformats.org/officeDocument/2006/relationships/image" Target="../media/image346.png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1.png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0.pn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7.png"/><Relationship Id="rId3" Type="http://schemas.openxmlformats.org/officeDocument/2006/relationships/image" Target="../media/image382.png"/><Relationship Id="rId7" Type="http://schemas.openxmlformats.org/officeDocument/2006/relationships/image" Target="../media/image386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5.png"/><Relationship Id="rId5" Type="http://schemas.openxmlformats.org/officeDocument/2006/relationships/image" Target="../media/image384.png"/><Relationship Id="rId4" Type="http://schemas.openxmlformats.org/officeDocument/2006/relationships/image" Target="../media/image383.pn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1.png"/><Relationship Id="rId13" Type="http://schemas.openxmlformats.org/officeDocument/2006/relationships/image" Target="../media/image4830.png"/><Relationship Id="rId3" Type="http://schemas.openxmlformats.org/officeDocument/2006/relationships/image" Target="../media/image390.png"/><Relationship Id="rId7" Type="http://schemas.openxmlformats.org/officeDocument/2006/relationships/image" Target="../media/image4770.png"/><Relationship Id="rId12" Type="http://schemas.openxmlformats.org/officeDocument/2006/relationships/image" Target="../media/image48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60.png"/><Relationship Id="rId11" Type="http://schemas.openxmlformats.org/officeDocument/2006/relationships/image" Target="../media/image4810.png"/><Relationship Id="rId5" Type="http://schemas.openxmlformats.org/officeDocument/2006/relationships/image" Target="../media/image4750.png"/><Relationship Id="rId10" Type="http://schemas.openxmlformats.org/officeDocument/2006/relationships/image" Target="../media/image4800.png"/><Relationship Id="rId4" Type="http://schemas.openxmlformats.org/officeDocument/2006/relationships/image" Target="../media/image4740.png"/><Relationship Id="rId9" Type="http://schemas.openxmlformats.org/officeDocument/2006/relationships/image" Target="../media/image4790.png"/><Relationship Id="rId14" Type="http://schemas.openxmlformats.org/officeDocument/2006/relationships/image" Target="../media/image4840.pn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7.png"/><Relationship Id="rId13" Type="http://schemas.openxmlformats.org/officeDocument/2006/relationships/image" Target="../media/image489.png"/><Relationship Id="rId3" Type="http://schemas.openxmlformats.org/officeDocument/2006/relationships/image" Target="../media/image392.png"/><Relationship Id="rId7" Type="http://schemas.openxmlformats.org/officeDocument/2006/relationships/image" Target="../media/image396.png"/><Relationship Id="rId12" Type="http://schemas.openxmlformats.org/officeDocument/2006/relationships/image" Target="../media/image488.png"/><Relationship Id="rId2" Type="http://schemas.openxmlformats.org/officeDocument/2006/relationships/image" Target="../media/image3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png"/><Relationship Id="rId11" Type="http://schemas.openxmlformats.org/officeDocument/2006/relationships/image" Target="../media/image400.png"/><Relationship Id="rId5" Type="http://schemas.openxmlformats.org/officeDocument/2006/relationships/image" Target="../media/image394.png"/><Relationship Id="rId15" Type="http://schemas.openxmlformats.org/officeDocument/2006/relationships/image" Target="../media/image491.png"/><Relationship Id="rId10" Type="http://schemas.openxmlformats.org/officeDocument/2006/relationships/image" Target="../media/image399.png"/><Relationship Id="rId4" Type="http://schemas.openxmlformats.org/officeDocument/2006/relationships/image" Target="../media/image393.png"/><Relationship Id="rId9" Type="http://schemas.openxmlformats.org/officeDocument/2006/relationships/image" Target="../media/image398.png"/><Relationship Id="rId14" Type="http://schemas.openxmlformats.org/officeDocument/2006/relationships/image" Target="../media/image490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2.png"/><Relationship Id="rId2" Type="http://schemas.openxmlformats.org/officeDocument/2006/relationships/image" Target="../media/image49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94.pn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3.png"/><Relationship Id="rId3" Type="http://schemas.openxmlformats.org/officeDocument/2006/relationships/image" Target="../media/image496.png"/><Relationship Id="rId7" Type="http://schemas.openxmlformats.org/officeDocument/2006/relationships/image" Target="../media/image502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9.png"/><Relationship Id="rId11" Type="http://schemas.openxmlformats.org/officeDocument/2006/relationships/image" Target="../media/image501.png"/><Relationship Id="rId5" Type="http://schemas.openxmlformats.org/officeDocument/2006/relationships/image" Target="../media/image498.png"/><Relationship Id="rId10" Type="http://schemas.openxmlformats.org/officeDocument/2006/relationships/image" Target="../media/image505.png"/><Relationship Id="rId4" Type="http://schemas.openxmlformats.org/officeDocument/2006/relationships/image" Target="../media/image497.png"/><Relationship Id="rId9" Type="http://schemas.openxmlformats.org/officeDocument/2006/relationships/image" Target="../media/image504.png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10" Type="http://schemas.openxmlformats.org/officeDocument/2006/relationships/image" Target="../media/image506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13" Type="http://schemas.openxmlformats.org/officeDocument/2006/relationships/image" Target="../media/image615.png"/><Relationship Id="rId3" Type="http://schemas.openxmlformats.org/officeDocument/2006/relationships/image" Target="../media/image495.png"/><Relationship Id="rId7" Type="http://schemas.openxmlformats.org/officeDocument/2006/relationships/image" Target="../media/image508.png"/><Relationship Id="rId12" Type="http://schemas.openxmlformats.org/officeDocument/2006/relationships/image" Target="../media/image610.png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7.png"/><Relationship Id="rId11" Type="http://schemas.openxmlformats.org/officeDocument/2006/relationships/image" Target="../media/image609.png"/><Relationship Id="rId5" Type="http://schemas.openxmlformats.org/officeDocument/2006/relationships/image" Target="../media/image499.png"/><Relationship Id="rId10" Type="http://schemas.openxmlformats.org/officeDocument/2006/relationships/image" Target="../media/image605.png"/><Relationship Id="rId4" Type="http://schemas.openxmlformats.org/officeDocument/2006/relationships/image" Target="../media/image498.png"/><Relationship Id="rId9" Type="http://schemas.openxmlformats.org/officeDocument/2006/relationships/image" Target="../media/image594.png"/><Relationship Id="rId14" Type="http://schemas.openxmlformats.org/officeDocument/2006/relationships/image" Target="../media/image616.pn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png"/><Relationship Id="rId3" Type="http://schemas.openxmlformats.org/officeDocument/2006/relationships/image" Target="../media/image6090.png"/><Relationship Id="rId7" Type="http://schemas.openxmlformats.org/officeDocument/2006/relationships/image" Target="../media/image645.png"/><Relationship Id="rId12" Type="http://schemas.openxmlformats.org/officeDocument/2006/relationships/image" Target="../media/image701.png"/><Relationship Id="rId2" Type="http://schemas.openxmlformats.org/officeDocument/2006/relationships/image" Target="../media/image605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160.png"/><Relationship Id="rId11" Type="http://schemas.openxmlformats.org/officeDocument/2006/relationships/image" Target="../media/image700.png"/><Relationship Id="rId5" Type="http://schemas.openxmlformats.org/officeDocument/2006/relationships/image" Target="../media/image6150.png"/><Relationship Id="rId10" Type="http://schemas.openxmlformats.org/officeDocument/2006/relationships/image" Target="../media/image696.png"/><Relationship Id="rId4" Type="http://schemas.openxmlformats.org/officeDocument/2006/relationships/image" Target="../media/image6100.png"/><Relationship Id="rId9" Type="http://schemas.openxmlformats.org/officeDocument/2006/relationships/image" Target="../media/image695.pn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8.png"/><Relationship Id="rId3" Type="http://schemas.openxmlformats.org/officeDocument/2006/relationships/image" Target="../media/image703.png"/><Relationship Id="rId7" Type="http://schemas.openxmlformats.org/officeDocument/2006/relationships/image" Target="../media/image707.png"/><Relationship Id="rId2" Type="http://schemas.openxmlformats.org/officeDocument/2006/relationships/image" Target="../media/image70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6.png"/><Relationship Id="rId5" Type="http://schemas.openxmlformats.org/officeDocument/2006/relationships/image" Target="../media/image705.png"/><Relationship Id="rId4" Type="http://schemas.openxmlformats.org/officeDocument/2006/relationships/image" Target="../media/image704.pn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0.png"/><Relationship Id="rId13" Type="http://schemas.openxmlformats.org/officeDocument/2006/relationships/image" Target="../media/image6070.png"/><Relationship Id="rId3" Type="http://schemas.openxmlformats.org/officeDocument/2006/relationships/image" Target="../media/image5970.png"/><Relationship Id="rId7" Type="http://schemas.openxmlformats.org/officeDocument/2006/relationships/image" Target="../media/image6010.png"/><Relationship Id="rId12" Type="http://schemas.openxmlformats.org/officeDocument/2006/relationships/image" Target="../media/image6060.png"/><Relationship Id="rId2" Type="http://schemas.openxmlformats.org/officeDocument/2006/relationships/image" Target="../media/image59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09.png"/><Relationship Id="rId11" Type="http://schemas.openxmlformats.org/officeDocument/2006/relationships/image" Target="../media/image6050.png"/><Relationship Id="rId5" Type="http://schemas.openxmlformats.org/officeDocument/2006/relationships/image" Target="../media/image5990.png"/><Relationship Id="rId10" Type="http://schemas.openxmlformats.org/officeDocument/2006/relationships/image" Target="../media/image6040.png"/><Relationship Id="rId4" Type="http://schemas.openxmlformats.org/officeDocument/2006/relationships/image" Target="../media/image5980.png"/><Relationship Id="rId9" Type="http://schemas.openxmlformats.org/officeDocument/2006/relationships/image" Target="../media/image6030.png"/><Relationship Id="rId14" Type="http://schemas.openxmlformats.org/officeDocument/2006/relationships/image" Target="../media/image6080.png"/></Relationships>
</file>

<file path=ppt/slides/_rels/slide138.xml.rels><?xml version="1.0" encoding="UTF-8" standalone="yes"?>
<Relationships xmlns="http://schemas.openxmlformats.org/package/2006/relationships"><Relationship Id="rId18" Type="http://schemas.openxmlformats.org/officeDocument/2006/relationships/image" Target="../media/image726.png"/><Relationship Id="rId3" Type="http://schemas.openxmlformats.org/officeDocument/2006/relationships/image" Target="../media/image711.png"/><Relationship Id="rId7" Type="http://schemas.openxmlformats.org/officeDocument/2006/relationships/image" Target="../media/image715.png"/><Relationship Id="rId17" Type="http://schemas.openxmlformats.org/officeDocument/2006/relationships/image" Target="../media/image725.png"/><Relationship Id="rId2" Type="http://schemas.openxmlformats.org/officeDocument/2006/relationships/image" Target="../media/image710.png"/><Relationship Id="rId16" Type="http://schemas.openxmlformats.org/officeDocument/2006/relationships/image" Target="../media/image724.png"/><Relationship Id="rId20" Type="http://schemas.openxmlformats.org/officeDocument/2006/relationships/image" Target="../media/image2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4.png"/><Relationship Id="rId5" Type="http://schemas.openxmlformats.org/officeDocument/2006/relationships/image" Target="../media/image713.png"/><Relationship Id="rId19" Type="http://schemas.openxmlformats.org/officeDocument/2006/relationships/image" Target="../media/image236.png"/><Relationship Id="rId4" Type="http://schemas.openxmlformats.org/officeDocument/2006/relationships/image" Target="../media/image712.png"/></Relationships>
</file>

<file path=ppt/slides/_rels/slide13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39.png"/><Relationship Id="rId18" Type="http://schemas.openxmlformats.org/officeDocument/2006/relationships/image" Target="../media/image744.png"/><Relationship Id="rId26" Type="http://schemas.openxmlformats.org/officeDocument/2006/relationships/image" Target="../media/image752.png"/><Relationship Id="rId21" Type="http://schemas.openxmlformats.org/officeDocument/2006/relationships/image" Target="../media/image747.png"/><Relationship Id="rId34" Type="http://schemas.openxmlformats.org/officeDocument/2006/relationships/image" Target="../media/image796.png"/><Relationship Id="rId7" Type="http://schemas.openxmlformats.org/officeDocument/2006/relationships/image" Target="../media/image732.png"/><Relationship Id="rId12" Type="http://schemas.openxmlformats.org/officeDocument/2006/relationships/image" Target="../media/image738.png"/><Relationship Id="rId17" Type="http://schemas.openxmlformats.org/officeDocument/2006/relationships/image" Target="../media/image743.png"/><Relationship Id="rId25" Type="http://schemas.openxmlformats.org/officeDocument/2006/relationships/image" Target="../media/image751.png"/><Relationship Id="rId33" Type="http://schemas.openxmlformats.org/officeDocument/2006/relationships/image" Target="../media/image795.png"/><Relationship Id="rId2" Type="http://schemas.openxmlformats.org/officeDocument/2006/relationships/image" Target="../media/image727.png"/><Relationship Id="rId16" Type="http://schemas.openxmlformats.org/officeDocument/2006/relationships/image" Target="../media/image742.png"/><Relationship Id="rId20" Type="http://schemas.openxmlformats.org/officeDocument/2006/relationships/image" Target="../media/image746.png"/><Relationship Id="rId29" Type="http://schemas.openxmlformats.org/officeDocument/2006/relationships/image" Target="../media/image78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1.png"/><Relationship Id="rId11" Type="http://schemas.openxmlformats.org/officeDocument/2006/relationships/image" Target="../media/image737.png"/><Relationship Id="rId24" Type="http://schemas.openxmlformats.org/officeDocument/2006/relationships/image" Target="../media/image750.png"/><Relationship Id="rId32" Type="http://schemas.openxmlformats.org/officeDocument/2006/relationships/image" Target="../media/image794.png"/><Relationship Id="rId37" Type="http://schemas.openxmlformats.org/officeDocument/2006/relationships/image" Target="../media/image799.png"/><Relationship Id="rId5" Type="http://schemas.openxmlformats.org/officeDocument/2006/relationships/image" Target="../media/image730.png"/><Relationship Id="rId15" Type="http://schemas.openxmlformats.org/officeDocument/2006/relationships/image" Target="../media/image741.png"/><Relationship Id="rId23" Type="http://schemas.openxmlformats.org/officeDocument/2006/relationships/image" Target="../media/image749.png"/><Relationship Id="rId28" Type="http://schemas.openxmlformats.org/officeDocument/2006/relationships/image" Target="../media/image718.png"/><Relationship Id="rId36" Type="http://schemas.openxmlformats.org/officeDocument/2006/relationships/image" Target="../media/image798.png"/><Relationship Id="rId10" Type="http://schemas.openxmlformats.org/officeDocument/2006/relationships/image" Target="../media/image736.png"/><Relationship Id="rId19" Type="http://schemas.openxmlformats.org/officeDocument/2006/relationships/image" Target="../media/image745.png"/><Relationship Id="rId31" Type="http://schemas.openxmlformats.org/officeDocument/2006/relationships/image" Target="../media/image791.png"/><Relationship Id="rId4" Type="http://schemas.openxmlformats.org/officeDocument/2006/relationships/image" Target="../media/image729.png"/><Relationship Id="rId9" Type="http://schemas.openxmlformats.org/officeDocument/2006/relationships/image" Target="../media/image734.png"/><Relationship Id="rId14" Type="http://schemas.openxmlformats.org/officeDocument/2006/relationships/image" Target="../media/image740.png"/><Relationship Id="rId22" Type="http://schemas.openxmlformats.org/officeDocument/2006/relationships/image" Target="../media/image748.png"/><Relationship Id="rId27" Type="http://schemas.openxmlformats.org/officeDocument/2006/relationships/image" Target="../media/image753.png"/><Relationship Id="rId30" Type="http://schemas.openxmlformats.org/officeDocument/2006/relationships/image" Target="../media/image789.png"/><Relationship Id="rId35" Type="http://schemas.openxmlformats.org/officeDocument/2006/relationships/image" Target="../media/image797.png"/><Relationship Id="rId8" Type="http://schemas.openxmlformats.org/officeDocument/2006/relationships/image" Target="../media/image733.png"/><Relationship Id="rId3" Type="http://schemas.openxmlformats.org/officeDocument/2006/relationships/image" Target="../media/image728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0.png"/><Relationship Id="rId7" Type="http://schemas.openxmlformats.org/officeDocument/2006/relationships/image" Target="../media/image772.png"/><Relationship Id="rId2" Type="http://schemas.openxmlformats.org/officeDocument/2006/relationships/image" Target="../media/image7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23.png"/><Relationship Id="rId5" Type="http://schemas.openxmlformats.org/officeDocument/2006/relationships/image" Target="../media/image722.png"/><Relationship Id="rId4" Type="http://schemas.openxmlformats.org/officeDocument/2006/relationships/image" Target="../media/image721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4.png"/><Relationship Id="rId2" Type="http://schemas.openxmlformats.org/officeDocument/2006/relationships/image" Target="../media/image80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15.pn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70.png"/><Relationship Id="rId3" Type="http://schemas.openxmlformats.org/officeDocument/2006/relationships/image" Target="../media/image8090.png"/><Relationship Id="rId7" Type="http://schemas.openxmlformats.org/officeDocument/2006/relationships/image" Target="../media/image8130.png"/><Relationship Id="rId2" Type="http://schemas.openxmlformats.org/officeDocument/2006/relationships/image" Target="../media/image8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20.png"/><Relationship Id="rId5" Type="http://schemas.openxmlformats.org/officeDocument/2006/relationships/image" Target="../media/image8110.png"/><Relationship Id="rId10" Type="http://schemas.openxmlformats.org/officeDocument/2006/relationships/image" Target="../media/image8190.png"/><Relationship Id="rId4" Type="http://schemas.openxmlformats.org/officeDocument/2006/relationships/image" Target="../media/image8100.png"/><Relationship Id="rId9" Type="http://schemas.openxmlformats.org/officeDocument/2006/relationships/image" Target="../media/image8180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3.png"/><Relationship Id="rId2" Type="http://schemas.openxmlformats.org/officeDocument/2006/relationships/image" Target="../media/image8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6.png"/><Relationship Id="rId5" Type="http://schemas.openxmlformats.org/officeDocument/2006/relationships/image" Target="../media/image825.png"/><Relationship Id="rId4" Type="http://schemas.openxmlformats.org/officeDocument/2006/relationships/image" Target="../media/image824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8.png"/><Relationship Id="rId2" Type="http://schemas.openxmlformats.org/officeDocument/2006/relationships/image" Target="../media/image82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2.png"/><Relationship Id="rId4" Type="http://schemas.openxmlformats.org/officeDocument/2006/relationships/image" Target="../media/image829.pn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4.png"/><Relationship Id="rId2" Type="http://schemas.openxmlformats.org/officeDocument/2006/relationships/image" Target="../media/image83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6.png"/><Relationship Id="rId4" Type="http://schemas.openxmlformats.org/officeDocument/2006/relationships/image" Target="../media/image835.pn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8.png"/><Relationship Id="rId2" Type="http://schemas.openxmlformats.org/officeDocument/2006/relationships/image" Target="../media/image83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41.png"/><Relationship Id="rId4" Type="http://schemas.openxmlformats.org/officeDocument/2006/relationships/image" Target="../media/image839.png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2.png"/><Relationship Id="rId2" Type="http://schemas.openxmlformats.org/officeDocument/2006/relationships/image" Target="../media/image855.png"/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30.png"/><Relationship Id="rId2" Type="http://schemas.openxmlformats.org/officeDocument/2006/relationships/image" Target="../media/image86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240.png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90.png"/><Relationship Id="rId13" Type="http://schemas.openxmlformats.org/officeDocument/2006/relationships/image" Target="../media/image7040.png"/><Relationship Id="rId3" Type="http://schemas.openxmlformats.org/officeDocument/2006/relationships/image" Target="../media/image5260.png"/><Relationship Id="rId7" Type="http://schemas.openxmlformats.org/officeDocument/2006/relationships/image" Target="../media/image6980.png"/><Relationship Id="rId12" Type="http://schemas.openxmlformats.org/officeDocument/2006/relationships/image" Target="../media/image7030.png"/><Relationship Id="rId17" Type="http://schemas.openxmlformats.org/officeDocument/2006/relationships/image" Target="../media/image7080.png"/><Relationship Id="rId2" Type="http://schemas.openxmlformats.org/officeDocument/2006/relationships/image" Target="../media/image6940.png"/><Relationship Id="rId16" Type="http://schemas.openxmlformats.org/officeDocument/2006/relationships/image" Target="../media/image707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970.png"/><Relationship Id="rId11" Type="http://schemas.openxmlformats.org/officeDocument/2006/relationships/image" Target="../media/image7020.png"/><Relationship Id="rId5" Type="http://schemas.openxmlformats.org/officeDocument/2006/relationships/image" Target="../media/image6960.png"/><Relationship Id="rId15" Type="http://schemas.openxmlformats.org/officeDocument/2006/relationships/image" Target="../media/image7060.png"/><Relationship Id="rId10" Type="http://schemas.openxmlformats.org/officeDocument/2006/relationships/image" Target="../media/image7010.png"/><Relationship Id="rId4" Type="http://schemas.openxmlformats.org/officeDocument/2006/relationships/image" Target="../media/image6950.png"/><Relationship Id="rId9" Type="http://schemas.openxmlformats.org/officeDocument/2006/relationships/image" Target="../media/image7000.png"/><Relationship Id="rId14" Type="http://schemas.openxmlformats.org/officeDocument/2006/relationships/image" Target="../media/image7050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00.png"/><Relationship Id="rId3" Type="http://schemas.openxmlformats.org/officeDocument/2006/relationships/image" Target="../media/image7470.png"/><Relationship Id="rId7" Type="http://schemas.openxmlformats.org/officeDocument/2006/relationships/image" Target="../media/image6490.png"/><Relationship Id="rId2" Type="http://schemas.openxmlformats.org/officeDocument/2006/relationships/image" Target="../media/image74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480.png"/><Relationship Id="rId11" Type="http://schemas.openxmlformats.org/officeDocument/2006/relationships/image" Target="../media/image7051.png"/><Relationship Id="rId5" Type="http://schemas.openxmlformats.org/officeDocument/2006/relationships/image" Target="../media/image7490.png"/><Relationship Id="rId10" Type="http://schemas.openxmlformats.org/officeDocument/2006/relationships/image" Target="../media/image6930.png"/><Relationship Id="rId4" Type="http://schemas.openxmlformats.org/officeDocument/2006/relationships/image" Target="../media/image7480.png"/><Relationship Id="rId9" Type="http://schemas.openxmlformats.org/officeDocument/2006/relationships/image" Target="../media/image6510.pn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12.png"/><Relationship Id="rId7" Type="http://schemas.openxmlformats.org/officeDocument/2006/relationships/image" Target="../media/image9440.png"/><Relationship Id="rId2" Type="http://schemas.openxmlformats.org/officeDocument/2006/relationships/image" Target="../media/image938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430.png"/><Relationship Id="rId5" Type="http://schemas.openxmlformats.org/officeDocument/2006/relationships/image" Target="../media/image953.png"/><Relationship Id="rId4" Type="http://schemas.openxmlformats.org/officeDocument/2006/relationships/image" Target="../media/image952.png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9.png"/><Relationship Id="rId3" Type="http://schemas.openxmlformats.org/officeDocument/2006/relationships/image" Target="../media/image955.png"/><Relationship Id="rId7" Type="http://schemas.openxmlformats.org/officeDocument/2006/relationships/image" Target="../media/image9510.png"/><Relationship Id="rId2" Type="http://schemas.openxmlformats.org/officeDocument/2006/relationships/image" Target="../media/image95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58.png"/><Relationship Id="rId11" Type="http://schemas.openxmlformats.org/officeDocument/2006/relationships/image" Target="../media/image963.png"/><Relationship Id="rId5" Type="http://schemas.openxmlformats.org/officeDocument/2006/relationships/image" Target="../media/image957.png"/><Relationship Id="rId10" Type="http://schemas.openxmlformats.org/officeDocument/2006/relationships/image" Target="../media/image962.png"/><Relationship Id="rId4" Type="http://schemas.openxmlformats.org/officeDocument/2006/relationships/image" Target="../media/image956.png"/><Relationship Id="rId9" Type="http://schemas.openxmlformats.org/officeDocument/2006/relationships/image" Target="../media/image961.pn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71.pn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8.png"/><Relationship Id="rId3" Type="http://schemas.openxmlformats.org/officeDocument/2006/relationships/image" Target="../media/image873.png"/><Relationship Id="rId7" Type="http://schemas.openxmlformats.org/officeDocument/2006/relationships/image" Target="../media/image877.png"/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76.png"/><Relationship Id="rId5" Type="http://schemas.openxmlformats.org/officeDocument/2006/relationships/image" Target="../media/image875.png"/><Relationship Id="rId4" Type="http://schemas.openxmlformats.org/officeDocument/2006/relationships/image" Target="../media/image874.png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png"/><Relationship Id="rId3" Type="http://schemas.openxmlformats.org/officeDocument/2006/relationships/image" Target="../media/image881.png"/><Relationship Id="rId7" Type="http://schemas.openxmlformats.org/officeDocument/2006/relationships/image" Target="../media/image280.png"/><Relationship Id="rId2" Type="http://schemas.openxmlformats.org/officeDocument/2006/relationships/image" Target="../media/image87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4.png"/><Relationship Id="rId11" Type="http://schemas.openxmlformats.org/officeDocument/2006/relationships/image" Target="../media/image888.png"/><Relationship Id="rId5" Type="http://schemas.openxmlformats.org/officeDocument/2006/relationships/image" Target="../media/image883.png"/><Relationship Id="rId10" Type="http://schemas.openxmlformats.org/officeDocument/2006/relationships/image" Target="../media/image887.png"/><Relationship Id="rId4" Type="http://schemas.openxmlformats.org/officeDocument/2006/relationships/image" Target="../media/image882.png"/><Relationship Id="rId9" Type="http://schemas.openxmlformats.org/officeDocument/2006/relationships/image" Target="../media/image8860.pn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1.png"/><Relationship Id="rId2" Type="http://schemas.openxmlformats.org/officeDocument/2006/relationships/image" Target="../media/image88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93.png"/><Relationship Id="rId4" Type="http://schemas.openxmlformats.org/officeDocument/2006/relationships/image" Target="../media/image892.png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4.png"/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5.png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5.png"/><Relationship Id="rId3" Type="http://schemas.openxmlformats.org/officeDocument/2006/relationships/image" Target="../media/image909.png"/><Relationship Id="rId7" Type="http://schemas.openxmlformats.org/officeDocument/2006/relationships/image" Target="../media/image914.png"/><Relationship Id="rId12" Type="http://schemas.openxmlformats.org/officeDocument/2006/relationships/image" Target="../media/image918.png"/><Relationship Id="rId2" Type="http://schemas.openxmlformats.org/officeDocument/2006/relationships/image" Target="../media/image90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3.png"/><Relationship Id="rId11" Type="http://schemas.openxmlformats.org/officeDocument/2006/relationships/image" Target="../media/image1005.png"/><Relationship Id="rId5" Type="http://schemas.openxmlformats.org/officeDocument/2006/relationships/image" Target="../media/image912.png"/><Relationship Id="rId10" Type="http://schemas.openxmlformats.org/officeDocument/2006/relationships/image" Target="../media/image917.png"/><Relationship Id="rId4" Type="http://schemas.openxmlformats.org/officeDocument/2006/relationships/image" Target="../media/image911.png"/><Relationship Id="rId9" Type="http://schemas.openxmlformats.org/officeDocument/2006/relationships/image" Target="../media/image916.png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50.png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07.pn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3.png"/><Relationship Id="rId13" Type="http://schemas.openxmlformats.org/officeDocument/2006/relationships/image" Target="../media/image1018.png"/><Relationship Id="rId3" Type="http://schemas.openxmlformats.org/officeDocument/2006/relationships/image" Target="../media/image1008.png"/><Relationship Id="rId7" Type="http://schemas.openxmlformats.org/officeDocument/2006/relationships/image" Target="../media/image1012.png"/><Relationship Id="rId12" Type="http://schemas.openxmlformats.org/officeDocument/2006/relationships/image" Target="../media/image1017.png"/><Relationship Id="rId2" Type="http://schemas.openxmlformats.org/officeDocument/2006/relationships/image" Target="../media/image100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11.png"/><Relationship Id="rId11" Type="http://schemas.openxmlformats.org/officeDocument/2006/relationships/image" Target="../media/image1016.png"/><Relationship Id="rId5" Type="http://schemas.openxmlformats.org/officeDocument/2006/relationships/image" Target="../media/image1010.png"/><Relationship Id="rId15" Type="http://schemas.openxmlformats.org/officeDocument/2006/relationships/image" Target="../media/image1022.png"/><Relationship Id="rId10" Type="http://schemas.openxmlformats.org/officeDocument/2006/relationships/image" Target="../media/image1015.png"/><Relationship Id="rId4" Type="http://schemas.openxmlformats.org/officeDocument/2006/relationships/image" Target="../media/image1009.png"/><Relationship Id="rId9" Type="http://schemas.openxmlformats.org/officeDocument/2006/relationships/image" Target="../media/image1014.png"/><Relationship Id="rId14" Type="http://schemas.openxmlformats.org/officeDocument/2006/relationships/image" Target="../media/image1019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9.png"/><Relationship Id="rId13" Type="http://schemas.openxmlformats.org/officeDocument/2006/relationships/image" Target="../media/image1036.png"/><Relationship Id="rId3" Type="http://schemas.openxmlformats.org/officeDocument/2006/relationships/image" Target="../media/image1024.png"/><Relationship Id="rId7" Type="http://schemas.openxmlformats.org/officeDocument/2006/relationships/image" Target="../media/image1028.png"/><Relationship Id="rId12" Type="http://schemas.openxmlformats.org/officeDocument/2006/relationships/image" Target="../media/image1035.png"/><Relationship Id="rId17" Type="http://schemas.openxmlformats.org/officeDocument/2006/relationships/image" Target="../media/image289.png"/><Relationship Id="rId2" Type="http://schemas.openxmlformats.org/officeDocument/2006/relationships/image" Target="../media/image3830.png"/><Relationship Id="rId16" Type="http://schemas.openxmlformats.org/officeDocument/2006/relationships/image" Target="../media/image10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7.png"/><Relationship Id="rId11" Type="http://schemas.openxmlformats.org/officeDocument/2006/relationships/image" Target="../media/image1034.png"/><Relationship Id="rId5" Type="http://schemas.openxmlformats.org/officeDocument/2006/relationships/image" Target="../media/image1026.png"/><Relationship Id="rId15" Type="http://schemas.openxmlformats.org/officeDocument/2006/relationships/image" Target="../media/image1038.png"/><Relationship Id="rId10" Type="http://schemas.openxmlformats.org/officeDocument/2006/relationships/image" Target="../media/image1033.png"/><Relationship Id="rId4" Type="http://schemas.openxmlformats.org/officeDocument/2006/relationships/image" Target="../media/image1025.png"/><Relationship Id="rId9" Type="http://schemas.openxmlformats.org/officeDocument/2006/relationships/image" Target="../media/image1032.png"/><Relationship Id="rId14" Type="http://schemas.openxmlformats.org/officeDocument/2006/relationships/image" Target="../media/image1037.png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6.png"/><Relationship Id="rId13" Type="http://schemas.openxmlformats.org/officeDocument/2006/relationships/image" Target="../media/image1052.png"/><Relationship Id="rId3" Type="http://schemas.openxmlformats.org/officeDocument/2006/relationships/image" Target="../media/image1041.png"/><Relationship Id="rId7" Type="http://schemas.openxmlformats.org/officeDocument/2006/relationships/image" Target="../media/image1045.png"/><Relationship Id="rId12" Type="http://schemas.openxmlformats.org/officeDocument/2006/relationships/image" Target="../media/image1051.png"/><Relationship Id="rId17" Type="http://schemas.openxmlformats.org/officeDocument/2006/relationships/image" Target="../media/image1056.png"/><Relationship Id="rId2" Type="http://schemas.openxmlformats.org/officeDocument/2006/relationships/image" Target="../media/image1023.png"/><Relationship Id="rId16" Type="http://schemas.openxmlformats.org/officeDocument/2006/relationships/image" Target="../media/image10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4.png"/><Relationship Id="rId11" Type="http://schemas.openxmlformats.org/officeDocument/2006/relationships/image" Target="../media/image1049.png"/><Relationship Id="rId5" Type="http://schemas.openxmlformats.org/officeDocument/2006/relationships/image" Target="../media/image1043.png"/><Relationship Id="rId15" Type="http://schemas.openxmlformats.org/officeDocument/2006/relationships/image" Target="../media/image1054.png"/><Relationship Id="rId10" Type="http://schemas.openxmlformats.org/officeDocument/2006/relationships/image" Target="../media/image1048.png"/><Relationship Id="rId4" Type="http://schemas.openxmlformats.org/officeDocument/2006/relationships/image" Target="../media/image1042.png"/><Relationship Id="rId9" Type="http://schemas.openxmlformats.org/officeDocument/2006/relationships/image" Target="../media/image1047.png"/><Relationship Id="rId14" Type="http://schemas.openxmlformats.org/officeDocument/2006/relationships/image" Target="../media/image1053.pn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8.png"/><Relationship Id="rId3" Type="http://schemas.openxmlformats.org/officeDocument/2006/relationships/image" Target="../media/image923.png"/><Relationship Id="rId7" Type="http://schemas.openxmlformats.org/officeDocument/2006/relationships/image" Target="../media/image927.png"/><Relationship Id="rId2" Type="http://schemas.openxmlformats.org/officeDocument/2006/relationships/image" Target="../media/image9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26.png"/><Relationship Id="rId5" Type="http://schemas.openxmlformats.org/officeDocument/2006/relationships/image" Target="../media/image925.png"/><Relationship Id="rId4" Type="http://schemas.openxmlformats.org/officeDocument/2006/relationships/image" Target="../media/image924.png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png"/><Relationship Id="rId3" Type="http://schemas.openxmlformats.org/officeDocument/2006/relationships/image" Target="../media/image931.png"/><Relationship Id="rId7" Type="http://schemas.openxmlformats.org/officeDocument/2006/relationships/image" Target="../media/image935.png"/><Relationship Id="rId2" Type="http://schemas.openxmlformats.org/officeDocument/2006/relationships/image" Target="../media/image9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34.png"/><Relationship Id="rId5" Type="http://schemas.openxmlformats.org/officeDocument/2006/relationships/image" Target="../media/image933.png"/><Relationship Id="rId4" Type="http://schemas.openxmlformats.org/officeDocument/2006/relationships/image" Target="../media/image932.png"/><Relationship Id="rId9" Type="http://schemas.openxmlformats.org/officeDocument/2006/relationships/image" Target="../media/image290.png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5.png"/><Relationship Id="rId13" Type="http://schemas.openxmlformats.org/officeDocument/2006/relationships/image" Target="../media/image290.png"/><Relationship Id="rId3" Type="http://schemas.openxmlformats.org/officeDocument/2006/relationships/image" Target="../media/image939.png"/><Relationship Id="rId7" Type="http://schemas.openxmlformats.org/officeDocument/2006/relationships/image" Target="../media/image944.png"/><Relationship Id="rId12" Type="http://schemas.openxmlformats.org/officeDocument/2006/relationships/image" Target="../media/image949.png"/><Relationship Id="rId2" Type="http://schemas.openxmlformats.org/officeDocument/2006/relationships/image" Target="../media/image9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3.png"/><Relationship Id="rId11" Type="http://schemas.openxmlformats.org/officeDocument/2006/relationships/image" Target="../media/image948.png"/><Relationship Id="rId5" Type="http://schemas.openxmlformats.org/officeDocument/2006/relationships/image" Target="../media/image942.png"/><Relationship Id="rId10" Type="http://schemas.openxmlformats.org/officeDocument/2006/relationships/image" Target="../media/image947.png"/><Relationship Id="rId4" Type="http://schemas.openxmlformats.org/officeDocument/2006/relationships/image" Target="../media/image941.png"/><Relationship Id="rId9" Type="http://schemas.openxmlformats.org/officeDocument/2006/relationships/image" Target="../media/image946.png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1.png"/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4.png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7.png"/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6.png"/><Relationship Id="rId13" Type="http://schemas.openxmlformats.org/officeDocument/2006/relationships/image" Target="../media/image1082.png"/><Relationship Id="rId3" Type="http://schemas.openxmlformats.org/officeDocument/2006/relationships/image" Target="../media/image8711.png"/><Relationship Id="rId7" Type="http://schemas.openxmlformats.org/officeDocument/2006/relationships/image" Target="../media/image1075.png"/><Relationship Id="rId12" Type="http://schemas.openxmlformats.org/officeDocument/2006/relationships/image" Target="../media/image1081.png"/><Relationship Id="rId2" Type="http://schemas.openxmlformats.org/officeDocument/2006/relationships/image" Target="../media/image107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4.png"/><Relationship Id="rId11" Type="http://schemas.openxmlformats.org/officeDocument/2006/relationships/image" Target="../media/image1079.png"/><Relationship Id="rId5" Type="http://schemas.openxmlformats.org/officeDocument/2006/relationships/image" Target="../media/image295.png"/><Relationship Id="rId10" Type="http://schemas.openxmlformats.org/officeDocument/2006/relationships/image" Target="../media/image1078.png"/><Relationship Id="rId4" Type="http://schemas.openxmlformats.org/officeDocument/2006/relationships/image" Target="../media/image291.png"/><Relationship Id="rId9" Type="http://schemas.openxmlformats.org/officeDocument/2006/relationships/image" Target="../media/image1077.png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7.png"/><Relationship Id="rId13" Type="http://schemas.openxmlformats.org/officeDocument/2006/relationships/image" Target="../media/image1093.png"/><Relationship Id="rId3" Type="http://schemas.openxmlformats.org/officeDocument/2006/relationships/image" Target="../media/image1073.png"/><Relationship Id="rId7" Type="http://schemas.openxmlformats.org/officeDocument/2006/relationships/image" Target="../media/image1086.png"/><Relationship Id="rId12" Type="http://schemas.openxmlformats.org/officeDocument/2006/relationships/image" Target="../media/image1092.png"/><Relationship Id="rId2" Type="http://schemas.openxmlformats.org/officeDocument/2006/relationships/image" Target="../media/image107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85.png"/><Relationship Id="rId11" Type="http://schemas.openxmlformats.org/officeDocument/2006/relationships/image" Target="../media/image1091.png"/><Relationship Id="rId5" Type="http://schemas.openxmlformats.org/officeDocument/2006/relationships/image" Target="../media/image1084.png"/><Relationship Id="rId10" Type="http://schemas.openxmlformats.org/officeDocument/2006/relationships/image" Target="../media/image1089.png"/><Relationship Id="rId4" Type="http://schemas.openxmlformats.org/officeDocument/2006/relationships/image" Target="../media/image1083.png"/><Relationship Id="rId9" Type="http://schemas.openxmlformats.org/officeDocument/2006/relationships/image" Target="../media/image1088.pn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2.png"/><Relationship Id="rId13" Type="http://schemas.openxmlformats.org/officeDocument/2006/relationships/image" Target="../media/image23110.png"/><Relationship Id="rId18" Type="http://schemas.openxmlformats.org/officeDocument/2006/relationships/image" Target="../media/image2810.png"/><Relationship Id="rId3" Type="http://schemas.openxmlformats.org/officeDocument/2006/relationships/image" Target="../media/image1711.png"/><Relationship Id="rId7" Type="http://schemas.openxmlformats.org/officeDocument/2006/relationships/image" Target="../media/image1101.png"/><Relationship Id="rId12" Type="http://schemas.openxmlformats.org/officeDocument/2006/relationships/image" Target="../media/image22110.png"/><Relationship Id="rId17" Type="http://schemas.openxmlformats.org/officeDocument/2006/relationships/image" Target="../media/image2710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6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99.png"/><Relationship Id="rId11" Type="http://schemas.openxmlformats.org/officeDocument/2006/relationships/image" Target="../media/image2112.png"/><Relationship Id="rId5" Type="http://schemas.openxmlformats.org/officeDocument/2006/relationships/image" Target="../media/image1811.png"/><Relationship Id="rId15" Type="http://schemas.openxmlformats.org/officeDocument/2006/relationships/image" Target="../media/image2510.png"/><Relationship Id="rId10" Type="http://schemas.openxmlformats.org/officeDocument/2006/relationships/image" Target="../media/image2010.png"/><Relationship Id="rId4" Type="http://schemas.openxmlformats.org/officeDocument/2006/relationships/image" Target="../media/image1097.png"/><Relationship Id="rId9" Type="http://schemas.openxmlformats.org/officeDocument/2006/relationships/image" Target="../media/image1911.png"/><Relationship Id="rId14" Type="http://schemas.openxmlformats.org/officeDocument/2006/relationships/image" Target="../media/image2410.png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8.png"/><Relationship Id="rId13" Type="http://schemas.openxmlformats.org/officeDocument/2006/relationships/image" Target="../media/image3911.png"/><Relationship Id="rId18" Type="http://schemas.openxmlformats.org/officeDocument/2006/relationships/image" Target="../media/image9370.png"/><Relationship Id="rId3" Type="http://schemas.openxmlformats.org/officeDocument/2006/relationships/image" Target="../media/image2910.png"/><Relationship Id="rId21" Type="http://schemas.openxmlformats.org/officeDocument/2006/relationships/image" Target="../media/image967.png"/><Relationship Id="rId7" Type="http://schemas.openxmlformats.org/officeDocument/2006/relationships/image" Target="../media/image3311.png"/><Relationship Id="rId12" Type="http://schemas.openxmlformats.org/officeDocument/2006/relationships/image" Target="../media/image3810.png"/><Relationship Id="rId17" Type="http://schemas.openxmlformats.org/officeDocument/2006/relationships/image" Target="../media/image9210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4210.png"/><Relationship Id="rId20" Type="http://schemas.openxmlformats.org/officeDocument/2006/relationships/image" Target="../media/image966.png"/><Relationship Id="rId1" Type="http://schemas.openxmlformats.org/officeDocument/2006/relationships/slideLayout" Target="../slideLayouts/slideLayout3.xml"/><Relationship Id="rId11" Type="http://schemas.openxmlformats.org/officeDocument/2006/relationships/image" Target="../media/image3712.png"/><Relationship Id="rId15" Type="http://schemas.openxmlformats.org/officeDocument/2006/relationships/image" Target="../media/image4111.png"/><Relationship Id="rId10" Type="http://schemas.openxmlformats.org/officeDocument/2006/relationships/image" Target="../media/image3610.png"/><Relationship Id="rId19" Type="http://schemas.openxmlformats.org/officeDocument/2006/relationships/image" Target="../media/image965.png"/><Relationship Id="rId9" Type="http://schemas.openxmlformats.org/officeDocument/2006/relationships/image" Target="../media/image1103.png"/><Relationship Id="rId14" Type="http://schemas.openxmlformats.org/officeDocument/2006/relationships/image" Target="../media/image4011.pn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6.png"/><Relationship Id="rId13" Type="http://schemas.openxmlformats.org/officeDocument/2006/relationships/image" Target="../media/image1090.png"/><Relationship Id="rId18" Type="http://schemas.openxmlformats.org/officeDocument/2006/relationships/image" Target="../media/image3930.png"/><Relationship Id="rId3" Type="http://schemas.openxmlformats.org/officeDocument/2006/relationships/image" Target="../media/image2910.png"/><Relationship Id="rId7" Type="http://schemas.openxmlformats.org/officeDocument/2006/relationships/image" Target="../media/image1105.png"/><Relationship Id="rId12" Type="http://schemas.openxmlformats.org/officeDocument/2006/relationships/image" Target="../media/image1080.png"/><Relationship Id="rId17" Type="http://schemas.openxmlformats.org/officeDocument/2006/relationships/image" Target="../media/image3920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391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890.png"/><Relationship Id="rId11" Type="http://schemas.openxmlformats.org/officeDocument/2006/relationships/image" Target="../media/image1109.png"/><Relationship Id="rId5" Type="http://schemas.openxmlformats.org/officeDocument/2006/relationships/image" Target="../media/image1030.png"/><Relationship Id="rId15" Type="http://schemas.openxmlformats.org/officeDocument/2006/relationships/image" Target="../media/image3900.png"/><Relationship Id="rId10" Type="http://schemas.openxmlformats.org/officeDocument/2006/relationships/image" Target="../media/image1108.png"/><Relationship Id="rId4" Type="http://schemas.openxmlformats.org/officeDocument/2006/relationships/image" Target="../media/image1020.png"/><Relationship Id="rId9" Type="http://schemas.openxmlformats.org/officeDocument/2006/relationships/image" Target="../media/image1107.png"/><Relationship Id="rId14" Type="http://schemas.openxmlformats.org/officeDocument/2006/relationships/image" Target="../media/image1111.png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0.png"/><Relationship Id="rId2" Type="http://schemas.openxmlformats.org/officeDocument/2006/relationships/image" Target="../media/image105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62.png"/><Relationship Id="rId4" Type="http://schemas.openxmlformats.org/officeDocument/2006/relationships/image" Target="../media/image1061.pn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3.png"/><Relationship Id="rId3" Type="http://schemas.openxmlformats.org/officeDocument/2006/relationships/image" Target="../media/image9670.png"/><Relationship Id="rId7" Type="http://schemas.openxmlformats.org/officeDocument/2006/relationships/image" Target="../media/image972.png"/><Relationship Id="rId2" Type="http://schemas.openxmlformats.org/officeDocument/2006/relationships/image" Target="../media/image96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1.png"/><Relationship Id="rId5" Type="http://schemas.openxmlformats.org/officeDocument/2006/relationships/image" Target="../media/image969.png"/><Relationship Id="rId4" Type="http://schemas.openxmlformats.org/officeDocument/2006/relationships/image" Target="../media/image968.pn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1.png"/><Relationship Id="rId13" Type="http://schemas.openxmlformats.org/officeDocument/2006/relationships/image" Target="../media/image986.png"/><Relationship Id="rId18" Type="http://schemas.openxmlformats.org/officeDocument/2006/relationships/image" Target="../media/image991.png"/><Relationship Id="rId3" Type="http://schemas.openxmlformats.org/officeDocument/2006/relationships/image" Target="../media/image975.png"/><Relationship Id="rId7" Type="http://schemas.openxmlformats.org/officeDocument/2006/relationships/image" Target="../media/image979.png"/><Relationship Id="rId12" Type="http://schemas.openxmlformats.org/officeDocument/2006/relationships/image" Target="../media/image985.png"/><Relationship Id="rId17" Type="http://schemas.openxmlformats.org/officeDocument/2006/relationships/image" Target="../media/image990.png"/><Relationship Id="rId2" Type="http://schemas.openxmlformats.org/officeDocument/2006/relationships/image" Target="../media/image974.png"/><Relationship Id="rId16" Type="http://schemas.openxmlformats.org/officeDocument/2006/relationships/image" Target="../media/image98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8.png"/><Relationship Id="rId11" Type="http://schemas.openxmlformats.org/officeDocument/2006/relationships/image" Target="../media/image984.png"/><Relationship Id="rId5" Type="http://schemas.openxmlformats.org/officeDocument/2006/relationships/image" Target="../media/image977.png"/><Relationship Id="rId15" Type="http://schemas.openxmlformats.org/officeDocument/2006/relationships/image" Target="../media/image988.png"/><Relationship Id="rId10" Type="http://schemas.openxmlformats.org/officeDocument/2006/relationships/image" Target="../media/image983.png"/><Relationship Id="rId4" Type="http://schemas.openxmlformats.org/officeDocument/2006/relationships/image" Target="../media/image976.png"/><Relationship Id="rId9" Type="http://schemas.openxmlformats.org/officeDocument/2006/relationships/image" Target="../media/image982.png"/><Relationship Id="rId14" Type="http://schemas.openxmlformats.org/officeDocument/2006/relationships/image" Target="../media/image987.pn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8.png"/><Relationship Id="rId13" Type="http://schemas.openxmlformats.org/officeDocument/2006/relationships/image" Target="../media/image1004.png"/><Relationship Id="rId3" Type="http://schemas.openxmlformats.org/officeDocument/2006/relationships/image" Target="../media/image992.png"/><Relationship Id="rId7" Type="http://schemas.openxmlformats.org/officeDocument/2006/relationships/image" Target="../media/image997.png"/><Relationship Id="rId12" Type="http://schemas.openxmlformats.org/officeDocument/2006/relationships/image" Target="../media/image1003.png"/><Relationship Id="rId2" Type="http://schemas.openxmlformats.org/officeDocument/2006/relationships/image" Target="../media/image97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96.png"/><Relationship Id="rId11" Type="http://schemas.openxmlformats.org/officeDocument/2006/relationships/image" Target="../media/image1002.png"/><Relationship Id="rId5" Type="http://schemas.openxmlformats.org/officeDocument/2006/relationships/image" Target="../media/image994.png"/><Relationship Id="rId15" Type="http://schemas.openxmlformats.org/officeDocument/2006/relationships/image" Target="../media/image1057.png"/><Relationship Id="rId10" Type="http://schemas.openxmlformats.org/officeDocument/2006/relationships/image" Target="../media/image1001.png"/><Relationship Id="rId4" Type="http://schemas.openxmlformats.org/officeDocument/2006/relationships/image" Target="../media/image993.png"/><Relationship Id="rId9" Type="http://schemas.openxmlformats.org/officeDocument/2006/relationships/image" Target="../media/image999.png"/><Relationship Id="rId14" Type="http://schemas.openxmlformats.org/officeDocument/2006/relationships/image" Target="../media/image1006.png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7.png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3.png"/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5.png"/><Relationship Id="rId7" Type="http://schemas.openxmlformats.org/officeDocument/2006/relationships/image" Target="../media/image1069.png"/><Relationship Id="rId2" Type="http://schemas.openxmlformats.org/officeDocument/2006/relationships/image" Target="../media/image10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68.png"/><Relationship Id="rId5" Type="http://schemas.openxmlformats.org/officeDocument/2006/relationships/image" Target="../media/image1067.png"/><Relationship Id="rId4" Type="http://schemas.openxmlformats.org/officeDocument/2006/relationships/image" Target="../media/image1066.png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3.png"/><Relationship Id="rId3" Type="http://schemas.openxmlformats.org/officeDocument/2006/relationships/image" Target="../media/image2903.png"/><Relationship Id="rId7" Type="http://schemas.openxmlformats.org/officeDocument/2006/relationships/image" Target="../media/image298.png"/><Relationship Id="rId2" Type="http://schemas.openxmlformats.org/officeDocument/2006/relationships/image" Target="../media/image2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64.png"/><Relationship Id="rId11" Type="http://schemas.openxmlformats.org/officeDocument/2006/relationships/image" Target="../media/image306.png"/><Relationship Id="rId5" Type="http://schemas.openxmlformats.org/officeDocument/2006/relationships/image" Target="../media/image2953.png"/><Relationship Id="rId10" Type="http://schemas.openxmlformats.org/officeDocument/2006/relationships/image" Target="../media/image305.png"/><Relationship Id="rId4" Type="http://schemas.openxmlformats.org/officeDocument/2006/relationships/image" Target="../media/image2914.png"/><Relationship Id="rId9" Type="http://schemas.openxmlformats.org/officeDocument/2006/relationships/image" Target="../media/image304.png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8.png"/><Relationship Id="rId7" Type="http://schemas.openxmlformats.org/officeDocument/2006/relationships/image" Target="../media/image10110.png"/><Relationship Id="rId2" Type="http://schemas.openxmlformats.org/officeDocument/2006/relationships/image" Target="../media/image112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26.pn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10.png"/><Relationship Id="rId3" Type="http://schemas.openxmlformats.org/officeDocument/2006/relationships/image" Target="../media/image10510.png"/><Relationship Id="rId7" Type="http://schemas.openxmlformats.org/officeDocument/2006/relationships/image" Target="../media/image10910.png"/><Relationship Id="rId2" Type="http://schemas.openxmlformats.org/officeDocument/2006/relationships/image" Target="../media/image1041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28.png"/><Relationship Id="rId11" Type="http://schemas.openxmlformats.org/officeDocument/2006/relationships/image" Target="../media/image11310.png"/><Relationship Id="rId5" Type="http://schemas.openxmlformats.org/officeDocument/2006/relationships/image" Target="../media/image1127.png"/><Relationship Id="rId10" Type="http://schemas.openxmlformats.org/officeDocument/2006/relationships/image" Target="../media/image11210.png"/><Relationship Id="rId4" Type="http://schemas.openxmlformats.org/officeDocument/2006/relationships/image" Target="../media/image10610.png"/><Relationship Id="rId9" Type="http://schemas.openxmlformats.org/officeDocument/2006/relationships/image" Target="../media/image11110.png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10.png"/><Relationship Id="rId3" Type="http://schemas.openxmlformats.org/officeDocument/2006/relationships/image" Target="../media/image11410.png"/><Relationship Id="rId7" Type="http://schemas.openxmlformats.org/officeDocument/2006/relationships/image" Target="../media/image11810.png"/><Relationship Id="rId2" Type="http://schemas.openxmlformats.org/officeDocument/2006/relationships/image" Target="../media/image1061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710.png"/><Relationship Id="rId11" Type="http://schemas.openxmlformats.org/officeDocument/2006/relationships/image" Target="../media/image12210.png"/><Relationship Id="rId5" Type="http://schemas.openxmlformats.org/officeDocument/2006/relationships/image" Target="../media/image11610.png"/><Relationship Id="rId10" Type="http://schemas.openxmlformats.org/officeDocument/2006/relationships/image" Target="../media/image12110.png"/><Relationship Id="rId4" Type="http://schemas.openxmlformats.org/officeDocument/2006/relationships/image" Target="../media/image11510.png"/><Relationship Id="rId9" Type="http://schemas.openxmlformats.org/officeDocument/2006/relationships/image" Target="../media/image12010.png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3.png"/><Relationship Id="rId7" Type="http://schemas.openxmlformats.org/officeDocument/2006/relationships/image" Target="../media/image1132.png"/><Relationship Id="rId12" Type="http://schemas.openxmlformats.org/officeDocument/2006/relationships/image" Target="../media/image1321.png"/><Relationship Id="rId2" Type="http://schemas.openxmlformats.org/officeDocument/2006/relationships/image" Target="../media/image1141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31.png"/><Relationship Id="rId11" Type="http://schemas.openxmlformats.org/officeDocument/2006/relationships/image" Target="../media/image1136.png"/><Relationship Id="rId5" Type="http://schemas.openxmlformats.org/officeDocument/2006/relationships/image" Target="../media/image1129.png"/><Relationship Id="rId10" Type="http://schemas.openxmlformats.org/officeDocument/2006/relationships/image" Target="../media/image1135.png"/><Relationship Id="rId4" Type="http://schemas.openxmlformats.org/officeDocument/2006/relationships/image" Target="../media/image1245.png"/><Relationship Id="rId9" Type="http://schemas.openxmlformats.org/officeDocument/2006/relationships/image" Target="../media/image1134.png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1.png"/><Relationship Id="rId3" Type="http://schemas.openxmlformats.org/officeDocument/2006/relationships/image" Target="../media/image11280.png"/><Relationship Id="rId7" Type="http://schemas.openxmlformats.org/officeDocument/2006/relationships/image" Target="../media/image11311.png"/><Relationship Id="rId2" Type="http://schemas.openxmlformats.org/officeDocument/2006/relationships/image" Target="../media/image133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290.png"/><Relationship Id="rId11" Type="http://schemas.openxmlformats.org/officeDocument/2006/relationships/image" Target="../media/image1421.png"/><Relationship Id="rId5" Type="http://schemas.openxmlformats.org/officeDocument/2006/relationships/image" Target="../media/image1361.png"/><Relationship Id="rId10" Type="http://schemas.openxmlformats.org/officeDocument/2006/relationships/image" Target="../media/image1411.png"/><Relationship Id="rId4" Type="http://schemas.openxmlformats.org/officeDocument/2006/relationships/image" Target="../media/image1351.png"/><Relationship Id="rId9" Type="http://schemas.openxmlformats.org/officeDocument/2006/relationships/image" Target="../media/image1401.png"/></Relationships>
</file>

<file path=ppt/slides/_rels/slide1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1.png"/><Relationship Id="rId13" Type="http://schemas.openxmlformats.org/officeDocument/2006/relationships/image" Target="../media/image1512.png"/><Relationship Id="rId18" Type="http://schemas.openxmlformats.org/officeDocument/2006/relationships/image" Target="../media/image1561.png"/><Relationship Id="rId3" Type="http://schemas.openxmlformats.org/officeDocument/2006/relationships/image" Target="../media/image11510.png"/><Relationship Id="rId7" Type="http://schemas.openxmlformats.org/officeDocument/2006/relationships/image" Target="../media/image1451.png"/><Relationship Id="rId12" Type="http://schemas.openxmlformats.org/officeDocument/2006/relationships/image" Target="../media/image1501.png"/><Relationship Id="rId17" Type="http://schemas.openxmlformats.org/officeDocument/2006/relationships/image" Target="../media/image1550.png"/><Relationship Id="rId2" Type="http://schemas.openxmlformats.org/officeDocument/2006/relationships/image" Target="../media/image11410.png"/><Relationship Id="rId16" Type="http://schemas.openxmlformats.org/officeDocument/2006/relationships/image" Target="../media/image15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41.png"/><Relationship Id="rId11" Type="http://schemas.openxmlformats.org/officeDocument/2006/relationships/image" Target="../media/image1491.png"/><Relationship Id="rId5" Type="http://schemas.openxmlformats.org/officeDocument/2006/relationships/image" Target="../media/image11810.png"/><Relationship Id="rId15" Type="http://schemas.openxmlformats.org/officeDocument/2006/relationships/image" Target="../media/image1531.png"/><Relationship Id="rId10" Type="http://schemas.openxmlformats.org/officeDocument/2006/relationships/image" Target="../media/image1481.png"/><Relationship Id="rId4" Type="http://schemas.openxmlformats.org/officeDocument/2006/relationships/image" Target="../media/image1431.png"/><Relationship Id="rId9" Type="http://schemas.openxmlformats.org/officeDocument/2006/relationships/image" Target="../media/image1471.png"/><Relationship Id="rId14" Type="http://schemas.openxmlformats.org/officeDocument/2006/relationships/image" Target="../media/image1521.png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1.png"/><Relationship Id="rId2" Type="http://schemas.openxmlformats.org/officeDocument/2006/relationships/image" Target="../media/image1071.png"/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4.png"/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5.png"/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12.png"/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0.png"/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3.png"/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83.png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40.png"/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8.png"/><Relationship Id="rId13" Type="http://schemas.openxmlformats.org/officeDocument/2006/relationships/image" Target="../media/image1141.png"/><Relationship Id="rId3" Type="http://schemas.openxmlformats.org/officeDocument/2006/relationships/image" Target="../media/image1113.png"/><Relationship Id="rId7" Type="http://schemas.openxmlformats.org/officeDocument/2006/relationships/image" Target="../media/image1117.png"/><Relationship Id="rId12" Type="http://schemas.openxmlformats.org/officeDocument/2006/relationships/image" Target="../media/image112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16.png"/><Relationship Id="rId11" Type="http://schemas.openxmlformats.org/officeDocument/2006/relationships/image" Target="../media/image1122.png"/><Relationship Id="rId5" Type="http://schemas.openxmlformats.org/officeDocument/2006/relationships/image" Target="../media/image1115.png"/><Relationship Id="rId10" Type="http://schemas.openxmlformats.org/officeDocument/2006/relationships/image" Target="../media/image1121.png"/><Relationship Id="rId4" Type="http://schemas.openxmlformats.org/officeDocument/2006/relationships/image" Target="../media/image1114.png"/><Relationship Id="rId9" Type="http://schemas.openxmlformats.org/officeDocument/2006/relationships/image" Target="../media/image1119.png"/><Relationship Id="rId14" Type="http://schemas.openxmlformats.org/officeDocument/2006/relationships/image" Target="../media/image1124.png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3.png"/><Relationship Id="rId13" Type="http://schemas.openxmlformats.org/officeDocument/2006/relationships/image" Target="../media/image1148.png"/><Relationship Id="rId18" Type="http://schemas.openxmlformats.org/officeDocument/2006/relationships/image" Target="../media/image2900.png"/><Relationship Id="rId3" Type="http://schemas.openxmlformats.org/officeDocument/2006/relationships/image" Target="../media/image1125.png"/><Relationship Id="rId21" Type="http://schemas.openxmlformats.org/officeDocument/2006/relationships/image" Target="../media/image1156.png"/><Relationship Id="rId7" Type="http://schemas.openxmlformats.org/officeDocument/2006/relationships/image" Target="../media/image1142.png"/><Relationship Id="rId12" Type="http://schemas.openxmlformats.org/officeDocument/2006/relationships/image" Target="../media/image1147.png"/><Relationship Id="rId17" Type="http://schemas.openxmlformats.org/officeDocument/2006/relationships/image" Target="../media/image1152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1151.png"/><Relationship Id="rId20" Type="http://schemas.openxmlformats.org/officeDocument/2006/relationships/image" Target="../media/image11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9.png"/><Relationship Id="rId11" Type="http://schemas.openxmlformats.org/officeDocument/2006/relationships/image" Target="../media/image1146.png"/><Relationship Id="rId5" Type="http://schemas.openxmlformats.org/officeDocument/2006/relationships/image" Target="../media/image1138.png"/><Relationship Id="rId15" Type="http://schemas.openxmlformats.org/officeDocument/2006/relationships/image" Target="../media/image1150.png"/><Relationship Id="rId10" Type="http://schemas.openxmlformats.org/officeDocument/2006/relationships/image" Target="../media/image1145.png"/><Relationship Id="rId19" Type="http://schemas.openxmlformats.org/officeDocument/2006/relationships/image" Target="../media/image1154.png"/><Relationship Id="rId4" Type="http://schemas.openxmlformats.org/officeDocument/2006/relationships/image" Target="../media/image1137.png"/><Relationship Id="rId9" Type="http://schemas.openxmlformats.org/officeDocument/2006/relationships/image" Target="../media/image1144.png"/><Relationship Id="rId14" Type="http://schemas.openxmlformats.org/officeDocument/2006/relationships/image" Target="../media/image1149.png"/><Relationship Id="rId22" Type="http://schemas.openxmlformats.org/officeDocument/2006/relationships/image" Target="../media/image308.png"/></Relationships>
</file>

<file path=ppt/slides/_rels/slide2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20.png"/><Relationship Id="rId18" Type="http://schemas.openxmlformats.org/officeDocument/2006/relationships/image" Target="../media/image2113.png"/><Relationship Id="rId3" Type="http://schemas.openxmlformats.org/officeDocument/2006/relationships/image" Target="../media/image1158.png"/><Relationship Id="rId21" Type="http://schemas.openxmlformats.org/officeDocument/2006/relationships/image" Target="../media/image2142.png"/><Relationship Id="rId7" Type="http://schemas.openxmlformats.org/officeDocument/2006/relationships/image" Target="../media/image2011.png"/><Relationship Id="rId12" Type="http://schemas.openxmlformats.org/officeDocument/2006/relationships/image" Target="../media/image1163.png"/><Relationship Id="rId17" Type="http://schemas.openxmlformats.org/officeDocument/2006/relationships/image" Target="../media/image2102.png"/><Relationship Id="rId2" Type="http://schemas.openxmlformats.org/officeDocument/2006/relationships/notesSlide" Target="../notesSlides/notesSlide14.xml"/><Relationship Id="rId20" Type="http://schemas.openxmlformats.org/officeDocument/2006/relationships/image" Target="../media/image213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000.png"/><Relationship Id="rId11" Type="http://schemas.openxmlformats.org/officeDocument/2006/relationships/image" Target="../media/image1162.png"/><Relationship Id="rId5" Type="http://schemas.openxmlformats.org/officeDocument/2006/relationships/image" Target="../media/image1990.png"/><Relationship Id="rId10" Type="http://schemas.openxmlformats.org/officeDocument/2006/relationships/image" Target="../media/image1161.png"/><Relationship Id="rId19" Type="http://schemas.openxmlformats.org/officeDocument/2006/relationships/image" Target="../media/image2122.png"/><Relationship Id="rId4" Type="http://schemas.openxmlformats.org/officeDocument/2006/relationships/image" Target="../media/image19800.png"/><Relationship Id="rId9" Type="http://schemas.openxmlformats.org/officeDocument/2006/relationships/image" Target="../media/image1159.png"/></Relationships>
</file>

<file path=ppt/slides/_rels/slide209.xml.rels><?xml version="1.0" encoding="UTF-8" standalone="yes"?>
<Relationships xmlns="http://schemas.openxmlformats.org/package/2006/relationships"><Relationship Id="rId18" Type="http://schemas.openxmlformats.org/officeDocument/2006/relationships/image" Target="../media/image2301.png"/><Relationship Id="rId21" Type="http://schemas.openxmlformats.org/officeDocument/2006/relationships/image" Target="../media/image23300.png"/><Relationship Id="rId17" Type="http://schemas.openxmlformats.org/officeDocument/2006/relationships/image" Target="../media/image2291.pn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2281.png"/><Relationship Id="rId20" Type="http://schemas.openxmlformats.org/officeDocument/2006/relationships/image" Target="../media/image23200.png"/><Relationship Id="rId1" Type="http://schemas.openxmlformats.org/officeDocument/2006/relationships/slideLayout" Target="../slideLayouts/slideLayout3.xml"/><Relationship Id="rId19" Type="http://schemas.openxmlformats.org/officeDocument/2006/relationships/image" Target="../media/image1164.png"/><Relationship Id="rId22" Type="http://schemas.openxmlformats.org/officeDocument/2006/relationships/image" Target="../media/image1165.pn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2.png"/><Relationship Id="rId3" Type="http://schemas.openxmlformats.org/officeDocument/2006/relationships/image" Target="../media/image1166.png"/><Relationship Id="rId7" Type="http://schemas.openxmlformats.org/officeDocument/2006/relationships/image" Target="../media/image1171.png"/><Relationship Id="rId12" Type="http://schemas.openxmlformats.org/officeDocument/2006/relationships/image" Target="../media/image117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69.png"/><Relationship Id="rId11" Type="http://schemas.openxmlformats.org/officeDocument/2006/relationships/image" Target="../media/image1175.png"/><Relationship Id="rId5" Type="http://schemas.openxmlformats.org/officeDocument/2006/relationships/image" Target="../media/image1168.png"/><Relationship Id="rId10" Type="http://schemas.openxmlformats.org/officeDocument/2006/relationships/image" Target="../media/image1174.png"/><Relationship Id="rId4" Type="http://schemas.openxmlformats.org/officeDocument/2006/relationships/image" Target="../media/image1167.png"/><Relationship Id="rId9" Type="http://schemas.openxmlformats.org/officeDocument/2006/relationships/image" Target="../media/image1173.pn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80.png"/><Relationship Id="rId3" Type="http://schemas.openxmlformats.org/officeDocument/2006/relationships/image" Target="../media/image3250.png"/><Relationship Id="rId7" Type="http://schemas.openxmlformats.org/officeDocument/2006/relationships/image" Target="../media/image3291.png"/><Relationship Id="rId2" Type="http://schemas.openxmlformats.org/officeDocument/2006/relationships/image" Target="../media/image32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80.png"/><Relationship Id="rId11" Type="http://schemas.openxmlformats.org/officeDocument/2006/relationships/image" Target="../media/image3050.png"/><Relationship Id="rId5" Type="http://schemas.openxmlformats.org/officeDocument/2006/relationships/image" Target="../media/image3270.png"/><Relationship Id="rId10" Type="http://schemas.openxmlformats.org/officeDocument/2006/relationships/image" Target="../media/image3040.png"/><Relationship Id="rId4" Type="http://schemas.openxmlformats.org/officeDocument/2006/relationships/image" Target="../media/image3260.png"/><Relationship Id="rId9" Type="http://schemas.openxmlformats.org/officeDocument/2006/relationships/image" Target="../media/image3030.pn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2.png"/><Relationship Id="rId13" Type="http://schemas.openxmlformats.org/officeDocument/2006/relationships/image" Target="../media/image317.png"/><Relationship Id="rId3" Type="http://schemas.openxmlformats.org/officeDocument/2006/relationships/image" Target="../media/image3070.png"/><Relationship Id="rId7" Type="http://schemas.openxmlformats.org/officeDocument/2006/relationships/image" Target="../media/image311.png"/><Relationship Id="rId12" Type="http://schemas.openxmlformats.org/officeDocument/2006/relationships/image" Target="../media/image316.png"/><Relationship Id="rId17" Type="http://schemas.openxmlformats.org/officeDocument/2006/relationships/image" Target="../media/image321.png"/><Relationship Id="rId2" Type="http://schemas.openxmlformats.org/officeDocument/2006/relationships/image" Target="../media/image3060.png"/><Relationship Id="rId16" Type="http://schemas.openxmlformats.org/officeDocument/2006/relationships/image" Target="../media/image3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10.png"/><Relationship Id="rId11" Type="http://schemas.openxmlformats.org/officeDocument/2006/relationships/image" Target="../media/image315.png"/><Relationship Id="rId5" Type="http://schemas.openxmlformats.org/officeDocument/2006/relationships/image" Target="../media/image309.png"/><Relationship Id="rId15" Type="http://schemas.openxmlformats.org/officeDocument/2006/relationships/image" Target="../media/image319.png"/><Relationship Id="rId10" Type="http://schemas.openxmlformats.org/officeDocument/2006/relationships/image" Target="../media/image314.png"/><Relationship Id="rId4" Type="http://schemas.openxmlformats.org/officeDocument/2006/relationships/image" Target="../media/image3080.png"/><Relationship Id="rId9" Type="http://schemas.openxmlformats.org/officeDocument/2006/relationships/image" Target="../media/image313.png"/><Relationship Id="rId14" Type="http://schemas.openxmlformats.org/officeDocument/2006/relationships/image" Target="../media/image318.png"/></Relationships>
</file>

<file path=ppt/slides/_rels/slide2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9.png"/><Relationship Id="rId13" Type="http://schemas.openxmlformats.org/officeDocument/2006/relationships/image" Target="../media/image414.png"/><Relationship Id="rId3" Type="http://schemas.openxmlformats.org/officeDocument/2006/relationships/image" Target="../media/image347.png"/><Relationship Id="rId7" Type="http://schemas.openxmlformats.org/officeDocument/2006/relationships/image" Target="../media/image408.png"/><Relationship Id="rId12" Type="http://schemas.openxmlformats.org/officeDocument/2006/relationships/image" Target="../media/image413.png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7.png"/><Relationship Id="rId11" Type="http://schemas.openxmlformats.org/officeDocument/2006/relationships/image" Target="../media/image412.png"/><Relationship Id="rId5" Type="http://schemas.openxmlformats.org/officeDocument/2006/relationships/image" Target="../media/image406.png"/><Relationship Id="rId10" Type="http://schemas.openxmlformats.org/officeDocument/2006/relationships/image" Target="../media/image411.png"/><Relationship Id="rId4" Type="http://schemas.openxmlformats.org/officeDocument/2006/relationships/image" Target="../media/image404.png"/><Relationship Id="rId9" Type="http://schemas.openxmlformats.org/officeDocument/2006/relationships/image" Target="../media/image410.png"/></Relationships>
</file>

<file path=ppt/slides/_rels/slide21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16.png"/><Relationship Id="rId3" Type="http://schemas.openxmlformats.org/officeDocument/2006/relationships/image" Target="../media/image2152.png"/><Relationship Id="rId12" Type="http://schemas.openxmlformats.org/officeDocument/2006/relationships/image" Target="../media/image2172.png"/><Relationship Id="rId2" Type="http://schemas.openxmlformats.org/officeDocument/2006/relationships/image" Target="../media/image11790.png"/><Relationship Id="rId1" Type="http://schemas.openxmlformats.org/officeDocument/2006/relationships/slideLayout" Target="../slideLayouts/slideLayout3.xml"/><Relationship Id="rId11" Type="http://schemas.openxmlformats.org/officeDocument/2006/relationships/image" Target="../media/image39300.png"/><Relationship Id="rId15" Type="http://schemas.openxmlformats.org/officeDocument/2006/relationships/image" Target="../media/image418.png"/><Relationship Id="rId4" Type="http://schemas.openxmlformats.org/officeDocument/2006/relationships/image" Target="../media/image415.png"/><Relationship Id="rId14" Type="http://schemas.openxmlformats.org/officeDocument/2006/relationships/image" Target="../media/image417.png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70.png"/><Relationship Id="rId13" Type="http://schemas.openxmlformats.org/officeDocument/2006/relationships/image" Target="../media/image1183.png"/><Relationship Id="rId3" Type="http://schemas.openxmlformats.org/officeDocument/2006/relationships/image" Target="../media/image2221.png"/><Relationship Id="rId7" Type="http://schemas.openxmlformats.org/officeDocument/2006/relationships/image" Target="../media/image2260.png"/><Relationship Id="rId12" Type="http://schemas.openxmlformats.org/officeDocument/2006/relationships/image" Target="../media/image11820.png"/><Relationship Id="rId2" Type="http://schemas.openxmlformats.org/officeDocument/2006/relationships/image" Target="../media/image2212.png"/><Relationship Id="rId1" Type="http://schemas.openxmlformats.org/officeDocument/2006/relationships/slideLayout" Target="../slideLayouts/slideLayout3.xml"/><Relationship Id="rId11" Type="http://schemas.openxmlformats.org/officeDocument/2006/relationships/image" Target="../media/image2370.png"/><Relationship Id="rId5" Type="http://schemas.openxmlformats.org/officeDocument/2006/relationships/image" Target="../media/image11811.png"/><Relationship Id="rId10" Type="http://schemas.openxmlformats.org/officeDocument/2006/relationships/image" Target="../media/image2361.png"/><Relationship Id="rId4" Type="http://schemas.openxmlformats.org/officeDocument/2006/relationships/image" Target="../media/image2231.png"/><Relationship Id="rId9" Type="http://schemas.openxmlformats.org/officeDocument/2006/relationships/image" Target="../media/image2352.png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0.png"/><Relationship Id="rId3" Type="http://schemas.openxmlformats.org/officeDocument/2006/relationships/image" Target="../media/image2381.png"/><Relationship Id="rId7" Type="http://schemas.openxmlformats.org/officeDocument/2006/relationships/image" Target="../media/image2550.png"/><Relationship Id="rId2" Type="http://schemas.openxmlformats.org/officeDocument/2006/relationships/image" Target="../media/image23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540.png"/><Relationship Id="rId5" Type="http://schemas.openxmlformats.org/officeDocument/2006/relationships/image" Target="../media/image2530.png"/><Relationship Id="rId10" Type="http://schemas.openxmlformats.org/officeDocument/2006/relationships/image" Target="../media/image2370.png"/><Relationship Id="rId4" Type="http://schemas.openxmlformats.org/officeDocument/2006/relationships/image" Target="../media/image2380.png"/><Relationship Id="rId9" Type="http://schemas.openxmlformats.org/officeDocument/2006/relationships/image" Target="../media/image2570.png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png"/><Relationship Id="rId3" Type="http://schemas.openxmlformats.org/officeDocument/2006/relationships/image" Target="../media/image2380.png"/><Relationship Id="rId7" Type="http://schemas.openxmlformats.org/officeDocument/2006/relationships/image" Target="../media/image1187.png"/><Relationship Id="rId2" Type="http://schemas.openxmlformats.org/officeDocument/2006/relationships/image" Target="../media/image23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86.png"/><Relationship Id="rId11" Type="http://schemas.openxmlformats.org/officeDocument/2006/relationships/image" Target="../media/image1191.png"/><Relationship Id="rId5" Type="http://schemas.openxmlformats.org/officeDocument/2006/relationships/image" Target="../media/image1185.png"/><Relationship Id="rId10" Type="http://schemas.openxmlformats.org/officeDocument/2006/relationships/image" Target="../media/image2370.png"/><Relationship Id="rId4" Type="http://schemas.openxmlformats.org/officeDocument/2006/relationships/image" Target="../media/image1184.png"/><Relationship Id="rId9" Type="http://schemas.openxmlformats.org/officeDocument/2006/relationships/image" Target="../media/image1189.png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9.png"/><Relationship Id="rId3" Type="http://schemas.openxmlformats.org/officeDocument/2006/relationships/image" Target="../media/image2640.png"/><Relationship Id="rId7" Type="http://schemas.openxmlformats.org/officeDocument/2006/relationships/image" Target="../media/image2680.png"/><Relationship Id="rId12" Type="http://schemas.openxmlformats.org/officeDocument/2006/relationships/image" Target="../media/image426.png"/><Relationship Id="rId2" Type="http://schemas.openxmlformats.org/officeDocument/2006/relationships/image" Target="../media/image263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70.png"/><Relationship Id="rId11" Type="http://schemas.openxmlformats.org/officeDocument/2006/relationships/image" Target="../media/image422.png"/><Relationship Id="rId5" Type="http://schemas.openxmlformats.org/officeDocument/2006/relationships/image" Target="../media/image2660.png"/><Relationship Id="rId10" Type="http://schemas.openxmlformats.org/officeDocument/2006/relationships/image" Target="../media/image421.png"/><Relationship Id="rId4" Type="http://schemas.openxmlformats.org/officeDocument/2006/relationships/image" Target="../media/image2650.png"/><Relationship Id="rId9" Type="http://schemas.openxmlformats.org/officeDocument/2006/relationships/image" Target="../media/image420.png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2.png"/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30.png"/><Relationship Id="rId4" Type="http://schemas.openxmlformats.org/officeDocument/2006/relationships/image" Target="../media/image429.png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1.png"/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30.png"/><Relationship Id="rId13" Type="http://schemas.openxmlformats.org/officeDocument/2006/relationships/image" Target="../media/image3330.png"/><Relationship Id="rId3" Type="http://schemas.openxmlformats.org/officeDocument/2006/relationships/image" Target="../media/image3081.png"/><Relationship Id="rId7" Type="http://schemas.openxmlformats.org/officeDocument/2006/relationships/image" Target="../media/image3120.png"/><Relationship Id="rId12" Type="http://schemas.openxmlformats.org/officeDocument/2006/relationships/image" Target="../media/image3320.png"/><Relationship Id="rId2" Type="http://schemas.openxmlformats.org/officeDocument/2006/relationships/image" Target="../media/image4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10.png"/><Relationship Id="rId11" Type="http://schemas.openxmlformats.org/officeDocument/2006/relationships/image" Target="../media/image3312.png"/><Relationship Id="rId5" Type="http://schemas.openxmlformats.org/officeDocument/2006/relationships/image" Target="../media/image3101.png"/><Relationship Id="rId15" Type="http://schemas.openxmlformats.org/officeDocument/2006/relationships/image" Target="../media/image3351.png"/><Relationship Id="rId10" Type="http://schemas.openxmlformats.org/officeDocument/2006/relationships/image" Target="../media/image3301.png"/><Relationship Id="rId4" Type="http://schemas.openxmlformats.org/officeDocument/2006/relationships/image" Target="../media/image3090.png"/><Relationship Id="rId9" Type="http://schemas.openxmlformats.org/officeDocument/2006/relationships/image" Target="../media/image3140.png"/><Relationship Id="rId14" Type="http://schemas.openxmlformats.org/officeDocument/2006/relationships/image" Target="../media/image3340.png"/></Relationships>
</file>

<file path=ppt/slides/_rels/slide2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9.png"/><Relationship Id="rId13" Type="http://schemas.openxmlformats.org/officeDocument/2006/relationships/image" Target="../media/image1036.png"/><Relationship Id="rId3" Type="http://schemas.openxmlformats.org/officeDocument/2006/relationships/image" Target="../media/image436.png"/><Relationship Id="rId7" Type="http://schemas.openxmlformats.org/officeDocument/2006/relationships/image" Target="../media/image1028.png"/><Relationship Id="rId12" Type="http://schemas.openxmlformats.org/officeDocument/2006/relationships/image" Target="../media/image1035.png"/><Relationship Id="rId2" Type="http://schemas.openxmlformats.org/officeDocument/2006/relationships/image" Target="../media/image43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png"/><Relationship Id="rId11" Type="http://schemas.openxmlformats.org/officeDocument/2006/relationships/image" Target="../media/image1034.png"/><Relationship Id="rId5" Type="http://schemas.openxmlformats.org/officeDocument/2006/relationships/image" Target="../media/image441.png"/><Relationship Id="rId15" Type="http://schemas.openxmlformats.org/officeDocument/2006/relationships/image" Target="../media/image1038.png"/><Relationship Id="rId10" Type="http://schemas.openxmlformats.org/officeDocument/2006/relationships/image" Target="../media/image1033.png"/><Relationship Id="rId4" Type="http://schemas.openxmlformats.org/officeDocument/2006/relationships/image" Target="../media/image438.png"/><Relationship Id="rId9" Type="http://schemas.openxmlformats.org/officeDocument/2006/relationships/image" Target="../media/image1032.png"/><Relationship Id="rId14" Type="http://schemas.openxmlformats.org/officeDocument/2006/relationships/image" Target="../media/image443.png"/></Relationships>
</file>

<file path=ppt/slides/_rels/slide2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8.png"/><Relationship Id="rId13" Type="http://schemas.openxmlformats.org/officeDocument/2006/relationships/image" Target="../media/image453.png"/><Relationship Id="rId18" Type="http://schemas.openxmlformats.org/officeDocument/2006/relationships/image" Target="../media/image461.png"/><Relationship Id="rId3" Type="http://schemas.openxmlformats.org/officeDocument/2006/relationships/image" Target="../media/image434.png"/><Relationship Id="rId21" Type="http://schemas.openxmlformats.org/officeDocument/2006/relationships/image" Target="../media/image464.png"/><Relationship Id="rId7" Type="http://schemas.openxmlformats.org/officeDocument/2006/relationships/image" Target="../media/image447.png"/><Relationship Id="rId12" Type="http://schemas.openxmlformats.org/officeDocument/2006/relationships/image" Target="../media/image452.png"/><Relationship Id="rId17" Type="http://schemas.openxmlformats.org/officeDocument/2006/relationships/image" Target="../media/image457.png"/><Relationship Id="rId2" Type="http://schemas.openxmlformats.org/officeDocument/2006/relationships/image" Target="../media/image433.png"/><Relationship Id="rId16" Type="http://schemas.openxmlformats.org/officeDocument/2006/relationships/image" Target="../media/image456.png"/><Relationship Id="rId20" Type="http://schemas.openxmlformats.org/officeDocument/2006/relationships/image" Target="../media/image46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6.png"/><Relationship Id="rId11" Type="http://schemas.openxmlformats.org/officeDocument/2006/relationships/image" Target="../media/image451.png"/><Relationship Id="rId5" Type="http://schemas.openxmlformats.org/officeDocument/2006/relationships/image" Target="../media/image445.png"/><Relationship Id="rId15" Type="http://schemas.openxmlformats.org/officeDocument/2006/relationships/image" Target="../media/image455.png"/><Relationship Id="rId10" Type="http://schemas.openxmlformats.org/officeDocument/2006/relationships/image" Target="../media/image450.png"/><Relationship Id="rId19" Type="http://schemas.openxmlformats.org/officeDocument/2006/relationships/image" Target="../media/image462.png"/><Relationship Id="rId4" Type="http://schemas.openxmlformats.org/officeDocument/2006/relationships/image" Target="../media/image444.png"/><Relationship Id="rId9" Type="http://schemas.openxmlformats.org/officeDocument/2006/relationships/image" Target="../media/image449.png"/><Relationship Id="rId14" Type="http://schemas.openxmlformats.org/officeDocument/2006/relationships/image" Target="../media/image454.png"/><Relationship Id="rId22" Type="http://schemas.openxmlformats.org/officeDocument/2006/relationships/image" Target="../media/image465.png"/></Relationships>
</file>

<file path=ppt/slides/_rels/slide2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2.png"/><Relationship Id="rId3" Type="http://schemas.openxmlformats.org/officeDocument/2006/relationships/image" Target="../media/image717.png"/><Relationship Id="rId7" Type="http://schemas.openxmlformats.org/officeDocument/2006/relationships/image" Target="../media/image811.png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0.png"/><Relationship Id="rId5" Type="http://schemas.openxmlformats.org/officeDocument/2006/relationships/image" Target="../media/image809.png"/><Relationship Id="rId4" Type="http://schemas.openxmlformats.org/officeDocument/2006/relationships/image" Target="../media/image806.png"/><Relationship Id="rId9" Type="http://schemas.openxmlformats.org/officeDocument/2006/relationships/image" Target="../media/image813.png"/></Relationships>
</file>

<file path=ppt/slides/_rels/slide2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7.png"/><Relationship Id="rId13" Type="http://schemas.openxmlformats.org/officeDocument/2006/relationships/image" Target="../media/image895.png"/><Relationship Id="rId3" Type="http://schemas.openxmlformats.org/officeDocument/2006/relationships/image" Target="../media/image717.png"/><Relationship Id="rId7" Type="http://schemas.openxmlformats.org/officeDocument/2006/relationships/image" Target="../media/image811.png"/><Relationship Id="rId12" Type="http://schemas.openxmlformats.org/officeDocument/2006/relationships/image" Target="../media/image813.png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0.png"/><Relationship Id="rId11" Type="http://schemas.openxmlformats.org/officeDocument/2006/relationships/image" Target="../media/image886.png"/><Relationship Id="rId5" Type="http://schemas.openxmlformats.org/officeDocument/2006/relationships/image" Target="../media/image809.png"/><Relationship Id="rId10" Type="http://schemas.openxmlformats.org/officeDocument/2006/relationships/image" Target="../media/image872.png"/><Relationship Id="rId4" Type="http://schemas.openxmlformats.org/officeDocument/2006/relationships/image" Target="../media/image806.png"/><Relationship Id="rId9" Type="http://schemas.openxmlformats.org/officeDocument/2006/relationships/image" Target="../media/image818.png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7.png"/><Relationship Id="rId13" Type="http://schemas.openxmlformats.org/officeDocument/2006/relationships/image" Target="../media/image813.png"/><Relationship Id="rId3" Type="http://schemas.openxmlformats.org/officeDocument/2006/relationships/image" Target="../media/image717.png"/><Relationship Id="rId7" Type="http://schemas.openxmlformats.org/officeDocument/2006/relationships/image" Target="../media/image811.png"/><Relationship Id="rId12" Type="http://schemas.openxmlformats.org/officeDocument/2006/relationships/image" Target="../media/image899.png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0.png"/><Relationship Id="rId11" Type="http://schemas.openxmlformats.org/officeDocument/2006/relationships/image" Target="../media/image898.png"/><Relationship Id="rId5" Type="http://schemas.openxmlformats.org/officeDocument/2006/relationships/image" Target="../media/image809.png"/><Relationship Id="rId10" Type="http://schemas.openxmlformats.org/officeDocument/2006/relationships/image" Target="../media/image897.png"/><Relationship Id="rId4" Type="http://schemas.openxmlformats.org/officeDocument/2006/relationships/image" Target="../media/image806.png"/><Relationship Id="rId9" Type="http://schemas.openxmlformats.org/officeDocument/2006/relationships/image" Target="../media/image896.png"/><Relationship Id="rId14" Type="http://schemas.openxmlformats.org/officeDocument/2006/relationships/image" Target="../media/image902.png"/></Relationships>
</file>

<file path=ppt/slides/_rels/slide2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7.png"/><Relationship Id="rId13" Type="http://schemas.openxmlformats.org/officeDocument/2006/relationships/image" Target="../media/image1178.png"/><Relationship Id="rId3" Type="http://schemas.openxmlformats.org/officeDocument/2006/relationships/image" Target="../media/image717.png"/><Relationship Id="rId7" Type="http://schemas.openxmlformats.org/officeDocument/2006/relationships/image" Target="../media/image811.png"/><Relationship Id="rId12" Type="http://schemas.openxmlformats.org/officeDocument/2006/relationships/image" Target="../media/image1153.png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0.png"/><Relationship Id="rId11" Type="http://schemas.openxmlformats.org/officeDocument/2006/relationships/image" Target="../media/image1112.png"/><Relationship Id="rId5" Type="http://schemas.openxmlformats.org/officeDocument/2006/relationships/image" Target="../media/image809.png"/><Relationship Id="rId15" Type="http://schemas.openxmlformats.org/officeDocument/2006/relationships/image" Target="../media/image1179.png"/><Relationship Id="rId10" Type="http://schemas.openxmlformats.org/officeDocument/2006/relationships/image" Target="../media/image903.png"/><Relationship Id="rId4" Type="http://schemas.openxmlformats.org/officeDocument/2006/relationships/image" Target="../media/image806.png"/><Relationship Id="rId9" Type="http://schemas.openxmlformats.org/officeDocument/2006/relationships/image" Target="../media/image896.png"/><Relationship Id="rId14" Type="http://schemas.openxmlformats.org/officeDocument/2006/relationships/image" Target="../media/image813.png"/></Relationships>
</file>

<file path=ppt/slides/_rels/slide2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7.png"/><Relationship Id="rId13" Type="http://schemas.openxmlformats.org/officeDocument/2006/relationships/image" Target="../media/image1194.png"/><Relationship Id="rId18" Type="http://schemas.openxmlformats.org/officeDocument/2006/relationships/image" Target="../media/image1199.png"/><Relationship Id="rId3" Type="http://schemas.openxmlformats.org/officeDocument/2006/relationships/image" Target="../media/image717.png"/><Relationship Id="rId21" Type="http://schemas.openxmlformats.org/officeDocument/2006/relationships/image" Target="../media/image1204.png"/><Relationship Id="rId7" Type="http://schemas.openxmlformats.org/officeDocument/2006/relationships/image" Target="../media/image811.png"/><Relationship Id="rId12" Type="http://schemas.openxmlformats.org/officeDocument/2006/relationships/image" Target="../media/image1193.png"/><Relationship Id="rId17" Type="http://schemas.openxmlformats.org/officeDocument/2006/relationships/image" Target="../media/image1198.png"/><Relationship Id="rId2" Type="http://schemas.openxmlformats.org/officeDocument/2006/relationships/image" Target="../media/image466.png"/><Relationship Id="rId16" Type="http://schemas.openxmlformats.org/officeDocument/2006/relationships/image" Target="../media/image1197.png"/><Relationship Id="rId20" Type="http://schemas.openxmlformats.org/officeDocument/2006/relationships/image" Target="../media/image12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0.png"/><Relationship Id="rId11" Type="http://schemas.openxmlformats.org/officeDocument/2006/relationships/image" Target="../media/image1182.png"/><Relationship Id="rId5" Type="http://schemas.openxmlformats.org/officeDocument/2006/relationships/image" Target="../media/image809.png"/><Relationship Id="rId15" Type="http://schemas.openxmlformats.org/officeDocument/2006/relationships/image" Target="../media/image1196.png"/><Relationship Id="rId23" Type="http://schemas.openxmlformats.org/officeDocument/2006/relationships/image" Target="../media/image1206.png"/><Relationship Id="rId10" Type="http://schemas.openxmlformats.org/officeDocument/2006/relationships/image" Target="../media/image903.png"/><Relationship Id="rId19" Type="http://schemas.openxmlformats.org/officeDocument/2006/relationships/image" Target="../media/image1202.png"/><Relationship Id="rId4" Type="http://schemas.openxmlformats.org/officeDocument/2006/relationships/image" Target="../media/image806.png"/><Relationship Id="rId9" Type="http://schemas.openxmlformats.org/officeDocument/2006/relationships/image" Target="../media/image896.png"/><Relationship Id="rId14" Type="http://schemas.openxmlformats.org/officeDocument/2006/relationships/image" Target="../media/image1195.png"/><Relationship Id="rId22" Type="http://schemas.openxmlformats.org/officeDocument/2006/relationships/image" Target="../media/image1205.png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7.png"/><Relationship Id="rId13" Type="http://schemas.openxmlformats.org/officeDocument/2006/relationships/image" Target="../media/image1194.png"/><Relationship Id="rId18" Type="http://schemas.openxmlformats.org/officeDocument/2006/relationships/image" Target="../media/image1199.png"/><Relationship Id="rId3" Type="http://schemas.openxmlformats.org/officeDocument/2006/relationships/image" Target="../media/image717.png"/><Relationship Id="rId21" Type="http://schemas.openxmlformats.org/officeDocument/2006/relationships/image" Target="../media/image1204.png"/><Relationship Id="rId7" Type="http://schemas.openxmlformats.org/officeDocument/2006/relationships/image" Target="../media/image811.png"/><Relationship Id="rId12" Type="http://schemas.openxmlformats.org/officeDocument/2006/relationships/image" Target="../media/image1193.png"/><Relationship Id="rId17" Type="http://schemas.openxmlformats.org/officeDocument/2006/relationships/image" Target="../media/image1198.png"/><Relationship Id="rId2" Type="http://schemas.openxmlformats.org/officeDocument/2006/relationships/image" Target="../media/image466.png"/><Relationship Id="rId16" Type="http://schemas.openxmlformats.org/officeDocument/2006/relationships/image" Target="../media/image1197.png"/><Relationship Id="rId20" Type="http://schemas.openxmlformats.org/officeDocument/2006/relationships/image" Target="../media/image12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0.png"/><Relationship Id="rId11" Type="http://schemas.openxmlformats.org/officeDocument/2006/relationships/image" Target="../media/image1182.png"/><Relationship Id="rId5" Type="http://schemas.openxmlformats.org/officeDocument/2006/relationships/image" Target="../media/image809.png"/><Relationship Id="rId15" Type="http://schemas.openxmlformats.org/officeDocument/2006/relationships/image" Target="../media/image1196.png"/><Relationship Id="rId23" Type="http://schemas.openxmlformats.org/officeDocument/2006/relationships/image" Target="../media/image1207.png"/><Relationship Id="rId10" Type="http://schemas.openxmlformats.org/officeDocument/2006/relationships/image" Target="../media/image903.png"/><Relationship Id="rId19" Type="http://schemas.openxmlformats.org/officeDocument/2006/relationships/image" Target="../media/image1202.png"/><Relationship Id="rId4" Type="http://schemas.openxmlformats.org/officeDocument/2006/relationships/image" Target="../media/image806.png"/><Relationship Id="rId9" Type="http://schemas.openxmlformats.org/officeDocument/2006/relationships/image" Target="../media/image896.png"/><Relationship Id="rId14" Type="http://schemas.openxmlformats.org/officeDocument/2006/relationships/image" Target="../media/image1195.png"/><Relationship Id="rId22" Type="http://schemas.openxmlformats.org/officeDocument/2006/relationships/image" Target="../media/image1205.png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81.png"/><Relationship Id="rId1" Type="http://schemas.openxmlformats.org/officeDocument/2006/relationships/slideLayout" Target="../slideLayouts/slideLayout2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91.png"/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31.png"/><Relationship Id="rId3" Type="http://schemas.openxmlformats.org/officeDocument/2006/relationships/image" Target="../media/image3391.png"/><Relationship Id="rId7" Type="http://schemas.openxmlformats.org/officeDocument/2006/relationships/image" Target="../media/image11940.png"/><Relationship Id="rId2" Type="http://schemas.openxmlformats.org/officeDocument/2006/relationships/image" Target="../media/image1193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11.png"/><Relationship Id="rId11" Type="http://schemas.openxmlformats.org/officeDocument/2006/relationships/image" Target="../media/image11950.png"/><Relationship Id="rId5" Type="http://schemas.openxmlformats.org/officeDocument/2006/relationships/image" Target="../media/image34100.png"/><Relationship Id="rId10" Type="http://schemas.openxmlformats.org/officeDocument/2006/relationships/image" Target="../media/image3551.png"/><Relationship Id="rId4" Type="http://schemas.openxmlformats.org/officeDocument/2006/relationships/image" Target="../media/image3401.png"/><Relationship Id="rId9" Type="http://schemas.openxmlformats.org/officeDocument/2006/relationships/image" Target="../media/image3541.png"/></Relationships>
</file>

<file path=ppt/slides/_rels/slide2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120.png"/><Relationship Id="rId13" Type="http://schemas.openxmlformats.org/officeDocument/2006/relationships/image" Target="../media/image3970.png"/><Relationship Id="rId18" Type="http://schemas.openxmlformats.org/officeDocument/2006/relationships/image" Target="../media/image4020.png"/><Relationship Id="rId26" Type="http://schemas.openxmlformats.org/officeDocument/2006/relationships/image" Target="../media/image4100.png"/><Relationship Id="rId3" Type="http://schemas.openxmlformats.org/officeDocument/2006/relationships/image" Target="../media/image3571.png"/><Relationship Id="rId21" Type="http://schemas.openxmlformats.org/officeDocument/2006/relationships/image" Target="../media/image4050.png"/><Relationship Id="rId12" Type="http://schemas.openxmlformats.org/officeDocument/2006/relationships/image" Target="../media/image3960.png"/><Relationship Id="rId17" Type="http://schemas.openxmlformats.org/officeDocument/2006/relationships/image" Target="../media/image4012.png"/><Relationship Id="rId25" Type="http://schemas.openxmlformats.org/officeDocument/2006/relationships/image" Target="../media/image4090.png"/><Relationship Id="rId16" Type="http://schemas.openxmlformats.org/officeDocument/2006/relationships/image" Target="../media/image4000.png"/><Relationship Id="rId20" Type="http://schemas.openxmlformats.org/officeDocument/2006/relationships/image" Target="../media/image4040.png"/><Relationship Id="rId29" Type="http://schemas.openxmlformats.org/officeDocument/2006/relationships/image" Target="../media/image4130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3950.png"/><Relationship Id="rId24" Type="http://schemas.openxmlformats.org/officeDocument/2006/relationships/image" Target="../media/image4080.png"/><Relationship Id="rId15" Type="http://schemas.openxmlformats.org/officeDocument/2006/relationships/image" Target="../media/image3990.png"/><Relationship Id="rId23" Type="http://schemas.openxmlformats.org/officeDocument/2006/relationships/image" Target="../media/image4070.png"/><Relationship Id="rId28" Type="http://schemas.openxmlformats.org/officeDocument/2006/relationships/image" Target="../media/image4120.png"/><Relationship Id="rId10" Type="http://schemas.openxmlformats.org/officeDocument/2006/relationships/image" Target="../media/image3940.png"/><Relationship Id="rId19" Type="http://schemas.openxmlformats.org/officeDocument/2006/relationships/image" Target="../media/image4030.png"/><Relationship Id="rId4" Type="http://schemas.openxmlformats.org/officeDocument/2006/relationships/image" Target="../media/image3581.png"/><Relationship Id="rId9" Type="http://schemas.openxmlformats.org/officeDocument/2006/relationships/image" Target="../media/image39200.png"/><Relationship Id="rId14" Type="http://schemas.openxmlformats.org/officeDocument/2006/relationships/image" Target="../media/image3980.png"/><Relationship Id="rId22" Type="http://schemas.openxmlformats.org/officeDocument/2006/relationships/image" Target="../media/image4060.png"/><Relationship Id="rId27" Type="http://schemas.openxmlformats.org/officeDocument/2006/relationships/image" Target="../media/image4112.png"/><Relationship Id="rId30" Type="http://schemas.openxmlformats.org/officeDocument/2006/relationships/image" Target="../media/image11960.png"/></Relationships>
</file>

<file path=ppt/slides/_rels/slide2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5.png"/><Relationship Id="rId3" Type="http://schemas.openxmlformats.org/officeDocument/2006/relationships/image" Target="../media/image1209.png"/><Relationship Id="rId7" Type="http://schemas.openxmlformats.org/officeDocument/2006/relationships/image" Target="../media/image1215.png"/><Relationship Id="rId2" Type="http://schemas.openxmlformats.org/officeDocument/2006/relationships/image" Target="../media/image120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4.png"/><Relationship Id="rId5" Type="http://schemas.openxmlformats.org/officeDocument/2006/relationships/image" Target="../media/image1213.png"/><Relationship Id="rId4" Type="http://schemas.openxmlformats.org/officeDocument/2006/relationships/image" Target="../media/image1212.png"/><Relationship Id="rId9" Type="http://schemas.openxmlformats.org/officeDocument/2006/relationships/image" Target="../media/image1000.png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30.png"/><Relationship Id="rId1" Type="http://schemas.openxmlformats.org/officeDocument/2006/relationships/slideLayout" Target="../slideLayouts/slideLayout2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121.png"/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1.png"/><Relationship Id="rId2" Type="http://schemas.openxmlformats.org/officeDocument/2006/relationships/image" Target="../media/image121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13.png"/><Relationship Id="rId5" Type="http://schemas.openxmlformats.org/officeDocument/2006/relationships/image" Target="../media/image4381.png"/><Relationship Id="rId4" Type="http://schemas.openxmlformats.org/officeDocument/2006/relationships/image" Target="../media/image4361.pn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12.png"/><Relationship Id="rId7" Type="http://schemas.openxmlformats.org/officeDocument/2006/relationships/image" Target="../media/image4550.png"/><Relationship Id="rId2" Type="http://schemas.openxmlformats.org/officeDocument/2006/relationships/image" Target="../media/image12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40.png"/><Relationship Id="rId5" Type="http://schemas.openxmlformats.org/officeDocument/2006/relationships/image" Target="../media/image4530.png"/><Relationship Id="rId4" Type="http://schemas.openxmlformats.org/officeDocument/2006/relationships/image" Target="../media/image4520.pn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50.png"/><Relationship Id="rId7" Type="http://schemas.openxmlformats.org/officeDocument/2006/relationships/image" Target="../media/image4191.png"/><Relationship Id="rId2" Type="http://schemas.openxmlformats.org/officeDocument/2006/relationships/image" Target="../media/image41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81.png"/><Relationship Id="rId5" Type="http://schemas.openxmlformats.org/officeDocument/2006/relationships/image" Target="../media/image4171.png"/><Relationship Id="rId4" Type="http://schemas.openxmlformats.org/officeDocument/2006/relationships/image" Target="../media/image4161.pn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20.png"/><Relationship Id="rId13" Type="http://schemas.openxmlformats.org/officeDocument/2006/relationships/image" Target="../media/image4271.png"/><Relationship Id="rId3" Type="http://schemas.openxmlformats.org/officeDocument/2006/relationships/image" Target="../media/image4170.png"/><Relationship Id="rId7" Type="http://schemas.openxmlformats.org/officeDocument/2006/relationships/image" Target="../media/image4212.png"/><Relationship Id="rId12" Type="http://schemas.openxmlformats.org/officeDocument/2006/relationships/image" Target="../media/image4260.png"/><Relationship Id="rId2" Type="http://schemas.openxmlformats.org/officeDocument/2006/relationships/image" Target="../media/image41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00.png"/><Relationship Id="rId11" Type="http://schemas.openxmlformats.org/officeDocument/2006/relationships/image" Target="../media/image4250.png"/><Relationship Id="rId5" Type="http://schemas.openxmlformats.org/officeDocument/2006/relationships/image" Target="../media/image4190.png"/><Relationship Id="rId15" Type="http://schemas.openxmlformats.org/officeDocument/2006/relationships/image" Target="../media/image4291.png"/><Relationship Id="rId10" Type="http://schemas.openxmlformats.org/officeDocument/2006/relationships/image" Target="../media/image4240.png"/><Relationship Id="rId4" Type="http://schemas.openxmlformats.org/officeDocument/2006/relationships/image" Target="../media/image4180.png"/><Relationship Id="rId9" Type="http://schemas.openxmlformats.org/officeDocument/2006/relationships/image" Target="../media/image4230.png"/><Relationship Id="rId14" Type="http://schemas.openxmlformats.org/officeDocument/2006/relationships/image" Target="../media/image4281.pn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0.png"/><Relationship Id="rId13" Type="http://schemas.openxmlformats.org/officeDocument/2006/relationships/image" Target="../media/image4370.png"/><Relationship Id="rId3" Type="http://schemas.openxmlformats.org/officeDocument/2006/relationships/image" Target="../media/image4270.png"/><Relationship Id="rId7" Type="http://schemas.openxmlformats.org/officeDocument/2006/relationships/image" Target="../media/image12132.png"/><Relationship Id="rId12" Type="http://schemas.openxmlformats.org/officeDocument/2006/relationships/image" Target="../media/image4360.png"/><Relationship Id="rId2" Type="http://schemas.openxmlformats.org/officeDocument/2006/relationships/image" Target="../media/image41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00.png"/><Relationship Id="rId11" Type="http://schemas.openxmlformats.org/officeDocument/2006/relationships/image" Target="../media/image4350.png"/><Relationship Id="rId5" Type="http://schemas.openxmlformats.org/officeDocument/2006/relationships/image" Target="../media/image4290.png"/><Relationship Id="rId15" Type="http://schemas.openxmlformats.org/officeDocument/2006/relationships/image" Target="../media/image4390.png"/><Relationship Id="rId10" Type="http://schemas.openxmlformats.org/officeDocument/2006/relationships/image" Target="../media/image4340.png"/><Relationship Id="rId4" Type="http://schemas.openxmlformats.org/officeDocument/2006/relationships/image" Target="../media/image4280.png"/><Relationship Id="rId9" Type="http://schemas.openxmlformats.org/officeDocument/2006/relationships/image" Target="../media/image4330.png"/><Relationship Id="rId14" Type="http://schemas.openxmlformats.org/officeDocument/2006/relationships/image" Target="../media/image4380.png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9.png"/><Relationship Id="rId2" Type="http://schemas.openxmlformats.org/officeDocument/2006/relationships/image" Target="../media/image29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12.png"/><Relationship Id="rId5" Type="http://schemas.openxmlformats.org/officeDocument/2006/relationships/image" Target="../media/image12152.png"/><Relationship Id="rId4" Type="http://schemas.openxmlformats.org/officeDocument/2006/relationships/image" Target="../media/image4560.png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41.png"/><Relationship Id="rId2" Type="http://schemas.openxmlformats.org/officeDocument/2006/relationships/image" Target="../media/image1213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161.png"/><Relationship Id="rId4" Type="http://schemas.openxmlformats.org/officeDocument/2006/relationships/image" Target="../media/image12151.png"/></Relationships>
</file>

<file path=ppt/slides/_rels/slide2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11.png"/><Relationship Id="rId3" Type="http://schemas.openxmlformats.org/officeDocument/2006/relationships/image" Target="../media/image44110.png"/><Relationship Id="rId7" Type="http://schemas.openxmlformats.org/officeDocument/2006/relationships/image" Target="../media/image11990.png"/><Relationship Id="rId2" Type="http://schemas.openxmlformats.org/officeDocument/2006/relationships/image" Target="../media/image44000.pn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11980.png"/><Relationship Id="rId5" Type="http://schemas.openxmlformats.org/officeDocument/2006/relationships/image" Target="../media/image11970.png"/><Relationship Id="rId4" Type="http://schemas.openxmlformats.org/officeDocument/2006/relationships/image" Target="../media/image4420.pn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70.png"/><Relationship Id="rId13" Type="http://schemas.openxmlformats.org/officeDocument/2006/relationships/image" Target="../media/image12130.png"/><Relationship Id="rId18" Type="http://schemas.openxmlformats.org/officeDocument/2006/relationships/image" Target="../media/image4630.png"/><Relationship Id="rId3" Type="http://schemas.openxmlformats.org/officeDocument/2006/relationships/image" Target="../media/image12020.png"/><Relationship Id="rId7" Type="http://schemas.openxmlformats.org/officeDocument/2006/relationships/image" Target="../media/image12060.png"/><Relationship Id="rId12" Type="http://schemas.openxmlformats.org/officeDocument/2006/relationships/image" Target="../media/image12120.png"/><Relationship Id="rId17" Type="http://schemas.openxmlformats.org/officeDocument/2006/relationships/image" Target="../media/image4620.png"/><Relationship Id="rId2" Type="http://schemas.openxmlformats.org/officeDocument/2006/relationships/image" Target="../media/image4470.png"/><Relationship Id="rId16" Type="http://schemas.openxmlformats.org/officeDocument/2006/relationships/image" Target="../media/image46110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2050.png"/><Relationship Id="rId11" Type="http://schemas.openxmlformats.org/officeDocument/2006/relationships/image" Target="../media/image12111.png"/><Relationship Id="rId5" Type="http://schemas.openxmlformats.org/officeDocument/2006/relationships/image" Target="../media/image12040.png"/><Relationship Id="rId15" Type="http://schemas.openxmlformats.org/officeDocument/2006/relationships/image" Target="../media/image12150.png"/><Relationship Id="rId10" Type="http://schemas.openxmlformats.org/officeDocument/2006/relationships/image" Target="../media/image12090.png"/><Relationship Id="rId19" Type="http://schemas.openxmlformats.org/officeDocument/2006/relationships/image" Target="../media/image4640.png"/><Relationship Id="rId4" Type="http://schemas.openxmlformats.org/officeDocument/2006/relationships/image" Target="../media/image12030.png"/><Relationship Id="rId9" Type="http://schemas.openxmlformats.org/officeDocument/2006/relationships/image" Target="../media/image12080.png"/><Relationship Id="rId14" Type="http://schemas.openxmlformats.org/officeDocument/2006/relationships/image" Target="../media/image12140.pn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3.png"/><Relationship Id="rId18" Type="http://schemas.openxmlformats.org/officeDocument/2006/relationships/image" Target="../media/image4801.png"/><Relationship Id="rId3" Type="http://schemas.openxmlformats.org/officeDocument/2006/relationships/image" Target="../media/image12170.png"/><Relationship Id="rId21" Type="http://schemas.openxmlformats.org/officeDocument/2006/relationships/image" Target="../media/image1226.png"/><Relationship Id="rId7" Type="http://schemas.openxmlformats.org/officeDocument/2006/relationships/image" Target="../media/image1222.png"/><Relationship Id="rId17" Type="http://schemas.openxmlformats.org/officeDocument/2006/relationships/image" Target="../media/image4791.png"/><Relationship Id="rId2" Type="http://schemas.openxmlformats.org/officeDocument/2006/relationships/image" Target="../media/image12160.png"/><Relationship Id="rId20" Type="http://schemas.openxmlformats.org/officeDocument/2006/relationships/image" Target="../media/image1225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2211.png"/><Relationship Id="rId5" Type="http://schemas.openxmlformats.org/officeDocument/2006/relationships/image" Target="../media/image12190.png"/><Relationship Id="rId10" Type="http://schemas.openxmlformats.org/officeDocument/2006/relationships/image" Target="../media/image4470.png"/><Relationship Id="rId19" Type="http://schemas.openxmlformats.org/officeDocument/2006/relationships/image" Target="../media/image46110.png"/><Relationship Id="rId9" Type="http://schemas.openxmlformats.org/officeDocument/2006/relationships/image" Target="../media/image1224.png"/><Relationship Id="rId22" Type="http://schemas.openxmlformats.org/officeDocument/2006/relationships/image" Target="../media/image1227.png"/></Relationships>
</file>

<file path=ppt/slides/_rels/slide2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5.png"/><Relationship Id="rId13" Type="http://schemas.openxmlformats.org/officeDocument/2006/relationships/image" Target="../media/image1241.png"/><Relationship Id="rId3" Type="http://schemas.openxmlformats.org/officeDocument/2006/relationships/image" Target="../media/image1229.png"/><Relationship Id="rId7" Type="http://schemas.openxmlformats.org/officeDocument/2006/relationships/image" Target="../media/image1234.png"/><Relationship Id="rId12" Type="http://schemas.openxmlformats.org/officeDocument/2006/relationships/image" Target="../media/image1239.png"/><Relationship Id="rId2" Type="http://schemas.openxmlformats.org/officeDocument/2006/relationships/image" Target="../media/image1228.png"/><Relationship Id="rId16" Type="http://schemas.openxmlformats.org/officeDocument/2006/relationships/image" Target="../media/image12170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233.png"/><Relationship Id="rId11" Type="http://schemas.openxmlformats.org/officeDocument/2006/relationships/image" Target="../media/image1238.png"/><Relationship Id="rId5" Type="http://schemas.openxmlformats.org/officeDocument/2006/relationships/image" Target="../media/image1232.png"/><Relationship Id="rId15" Type="http://schemas.openxmlformats.org/officeDocument/2006/relationships/image" Target="../media/image12160.png"/><Relationship Id="rId10" Type="http://schemas.openxmlformats.org/officeDocument/2006/relationships/image" Target="../media/image1237.png"/><Relationship Id="rId4" Type="http://schemas.openxmlformats.org/officeDocument/2006/relationships/image" Target="../media/image1231.png"/><Relationship Id="rId9" Type="http://schemas.openxmlformats.org/officeDocument/2006/relationships/image" Target="../media/image1236.png"/><Relationship Id="rId14" Type="http://schemas.openxmlformats.org/officeDocument/2006/relationships/image" Target="../media/image1242.png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70.png"/><Relationship Id="rId13" Type="http://schemas.openxmlformats.org/officeDocument/2006/relationships/image" Target="../media/image4920.png"/><Relationship Id="rId3" Type="http://schemas.openxmlformats.org/officeDocument/2006/relationships/image" Target="../media/image4821.png"/><Relationship Id="rId7" Type="http://schemas.openxmlformats.org/officeDocument/2006/relationships/image" Target="../media/image4860.png"/><Relationship Id="rId12" Type="http://schemas.openxmlformats.org/officeDocument/2006/relationships/image" Target="../media/image49100.png"/><Relationship Id="rId2" Type="http://schemas.openxmlformats.org/officeDocument/2006/relationships/image" Target="../media/image4812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4850.png"/><Relationship Id="rId11" Type="http://schemas.openxmlformats.org/officeDocument/2006/relationships/image" Target="../media/image4900.png"/><Relationship Id="rId5" Type="http://schemas.openxmlformats.org/officeDocument/2006/relationships/image" Target="../media/image4841.png"/><Relationship Id="rId15" Type="http://schemas.openxmlformats.org/officeDocument/2006/relationships/image" Target="../media/image4940.png"/><Relationship Id="rId10" Type="http://schemas.openxmlformats.org/officeDocument/2006/relationships/image" Target="../media/image4890.png"/><Relationship Id="rId4" Type="http://schemas.openxmlformats.org/officeDocument/2006/relationships/image" Target="../media/image4831.png"/><Relationship Id="rId9" Type="http://schemas.openxmlformats.org/officeDocument/2006/relationships/image" Target="../media/image4880.png"/><Relationship Id="rId14" Type="http://schemas.openxmlformats.org/officeDocument/2006/relationships/image" Target="../media/image4930.pn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11.png"/><Relationship Id="rId13" Type="http://schemas.openxmlformats.org/officeDocument/2006/relationships/image" Target="../media/image5061.png"/><Relationship Id="rId3" Type="http://schemas.openxmlformats.org/officeDocument/2006/relationships/image" Target="../media/image4960.png"/><Relationship Id="rId7" Type="http://schemas.openxmlformats.org/officeDocument/2006/relationships/image" Target="../media/image5001.png"/><Relationship Id="rId12" Type="http://schemas.openxmlformats.org/officeDocument/2006/relationships/image" Target="../media/image5051.png"/><Relationship Id="rId17" Type="http://schemas.openxmlformats.org/officeDocument/2006/relationships/image" Target="../media/image5101.png"/><Relationship Id="rId2" Type="http://schemas.openxmlformats.org/officeDocument/2006/relationships/image" Target="../media/image4950.png"/><Relationship Id="rId16" Type="http://schemas.openxmlformats.org/officeDocument/2006/relationships/image" Target="../media/image5091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4991.png"/><Relationship Id="rId11" Type="http://schemas.openxmlformats.org/officeDocument/2006/relationships/image" Target="../media/image12180.png"/><Relationship Id="rId5" Type="http://schemas.openxmlformats.org/officeDocument/2006/relationships/image" Target="../media/image4981.png"/><Relationship Id="rId15" Type="http://schemas.openxmlformats.org/officeDocument/2006/relationships/image" Target="../media/image5081.png"/><Relationship Id="rId10" Type="http://schemas.openxmlformats.org/officeDocument/2006/relationships/image" Target="../media/image5031.png"/><Relationship Id="rId4" Type="http://schemas.openxmlformats.org/officeDocument/2006/relationships/image" Target="../media/image1243.png"/><Relationship Id="rId9" Type="http://schemas.openxmlformats.org/officeDocument/2006/relationships/image" Target="../media/image5021.png"/><Relationship Id="rId14" Type="http://schemas.openxmlformats.org/officeDocument/2006/relationships/image" Target="../media/image5071.png"/></Relationships>
</file>

<file path=ppt/slides/_rels/slide2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61.png"/><Relationship Id="rId13" Type="http://schemas.openxmlformats.org/officeDocument/2006/relationships/image" Target="../media/image5191.png"/><Relationship Id="rId3" Type="http://schemas.openxmlformats.org/officeDocument/2006/relationships/image" Target="../media/image1244.png"/><Relationship Id="rId7" Type="http://schemas.openxmlformats.org/officeDocument/2006/relationships/image" Target="../media/image5151.png"/><Relationship Id="rId12" Type="http://schemas.openxmlformats.org/officeDocument/2006/relationships/image" Target="../media/image4970.png"/><Relationship Id="rId2" Type="http://schemas.openxmlformats.org/officeDocument/2006/relationships/image" Target="../media/image5111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5141.png"/><Relationship Id="rId11" Type="http://schemas.openxmlformats.org/officeDocument/2006/relationships/image" Target="../media/image5181.png"/><Relationship Id="rId5" Type="http://schemas.openxmlformats.org/officeDocument/2006/relationships/image" Target="../media/image5131.png"/><Relationship Id="rId10" Type="http://schemas.openxmlformats.org/officeDocument/2006/relationships/image" Target="../media/image5031.png"/><Relationship Id="rId4" Type="http://schemas.openxmlformats.org/officeDocument/2006/relationships/image" Target="../media/image5121.png"/><Relationship Id="rId9" Type="http://schemas.openxmlformats.org/officeDocument/2006/relationships/image" Target="../media/image5171.png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image" Target="NULL"/><Relationship Id="rId1" Type="http://schemas.openxmlformats.org/officeDocument/2006/relationships/slideLayout" Target="../slideLayouts/slideLayout22.xml"/><Relationship Id="rId4" Type="http://schemas.openxmlformats.org/officeDocument/2006/relationships/image" Target="NUL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image" Target="../media/image1218.png"/><Relationship Id="rId1" Type="http://schemas.openxmlformats.org/officeDocument/2006/relationships/slideLayout" Target="../slideLayouts/slideLayout2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image" Target="NULL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1246.png"/><Relationship Id="rId4" Type="http://schemas.openxmlformats.org/officeDocument/2006/relationships/image" Target="NUL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image" Target="NULL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247.png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3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>
            <a:extLst>
              <a:ext uri="{FF2B5EF4-FFF2-40B4-BE49-F238E27FC236}">
                <a16:creationId xmlns:a16="http://schemas.microsoft.com/office/drawing/2014/main" id="{6D125B39-4795-4BA6-B9B5-11FFCFC984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59490" y="1122364"/>
            <a:ext cx="7035300" cy="1874836"/>
          </a:xfrm>
        </p:spPr>
        <p:txBody>
          <a:bodyPr/>
          <a:lstStyle/>
          <a:p>
            <a:r>
              <a:rPr lang="en-US" dirty="0"/>
              <a:t>Unit – 2</a:t>
            </a:r>
            <a:br>
              <a:rPr lang="en-US"/>
            </a:br>
            <a:r>
              <a:rPr lang="en-IN"/>
              <a:t>Probability</a:t>
            </a:r>
            <a:endParaRPr lang="en-US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05EEC38D-B69A-4F45-9CFB-3F832F2054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punit.vadher@darshan.ac.in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B892750-977A-4A19-B627-46C829D9CDA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9662443859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DDD3C75D-9CAD-401D-B6F2-D687EEC3CDE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/>
              <a:t>Department of Humanities &amp; Science</a:t>
            </a:r>
            <a:endParaRPr lang="en-US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D6DA44CB-50AE-4D51-AC18-61617625288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37677" y="5273332"/>
            <a:ext cx="5581039" cy="290081"/>
          </a:xfrm>
        </p:spPr>
        <p:txBody>
          <a:bodyPr/>
          <a:lstStyle/>
          <a:p>
            <a:r>
              <a:rPr lang="en-US" dirty="0"/>
              <a:t>Prof. </a:t>
            </a:r>
            <a:r>
              <a:rPr lang="en-US" dirty="0" err="1"/>
              <a:t>Punit</a:t>
            </a:r>
            <a:r>
              <a:rPr lang="en-US" dirty="0"/>
              <a:t> </a:t>
            </a:r>
            <a:r>
              <a:rPr lang="en-US" dirty="0" err="1"/>
              <a:t>Vadher</a:t>
            </a:r>
            <a:endParaRPr lang="en-US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12C6FA8-76F5-4F55-873C-76674E986E2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81756" y="20384"/>
            <a:ext cx="4646358" cy="734653"/>
          </a:xfrm>
        </p:spPr>
        <p:txBody>
          <a:bodyPr/>
          <a:lstStyle/>
          <a:p>
            <a:r>
              <a:rPr lang="en-IN" dirty="0"/>
              <a:t>Probability &amp; Statistics (PS)</a:t>
            </a:r>
          </a:p>
          <a:p>
            <a:r>
              <a:rPr lang="en-IN" dirty="0"/>
              <a:t>DU # 2301HS402</a:t>
            </a:r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3" name="Rectangle 2"/>
          <p:cNvSpPr/>
          <p:nvPr/>
        </p:nvSpPr>
        <p:spPr>
          <a:xfrm>
            <a:off x="576305" y="2971379"/>
            <a:ext cx="784041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CO2: At the end of this Unit, students will be able to: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solve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the problems based on probability and random variables.</a:t>
            </a:r>
          </a:p>
        </p:txBody>
      </p:sp>
    </p:spTree>
    <p:extLst>
      <p:ext uri="{BB962C8B-B14F-4D97-AF65-F5344CB8AC3E}">
        <p14:creationId xmlns:p14="http://schemas.microsoft.com/office/powerpoint/2010/main" val="127326093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2E988DA4-0944-4E8D-969E-D57D8844DC17}"/>
              </a:ext>
            </a:extLst>
          </p:cNvPr>
          <p:cNvCxnSpPr>
            <a:cxnSpLocks/>
            <a:endCxn id="15" idx="0"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 2" panose="05020102010507070707" pitchFamily="18" charset="2"/>
              </a:rPr>
              <a:t>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418729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58963" y="560256"/>
            <a:ext cx="10428233" cy="46130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Topics of Unit 2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Introduction 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Basic Terminologies and Results on Probability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Conditional Probability and Independent Events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Bayes’ Theorem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Random Variables and Probability Function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Various Measures of Statics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Cumulative Distribution Function and its Properties.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2854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 2" panose="05020102010507070707" pitchFamily="18" charset="2"/>
              </a:rPr>
              <a:t>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5243332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58963" y="560256"/>
            <a:ext cx="10485386" cy="52029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Outline of Unit 2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Introduction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Basic Terminologies and Results on Probability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Basic Terminologies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Probability of an Event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Conditional Probability and Independent Events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Conditional Probability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Multiplicative Law of Probability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IN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Independent &amp; Mutually Independent Events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7980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 2" panose="05020102010507070707" pitchFamily="18" charset="2"/>
              </a:rPr>
              <a:t>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431040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58963" y="560256"/>
            <a:ext cx="10485385" cy="47361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Outline of Unit 2</a:t>
            </a:r>
          </a:p>
          <a:p>
            <a:pPr marL="914400" marR="0" lvl="1" indent="-457200" algn="l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Bayes’ Theorem</a:t>
            </a:r>
          </a:p>
          <a:p>
            <a:pPr marL="1371600" marR="0" lvl="2" indent="-457200" algn="l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Total </a:t>
            </a:r>
            <a:r>
              <a:rPr kumimoji="0" lang="en-IN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Probability</a:t>
            </a:r>
          </a:p>
          <a:p>
            <a:pPr marL="1371600" marR="0" lvl="2" indent="-457200" algn="l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IN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Bayes’ Theorem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Random Variables and Probability Function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IN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Discrete &amp; Continuous Random Variable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Probability Distribution of random variable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IN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Probability Mass Function &amp; Probability Density Function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30764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 2" panose="05020102010507070707" pitchFamily="18" charset="2"/>
              </a:rPr>
              <a:t>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300748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58963" y="560256"/>
            <a:ext cx="10485385" cy="34332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Outline of Unit 2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Various Measures of Statics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Mathematical Expectation 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Variance of Random Variable</a:t>
            </a:r>
          </a:p>
          <a:p>
            <a:pPr marL="1371600" marR="0" lvl="2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Standard Deviation of Random Variable</a:t>
            </a:r>
          </a:p>
          <a:p>
            <a:pPr marL="914400" marR="0" lvl="1" indent="-457200" algn="l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Cumulative Distribution Function and its Properties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58843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8AE8BF-CAAA-4DBA-8E1B-B8AB579596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>
                <a:gradFill flip="none" rotWithShape="1">
                  <a:gsLst>
                    <a:gs pos="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</a:rPr>
              <a:t>Introduction 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06EDA8C-E0A9-4AC9-81CF-B8536F6163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IN" sz="2800" dirty="0"/>
          </a:p>
        </p:txBody>
      </p:sp>
    </p:spTree>
    <p:extLst>
      <p:ext uri="{BB962C8B-B14F-4D97-AF65-F5344CB8AC3E}">
        <p14:creationId xmlns:p14="http://schemas.microsoft.com/office/powerpoint/2010/main" val="270945203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27980"/>
            <a:ext cx="11929641" cy="5892953"/>
          </a:xfrm>
        </p:spPr>
        <p:txBody>
          <a:bodyPr/>
          <a:lstStyle/>
          <a:p>
            <a:r>
              <a:rPr lang="en-US" b="1" dirty="0"/>
              <a:t>Question : A fair coin (with two sides: Heads and Tails). If you flip the coin, what is the Chance (probability) of getting Heads? </a:t>
            </a:r>
          </a:p>
          <a:p>
            <a:pPr lvl="1"/>
            <a:r>
              <a:rPr lang="en-US" b="1" dirty="0"/>
              <a:t>(</a:t>
            </a:r>
            <a:r>
              <a:rPr lang="en-US" sz="2400" dirty="0"/>
              <a:t>The Chance (probability) of getting Heads is </a:t>
            </a:r>
            <a:r>
              <a:rPr lang="en-US" sz="2400" b="1" dirty="0"/>
              <a:t>50%</a:t>
            </a:r>
            <a:r>
              <a:rPr lang="en-US" sz="2400" dirty="0"/>
              <a:t>)</a:t>
            </a:r>
          </a:p>
          <a:p>
            <a:r>
              <a:rPr lang="en-US" dirty="0"/>
              <a:t>Probability theory is a part of mathematics that studies chance and uncertainty.</a:t>
            </a:r>
          </a:p>
          <a:p>
            <a:r>
              <a:rPr lang="en-US" dirty="0"/>
              <a:t>Words like "probable" and "possible" are common in daily life.</a:t>
            </a:r>
          </a:p>
          <a:p>
            <a:r>
              <a:rPr lang="en-US" dirty="0"/>
              <a:t>We use these words when we are sure about something.</a:t>
            </a:r>
          </a:p>
          <a:p>
            <a:pPr marL="271463" lvl="1" indent="0">
              <a:lnSpc>
                <a:spcPct val="100000"/>
              </a:lnSpc>
              <a:buNone/>
            </a:pPr>
            <a:endParaRPr lang="en-US" dirty="0"/>
          </a:p>
          <a:p>
            <a:pPr lvl="0"/>
            <a:endParaRPr lang="en-US" dirty="0"/>
          </a:p>
          <a:p>
            <a:pPr marL="0" lvl="0" indent="0">
              <a:buNone/>
            </a:pP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449393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spcAft>
                <a:spcPts val="300"/>
              </a:spcAft>
            </a:pPr>
            <a:r>
              <a:rPr lang="en-US" dirty="0"/>
              <a:t>Probability helps in </a:t>
            </a:r>
            <a:r>
              <a:rPr lang="en-US" b="1" dirty="0"/>
              <a:t>understanding and managing uncertainty </a:t>
            </a:r>
            <a:r>
              <a:rPr lang="en-US" dirty="0"/>
              <a:t>in computers and real-life situations.</a:t>
            </a:r>
          </a:p>
          <a:p>
            <a:pPr>
              <a:spcAft>
                <a:spcPts val="300"/>
              </a:spcAft>
            </a:pPr>
            <a:r>
              <a:rPr lang="en-US" dirty="0"/>
              <a:t>It helps us make </a:t>
            </a:r>
            <a:r>
              <a:rPr lang="en-US" b="1" dirty="0"/>
              <a:t>better decisions, understand risks, and predict outcomes </a:t>
            </a:r>
            <a:r>
              <a:rPr lang="en-US" dirty="0"/>
              <a:t>using data. </a:t>
            </a:r>
            <a:r>
              <a:rPr lang="en-US" sz="2400" dirty="0"/>
              <a:t>(if we flip it many times and see heads and tails appear about equally, we can confidently say the coin is fair (better decision), know there’s a 50% chance of heads or tails (understand risk), and use that to predict future flips (predict outcomes))</a:t>
            </a:r>
            <a:endParaRPr lang="en-US" dirty="0"/>
          </a:p>
          <a:p>
            <a:pPr>
              <a:spcAft>
                <a:spcPts val="300"/>
              </a:spcAft>
            </a:pPr>
            <a:r>
              <a:rPr lang="en-US" dirty="0"/>
              <a:t>Probability is used to </a:t>
            </a:r>
            <a:r>
              <a:rPr lang="en-US" b="1" dirty="0"/>
              <a:t>determine how likely</a:t>
            </a:r>
            <a:r>
              <a:rPr lang="en-US" dirty="0"/>
              <a:t> an event is to happen.</a:t>
            </a:r>
          </a:p>
          <a:p>
            <a:pPr>
              <a:spcAft>
                <a:spcPts val="300"/>
              </a:spcAft>
            </a:pPr>
            <a:r>
              <a:rPr lang="en-US" dirty="0"/>
              <a:t>There are two main approaches in probability: </a:t>
            </a:r>
          </a:p>
          <a:p>
            <a:pPr lvl="1">
              <a:spcAft>
                <a:spcPts val="300"/>
              </a:spcAft>
            </a:pPr>
            <a:r>
              <a:rPr lang="en-US" sz="2000" dirty="0"/>
              <a:t>Classical Approach – Introduced by Blaise Pascal </a:t>
            </a:r>
          </a:p>
          <a:p>
            <a:pPr lvl="1">
              <a:spcAft>
                <a:spcPts val="300"/>
              </a:spcAft>
            </a:pPr>
            <a:r>
              <a:rPr lang="en-US" sz="2000" dirty="0"/>
              <a:t>Axiomatic Approach – Developed by A. Kolmogorov</a:t>
            </a:r>
            <a:endParaRPr lang="en-GB" sz="2000" dirty="0"/>
          </a:p>
        </p:txBody>
      </p:sp>
    </p:spTree>
    <p:extLst>
      <p:ext uri="{BB962C8B-B14F-4D97-AF65-F5344CB8AC3E}">
        <p14:creationId xmlns:p14="http://schemas.microsoft.com/office/powerpoint/2010/main" val="3240021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1.1</a:t>
            </a:r>
            <a:br>
              <a:rPr lang="en-IN" dirty="0"/>
            </a:br>
            <a:r>
              <a:rPr lang="en-GB" dirty="0"/>
              <a:t>Basic Terminologies</a:t>
            </a:r>
            <a:endParaRPr lang="en-IN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AF66629-F349-43A0-B5A5-A51D2BBB74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98546531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Random Experiment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97668"/>
                <a:ext cx="11929641" cy="5656341"/>
              </a:xfrm>
            </p:spPr>
            <p:txBody>
              <a:bodyPr/>
              <a:lstStyle/>
              <a:p>
                <a:pPr lvl="0">
                  <a:spcBef>
                    <a:spcPts val="800"/>
                  </a:spcBef>
                </a:pPr>
                <a:r>
                  <a:rPr lang="en-US" dirty="0"/>
                  <a:t>An experiment conducted under identical conditions is known as </a:t>
                </a:r>
                <a:r>
                  <a:rPr lang="en-US" b="1" dirty="0"/>
                  <a:t>random experiment</a:t>
                </a:r>
                <a:r>
                  <a:rPr lang="en-US" dirty="0"/>
                  <a:t> if it satisfies the following conditions:</a:t>
                </a:r>
                <a:endParaRPr lang="en-IN" dirty="0"/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It has more than one possible outcome.</a:t>
                </a:r>
                <a:endParaRPr lang="en-IN" dirty="0"/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It is not possible to predict the outcome in advance.</a:t>
                </a:r>
              </a:p>
              <a:p>
                <a:pPr>
                  <a:spcBef>
                    <a:spcPts val="800"/>
                  </a:spcBef>
                </a:pPr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dirty="0"/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Tossing a coin is random </a:t>
                </a:r>
                <a:r>
                  <a:rPr lang="en-IN" dirty="0"/>
                  <a:t>experiment</a:t>
                </a:r>
                <a:r>
                  <a:rPr lang="en-US" dirty="0"/>
                  <a:t>.</a:t>
                </a:r>
                <a:endParaRPr lang="en-IN" dirty="0"/>
              </a:p>
              <a:p>
                <a:pPr lvl="1">
                  <a:spcBef>
                    <a:spcPts val="800"/>
                  </a:spcBef>
                </a:pPr>
                <a:r>
                  <a:rPr lang="en-US" dirty="0"/>
                  <a:t>Throwing/rolling a die is random </a:t>
                </a:r>
                <a:r>
                  <a:rPr lang="en-IN" dirty="0"/>
                  <a:t>experiment</a:t>
                </a:r>
                <a:r>
                  <a:rPr lang="en-US" dirty="0"/>
                  <a:t>.</a:t>
                </a:r>
                <a:endParaRPr lang="en-IN" dirty="0"/>
              </a:p>
              <a:p>
                <a:pPr lvl="1">
                  <a:spcBef>
                    <a:spcPts val="800"/>
                  </a:spcBef>
                </a:pPr>
                <a:r>
                  <a:rPr lang="en-GB" dirty="0"/>
                  <a:t>Dividing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lang="en-GB" dirty="0"/>
                  <a:t> by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dirty="0"/>
                  <a:t> using a calculator </a:t>
                </a:r>
                <a:r>
                  <a:rPr lang="en-US" dirty="0"/>
                  <a:t>is not random </a:t>
                </a:r>
                <a:r>
                  <a:rPr lang="en-IN" dirty="0"/>
                  <a:t>experiment</a:t>
                </a:r>
                <a:r>
                  <a:rPr lang="en-US" dirty="0"/>
                  <a:t>. 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97668"/>
                <a:ext cx="11929641" cy="5656341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04220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Sample Space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2777223"/>
              </a:xfrm>
            </p:spPr>
            <p:txBody>
              <a:bodyPr/>
              <a:lstStyle/>
              <a:p>
                <a:pPr lvl="0"/>
                <a:r>
                  <a:rPr lang="en-US" dirty="0"/>
                  <a:t>The set of all possible outcome is known as sample space of a random experiment.</a:t>
                </a:r>
                <a:r>
                  <a:rPr lang="en-IN" dirty="0"/>
                  <a:t> </a:t>
                </a:r>
              </a:p>
              <a:p>
                <a:pPr lvl="1"/>
                <a:r>
                  <a:rPr lang="en-US" dirty="0"/>
                  <a:t>Sample space is denoted by the symbol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𝐒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Elements of a sample space is known as </a:t>
                </a:r>
                <a:r>
                  <a:rPr lang="en-US" b="1" dirty="0">
                    <a:solidFill>
                      <a:srgbClr val="FF0000"/>
                    </a:solidFill>
                  </a:rPr>
                  <a:t>sample points</a:t>
                </a:r>
                <a:r>
                  <a:rPr lang="en-US" dirty="0"/>
                  <a:t>.</a:t>
                </a:r>
              </a:p>
              <a:p>
                <a:pPr lvl="1"/>
                <a:r>
                  <a:rPr lang="en-GB" dirty="0"/>
                  <a:t>The sample space of an experiment may finite or infinite</a:t>
                </a:r>
                <a:r>
                  <a:rPr lang="en-IN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2777223"/>
              </a:xfrm>
              <a:blipFill>
                <a:blip r:embed="rId2"/>
                <a:stretch>
                  <a:fillRect l="-971" r="-3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131179" y="3543390"/>
                <a:ext cx="12869333" cy="263149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265113" marR="0" lvl="0" indent="-265113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Char char=""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B84742">
                        <a:lumMod val="5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For example: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  <a:p>
                <a:pPr marL="623888" marR="0" lvl="1" indent="-352425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Char char=""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Consider an experiment of tossing a coin.</a:t>
                </a:r>
              </a:p>
              <a:p>
                <a:pPr marL="628650" marR="0" lvl="1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outcomes of this experiment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head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H</m:t>
                        </m:r>
                      </m:e>
                    </m:d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tail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e>
                    </m:d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  <a:p>
                <a:pPr marL="628650" marR="0" lvl="1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Therefore, sample space of this experiment is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S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H</m:t>
                        </m:r>
                        <m:r>
                          <a:rPr kumimoji="0" lang="en-IN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,</m:t>
                        </m:r>
                        <m: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  <m: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</m:e>
                    </m:d>
                    <m:r>
                      <a:rPr kumimoji="0" lang="en-IN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3543390"/>
                <a:ext cx="12869333" cy="2631490"/>
              </a:xfrm>
              <a:prstGeom prst="rect">
                <a:avLst/>
              </a:prstGeom>
              <a:blipFill>
                <a:blip r:embed="rId3"/>
                <a:stretch>
                  <a:fillRect l="-900" b="-393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22535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Space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746906"/>
              </a:xfrm>
            </p:spPr>
            <p:txBody>
              <a:bodyPr/>
              <a:lstStyle/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dirty="0"/>
              </a:p>
              <a:p>
                <a:pPr lvl="1"/>
                <a:r>
                  <a:rPr lang="en-US" dirty="0"/>
                  <a:t>Consider an experiment of rolling a die. </a:t>
                </a:r>
              </a:p>
              <a:p>
                <a:pPr marL="630238" lvl="1" indent="0">
                  <a:buNone/>
                </a:pPr>
                <a:r>
                  <a:rPr lang="en-US" dirty="0"/>
                  <a:t>The outcomes of this experiment are</a:t>
                </a:r>
              </a:p>
              <a:p>
                <a:pPr marL="800100" lvl="1" indent="0">
                  <a:buNone/>
                </a:pPr>
                <a:endParaRPr lang="en-US" sz="3600" dirty="0"/>
              </a:p>
              <a:p>
                <a:pPr marL="630238" lvl="1" indent="0">
                  <a:buNone/>
                </a:pPr>
                <a:endParaRPr lang="gu-IN" dirty="0"/>
              </a:p>
              <a:p>
                <a:pPr marL="630238" lvl="1" indent="0">
                  <a:buNone/>
                </a:pPr>
                <a:r>
                  <a:rPr lang="en-US" dirty="0"/>
                  <a:t>Therefore, sample space of this experiment is written as follow:</a:t>
                </a:r>
                <a:endParaRPr lang="en-IN" dirty="0"/>
              </a:p>
              <a:p>
                <a:pPr marL="630238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 1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746906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F65C7C3-54EE-4FD7-8828-EA747106C93F}"/>
              </a:ext>
            </a:extLst>
          </p:cNvPr>
          <p:cNvGrpSpPr>
            <a:grpSpLocks noChangeAspect="1"/>
          </p:cNvGrpSpPr>
          <p:nvPr/>
        </p:nvGrpSpPr>
        <p:grpSpPr>
          <a:xfrm>
            <a:off x="5067205" y="3142872"/>
            <a:ext cx="4015641" cy="947084"/>
            <a:chOff x="0" y="-55685"/>
            <a:chExt cx="2323465" cy="54866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6E72D61F-038E-4E0D-8C44-E50DF8AD4D9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6705" b="52986"/>
            <a:stretch/>
          </p:blipFill>
          <p:spPr bwMode="auto">
            <a:xfrm>
              <a:off x="0" y="-55685"/>
              <a:ext cx="1160780" cy="446210"/>
            </a:xfrm>
            <a:prstGeom prst="rect">
              <a:avLst/>
            </a:prstGeom>
            <a:extLst>
              <a:ext uri="{53640926-AAD7-44D8-BBD7-CCE9431645EC}">
                <a14:shadowObscured xmlns:a14="http://schemas.microsoft.com/office/drawing/2010/main"/>
              </a:ext>
            </a:extLst>
          </p:spPr>
        </p:pic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0C42EA1B-656A-4362-9A56-247B8BBDB8E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6" t="53021" r="12" b="-12418"/>
            <a:stretch/>
          </p:blipFill>
          <p:spPr bwMode="auto">
            <a:xfrm>
              <a:off x="1162753" y="-1"/>
              <a:ext cx="1160712" cy="492981"/>
            </a:xfrm>
            <a:prstGeom prst="rect">
              <a:avLst/>
            </a:prstGeom>
            <a:extLst>
              <a:ext uri="{53640926-AAD7-44D8-BBD7-CCE9431645EC}">
                <a14:shadowObscured xmlns:a14="http://schemas.microsoft.com/office/drawing/2010/main"/>
              </a:ext>
            </a:extLst>
          </p:spPr>
        </p:pic>
      </p:grpSp>
      <p:sp>
        <p:nvSpPr>
          <p:cNvPr id="15" name="Arrow: Right 14">
            <a:extLst>
              <a:ext uri="{FF2B5EF4-FFF2-40B4-BE49-F238E27FC236}">
                <a16:creationId xmlns:a16="http://schemas.microsoft.com/office/drawing/2014/main" id="{9D10E8CA-280E-497F-8F69-EC6FDBB15EDE}"/>
              </a:ext>
            </a:extLst>
          </p:cNvPr>
          <p:cNvSpPr>
            <a:spLocks noChangeAspect="1"/>
          </p:cNvSpPr>
          <p:nvPr/>
        </p:nvSpPr>
        <p:spPr>
          <a:xfrm>
            <a:off x="4212016" y="3510297"/>
            <a:ext cx="660677" cy="212235"/>
          </a:xfrm>
          <a:prstGeom prst="rightArrow">
            <a:avLst>
              <a:gd name="adj1" fmla="val 32555"/>
              <a:gd name="adj2" fmla="val 79657"/>
            </a:avLst>
          </a:prstGeom>
          <a:solidFill>
            <a:srgbClr val="00206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308D8F1-BB75-461A-8518-04C860135DCD}"/>
                  </a:ext>
                </a:extLst>
              </p:cNvPr>
              <p:cNvSpPr txBox="1"/>
              <p:nvPr/>
            </p:nvSpPr>
            <p:spPr>
              <a:xfrm>
                <a:off x="6022340" y="2244825"/>
                <a:ext cx="28323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  <m:r>
                      <a:rPr kumimoji="0" lang="en-IN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, 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  <m:r>
                      <a:rPr kumimoji="0" lang="en-IN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, 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  <m:r>
                      <a:rPr kumimoji="0" lang="en-IN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, 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  <m:r>
                      <a:rPr kumimoji="0" lang="en-IN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, 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6.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308D8F1-BB75-461A-8518-04C860135D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2340" y="2244825"/>
                <a:ext cx="2832325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6" name="Picture 5">
            <a:extLst>
              <a:ext uri="{FF2B5EF4-FFF2-40B4-BE49-F238E27FC236}">
                <a16:creationId xmlns:a16="http://schemas.microsoft.com/office/drawing/2014/main" id="{597E29E8-B842-431E-92D5-6642372A0CC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62072" y="2951643"/>
            <a:ext cx="1152688" cy="11526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7177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15" grpId="0" uiExpand="1" animBg="1"/>
      <p:bldP spid="11" grpId="0" uiExpan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extBox 46">
            <a:extLst>
              <a:ext uri="{FF2B5EF4-FFF2-40B4-BE49-F238E27FC236}">
                <a16:creationId xmlns:a16="http://schemas.microsoft.com/office/drawing/2014/main" id="{4F987BB3-A249-476A-8837-3A1DE8544278}"/>
              </a:ext>
            </a:extLst>
          </p:cNvPr>
          <p:cNvSpPr txBox="1"/>
          <p:nvPr/>
        </p:nvSpPr>
        <p:spPr>
          <a:xfrm>
            <a:off x="8220031" y="2918880"/>
            <a:ext cx="1116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 Math" panose="02040503050406030204" pitchFamily="18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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FEFA0E9-82F7-4C14-867A-744A59792BC4}"/>
              </a:ext>
            </a:extLst>
          </p:cNvPr>
          <p:cNvSpPr txBox="1"/>
          <p:nvPr/>
        </p:nvSpPr>
        <p:spPr>
          <a:xfrm>
            <a:off x="2762869" y="2918880"/>
            <a:ext cx="1318365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</a:t>
            </a:r>
            <a:endParaRPr kumimoji="0" lang="en-IN" sz="4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Roboto Condensed"/>
              <a:ea typeface="+mn-ea"/>
              <a:cs typeface="+mn-cs"/>
            </a:endParaRP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A1F4BBA4-0831-442E-BEFE-E2348720ABC8}"/>
              </a:ext>
            </a:extLst>
          </p:cNvPr>
          <p:cNvCxnSpPr>
            <a:cxnSpLocks/>
            <a:endCxn id="25" idx="2"/>
          </p:cNvCxnSpPr>
          <p:nvPr/>
        </p:nvCxnSpPr>
        <p:spPr>
          <a:xfrm flipV="1">
            <a:off x="3422052" y="4278957"/>
            <a:ext cx="0" cy="223260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C41488D-DF2C-4BE2-8664-2EF82F865B2E}"/>
              </a:ext>
            </a:extLst>
          </p:cNvPr>
          <p:cNvCxnSpPr>
            <a:cxnSpLocks/>
            <a:endCxn id="26" idx="2"/>
          </p:cNvCxnSpPr>
          <p:nvPr/>
        </p:nvCxnSpPr>
        <p:spPr>
          <a:xfrm flipV="1">
            <a:off x="8778030" y="4278957"/>
            <a:ext cx="0" cy="211349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CAE54FCE-2DE8-4DF9-83D9-C36ABBF386F9}"/>
              </a:ext>
            </a:extLst>
          </p:cNvPr>
          <p:cNvCxnSpPr>
            <a:cxnSpLocks/>
            <a:endCxn id="24" idx="2"/>
          </p:cNvCxnSpPr>
          <p:nvPr/>
        </p:nvCxnSpPr>
        <p:spPr>
          <a:xfrm flipV="1">
            <a:off x="6096000" y="2274952"/>
            <a:ext cx="0" cy="268619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Space</a:t>
            </a:r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57C9AE1D-0DB7-4B51-8CB2-2A76DE52EDFD}"/>
              </a:ext>
            </a:extLst>
          </p:cNvPr>
          <p:cNvSpPr/>
          <p:nvPr/>
        </p:nvSpPr>
        <p:spPr>
          <a:xfrm>
            <a:off x="5320726" y="1752952"/>
            <a:ext cx="1550548" cy="522000"/>
          </a:xfrm>
          <a:prstGeom prst="rect">
            <a:avLst/>
          </a:pr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06680" tIns="106680" rIns="106680" bIns="106680" numCol="1" spcCol="1270" anchor="ctr" anchorCtr="0">
            <a:noAutofit/>
          </a:bodyPr>
          <a:lstStyle/>
          <a:p>
            <a:pPr marL="0" marR="0" lvl="0" indent="0" algn="ctr" defTabSz="1244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52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FB69E3A3-0C66-4342-9E2F-FF4ED8668C09}"/>
              </a:ext>
            </a:extLst>
          </p:cNvPr>
          <p:cNvSpPr/>
          <p:nvPr/>
        </p:nvSpPr>
        <p:spPr>
          <a:xfrm>
            <a:off x="2675796" y="3756957"/>
            <a:ext cx="1492511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26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CCDEF02-45EC-4F28-99CE-FCD5E04A4FAD}"/>
              </a:ext>
            </a:extLst>
          </p:cNvPr>
          <p:cNvSpPr/>
          <p:nvPr/>
        </p:nvSpPr>
        <p:spPr>
          <a:xfrm>
            <a:off x="8033211" y="3756957"/>
            <a:ext cx="1489637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26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9EC4A75-CC82-45B2-8412-3A849F714C0A}"/>
              </a:ext>
            </a:extLst>
          </p:cNvPr>
          <p:cNvSpPr txBox="1"/>
          <p:nvPr/>
        </p:nvSpPr>
        <p:spPr>
          <a:xfrm>
            <a:off x="2904551" y="3380558"/>
            <a:ext cx="1035000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Black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08E7D9F-48E4-4FFF-99FA-21AE83D8F4AF}"/>
              </a:ext>
            </a:extLst>
          </p:cNvPr>
          <p:cNvSpPr txBox="1"/>
          <p:nvPr/>
        </p:nvSpPr>
        <p:spPr>
          <a:xfrm>
            <a:off x="8350426" y="3380558"/>
            <a:ext cx="841919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Red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53BA363-C472-4941-8E2B-AC43F5D23921}"/>
              </a:ext>
            </a:extLst>
          </p:cNvPr>
          <p:cNvGrpSpPr/>
          <p:nvPr/>
        </p:nvGrpSpPr>
        <p:grpSpPr>
          <a:xfrm>
            <a:off x="5605591" y="711201"/>
            <a:ext cx="980818" cy="1260631"/>
            <a:chOff x="5050673" y="954713"/>
            <a:chExt cx="980818" cy="126063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20B0918-48D6-4218-8A65-DBF2E716D29F}"/>
                </a:ext>
              </a:extLst>
            </p:cNvPr>
            <p:cNvSpPr txBox="1"/>
            <p:nvPr/>
          </p:nvSpPr>
          <p:spPr>
            <a:xfrm>
              <a:off x="5050673" y="968849"/>
              <a:ext cx="5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  <a:sym typeface="Symbol" panose="05050102010706020507" pitchFamily="18" charset="2"/>
                </a:rPr>
                <a:t></a:t>
              </a:r>
              <a:endParaRPr kumimoji="0" lang="en-IN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9D2EFD2-0E1C-48B1-8B49-5B26CF101427}"/>
                </a:ext>
              </a:extLst>
            </p:cNvPr>
            <p:cNvSpPr txBox="1"/>
            <p:nvPr/>
          </p:nvSpPr>
          <p:spPr>
            <a:xfrm>
              <a:off x="5487291" y="954713"/>
              <a:ext cx="5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 Math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  <a:sym typeface="Symbol" panose="05050102010706020507" pitchFamily="18" charset="2"/>
                </a:rPr>
                <a:t>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992DEC2-E931-4843-A909-4320E1E6096D}"/>
                </a:ext>
              </a:extLst>
            </p:cNvPr>
            <p:cNvSpPr txBox="1"/>
            <p:nvPr/>
          </p:nvSpPr>
          <p:spPr>
            <a:xfrm>
              <a:off x="5050673" y="1384347"/>
              <a:ext cx="5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mbria Math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  <a:sym typeface="Symbol" panose="05050102010706020507" pitchFamily="18" charset="2"/>
                </a:rPr>
                <a:t>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391A9566-B5BD-4BD6-800A-8D6B66D38812}"/>
                </a:ext>
              </a:extLst>
            </p:cNvPr>
            <p:cNvSpPr txBox="1"/>
            <p:nvPr/>
          </p:nvSpPr>
          <p:spPr>
            <a:xfrm>
              <a:off x="5491491" y="1384347"/>
              <a:ext cx="5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  <a:sym typeface="Symbol" panose="05050102010706020507" pitchFamily="18" charset="2"/>
                </a:rPr>
                <a:t></a:t>
              </a:r>
              <a:endParaRPr kumimoji="0" lang="en-IN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  <p:sp>
        <p:nvSpPr>
          <p:cNvPr id="32" name="Rectangle 31">
            <a:extLst>
              <a:ext uri="{FF2B5EF4-FFF2-40B4-BE49-F238E27FC236}">
                <a16:creationId xmlns:a16="http://schemas.microsoft.com/office/drawing/2014/main" id="{C349B026-E4C5-4918-80C0-8DD299E85D91}"/>
              </a:ext>
            </a:extLst>
          </p:cNvPr>
          <p:cNvSpPr/>
          <p:nvPr/>
        </p:nvSpPr>
        <p:spPr>
          <a:xfrm>
            <a:off x="1198663" y="5359020"/>
            <a:ext cx="1512000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13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CC62285-F6D9-4247-9E39-F47E711552A8}"/>
              </a:ext>
            </a:extLst>
          </p:cNvPr>
          <p:cNvSpPr txBox="1"/>
          <p:nvPr/>
        </p:nvSpPr>
        <p:spPr>
          <a:xfrm>
            <a:off x="1684663" y="4878364"/>
            <a:ext cx="540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</a:t>
            </a:r>
            <a:endParaRPr kumimoji="0" lang="en-IN" sz="4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EE95B044-7651-425D-908F-2D7580EA32F8}"/>
              </a:ext>
            </a:extLst>
          </p:cNvPr>
          <p:cNvSpPr/>
          <p:nvPr/>
        </p:nvSpPr>
        <p:spPr>
          <a:xfrm>
            <a:off x="4128537" y="5359020"/>
            <a:ext cx="1512000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13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F7E25A3-64EF-4557-9769-2133912987A6}"/>
              </a:ext>
            </a:extLst>
          </p:cNvPr>
          <p:cNvSpPr txBox="1"/>
          <p:nvPr/>
        </p:nvSpPr>
        <p:spPr>
          <a:xfrm>
            <a:off x="4614537" y="4908844"/>
            <a:ext cx="540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</a:t>
            </a:r>
            <a:endParaRPr kumimoji="0" lang="en-IN" sz="4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FA4C7A2-0044-47EA-84C6-E1A0FEAEF62E}"/>
              </a:ext>
            </a:extLst>
          </p:cNvPr>
          <p:cNvSpPr/>
          <p:nvPr/>
        </p:nvSpPr>
        <p:spPr>
          <a:xfrm>
            <a:off x="9484245" y="5355001"/>
            <a:ext cx="1512000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13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C1FBE8A-3A70-4E11-94D1-3F7DD4596B94}"/>
              </a:ext>
            </a:extLst>
          </p:cNvPr>
          <p:cNvSpPr txBox="1"/>
          <p:nvPr/>
        </p:nvSpPr>
        <p:spPr>
          <a:xfrm>
            <a:off x="9970245" y="4908844"/>
            <a:ext cx="540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 Math" panose="02040503050406030204" pitchFamily="18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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4421A5C7-F30A-49EC-98CC-4E3F18889FE0}"/>
              </a:ext>
            </a:extLst>
          </p:cNvPr>
          <p:cNvSpPr/>
          <p:nvPr/>
        </p:nvSpPr>
        <p:spPr>
          <a:xfrm>
            <a:off x="6554371" y="5355001"/>
            <a:ext cx="1512000" cy="522000"/>
          </a:xfrm>
          <a:prstGeom prst="rect">
            <a:avLst/>
          </a:prstGeom>
          <a:noFill/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91440" tIns="91440" rIns="91440" bIns="91440" numCol="1" spcCol="1270" anchor="ctr" anchorCtr="0">
            <a:noAutofit/>
          </a:bodyPr>
          <a:lstStyle/>
          <a:p>
            <a:pPr marL="0" marR="0" lvl="0" indent="0" algn="ctr" defTabSz="1066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13 cards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A973B48-6B8F-4188-AD77-FCD2C56FDD2A}"/>
              </a:ext>
            </a:extLst>
          </p:cNvPr>
          <p:cNvSpPr txBox="1"/>
          <p:nvPr/>
        </p:nvSpPr>
        <p:spPr>
          <a:xfrm>
            <a:off x="7040371" y="4878365"/>
            <a:ext cx="540000" cy="54000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 Math" panose="02040503050406030204" pitchFamily="18" charset="0"/>
                <a:ea typeface="Calibri" panose="020F0502020204030204" pitchFamily="34" charset="0"/>
                <a:cs typeface="Shruti" panose="020B0502040204020203" pitchFamily="34" charset="0"/>
                <a:sym typeface="Symbol" panose="05050102010706020507" pitchFamily="18" charset="2"/>
              </a:rPr>
              <a:t></a:t>
            </a:r>
          </a:p>
        </p:txBody>
      </p:sp>
      <p:cxnSp>
        <p:nvCxnSpPr>
          <p:cNvPr id="40" name="Connector: Elbow 39">
            <a:extLst>
              <a:ext uri="{FF2B5EF4-FFF2-40B4-BE49-F238E27FC236}">
                <a16:creationId xmlns:a16="http://schemas.microsoft.com/office/drawing/2014/main" id="{20089847-44CE-4E37-B501-F5705F2825C8}"/>
              </a:ext>
            </a:extLst>
          </p:cNvPr>
          <p:cNvCxnSpPr>
            <a:cxnSpLocks/>
            <a:stCxn id="48" idx="0"/>
            <a:endCxn id="47" idx="0"/>
          </p:cNvCxnSpPr>
          <p:nvPr/>
        </p:nvCxnSpPr>
        <p:spPr>
          <a:xfrm rot="5400000" flipH="1" flipV="1">
            <a:off x="6100041" y="240891"/>
            <a:ext cx="12700" cy="5355979"/>
          </a:xfrm>
          <a:prstGeom prst="bentConnector3">
            <a:avLst>
              <a:gd name="adj1" fmla="val 3025000"/>
            </a:avLst>
          </a:prstGeom>
          <a:ln w="38100">
            <a:solidFill>
              <a:schemeClr val="accent5">
                <a:lumMod val="75000"/>
              </a:schemeClr>
            </a:solidFill>
            <a:headEnd type="stealth" w="lg" len="med"/>
            <a:tailEnd type="stealth" w="lg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Connector: Elbow 43">
            <a:extLst>
              <a:ext uri="{FF2B5EF4-FFF2-40B4-BE49-F238E27FC236}">
                <a16:creationId xmlns:a16="http://schemas.microsoft.com/office/drawing/2014/main" id="{F8B4B635-68BD-4E52-AC2F-373EE47737B1}"/>
              </a:ext>
            </a:extLst>
          </p:cNvPr>
          <p:cNvCxnSpPr>
            <a:cxnSpLocks/>
            <a:stCxn id="33" idx="0"/>
            <a:endCxn id="35" idx="0"/>
          </p:cNvCxnSpPr>
          <p:nvPr/>
        </p:nvCxnSpPr>
        <p:spPr>
          <a:xfrm rot="16200000" flipH="1">
            <a:off x="3404360" y="3428667"/>
            <a:ext cx="30480" cy="2929874"/>
          </a:xfrm>
          <a:prstGeom prst="bentConnector3">
            <a:avLst>
              <a:gd name="adj1" fmla="val -1179688"/>
            </a:avLst>
          </a:prstGeom>
          <a:ln w="38100">
            <a:solidFill>
              <a:schemeClr val="accent5">
                <a:lumMod val="75000"/>
              </a:schemeClr>
            </a:solidFill>
            <a:headEnd type="stealth" w="lg" len="med"/>
            <a:tailEnd type="stealth" w="lg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Connector: Elbow 44">
            <a:extLst>
              <a:ext uri="{FF2B5EF4-FFF2-40B4-BE49-F238E27FC236}">
                <a16:creationId xmlns:a16="http://schemas.microsoft.com/office/drawing/2014/main" id="{BD911BC1-191E-4AD7-A48F-54E0A1F00BF1}"/>
              </a:ext>
            </a:extLst>
          </p:cNvPr>
          <p:cNvCxnSpPr>
            <a:cxnSpLocks/>
            <a:stCxn id="39" idx="0"/>
            <a:endCxn id="37" idx="0"/>
          </p:cNvCxnSpPr>
          <p:nvPr/>
        </p:nvCxnSpPr>
        <p:spPr>
          <a:xfrm rot="16200000" flipH="1">
            <a:off x="8760068" y="3428667"/>
            <a:ext cx="30479" cy="2929874"/>
          </a:xfrm>
          <a:prstGeom prst="bentConnector3">
            <a:avLst>
              <a:gd name="adj1" fmla="val -1218797"/>
            </a:avLst>
          </a:prstGeom>
          <a:ln w="38100">
            <a:solidFill>
              <a:schemeClr val="accent5">
                <a:lumMod val="75000"/>
              </a:schemeClr>
            </a:solidFill>
            <a:headEnd type="stealth" w="lg" len="med"/>
            <a:tailEnd type="stealth" w="lg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0305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7" dur="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24" grpId="0"/>
      <p:bldP spid="25" grpId="0"/>
      <p:bldP spid="26" grpId="0"/>
      <p:bldP spid="27" grpId="0"/>
      <p:bldP spid="28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Space</a:t>
            </a:r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0538F19-FA53-4E08-BF30-4C6D31AF270D}"/>
              </a:ext>
            </a:extLst>
          </p:cNvPr>
          <p:cNvGrpSpPr>
            <a:grpSpLocks noChangeAspect="1"/>
          </p:cNvGrpSpPr>
          <p:nvPr/>
        </p:nvGrpSpPr>
        <p:grpSpPr>
          <a:xfrm>
            <a:off x="2597535" y="1797415"/>
            <a:ext cx="1481158" cy="2167606"/>
            <a:chOff x="6388438" y="2889000"/>
            <a:chExt cx="1454331" cy="2128346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7AAAAA67-402A-4681-9159-2DB6E7ACCDA2}"/>
                </a:ext>
              </a:extLst>
            </p:cNvPr>
            <p:cNvGrpSpPr/>
            <p:nvPr/>
          </p:nvGrpSpPr>
          <p:grpSpPr>
            <a:xfrm>
              <a:off x="6388438" y="2889000"/>
              <a:ext cx="1454331" cy="2128346"/>
              <a:chOff x="6388438" y="548993"/>
              <a:chExt cx="1454331" cy="2128346"/>
            </a:xfrm>
          </p:grpSpPr>
          <p:sp>
            <p:nvSpPr>
              <p:cNvPr id="54" name="Rectangle: Rounded Corners 53">
                <a:extLst>
                  <a:ext uri="{FF2B5EF4-FFF2-40B4-BE49-F238E27FC236}">
                    <a16:creationId xmlns:a16="http://schemas.microsoft.com/office/drawing/2014/main" id="{3275177D-F247-45CA-9D97-D00628591621}"/>
                  </a:ext>
                </a:extLst>
              </p:cNvPr>
              <p:cNvSpPr/>
              <p:nvPr/>
            </p:nvSpPr>
            <p:spPr>
              <a:xfrm>
                <a:off x="6437057" y="548993"/>
                <a:ext cx="1371600" cy="2128345"/>
              </a:xfrm>
              <a:prstGeom prst="roundRect">
                <a:avLst>
                  <a:gd name="adj" fmla="val 5093"/>
                </a:avLst>
              </a:prstGeom>
              <a:solidFill>
                <a:schemeClr val="bg1"/>
              </a:solidFill>
              <a:ln>
                <a:solidFill>
                  <a:srgbClr val="002060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7BE04BC9-165E-4DEA-A65C-93DEF7693AEE}"/>
                  </a:ext>
                </a:extLst>
              </p:cNvPr>
              <p:cNvGrpSpPr/>
              <p:nvPr/>
            </p:nvGrpSpPr>
            <p:grpSpPr>
              <a:xfrm>
                <a:off x="6388438" y="548993"/>
                <a:ext cx="333375" cy="535998"/>
                <a:chOff x="6388438" y="548993"/>
                <a:chExt cx="333375" cy="535998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69F97EDB-0DCA-4B90-B912-0330BB1F602F}"/>
                    </a:ext>
                  </a:extLst>
                </p:cNvPr>
                <p:cNvSpPr/>
                <p:nvPr/>
              </p:nvSpPr>
              <p:spPr>
                <a:xfrm>
                  <a:off x="6437057" y="548993"/>
                  <a:ext cx="272056" cy="25713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IN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rPr>
                    <a:t>A</a:t>
                  </a:r>
                  <a:endParaRPr kumimoji="0" lang="en-IN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+mn-ea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" name="TextBox 59">
                  <a:extLst>
                    <a:ext uri="{FF2B5EF4-FFF2-40B4-BE49-F238E27FC236}">
                      <a16:creationId xmlns:a16="http://schemas.microsoft.com/office/drawing/2014/main" id="{E9EA7ACD-BDC8-4968-A18B-3D97C0314D05}"/>
                    </a:ext>
                  </a:extLst>
                </p:cNvPr>
                <p:cNvSpPr txBox="1"/>
                <p:nvPr/>
              </p:nvSpPr>
              <p:spPr>
                <a:xfrm>
                  <a:off x="6388438" y="715659"/>
                  <a:ext cx="333375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Symbol" panose="05050102010706020507" pitchFamily="18" charset="2"/>
                      <a:ea typeface="+mn-ea"/>
                      <a:cs typeface="Times New Roman" panose="02020603050405020304" pitchFamily="18" charset="0"/>
                    </a:rPr>
                    <a:t></a:t>
                  </a: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729DABD1-E2E7-425E-9181-8D6CEE1F5D39}"/>
                  </a:ext>
                </a:extLst>
              </p:cNvPr>
              <p:cNvGrpSpPr/>
              <p:nvPr/>
            </p:nvGrpSpPr>
            <p:grpSpPr>
              <a:xfrm rot="10800000">
                <a:off x="7509394" y="2141341"/>
                <a:ext cx="333375" cy="535998"/>
                <a:chOff x="6388438" y="548993"/>
                <a:chExt cx="333375" cy="535998"/>
              </a:xfrm>
            </p:grpSpPr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E40D562F-72CB-4C85-8DC6-2AD18AC6F7EA}"/>
                    </a:ext>
                  </a:extLst>
                </p:cNvPr>
                <p:cNvSpPr/>
                <p:nvPr/>
              </p:nvSpPr>
              <p:spPr>
                <a:xfrm>
                  <a:off x="6437057" y="548993"/>
                  <a:ext cx="272056" cy="257132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IN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rPr>
                    <a:t>A</a:t>
                  </a:r>
                  <a:endParaRPr kumimoji="0" lang="en-IN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+mn-ea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" name="TextBox 57">
                  <a:extLst>
                    <a:ext uri="{FF2B5EF4-FFF2-40B4-BE49-F238E27FC236}">
                      <a16:creationId xmlns:a16="http://schemas.microsoft.com/office/drawing/2014/main" id="{223AF330-D076-404A-9D73-2F8C0A5A1C14}"/>
                    </a:ext>
                  </a:extLst>
                </p:cNvPr>
                <p:cNvSpPr txBox="1"/>
                <p:nvPr/>
              </p:nvSpPr>
              <p:spPr>
                <a:xfrm>
                  <a:off x="6388438" y="715659"/>
                  <a:ext cx="333375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Symbol" panose="05050102010706020507" pitchFamily="18" charset="2"/>
                      <a:ea typeface="+mn-ea"/>
                      <a:cs typeface="Times New Roman" panose="02020603050405020304" pitchFamily="18" charset="0"/>
                    </a:rPr>
                    <a:t></a:t>
                  </a: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82671838-6B13-47DF-8B88-D5905A703D4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3554" t="13158" r="19904" b="32321"/>
            <a:stretch/>
          </p:blipFill>
          <p:spPr>
            <a:xfrm>
              <a:off x="6666086" y="3424998"/>
              <a:ext cx="912368" cy="1056348"/>
            </a:xfrm>
            <a:prstGeom prst="rect">
              <a:avLst/>
            </a:prstGeom>
          </p:spPr>
        </p:pic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BE26E8E5-2FF1-405C-A194-28D6E02E6C4A}"/>
              </a:ext>
            </a:extLst>
          </p:cNvPr>
          <p:cNvSpPr txBox="1"/>
          <p:nvPr/>
        </p:nvSpPr>
        <p:spPr>
          <a:xfrm>
            <a:off x="1049277" y="2620218"/>
            <a:ext cx="855372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Ace 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5" name="Arrow: Right 4">
            <a:extLst>
              <a:ext uri="{FF2B5EF4-FFF2-40B4-BE49-F238E27FC236}">
                <a16:creationId xmlns:a16="http://schemas.microsoft.com/office/drawing/2014/main" id="{909D514F-293F-4783-9A88-6D93A60D5569}"/>
              </a:ext>
            </a:extLst>
          </p:cNvPr>
          <p:cNvSpPr/>
          <p:nvPr/>
        </p:nvSpPr>
        <p:spPr>
          <a:xfrm>
            <a:off x="1879256" y="2753296"/>
            <a:ext cx="606665" cy="255844"/>
          </a:xfrm>
          <a:prstGeom prst="rightArrow">
            <a:avLst>
              <a:gd name="adj1" fmla="val 35463"/>
              <a:gd name="adj2" fmla="val 45072"/>
            </a:avLst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pic>
        <p:nvPicPr>
          <p:cNvPr id="62" name="Picture 61">
            <a:extLst>
              <a:ext uri="{FF2B5EF4-FFF2-40B4-BE49-F238E27FC236}">
                <a16:creationId xmlns:a16="http://schemas.microsoft.com/office/drawing/2014/main" id="{4E053652-D104-4185-B36A-C7423018062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6948" r="15370" b="75028"/>
          <a:stretch/>
        </p:blipFill>
        <p:spPr>
          <a:xfrm>
            <a:off x="8940955" y="1776803"/>
            <a:ext cx="1548000" cy="216760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63" name="Picture 62">
            <a:extLst>
              <a:ext uri="{FF2B5EF4-FFF2-40B4-BE49-F238E27FC236}">
                <a16:creationId xmlns:a16="http://schemas.microsoft.com/office/drawing/2014/main" id="{8E2CF25A-04FF-45B9-844D-61C8380D20B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630" t="22" r="7688" b="75006"/>
          <a:stretch/>
        </p:blipFill>
        <p:spPr>
          <a:xfrm>
            <a:off x="7165021" y="1797417"/>
            <a:ext cx="1548000" cy="216760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64" name="Picture 63">
            <a:extLst>
              <a:ext uri="{FF2B5EF4-FFF2-40B4-BE49-F238E27FC236}">
                <a16:creationId xmlns:a16="http://schemas.microsoft.com/office/drawing/2014/main" id="{AEC57E74-03B7-40B0-AAF6-EBC50866EF8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312" t="22" r="6" b="75006"/>
          <a:stretch/>
        </p:blipFill>
        <p:spPr>
          <a:xfrm>
            <a:off x="5389087" y="1776803"/>
            <a:ext cx="1548000" cy="216760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65" name="TextBox 64">
            <a:extLst>
              <a:ext uri="{FF2B5EF4-FFF2-40B4-BE49-F238E27FC236}">
                <a16:creationId xmlns:a16="http://schemas.microsoft.com/office/drawing/2014/main" id="{77EB2CCF-0050-4389-84AB-6839E4343B28}"/>
              </a:ext>
            </a:extLst>
          </p:cNvPr>
          <p:cNvSpPr txBox="1"/>
          <p:nvPr/>
        </p:nvSpPr>
        <p:spPr>
          <a:xfrm>
            <a:off x="5731098" y="958630"/>
            <a:ext cx="389243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Picture cards / Face card 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" name="Left Brace 5">
            <a:extLst>
              <a:ext uri="{FF2B5EF4-FFF2-40B4-BE49-F238E27FC236}">
                <a16:creationId xmlns:a16="http://schemas.microsoft.com/office/drawing/2014/main" id="{26206D74-2908-484E-8B3A-614B483C77CE}"/>
              </a:ext>
            </a:extLst>
          </p:cNvPr>
          <p:cNvSpPr/>
          <p:nvPr/>
        </p:nvSpPr>
        <p:spPr>
          <a:xfrm rot="16200000" flipH="1">
            <a:off x="7799959" y="-997386"/>
            <a:ext cx="278124" cy="5375482"/>
          </a:xfrm>
          <a:prstGeom prst="leftBrace">
            <a:avLst>
              <a:gd name="adj1" fmla="val 25753"/>
              <a:gd name="adj2" fmla="val 50000"/>
            </a:avLst>
          </a:prstGeom>
          <a:ln w="28575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D2C71DA3-80E2-4148-B38E-C42A19B0E1D1}"/>
              </a:ext>
            </a:extLst>
          </p:cNvPr>
          <p:cNvSpPr txBox="1"/>
          <p:nvPr/>
        </p:nvSpPr>
        <p:spPr>
          <a:xfrm>
            <a:off x="9395601" y="958630"/>
            <a:ext cx="87810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defRPr sz="2800" b="1">
                <a:solidFill>
                  <a:srgbClr val="002060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Symbol" panose="05050102010706020507" pitchFamily="18" charset="2"/>
              </a:rPr>
              <a:t>(12)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D214C3E-5B24-4B89-A2E4-3BA76ACE4B0E}"/>
              </a:ext>
            </a:extLst>
          </p:cNvPr>
          <p:cNvSpPr txBox="1"/>
          <p:nvPr/>
        </p:nvSpPr>
        <p:spPr>
          <a:xfrm>
            <a:off x="5735401" y="4007749"/>
            <a:ext cx="855372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King 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Cambria Math" panose="02040503050406030204" pitchFamily="18" charset="0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045D977-C5D8-4292-8D94-98AB378D7A93}"/>
              </a:ext>
            </a:extLst>
          </p:cNvPr>
          <p:cNvSpPr txBox="1"/>
          <p:nvPr/>
        </p:nvSpPr>
        <p:spPr>
          <a:xfrm>
            <a:off x="7369771" y="4007749"/>
            <a:ext cx="1138500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Queen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3AE4988-A0FA-4B6F-96BC-4FE5467E3A2F}"/>
              </a:ext>
            </a:extLst>
          </p:cNvPr>
          <p:cNvSpPr txBox="1"/>
          <p:nvPr/>
        </p:nvSpPr>
        <p:spPr>
          <a:xfrm>
            <a:off x="9145705" y="4007749"/>
            <a:ext cx="1138500" cy="522000"/>
          </a:xfrm>
          <a:prstGeom prst="rect">
            <a:avLst/>
          </a:prstGeom>
          <a:noFill/>
          <a:ln>
            <a:noFill/>
          </a:ln>
          <a:effectLst/>
        </p:spPr>
        <p:txBody>
          <a:bodyPr spcFirstLastPara="0" vert="horz" wrap="square" lIns="91440" tIns="91440" rIns="91440" bIns="91440" numCol="1" spcCol="1270" anchor="ctr" anchorCtr="0">
            <a:noAutofit/>
          </a:bodyPr>
          <a:lstStyle>
            <a:lvl1pPr>
              <a:defRPr sz="24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Cambria Math" panose="02040503050406030204" pitchFamily="18" charset="0"/>
                <a:cs typeface="+mn-cs"/>
              </a:rPr>
              <a:t>Jack</a:t>
            </a:r>
          </a:p>
        </p:txBody>
      </p:sp>
    </p:spTree>
    <p:extLst>
      <p:ext uri="{BB962C8B-B14F-4D97-AF65-F5344CB8AC3E}">
        <p14:creationId xmlns:p14="http://schemas.microsoft.com/office/powerpoint/2010/main" val="3832064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/>
      <p:bldP spid="5" grpId="0" animBg="1"/>
      <p:bldP spid="65" grpId="0"/>
      <p:bldP spid="6" grpId="0" animBg="1"/>
      <p:bldP spid="67" grpId="0"/>
      <p:bldP spid="23" grpId="0"/>
      <p:bldP spid="24" grpId="0"/>
      <p:bldP spid="2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A4FAE5-1AB1-1CD0-DB33-2F6B573AAA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4BC3CBB9-F563-4030-D2B9-D0641B8F31D3}"/>
              </a:ext>
            </a:extLst>
          </p:cNvPr>
          <p:cNvSpPr txBox="1">
            <a:spLocks/>
          </p:cNvSpPr>
          <p:nvPr/>
        </p:nvSpPr>
        <p:spPr>
          <a:xfrm>
            <a:off x="131177" y="869082"/>
            <a:ext cx="11929643" cy="105496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 coin is tossed twice, and their up faces are recorded. What is the sample               space for this experiment?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72C3CBF-3C1F-EFC5-92D1-F5CC40170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1.1 ⇝ Example 1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B1780978-E934-657C-7DDE-91D580149A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96211" y="2081930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63DAC30-F985-D34E-24BD-96AF816AEE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6211" y="2081930"/>
                <a:ext cx="39238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1B2483A4-5095-B62A-F1A3-72549D9B802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44147" y="2081930"/>
                <a:ext cx="3705778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</m:ctrlPr>
                      </m:dPr>
                      <m:e>
                        <m: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HH</m:t>
                        </m:r>
                        <m: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, 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HT</m:t>
                        </m:r>
                        <m:r>
                          <a:rPr kumimoji="0" lang="en-IN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, 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TH</m:t>
                        </m:r>
                        <m:r>
                          <a:rPr kumimoji="0" lang="en-IN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, 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TT</m:t>
                        </m:r>
                        <m:r>
                          <a:rPr kumimoji="0" lang="en-IN" sz="28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 </m:t>
                        </m:r>
                      </m:e>
                    </m:d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>
                      <a:solidFill>
                        <a:srgbClr val="0070C0"/>
                      </a:solidFill>
                    </a:uFill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 </a:t>
                </a:r>
              </a:p>
            </p:txBody>
          </p:sp>
        </mc:Choice>
        <mc:Fallback xmlns="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45515931-156D-0A82-06C6-286B91A994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4147" y="2081930"/>
                <a:ext cx="370577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0DC6959C-45A5-16E1-4675-A858C8112DF2}"/>
              </a:ext>
            </a:extLst>
          </p:cNvPr>
          <p:cNvSpPr/>
          <p:nvPr/>
        </p:nvSpPr>
        <p:spPr>
          <a:xfrm>
            <a:off x="131181" y="2081930"/>
            <a:ext cx="149442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graphicFrame>
        <p:nvGraphicFramePr>
          <p:cNvPr id="4" name="Table 10">
            <a:extLst>
              <a:ext uri="{FF2B5EF4-FFF2-40B4-BE49-F238E27FC236}">
                <a16:creationId xmlns:a16="http://schemas.microsoft.com/office/drawing/2014/main" id="{559D4DEC-55EC-7309-BD4F-44CCB78CE5FE}"/>
              </a:ext>
            </a:extLst>
          </p:cNvPr>
          <p:cNvGraphicFramePr>
            <a:graphicFrameLocks noGrp="1"/>
          </p:cNvGraphicFramePr>
          <p:nvPr/>
        </p:nvGraphicFramePr>
        <p:xfrm>
          <a:off x="7708951" y="2394500"/>
          <a:ext cx="4351868" cy="3780000"/>
        </p:xfrm>
        <a:graphic>
          <a:graphicData uri="http://schemas.openxmlformats.org/drawingml/2006/table">
            <a:tbl>
              <a:tblPr firstRow="1">
                <a:tableStyleId>{10A1B5D5-9B99-4C35-A422-299274C87663}</a:tableStyleId>
              </a:tblPr>
              <a:tblGrid>
                <a:gridCol w="2175934">
                  <a:extLst>
                    <a:ext uri="{9D8B030D-6E8A-4147-A177-3AD203B41FA5}">
                      <a16:colId xmlns:a16="http://schemas.microsoft.com/office/drawing/2014/main" val="2352154845"/>
                    </a:ext>
                  </a:extLst>
                </a:gridCol>
                <a:gridCol w="2175934">
                  <a:extLst>
                    <a:ext uri="{9D8B030D-6E8A-4147-A177-3AD203B41FA5}">
                      <a16:colId xmlns:a16="http://schemas.microsoft.com/office/drawing/2014/main" val="3387804877"/>
                    </a:ext>
                  </a:extLst>
                </a:gridCol>
              </a:tblGrid>
              <a:tr h="756000">
                <a:tc>
                  <a:txBody>
                    <a:bodyPr/>
                    <a:lstStyle/>
                    <a:p>
                      <a:pPr algn="ctr"/>
                      <a:r>
                        <a:rPr lang="en-IN" sz="2800" dirty="0"/>
                        <a:t>Coin 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2800" dirty="0"/>
                        <a:t>Coin 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8262752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5382387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9322798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0561815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2644088"/>
                  </a:ext>
                </a:extLst>
              </a:tr>
            </a:tbl>
          </a:graphicData>
        </a:graphic>
      </p:graphicFrame>
      <p:sp>
        <p:nvSpPr>
          <p:cNvPr id="48" name="TextBox 47">
            <a:extLst>
              <a:ext uri="{FF2B5EF4-FFF2-40B4-BE49-F238E27FC236}">
                <a16:creationId xmlns:a16="http://schemas.microsoft.com/office/drawing/2014/main" id="{7A0FCFAC-6B35-5EF7-0E4F-7BF3D3FC87BF}"/>
              </a:ext>
            </a:extLst>
          </p:cNvPr>
          <p:cNvSpPr txBox="1"/>
          <p:nvPr/>
        </p:nvSpPr>
        <p:spPr>
          <a:xfrm>
            <a:off x="8454509" y="3256387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D929F5B-E29F-1F4C-76D9-8D04F9D78880}"/>
              </a:ext>
            </a:extLst>
          </p:cNvPr>
          <p:cNvSpPr txBox="1"/>
          <p:nvPr/>
        </p:nvSpPr>
        <p:spPr>
          <a:xfrm>
            <a:off x="10550009" y="3256387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87936EA-0056-5538-38A4-9B6A29CE64D4}"/>
              </a:ext>
            </a:extLst>
          </p:cNvPr>
          <p:cNvSpPr txBox="1"/>
          <p:nvPr/>
        </p:nvSpPr>
        <p:spPr>
          <a:xfrm>
            <a:off x="8454509" y="4025983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151634A-0541-9DF8-8B62-E3E3B468AE8B}"/>
              </a:ext>
            </a:extLst>
          </p:cNvPr>
          <p:cNvSpPr txBox="1"/>
          <p:nvPr/>
        </p:nvSpPr>
        <p:spPr>
          <a:xfrm>
            <a:off x="10550009" y="4025434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D15D9B9-D9DB-AF7A-97BC-2DC3582E614B}"/>
              </a:ext>
            </a:extLst>
          </p:cNvPr>
          <p:cNvSpPr txBox="1"/>
          <p:nvPr/>
        </p:nvSpPr>
        <p:spPr>
          <a:xfrm>
            <a:off x="8454509" y="4795579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8539C56C-24A5-F18B-76A6-DF10788FDB61}"/>
              </a:ext>
            </a:extLst>
          </p:cNvPr>
          <p:cNvSpPr txBox="1"/>
          <p:nvPr/>
        </p:nvSpPr>
        <p:spPr>
          <a:xfrm>
            <a:off x="10550009" y="4794481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4DB27B51-20F9-5429-2C17-FAC4484882EC}"/>
              </a:ext>
            </a:extLst>
          </p:cNvPr>
          <p:cNvSpPr txBox="1"/>
          <p:nvPr/>
        </p:nvSpPr>
        <p:spPr>
          <a:xfrm>
            <a:off x="8454509" y="5565175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920F815B-509E-6785-2292-E9D80C211911}"/>
              </a:ext>
            </a:extLst>
          </p:cNvPr>
          <p:cNvSpPr txBox="1"/>
          <p:nvPr/>
        </p:nvSpPr>
        <p:spPr>
          <a:xfrm>
            <a:off x="10550009" y="5563528"/>
            <a:ext cx="8498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BE97E1F9-3CBC-96C6-A9B8-7E87EFAECCC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02398" y="2081930"/>
                <a:ext cx="78719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HH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AD9F7419-7B81-4497-BF1A-5DD036BAB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2398" y="2081930"/>
                <a:ext cx="78719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Content Placeholder 2">
                <a:extLst>
                  <a:ext uri="{FF2B5EF4-FFF2-40B4-BE49-F238E27FC236}">
                    <a16:creationId xmlns:a16="http://schemas.microsoft.com/office/drawing/2014/main" id="{BAAA0A88-4FBD-114E-47F8-F0C0D27B869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91674" y="2081930"/>
                <a:ext cx="78719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HT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4" name="Content Placeholder 2">
                <a:extLst>
                  <a:ext uri="{FF2B5EF4-FFF2-40B4-BE49-F238E27FC236}">
                    <a16:creationId xmlns:a16="http://schemas.microsoft.com/office/drawing/2014/main" id="{07460ACE-9541-49E5-850E-A166765B43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1674" y="2081930"/>
                <a:ext cx="78719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Content Placeholder 2">
                <a:extLst>
                  <a:ext uri="{FF2B5EF4-FFF2-40B4-BE49-F238E27FC236}">
                    <a16:creationId xmlns:a16="http://schemas.microsoft.com/office/drawing/2014/main" id="{3ADED25A-0B4F-2AD0-D032-8E866B5BE2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80949" y="2082480"/>
                <a:ext cx="78719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TH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5" name="Content Placeholder 2">
                <a:extLst>
                  <a:ext uri="{FF2B5EF4-FFF2-40B4-BE49-F238E27FC236}">
                    <a16:creationId xmlns:a16="http://schemas.microsoft.com/office/drawing/2014/main" id="{D239C608-4719-4A39-8107-14BB72086B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0949" y="2082480"/>
                <a:ext cx="78719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Content Placeholder 2">
                <a:extLst>
                  <a:ext uri="{FF2B5EF4-FFF2-40B4-BE49-F238E27FC236}">
                    <a16:creationId xmlns:a16="http://schemas.microsoft.com/office/drawing/2014/main" id="{6F7ABA73-7866-E410-D910-4BA4E9A70F2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595348" y="2081930"/>
                <a:ext cx="78719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TT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6" name="Content Placeholder 2">
                <a:extLst>
                  <a:ext uri="{FF2B5EF4-FFF2-40B4-BE49-F238E27FC236}">
                    <a16:creationId xmlns:a16="http://schemas.microsoft.com/office/drawing/2014/main" id="{B0DEAE9A-CDCA-4AF2-B55F-D6211F8283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95348" y="2081930"/>
                <a:ext cx="78719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32534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9" grpId="0" build="p"/>
      <p:bldP spid="50" grpId="0" animBg="1"/>
      <p:bldP spid="48" grpId="0" build="p"/>
      <p:bldP spid="51" grpId="0" build="p"/>
      <p:bldP spid="57" grpId="0" build="p"/>
      <p:bldP spid="58" grpId="0" build="p"/>
      <p:bldP spid="69" grpId="0" build="p"/>
      <p:bldP spid="70" grpId="0" build="p"/>
      <p:bldP spid="71" grpId="0" build="p"/>
      <p:bldP spid="72" grpId="0" build="p"/>
      <p:bldP spid="73" grpId="0" build="p"/>
      <p:bldP spid="74" grpId="0" build="p"/>
      <p:bldP spid="75" grpId="0" build="p"/>
      <p:bldP spid="76" grpId="0" build="p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8745A0-B549-D997-C986-2A3AB3522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6001F6C4-E30E-5E8E-293D-ED135285E4C3}"/>
              </a:ext>
            </a:extLst>
          </p:cNvPr>
          <p:cNvSpPr txBox="1">
            <a:spLocks/>
          </p:cNvSpPr>
          <p:nvPr/>
        </p:nvSpPr>
        <p:spPr>
          <a:xfrm>
            <a:off x="131177" y="869082"/>
            <a:ext cx="11929643" cy="120020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Find the sample space associated with the experiment of rolling a pair of dice once. Also, find the number of elements of this sample space.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DE28EC5-91A0-2120-BA30-3A2BC7852C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1.1 ⇝ Example 7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86211601-CC7E-5C03-3E38-7BB728CFDA5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96674" y="3746544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63DAC30-F985-D34E-24BD-96AF816AEE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6674" y="3746544"/>
                <a:ext cx="39238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C4D0122F-5592-8459-9D19-417AAA100221}"/>
              </a:ext>
            </a:extLst>
          </p:cNvPr>
          <p:cNvSpPr/>
          <p:nvPr/>
        </p:nvSpPr>
        <p:spPr>
          <a:xfrm>
            <a:off x="131181" y="2220371"/>
            <a:ext cx="149442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F3D01FFE-2FFD-EFC0-0529-5B94BBE7F66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2315274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AD9F7419-7B81-4497-BF1A-5DD036BAB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2315274"/>
                <a:ext cx="766467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5949F8F4-E280-01CC-25A4-254662F285E9}"/>
              </a:ext>
            </a:extLst>
          </p:cNvPr>
          <p:cNvSpPr txBox="1">
            <a:spLocks/>
          </p:cNvSpPr>
          <p:nvPr/>
        </p:nvSpPr>
        <p:spPr>
          <a:xfrm>
            <a:off x="1696209" y="6030329"/>
            <a:ext cx="5568191" cy="532966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 typeface="Wingdings 3" panose="05040102010807070707" pitchFamily="18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Number of elements in sample space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>
                <a:solidFill>
                  <a:srgbClr val="0070C0"/>
                </a:solidFill>
              </a:uFill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Content Placeholder 2">
                <a:extLst>
                  <a:ext uri="{FF2B5EF4-FFF2-40B4-BE49-F238E27FC236}">
                    <a16:creationId xmlns:a16="http://schemas.microsoft.com/office/drawing/2014/main" id="{F782073E-2F1B-F118-214F-76E36DAF070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025007" y="6047262"/>
                <a:ext cx="3140323" cy="53296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=6×6=</m:t>
                      </m:r>
                      <m:sSup>
                        <m:sSup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  <m:sup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p>
                      </m:sSup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=36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8" name="Content Placeholder 2">
                <a:extLst>
                  <a:ext uri="{FF2B5EF4-FFF2-40B4-BE49-F238E27FC236}">
                    <a16:creationId xmlns:a16="http://schemas.microsoft.com/office/drawing/2014/main" id="{8ACB5E63-862E-4163-AA13-12002EDC9A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5007" y="6047262"/>
                <a:ext cx="3140323" cy="53296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359A40F4-EE49-5974-364F-79DE6343FB6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2893347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1F89A554-E2B8-4CED-B289-CA336FD15D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2893347"/>
                <a:ext cx="766467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Content Placeholder 2">
                <a:extLst>
                  <a:ext uri="{FF2B5EF4-FFF2-40B4-BE49-F238E27FC236}">
                    <a16:creationId xmlns:a16="http://schemas.microsoft.com/office/drawing/2014/main" id="{58C41CBE-3ADE-4D6F-308E-4CDDF3F949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3471420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7" name="Content Placeholder 2">
                <a:extLst>
                  <a:ext uri="{FF2B5EF4-FFF2-40B4-BE49-F238E27FC236}">
                    <a16:creationId xmlns:a16="http://schemas.microsoft.com/office/drawing/2014/main" id="{2D4EBDC6-784A-4AE6-9E78-54C1F02AB9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3471420"/>
                <a:ext cx="766467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Content Placeholder 2">
                <a:extLst>
                  <a:ext uri="{FF2B5EF4-FFF2-40B4-BE49-F238E27FC236}">
                    <a16:creationId xmlns:a16="http://schemas.microsoft.com/office/drawing/2014/main" id="{64DA7878-2CA9-D77F-2295-038DAF81F16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4049493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8" name="Content Placeholder 2">
                <a:extLst>
                  <a:ext uri="{FF2B5EF4-FFF2-40B4-BE49-F238E27FC236}">
                    <a16:creationId xmlns:a16="http://schemas.microsoft.com/office/drawing/2014/main" id="{CC54FF6A-58C1-4E24-95FC-C541A5AD5D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4049493"/>
                <a:ext cx="766467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Content Placeholder 2">
                <a:extLst>
                  <a:ext uri="{FF2B5EF4-FFF2-40B4-BE49-F238E27FC236}">
                    <a16:creationId xmlns:a16="http://schemas.microsoft.com/office/drawing/2014/main" id="{6A59DA0F-68CC-DF5F-3D7C-A3A6951A1D9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4627566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62" name="Content Placeholder 2">
                <a:extLst>
                  <a:ext uri="{FF2B5EF4-FFF2-40B4-BE49-F238E27FC236}">
                    <a16:creationId xmlns:a16="http://schemas.microsoft.com/office/drawing/2014/main" id="{DBF87C0D-54F3-48FD-8145-95C3433AFC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4627566"/>
                <a:ext cx="766467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Content Placeholder 2">
                <a:extLst>
                  <a:ext uri="{FF2B5EF4-FFF2-40B4-BE49-F238E27FC236}">
                    <a16:creationId xmlns:a16="http://schemas.microsoft.com/office/drawing/2014/main" id="{A5ED86E3-FCB0-313A-2191-B9BB375D142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5205639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63" name="Content Placeholder 2">
                <a:extLst>
                  <a:ext uri="{FF2B5EF4-FFF2-40B4-BE49-F238E27FC236}">
                    <a16:creationId xmlns:a16="http://schemas.microsoft.com/office/drawing/2014/main" id="{435070D4-8589-4C89-B816-785D10AD4F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5205639"/>
                <a:ext cx="766467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Left Brace 2">
            <a:extLst>
              <a:ext uri="{FF2B5EF4-FFF2-40B4-BE49-F238E27FC236}">
                <a16:creationId xmlns:a16="http://schemas.microsoft.com/office/drawing/2014/main" id="{FE31DC6A-1AE7-4CA7-6CA6-41439D63F42C}"/>
              </a:ext>
            </a:extLst>
          </p:cNvPr>
          <p:cNvSpPr/>
          <p:nvPr/>
        </p:nvSpPr>
        <p:spPr>
          <a:xfrm>
            <a:off x="2533318" y="2321808"/>
            <a:ext cx="392386" cy="3456000"/>
          </a:xfrm>
          <a:prstGeom prst="leftBrace">
            <a:avLst>
              <a:gd name="adj1" fmla="val 6465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Content Placeholder 2">
                <a:extLst>
                  <a:ext uri="{FF2B5EF4-FFF2-40B4-BE49-F238E27FC236}">
                    <a16:creationId xmlns:a16="http://schemas.microsoft.com/office/drawing/2014/main" id="{473170C4-91AD-4983-9838-9FD7DFCE8D6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47016" y="3750610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65" name="Content Placeholder 2">
                <a:extLst>
                  <a:ext uri="{FF2B5EF4-FFF2-40B4-BE49-F238E27FC236}">
                    <a16:creationId xmlns:a16="http://schemas.microsoft.com/office/drawing/2014/main" id="{D2CF34DB-F445-469F-BE68-0DC55DF679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7016" y="3750610"/>
                <a:ext cx="39238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6" name="Left Brace 65">
            <a:extLst>
              <a:ext uri="{FF2B5EF4-FFF2-40B4-BE49-F238E27FC236}">
                <a16:creationId xmlns:a16="http://schemas.microsoft.com/office/drawing/2014/main" id="{F3AC6909-6052-8A40-6933-4F0E51B8E6E2}"/>
              </a:ext>
            </a:extLst>
          </p:cNvPr>
          <p:cNvSpPr/>
          <p:nvPr/>
        </p:nvSpPr>
        <p:spPr>
          <a:xfrm flipH="1">
            <a:off x="10256051" y="2321808"/>
            <a:ext cx="392386" cy="3456000"/>
          </a:xfrm>
          <a:prstGeom prst="leftBrace">
            <a:avLst>
              <a:gd name="adj1" fmla="val 5494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7625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0" grpId="0" animBg="1"/>
      <p:bldP spid="73" grpId="0" build="p"/>
      <p:bldP spid="68" grpId="0" build="p"/>
      <p:bldP spid="78" grpId="0" build="p"/>
      <p:bldP spid="51" grpId="0" build="p"/>
      <p:bldP spid="57" grpId="0" build="p"/>
      <p:bldP spid="58" grpId="0" build="p"/>
      <p:bldP spid="62" grpId="0" build="p"/>
      <p:bldP spid="63" grpId="0" build="p"/>
      <p:bldP spid="3" grpId="0" animBg="1"/>
      <p:bldP spid="65" grpId="0" build="p"/>
      <p:bldP spid="6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47AF0B-5C2E-987C-20E8-6C94FA733F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41C27D1-8364-29AB-0F76-902FCA7DC817}"/>
                  </a:ext>
                </a:extLst>
              </p:cNvPr>
              <p:cNvSpPr txBox="1"/>
              <p:nvPr/>
            </p:nvSpPr>
            <p:spPr>
              <a:xfrm>
                <a:off x="2178307" y="2730880"/>
                <a:ext cx="7835386" cy="14679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/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1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3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4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5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1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3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4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5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</m:e>
                            </m:mr>
                            <m:mr>
                              <m:e/>
                            </m:mr>
                          </m: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48CF3FA-1508-4014-9099-194A93593E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8307" y="2730880"/>
                <a:ext cx="7835386" cy="1467966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21DF5A4-3206-7965-B785-553306A9DAE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7" y="869081"/>
                <a:ext cx="11929643" cy="1656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coin is tossed. If it shows head, we draw a ball from a bag which contains </a:t>
                </a:r>
                <a14:m>
                  <m:oMath xmlns:m="http://schemas.openxmlformats.org/officeDocument/2006/math">
                    <m:r>
                      <a:rPr kumimoji="0" lang="en-US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blue and </a:t>
                </a:r>
                <a14:m>
                  <m:oMath xmlns:m="http://schemas.openxmlformats.org/officeDocument/2006/math">
                    <m:r>
                      <a:rPr kumimoji="0" lang="en-US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white balls; if it shows tail, we throw a die. Describe the sample space of this experiment.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7" y="869081"/>
                <a:ext cx="11929643" cy="1656000"/>
              </a:xfrm>
              <a:prstGeom prst="rect">
                <a:avLst/>
              </a:prstGeom>
              <a:blipFill>
                <a:blip r:embed="rId3"/>
                <a:stretch>
                  <a:fillRect l="-1074" r="-1074" b="-1033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6AF343DD-BDCD-65CA-9F01-EF26CD5257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1.1 ⇝ Example 8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F382470-9CD1-8040-1488-EDC4C3BFEF3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03777" y="3203253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63DAC30-F985-D34E-24BD-96AF816AEE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3777" y="3203253"/>
                <a:ext cx="39238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2C632888-26BD-0EC0-8D02-3EB99D5C0D16}"/>
              </a:ext>
            </a:extLst>
          </p:cNvPr>
          <p:cNvSpPr/>
          <p:nvPr/>
        </p:nvSpPr>
        <p:spPr>
          <a:xfrm>
            <a:off x="131181" y="2734480"/>
            <a:ext cx="149442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87574E18-C3D6-609F-5F79-6D8AA3017DC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37731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b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3" name="Content Placeholder 2">
                <a:extLst>
                  <a:ext uri="{FF2B5EF4-FFF2-40B4-BE49-F238E27FC236}">
                    <a16:creationId xmlns:a16="http://schemas.microsoft.com/office/drawing/2014/main" id="{AD9F7419-7B81-4497-BF1A-5DD036BAB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7731" y="2902498"/>
                <a:ext cx="95110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Content Placeholder 2">
                <a:extLst>
                  <a:ext uri="{FF2B5EF4-FFF2-40B4-BE49-F238E27FC236}">
                    <a16:creationId xmlns:a16="http://schemas.microsoft.com/office/drawing/2014/main" id="{976963D3-ECEC-F259-CD2A-25A10480A3E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24576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Content Placeholder 2">
                <a:extLst>
                  <a:ext uri="{FF2B5EF4-FFF2-40B4-BE49-F238E27FC236}">
                    <a16:creationId xmlns:a16="http://schemas.microsoft.com/office/drawing/2014/main" id="{83017878-4F48-4AD9-8B63-8C5B2A9FE2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4576" y="2902498"/>
                <a:ext cx="95110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2">
                <a:extLst>
                  <a:ext uri="{FF2B5EF4-FFF2-40B4-BE49-F238E27FC236}">
                    <a16:creationId xmlns:a16="http://schemas.microsoft.com/office/drawing/2014/main" id="{71CD25BF-6BE2-0477-1C94-3205B1588C8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711421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Content Placeholder 2">
                <a:extLst>
                  <a:ext uri="{FF2B5EF4-FFF2-40B4-BE49-F238E27FC236}">
                    <a16:creationId xmlns:a16="http://schemas.microsoft.com/office/drawing/2014/main" id="{1821314F-4EBA-4FDF-80F1-5407BA8941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11421" y="2902498"/>
                <a:ext cx="95110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1FE246D4-0458-ACEA-7DE3-315FD0A49F3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98266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89D3E467-E4EE-4825-9266-843516EF6E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98266" y="2902498"/>
                <a:ext cx="95110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2">
                <a:extLst>
                  <a:ext uri="{FF2B5EF4-FFF2-40B4-BE49-F238E27FC236}">
                    <a16:creationId xmlns:a16="http://schemas.microsoft.com/office/drawing/2014/main" id="{9E843D5E-9B73-3EFF-A18E-E0756651B07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85111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Content Placeholder 2">
                <a:extLst>
                  <a:ext uri="{FF2B5EF4-FFF2-40B4-BE49-F238E27FC236}">
                    <a16:creationId xmlns:a16="http://schemas.microsoft.com/office/drawing/2014/main" id="{15BAE7E3-32AE-40B1-91CF-C5746B9E65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5111" y="2902498"/>
                <a:ext cx="95110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1CA6AF75-2F72-5EFD-25E0-E7408BA1F03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671956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96287DB9-74C6-482B-BA33-72CE5EBF6A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71956" y="2902498"/>
                <a:ext cx="95110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C8D6CF4D-6357-10DD-1276-3782EA67C58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58803" y="2902498"/>
                <a:ext cx="95110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4B3B8309-0389-49FC-95DA-55E2C6B62C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58803" y="2902498"/>
                <a:ext cx="95110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2">
                <a:extLst>
                  <a:ext uri="{FF2B5EF4-FFF2-40B4-BE49-F238E27FC236}">
                    <a16:creationId xmlns:a16="http://schemas.microsoft.com/office/drawing/2014/main" id="{D95082BA-7F72-4ABE-9D12-4C8FE97D18C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20697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8" name="Content Placeholder 2">
                <a:extLst>
                  <a:ext uri="{FF2B5EF4-FFF2-40B4-BE49-F238E27FC236}">
                    <a16:creationId xmlns:a16="http://schemas.microsoft.com/office/drawing/2014/main" id="{6F9046AB-6D67-4DA1-B281-FAE9C5B47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0697" y="3508412"/>
                <a:ext cx="78603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73BA4864-01EF-236A-BAD4-45CDD207A98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246221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E6C044F6-014C-4601-A82C-65954BC410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46221" y="3508412"/>
                <a:ext cx="7860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CF585EE4-B2B9-4076-0F23-6AD58910484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71745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370F0FC0-310C-4A8C-91BA-2D08AF0F71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1745" y="3508412"/>
                <a:ext cx="78603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9CF9C330-1066-C74E-E5FB-DAE1CD8F3C8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297269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AC2C5EAA-6372-41A9-A7C1-9FC860763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269" y="3508412"/>
                <a:ext cx="7860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31BD6C2C-1F50-B08C-1508-73DA19FA13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322793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7EEF1985-952A-4CFD-B151-A17D0EFD93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793" y="3508412"/>
                <a:ext cx="7860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F92A5FD5-9F5D-953A-D7DD-81CFC71008A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348319" y="3508412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6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67AE011F-FA55-409C-BE34-C5EFE0CC7D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48319" y="3508412"/>
                <a:ext cx="78603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D0B5356B-B12F-554F-6E5E-6CC4E76DB281}"/>
              </a:ext>
            </a:extLst>
          </p:cNvPr>
          <p:cNvCxnSpPr>
            <a:cxnSpLocks/>
          </p:cNvCxnSpPr>
          <p:nvPr/>
        </p:nvCxnSpPr>
        <p:spPr>
          <a:xfrm>
            <a:off x="2737731" y="1425674"/>
            <a:ext cx="2291554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CB6A59BA-2F58-4EB5-E4DE-A1E3940B58D9}"/>
              </a:ext>
            </a:extLst>
          </p:cNvPr>
          <p:cNvCxnSpPr>
            <a:cxnSpLocks/>
          </p:cNvCxnSpPr>
          <p:nvPr/>
        </p:nvCxnSpPr>
        <p:spPr>
          <a:xfrm>
            <a:off x="5651694" y="1425674"/>
            <a:ext cx="6248142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17DB1611-628A-DED7-005B-47C64D23EE8A}"/>
              </a:ext>
            </a:extLst>
          </p:cNvPr>
          <p:cNvCxnSpPr>
            <a:cxnSpLocks/>
          </p:cNvCxnSpPr>
          <p:nvPr/>
        </p:nvCxnSpPr>
        <p:spPr>
          <a:xfrm>
            <a:off x="258932" y="1941583"/>
            <a:ext cx="2291554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161D8F7D-B11D-979F-7D39-E6DE48EFD905}"/>
              </a:ext>
            </a:extLst>
          </p:cNvPr>
          <p:cNvCxnSpPr>
            <a:cxnSpLocks/>
          </p:cNvCxnSpPr>
          <p:nvPr/>
        </p:nvCxnSpPr>
        <p:spPr>
          <a:xfrm>
            <a:off x="2858381" y="1941583"/>
            <a:ext cx="1937947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10826A1-C9AC-D440-8733-1EACE5FF3DD3}"/>
              </a:ext>
            </a:extLst>
          </p:cNvPr>
          <p:cNvCxnSpPr>
            <a:cxnSpLocks/>
          </p:cNvCxnSpPr>
          <p:nvPr/>
        </p:nvCxnSpPr>
        <p:spPr>
          <a:xfrm>
            <a:off x="5452800" y="1941583"/>
            <a:ext cx="1570865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49504886-FDA9-6BBA-42A6-4625C60999DE}"/>
              </a:ext>
            </a:extLst>
          </p:cNvPr>
          <p:cNvCxnSpPr>
            <a:cxnSpLocks/>
            <a:stCxn id="4" idx="3"/>
            <a:endCxn id="40" idx="1"/>
          </p:cNvCxnSpPr>
          <p:nvPr/>
        </p:nvCxnSpPr>
        <p:spPr>
          <a:xfrm flipV="1">
            <a:off x="8270122" y="4915356"/>
            <a:ext cx="716878" cy="254"/>
          </a:xfrm>
          <a:prstGeom prst="line">
            <a:avLst/>
          </a:prstGeom>
          <a:ln w="38100" cap="rnd">
            <a:solidFill>
              <a:srgbClr val="B144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18AC8A1E-F496-379C-D529-8C0DD8D8E296}"/>
              </a:ext>
            </a:extLst>
          </p:cNvPr>
          <p:cNvCxnSpPr>
            <a:cxnSpLocks/>
            <a:endCxn id="4" idx="1"/>
          </p:cNvCxnSpPr>
          <p:nvPr/>
        </p:nvCxnSpPr>
        <p:spPr>
          <a:xfrm flipV="1">
            <a:off x="6674260" y="4915610"/>
            <a:ext cx="724499" cy="602874"/>
          </a:xfrm>
          <a:prstGeom prst="line">
            <a:avLst/>
          </a:prstGeom>
          <a:ln w="38100" cap="rnd">
            <a:solidFill>
              <a:srgbClr val="B144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5A051E8-EB70-31FE-746E-5BEC1E1D7C0E}"/>
              </a:ext>
            </a:extLst>
          </p:cNvPr>
          <p:cNvCxnSpPr>
            <a:cxnSpLocks/>
            <a:stCxn id="53" idx="3"/>
          </p:cNvCxnSpPr>
          <p:nvPr/>
        </p:nvCxnSpPr>
        <p:spPr>
          <a:xfrm flipV="1">
            <a:off x="8270122" y="6121355"/>
            <a:ext cx="739763" cy="1"/>
          </a:xfrm>
          <a:prstGeom prst="line">
            <a:avLst/>
          </a:prstGeom>
          <a:ln w="38100" cap="rnd">
            <a:solidFill>
              <a:srgbClr val="B144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B156858F-BDD5-1D3A-4DD8-068375A48B05}"/>
              </a:ext>
            </a:extLst>
          </p:cNvPr>
          <p:cNvSpPr/>
          <p:nvPr/>
        </p:nvSpPr>
        <p:spPr>
          <a:xfrm>
            <a:off x="8987000" y="4444497"/>
            <a:ext cx="3073820" cy="941717"/>
          </a:xfrm>
          <a:prstGeom prst="roundRect">
            <a:avLst>
              <a:gd name="adj" fmla="val 50000"/>
            </a:avLst>
          </a:prstGeom>
          <a:solidFill>
            <a:srgbClr val="F2F2F2"/>
          </a:solidFill>
          <a:ln w="28575">
            <a:solidFill>
              <a:srgbClr val="009788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4">
              <a:hueOff val="0"/>
              <a:satOff val="0"/>
              <a:lumOff val="0"/>
              <a:alphaOff val="0"/>
            </a:schemeClr>
          </a:fillRef>
          <a:effectRef idx="0">
            <a:schemeClr val="accent4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8352" tIns="38352" rIns="38352" bIns="38352" numCol="1" spcCol="1270" anchor="ctr" anchorCtr="0">
            <a:noAutofit/>
          </a:bodyPr>
          <a:lstStyle/>
          <a:p>
            <a:pPr marL="0" marR="0" lvl="0" indent="0" algn="ctr" defTabSz="12446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 Math" panose="02040503050406030204" pitchFamily="18" charset="0"/>
              <a:ea typeface="Cambria Math" panose="02040503050406030204" pitchFamily="18" charset="0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1FC68CE1-263F-B2FE-4471-EC8DF556BFD4}"/>
              </a:ext>
            </a:extLst>
          </p:cNvPr>
          <p:cNvPicPr>
            <a:picLocks noChangeAspect="1"/>
          </p:cNvPicPr>
          <p:nvPr/>
        </p:nvPicPr>
        <p:blipFill rotWithShape="1">
          <a:blip r:embed="rId18"/>
          <a:srcRect l="16668" t="25169" r="53477" b="21678"/>
          <a:stretch/>
        </p:blipFill>
        <p:spPr>
          <a:xfrm>
            <a:off x="7398759" y="4479288"/>
            <a:ext cx="871363" cy="872643"/>
          </a:xfrm>
          <a:prstGeom prst="rect">
            <a:avLst/>
          </a:prstGeom>
        </p:spPr>
      </p:pic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2E79396B-4922-BE23-0A2D-0B5A5EE9B94F}"/>
              </a:ext>
            </a:extLst>
          </p:cNvPr>
          <p:cNvCxnSpPr>
            <a:cxnSpLocks/>
            <a:endCxn id="53" idx="1"/>
          </p:cNvCxnSpPr>
          <p:nvPr/>
        </p:nvCxnSpPr>
        <p:spPr>
          <a:xfrm>
            <a:off x="6674260" y="5518481"/>
            <a:ext cx="724499" cy="602875"/>
          </a:xfrm>
          <a:prstGeom prst="line">
            <a:avLst/>
          </a:prstGeom>
          <a:ln w="38100" cap="rnd">
            <a:solidFill>
              <a:srgbClr val="B144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3" name="Picture 52">
            <a:extLst>
              <a:ext uri="{FF2B5EF4-FFF2-40B4-BE49-F238E27FC236}">
                <a16:creationId xmlns:a16="http://schemas.microsoft.com/office/drawing/2014/main" id="{FD236AE6-65EE-BF57-B949-0D2C0171E894}"/>
              </a:ext>
            </a:extLst>
          </p:cNvPr>
          <p:cNvPicPr>
            <a:picLocks noChangeAspect="1"/>
          </p:cNvPicPr>
          <p:nvPr/>
        </p:nvPicPr>
        <p:blipFill rotWithShape="1">
          <a:blip r:embed="rId18"/>
          <a:srcRect l="48395" t="25169" r="21750" b="21678"/>
          <a:stretch/>
        </p:blipFill>
        <p:spPr>
          <a:xfrm>
            <a:off x="7398759" y="5685034"/>
            <a:ext cx="871363" cy="872643"/>
          </a:xfrm>
          <a:prstGeom prst="rect">
            <a:avLst/>
          </a:prstGeom>
        </p:spPr>
      </p:pic>
      <p:sp>
        <p:nvSpPr>
          <p:cNvPr id="48" name="Oval 47">
            <a:extLst>
              <a:ext uri="{FF2B5EF4-FFF2-40B4-BE49-F238E27FC236}">
                <a16:creationId xmlns:a16="http://schemas.microsoft.com/office/drawing/2014/main" id="{E21B66FA-F3D8-53D0-4423-9196699CF94A}"/>
              </a:ext>
            </a:extLst>
          </p:cNvPr>
          <p:cNvSpPr>
            <a:spLocks noChangeAspect="1"/>
          </p:cNvSpPr>
          <p:nvPr/>
        </p:nvSpPr>
        <p:spPr>
          <a:xfrm>
            <a:off x="9768623" y="4491615"/>
            <a:ext cx="432000" cy="432000"/>
          </a:xfrm>
          <a:prstGeom prst="ellipse">
            <a:avLst/>
          </a:prstGeom>
          <a:solidFill>
            <a:srgbClr val="0070C0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B1DEBE47-C47B-A031-3724-7F2C15434523}"/>
              </a:ext>
            </a:extLst>
          </p:cNvPr>
          <p:cNvSpPr>
            <a:spLocks noChangeAspect="1"/>
          </p:cNvSpPr>
          <p:nvPr/>
        </p:nvSpPr>
        <p:spPr>
          <a:xfrm>
            <a:off x="10296306" y="4491615"/>
            <a:ext cx="432000" cy="432000"/>
          </a:xfrm>
          <a:prstGeom prst="ellipse">
            <a:avLst/>
          </a:prstGeom>
          <a:solidFill>
            <a:srgbClr val="0070C0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723600AD-34CA-6AD6-24A4-25747D336C80}"/>
              </a:ext>
            </a:extLst>
          </p:cNvPr>
          <p:cNvSpPr>
            <a:spLocks noChangeAspect="1"/>
          </p:cNvSpPr>
          <p:nvPr/>
        </p:nvSpPr>
        <p:spPr>
          <a:xfrm>
            <a:off x="10823988" y="4491615"/>
            <a:ext cx="432000" cy="432000"/>
          </a:xfrm>
          <a:prstGeom prst="ellipse">
            <a:avLst/>
          </a:prstGeom>
          <a:solidFill>
            <a:srgbClr val="0070C0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067EDD14-AF7C-841A-3BA6-42E7DA6F6F8A}"/>
              </a:ext>
            </a:extLst>
          </p:cNvPr>
          <p:cNvSpPr>
            <a:spLocks noChangeAspect="1"/>
          </p:cNvSpPr>
          <p:nvPr/>
        </p:nvSpPr>
        <p:spPr>
          <a:xfrm>
            <a:off x="9504786" y="4900879"/>
            <a:ext cx="432000" cy="432000"/>
          </a:xfrm>
          <a:prstGeom prst="ellipse">
            <a:avLst/>
          </a:prstGeom>
          <a:solidFill>
            <a:schemeClr val="bg1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D4B1A8D3-45C6-4D60-86B1-29522E8DC44D}"/>
              </a:ext>
            </a:extLst>
          </p:cNvPr>
          <p:cNvSpPr>
            <a:spLocks noChangeAspect="1"/>
          </p:cNvSpPr>
          <p:nvPr/>
        </p:nvSpPr>
        <p:spPr>
          <a:xfrm>
            <a:off x="10035587" y="4900879"/>
            <a:ext cx="432000" cy="432000"/>
          </a:xfrm>
          <a:prstGeom prst="ellipse">
            <a:avLst/>
          </a:prstGeom>
          <a:solidFill>
            <a:schemeClr val="bg1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D1B034A3-C33D-871C-46A4-2DB3802A7D04}"/>
              </a:ext>
            </a:extLst>
          </p:cNvPr>
          <p:cNvSpPr>
            <a:spLocks noChangeAspect="1"/>
          </p:cNvSpPr>
          <p:nvPr/>
        </p:nvSpPr>
        <p:spPr>
          <a:xfrm>
            <a:off x="10566388" y="4900879"/>
            <a:ext cx="432000" cy="432000"/>
          </a:xfrm>
          <a:prstGeom prst="ellipse">
            <a:avLst/>
          </a:prstGeom>
          <a:solidFill>
            <a:schemeClr val="bg1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EB09A374-EDB9-1A16-93A3-07EAD01FFB93}"/>
              </a:ext>
            </a:extLst>
          </p:cNvPr>
          <p:cNvSpPr>
            <a:spLocks noChangeAspect="1"/>
          </p:cNvSpPr>
          <p:nvPr/>
        </p:nvSpPr>
        <p:spPr>
          <a:xfrm>
            <a:off x="11097190" y="4900879"/>
            <a:ext cx="432000" cy="432000"/>
          </a:xfrm>
          <a:prstGeom prst="ellipse">
            <a:avLst/>
          </a:prstGeom>
          <a:solidFill>
            <a:schemeClr val="bg1"/>
          </a:solidFill>
          <a:ln>
            <a:noFill/>
          </a:ln>
          <a:scene3d>
            <a:camera prst="orthographicFront"/>
            <a:lightRig rig="threePt" dir="t"/>
          </a:scene3d>
          <a:sp3d extrusionH="95250">
            <a:bevelT w="215900" h="241300"/>
            <a:bevelB w="158750" h="1841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9" name="Rectangle: Rounded Corners 78">
            <a:extLst>
              <a:ext uri="{FF2B5EF4-FFF2-40B4-BE49-F238E27FC236}">
                <a16:creationId xmlns:a16="http://schemas.microsoft.com/office/drawing/2014/main" id="{69A08647-374F-6206-833E-1573DA58D728}"/>
              </a:ext>
            </a:extLst>
          </p:cNvPr>
          <p:cNvSpPr/>
          <p:nvPr/>
        </p:nvSpPr>
        <p:spPr>
          <a:xfrm>
            <a:off x="8987000" y="5737688"/>
            <a:ext cx="3073820" cy="707525"/>
          </a:xfrm>
          <a:prstGeom prst="roundRect">
            <a:avLst>
              <a:gd name="adj" fmla="val 50000"/>
            </a:avLst>
          </a:prstGeom>
          <a:solidFill>
            <a:srgbClr val="F2F2F2"/>
          </a:solidFill>
          <a:ln w="28575">
            <a:solidFill>
              <a:srgbClr val="009788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4">
              <a:hueOff val="0"/>
              <a:satOff val="0"/>
              <a:lumOff val="0"/>
              <a:alphaOff val="0"/>
            </a:schemeClr>
          </a:fillRef>
          <a:effectRef idx="0">
            <a:schemeClr val="accent4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8352" tIns="38352" rIns="38352" bIns="38352" numCol="1" spcCol="1270" anchor="ctr" anchorCtr="0">
            <a:noAutofit/>
          </a:bodyPr>
          <a:lstStyle/>
          <a:p>
            <a:pPr marL="0" marR="0" lvl="0" indent="0" algn="ctr" defTabSz="12446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 Math" panose="02040503050406030204" pitchFamily="18" charset="0"/>
              <a:ea typeface="Cambria Math" panose="02040503050406030204" pitchFamily="18" charset="0"/>
              <a:cs typeface="+mn-cs"/>
            </a:endParaRPr>
          </a:p>
        </p:txBody>
      </p:sp>
      <p:pic>
        <p:nvPicPr>
          <p:cNvPr id="82" name="Picture 81">
            <a:extLst>
              <a:ext uri="{FF2B5EF4-FFF2-40B4-BE49-F238E27FC236}">
                <a16:creationId xmlns:a16="http://schemas.microsoft.com/office/drawing/2014/main" id="{765DCF6A-0AF9-E73E-469A-C041EB51611E}"/>
              </a:ext>
            </a:extLst>
          </p:cNvPr>
          <p:cNvPicPr>
            <a:picLocks noChangeAspect="1"/>
          </p:cNvPicPr>
          <p:nvPr/>
        </p:nvPicPr>
        <p:blipFill rotWithShape="1"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2" b="52986"/>
          <a:stretch/>
        </p:blipFill>
        <p:spPr bwMode="auto">
          <a:xfrm>
            <a:off x="9142872" y="5861238"/>
            <a:ext cx="1370244" cy="460425"/>
          </a:xfrm>
          <a:prstGeom prst="rect">
            <a:avLst/>
          </a:prstGeom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83" name="Picture 82">
            <a:extLst>
              <a:ext uri="{FF2B5EF4-FFF2-40B4-BE49-F238E27FC236}">
                <a16:creationId xmlns:a16="http://schemas.microsoft.com/office/drawing/2014/main" id="{535DA314-601C-AEDC-89F8-9D896C798719}"/>
              </a:ext>
            </a:extLst>
          </p:cNvPr>
          <p:cNvPicPr>
            <a:picLocks noChangeAspect="1"/>
          </p:cNvPicPr>
          <p:nvPr/>
        </p:nvPicPr>
        <p:blipFill rotWithShape="1"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6" t="53021" r="12" b="-73"/>
          <a:stretch/>
        </p:blipFill>
        <p:spPr bwMode="auto">
          <a:xfrm>
            <a:off x="10529672" y="5861238"/>
            <a:ext cx="1370164" cy="460425"/>
          </a:xfrm>
          <a:prstGeom prst="rect">
            <a:avLst/>
          </a:prstGeom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1689672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5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50"/>
                            </p:stCondLst>
                            <p:childTnLst>
                              <p:par>
                                <p:cTn id="7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000"/>
                            </p:stCondLst>
                            <p:childTnLst>
                              <p:par>
                                <p:cTn id="8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00"/>
                            </p:stCondLst>
                            <p:childTnLst>
                              <p:par>
                                <p:cTn id="10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00"/>
                            </p:stCondLst>
                            <p:childTnLst>
                              <p:par>
                                <p:cTn id="1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500"/>
                            </p:stCondLst>
                            <p:childTnLst>
                              <p:par>
                                <p:cTn id="143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000"/>
                            </p:stCondLst>
                            <p:childTnLst>
                              <p:par>
                                <p:cTn id="146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"/>
                            </p:stCondLst>
                            <p:childTnLst>
                              <p:par>
                                <p:cTn id="149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2000"/>
                            </p:stCondLst>
                            <p:childTnLst>
                              <p:par>
                                <p:cTn id="152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build="p"/>
      <p:bldP spid="5" grpId="0" build="p"/>
      <p:bldP spid="50" grpId="0" animBg="1"/>
      <p:bldP spid="73" grpId="0" build="p"/>
      <p:bldP spid="22" grpId="0" build="p"/>
      <p:bldP spid="23" grpId="0" build="p"/>
      <p:bldP spid="24" grpId="0" build="p"/>
      <p:bldP spid="25" grpId="0" build="p"/>
      <p:bldP spid="26" grpId="0" build="p"/>
      <p:bldP spid="27" grpId="0" build="p"/>
      <p:bldP spid="28" grpId="0" build="p"/>
      <p:bldP spid="29" grpId="0" build="p"/>
      <p:bldP spid="30" grpId="0" build="p"/>
      <p:bldP spid="31" grpId="0" build="p"/>
      <p:bldP spid="32" grpId="0" build="p"/>
      <p:bldP spid="33" grpId="0" build="p"/>
      <p:bldP spid="40" grpId="0" animBg="1"/>
      <p:bldP spid="48" grpId="0" animBg="1"/>
      <p:bldP spid="66" grpId="0" animBg="1"/>
      <p:bldP spid="68" grpId="0" animBg="1"/>
      <p:bldP spid="74" grpId="0" animBg="1"/>
      <p:bldP spid="76" grpId="0" animBg="1"/>
      <p:bldP spid="77" grpId="0" animBg="1"/>
      <p:bldP spid="78" grpId="0" animBg="1"/>
      <p:bldP spid="7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Experiments </a:t>
            </a:r>
            <a:endParaRPr lang="en-US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F85B7F9-F0C4-E4E6-AA76-1EAB0004702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97668"/>
            <a:ext cx="11929641" cy="5656341"/>
          </a:xfrm>
        </p:spPr>
        <p:txBody>
          <a:bodyPr/>
          <a:lstStyle/>
          <a:p>
            <a:pPr lvl="0"/>
            <a:r>
              <a:rPr lang="en-US" b="1" dirty="0"/>
              <a:t>Experiment </a:t>
            </a:r>
            <a:r>
              <a:rPr lang="en-US" b="1" dirty="0">
                <a:solidFill>
                  <a:srgbClr val="FF0000"/>
                </a:solidFill>
              </a:rPr>
              <a:t>with</a:t>
            </a:r>
            <a:r>
              <a:rPr lang="en-US" b="1" dirty="0"/>
              <a:t> Replacement</a:t>
            </a:r>
          </a:p>
          <a:p>
            <a:pPr lvl="1"/>
            <a:r>
              <a:rPr lang="en-US" dirty="0"/>
              <a:t>You select something from sample, </a:t>
            </a:r>
            <a:r>
              <a:rPr lang="en-US" b="1" dirty="0">
                <a:solidFill>
                  <a:srgbClr val="FF0000"/>
                </a:solidFill>
              </a:rPr>
              <a:t>put it back</a:t>
            </a:r>
            <a:r>
              <a:rPr lang="en-US" dirty="0"/>
              <a:t> and then select again.</a:t>
            </a:r>
            <a:endParaRPr lang="en-IN" dirty="0"/>
          </a:p>
          <a:p>
            <a:pPr lvl="1"/>
            <a:r>
              <a:rPr lang="en-US" dirty="0"/>
              <a:t>Each selection is independent and the size of the sample remains constant throughout the experiment.</a:t>
            </a:r>
          </a:p>
          <a:p>
            <a:r>
              <a:rPr lang="en-GB" b="1" dirty="0"/>
              <a:t>Experiment </a:t>
            </a:r>
            <a:r>
              <a:rPr lang="en-GB" b="1" dirty="0">
                <a:solidFill>
                  <a:srgbClr val="FF0000"/>
                </a:solidFill>
              </a:rPr>
              <a:t>without</a:t>
            </a:r>
            <a:r>
              <a:rPr lang="en-GB" b="1" dirty="0"/>
              <a:t> Replacement</a:t>
            </a:r>
          </a:p>
          <a:p>
            <a:pPr lvl="1"/>
            <a:r>
              <a:rPr lang="en-GB" dirty="0"/>
              <a:t>You select something from sample, </a:t>
            </a:r>
            <a:r>
              <a:rPr lang="en-GB" b="1" dirty="0">
                <a:solidFill>
                  <a:srgbClr val="FF0000"/>
                </a:solidFill>
              </a:rPr>
              <a:t>don't put it </a:t>
            </a:r>
            <a:r>
              <a:rPr lang="en-GB" dirty="0"/>
              <a:t>back and then select again.</a:t>
            </a:r>
          </a:p>
          <a:p>
            <a:pPr lvl="1"/>
            <a:r>
              <a:rPr lang="en-GB" dirty="0"/>
              <a:t>Each selection affects the subsequent selections, they are dependent on previous ones and size of a sample space is reduced after each selection.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37737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264A41-0118-3F02-118C-D450D8B381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ECC2FAA-C2B6-96F3-4ADB-C5EAC35C5297}"/>
                  </a:ext>
                </a:extLst>
              </p:cNvPr>
              <p:cNvSpPr txBox="1"/>
              <p:nvPr/>
            </p:nvSpPr>
            <p:spPr>
              <a:xfrm>
                <a:off x="2155760" y="3976976"/>
                <a:ext cx="5340093" cy="261770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/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3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4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    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1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4 </m:t>
                                    </m:r>
                                  </m:e>
                                </m:d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</m:e>
                            </m:mr>
                            <m:mr>
                              <m:e/>
                            </m:mr>
                            <m:mr>
                              <m:e/>
                            </m:mr>
                          </m:m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48CF3FA-1508-4014-9099-194A93593E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60" y="3976976"/>
                <a:ext cx="5340093" cy="261770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DB78DA5-3060-EAAB-9AA2-041794C02E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1.1 ⇝ Example 2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BF685E12-921F-1162-D452-24E41E9135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63378" y="5024218"/>
                <a:ext cx="492382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S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63DAC30-F985-D34E-24BD-96AF816AEE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3378" y="5024218"/>
                <a:ext cx="49238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98B688A0-C403-9E25-5192-2256BE08E6B0}"/>
              </a:ext>
            </a:extLst>
          </p:cNvPr>
          <p:cNvSpPr/>
          <p:nvPr/>
        </p:nvSpPr>
        <p:spPr>
          <a:xfrm>
            <a:off x="131181" y="3402957"/>
            <a:ext cx="149442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2">
                <a:extLst>
                  <a:ext uri="{FF2B5EF4-FFF2-40B4-BE49-F238E27FC236}">
                    <a16:creationId xmlns:a16="http://schemas.microsoft.com/office/drawing/2014/main" id="{9A792F0D-6961-5BBD-945E-AA15D8AE79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42094" y="534929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8" name="Content Placeholder 2">
                <a:extLst>
                  <a:ext uri="{FF2B5EF4-FFF2-40B4-BE49-F238E27FC236}">
                    <a16:creationId xmlns:a16="http://schemas.microsoft.com/office/drawing/2014/main" id="{6F9046AB-6D67-4DA1-B281-FAE9C5B47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2094" y="5349297"/>
                <a:ext cx="78603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30575122-AC83-2AC5-D991-59AF89710E1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3406" y="534929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Content Placeholder 2">
                <a:extLst>
                  <a:ext uri="{FF2B5EF4-FFF2-40B4-BE49-F238E27FC236}">
                    <a16:creationId xmlns:a16="http://schemas.microsoft.com/office/drawing/2014/main" id="{E6C044F6-014C-4601-A82C-65954BC410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406" y="5349297"/>
                <a:ext cx="78603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11E0A454-1D98-BAE6-8950-B4A7C8C5989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24718" y="534929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370F0FC0-310C-4A8C-91BA-2D08AF0F71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4718" y="5349297"/>
                <a:ext cx="7860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6A4C8EA5-0AE3-C55A-CA74-DB01ED55C12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16029" y="534929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AC2C5EAA-6372-41A9-A7C1-9FC860763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6029" y="5349297"/>
                <a:ext cx="7860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ACB5ACAC-9DC1-E3C6-8981-3BEED1209AA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42094" y="595862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7EEF1985-952A-4CFD-B151-A17D0EFD93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2094" y="5958627"/>
                <a:ext cx="7860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B3092F9B-9CF5-7D64-CF01-98744423064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3406" y="595862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3" name="Content Placeholder 2">
                <a:extLst>
                  <a:ext uri="{FF2B5EF4-FFF2-40B4-BE49-F238E27FC236}">
                    <a16:creationId xmlns:a16="http://schemas.microsoft.com/office/drawing/2014/main" id="{67AE011F-FA55-409C-BE34-C5EFE0CC7D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406" y="5958627"/>
                <a:ext cx="7860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Content Placeholder 2">
                <a:extLst>
                  <a:ext uri="{FF2B5EF4-FFF2-40B4-BE49-F238E27FC236}">
                    <a16:creationId xmlns:a16="http://schemas.microsoft.com/office/drawing/2014/main" id="{40371E7A-B2B5-52FA-1DEE-AFF2E334E06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42094" y="413063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7" name="Content Placeholder 2">
                <a:extLst>
                  <a:ext uri="{FF2B5EF4-FFF2-40B4-BE49-F238E27FC236}">
                    <a16:creationId xmlns:a16="http://schemas.microsoft.com/office/drawing/2014/main" id="{61966B71-D17D-4B3F-96A2-C6020B72BB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2094" y="4130637"/>
                <a:ext cx="7860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Content Placeholder 2">
                <a:extLst>
                  <a:ext uri="{FF2B5EF4-FFF2-40B4-BE49-F238E27FC236}">
                    <a16:creationId xmlns:a16="http://schemas.microsoft.com/office/drawing/2014/main" id="{D99CBF38-CB5B-6060-A539-BEF27503C6B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3406" y="413063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8" name="Content Placeholder 2">
                <a:extLst>
                  <a:ext uri="{FF2B5EF4-FFF2-40B4-BE49-F238E27FC236}">
                    <a16:creationId xmlns:a16="http://schemas.microsoft.com/office/drawing/2014/main" id="{8F10C6EF-E644-4336-9227-056E6A713A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406" y="4130637"/>
                <a:ext cx="78603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Content Placeholder 2">
                <a:extLst>
                  <a:ext uri="{FF2B5EF4-FFF2-40B4-BE49-F238E27FC236}">
                    <a16:creationId xmlns:a16="http://schemas.microsoft.com/office/drawing/2014/main" id="{EE460C84-0304-BC13-CB5E-0DDF2461430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24718" y="413063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Content Placeholder 2">
                <a:extLst>
                  <a:ext uri="{FF2B5EF4-FFF2-40B4-BE49-F238E27FC236}">
                    <a16:creationId xmlns:a16="http://schemas.microsoft.com/office/drawing/2014/main" id="{5F5C2CE8-A38A-4B46-9C01-017A0C6B6D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4718" y="4130637"/>
                <a:ext cx="78603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Content Placeholder 2">
                <a:extLst>
                  <a:ext uri="{FF2B5EF4-FFF2-40B4-BE49-F238E27FC236}">
                    <a16:creationId xmlns:a16="http://schemas.microsoft.com/office/drawing/2014/main" id="{6B6262C9-0862-24B8-4A60-0DB7D96A502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16029" y="413063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0" name="Content Placeholder 2">
                <a:extLst>
                  <a:ext uri="{FF2B5EF4-FFF2-40B4-BE49-F238E27FC236}">
                    <a16:creationId xmlns:a16="http://schemas.microsoft.com/office/drawing/2014/main" id="{CFDF62F1-6506-441B-8056-99FA1751A1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6029" y="4130637"/>
                <a:ext cx="7860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Content Placeholder 2">
                <a:extLst>
                  <a:ext uri="{FF2B5EF4-FFF2-40B4-BE49-F238E27FC236}">
                    <a16:creationId xmlns:a16="http://schemas.microsoft.com/office/drawing/2014/main" id="{F99C6151-6EEB-83D4-FC80-111910FA4EC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42094" y="473996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1" name="Content Placeholder 2">
                <a:extLst>
                  <a:ext uri="{FF2B5EF4-FFF2-40B4-BE49-F238E27FC236}">
                    <a16:creationId xmlns:a16="http://schemas.microsoft.com/office/drawing/2014/main" id="{45B2D316-FC11-409A-9DBF-1F472C2E21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2094" y="4739967"/>
                <a:ext cx="78603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Content Placeholder 2">
                <a:extLst>
                  <a:ext uri="{FF2B5EF4-FFF2-40B4-BE49-F238E27FC236}">
                    <a16:creationId xmlns:a16="http://schemas.microsoft.com/office/drawing/2014/main" id="{1884122B-CF77-CBAA-BB75-8A3C3833887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3406" y="473996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2" name="Content Placeholder 2">
                <a:extLst>
                  <a:ext uri="{FF2B5EF4-FFF2-40B4-BE49-F238E27FC236}">
                    <a16:creationId xmlns:a16="http://schemas.microsoft.com/office/drawing/2014/main" id="{B276B422-0847-409E-BD52-B29E999712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406" y="4739967"/>
                <a:ext cx="7860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2">
                <a:extLst>
                  <a:ext uri="{FF2B5EF4-FFF2-40B4-BE49-F238E27FC236}">
                    <a16:creationId xmlns:a16="http://schemas.microsoft.com/office/drawing/2014/main" id="{B688ABAB-BE3B-CCE7-5A59-7838DB9C6D2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24718" y="473996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4" name="Content Placeholder 2">
                <a:extLst>
                  <a:ext uri="{FF2B5EF4-FFF2-40B4-BE49-F238E27FC236}">
                    <a16:creationId xmlns:a16="http://schemas.microsoft.com/office/drawing/2014/main" id="{576A19CB-18B1-4057-B855-9556F24B38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4718" y="4739967"/>
                <a:ext cx="7860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Content Placeholder 2">
                <a:extLst>
                  <a:ext uri="{FF2B5EF4-FFF2-40B4-BE49-F238E27FC236}">
                    <a16:creationId xmlns:a16="http://schemas.microsoft.com/office/drawing/2014/main" id="{93DDDFE8-8E9F-0AFC-1D13-E888065083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16029" y="473996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5" name="Content Placeholder 2">
                <a:extLst>
                  <a:ext uri="{FF2B5EF4-FFF2-40B4-BE49-F238E27FC236}">
                    <a16:creationId xmlns:a16="http://schemas.microsoft.com/office/drawing/2014/main" id="{1DD9510D-1ACE-4E14-8D9D-4E525E1DBF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6029" y="4739967"/>
                <a:ext cx="78603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Content Placeholder 2">
                <a:extLst>
                  <a:ext uri="{FF2B5EF4-FFF2-40B4-BE49-F238E27FC236}">
                    <a16:creationId xmlns:a16="http://schemas.microsoft.com/office/drawing/2014/main" id="{334AD129-A224-EEB2-FA09-E3315E1494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24718" y="595862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6" name="Content Placeholder 2">
                <a:extLst>
                  <a:ext uri="{FF2B5EF4-FFF2-40B4-BE49-F238E27FC236}">
                    <a16:creationId xmlns:a16="http://schemas.microsoft.com/office/drawing/2014/main" id="{2BD3666E-5198-4549-A2FD-D5B96AAEF8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4718" y="5958627"/>
                <a:ext cx="78603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Content Placeholder 2">
                <a:extLst>
                  <a:ext uri="{FF2B5EF4-FFF2-40B4-BE49-F238E27FC236}">
                    <a16:creationId xmlns:a16="http://schemas.microsoft.com/office/drawing/2014/main" id="{4FA09653-3C8A-8E4A-D201-EF56F06BB6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16029" y="5958627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DD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9" name="Content Placeholder 2">
                <a:extLst>
                  <a:ext uri="{FF2B5EF4-FFF2-40B4-BE49-F238E27FC236}">
                    <a16:creationId xmlns:a16="http://schemas.microsoft.com/office/drawing/2014/main" id="{B2F2EB46-6D3B-4659-BA42-395027CC56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6029" y="5958627"/>
                <a:ext cx="7860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3CBB02EC-F496-5978-A206-93E80AB2E282}"/>
              </a:ext>
            </a:extLst>
          </p:cNvPr>
          <p:cNvSpPr txBox="1">
            <a:spLocks/>
          </p:cNvSpPr>
          <p:nvPr/>
        </p:nvSpPr>
        <p:spPr>
          <a:xfrm>
            <a:off x="131177" y="869079"/>
            <a:ext cx="11929643" cy="237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The letters A, B, C and D are written separately on four slips of paper. The slips are put in a box and mixed thoroughly. A person draws two slips from the box, one after the other. Describe the sample space for the experiment in following cases:</a:t>
            </a:r>
          </a:p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 With replacement	(2)  Without replacement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B0640C2-E95E-B192-B943-81D980892E21}"/>
                  </a:ext>
                </a:extLst>
              </p:cNvPr>
              <p:cNvSpPr txBox="1"/>
              <p:nvPr/>
            </p:nvSpPr>
            <p:spPr>
              <a:xfrm>
                <a:off x="8112610" y="3926177"/>
                <a:ext cx="4106379" cy="261770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/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2 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1, 4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    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1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4 </m:t>
                                    </m:r>
                                  </m:e>
                                </m:d>
                                <m:r>
                                  <a:rPr kumimoji="0" lang="en-IN" sz="28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 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IN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2, 2 </m:t>
                                    </m:r>
                                  </m:e>
                                </m:d>
                                <m:r>
                                  <a:rPr kumimoji="0" lang="en-IN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</m:e>
                            </m:mr>
                            <m:mr>
                              <m:e/>
                            </m:mr>
                            <m:mr>
                              <m:e/>
                            </m:mr>
                          </m:m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0C58009-A413-4968-9A19-3BB3FBAD26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2610" y="3926177"/>
                <a:ext cx="4106379" cy="2617704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2">
                <a:extLst>
                  <a:ext uri="{FF2B5EF4-FFF2-40B4-BE49-F238E27FC236}">
                    <a16:creationId xmlns:a16="http://schemas.microsoft.com/office/drawing/2014/main" id="{3C5E2FC0-5417-088D-2844-8CBBAFA1E0C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59904" y="4973419"/>
                <a:ext cx="66765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S</m:t>
                          </m:r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Content Placeholder 2">
                <a:extLst>
                  <a:ext uri="{FF2B5EF4-FFF2-40B4-BE49-F238E27FC236}">
                    <a16:creationId xmlns:a16="http://schemas.microsoft.com/office/drawing/2014/main" id="{3A8B58C1-C74C-4B58-8FFD-2EC88E29E2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59904" y="4973419"/>
                <a:ext cx="667656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54E4F347-BADD-4E28-D278-F365AC39A29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98944" y="529849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6" name="Content Placeholder 2">
                <a:extLst>
                  <a:ext uri="{FF2B5EF4-FFF2-40B4-BE49-F238E27FC236}">
                    <a16:creationId xmlns:a16="http://schemas.microsoft.com/office/drawing/2014/main" id="{61389551-59A3-4F73-BC9B-5D1840F8BD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8944" y="5298498"/>
                <a:ext cx="786035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EBDDE695-94A3-2EB1-B355-DC45421005F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90256" y="529849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FCBDC482-0F7C-4C60-BFA8-05D21D3C21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0256" y="5298498"/>
                <a:ext cx="786035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Content Placeholder 2">
                <a:extLst>
                  <a:ext uri="{FF2B5EF4-FFF2-40B4-BE49-F238E27FC236}">
                    <a16:creationId xmlns:a16="http://schemas.microsoft.com/office/drawing/2014/main" id="{D7E9E2B5-B26E-1E37-9BA8-5D067F5A412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81567" y="529849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3" name="Content Placeholder 2">
                <a:extLst>
                  <a:ext uri="{FF2B5EF4-FFF2-40B4-BE49-F238E27FC236}">
                    <a16:creationId xmlns:a16="http://schemas.microsoft.com/office/drawing/2014/main" id="{0609076F-7D49-4B82-8349-4FF71B737B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567" y="5298498"/>
                <a:ext cx="786035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Content Placeholder 2">
                <a:extLst>
                  <a:ext uri="{FF2B5EF4-FFF2-40B4-BE49-F238E27FC236}">
                    <a16:creationId xmlns:a16="http://schemas.microsoft.com/office/drawing/2014/main" id="{5B702FF7-A4E4-7AA7-44C7-644217FB9D7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98944" y="590782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4" name="Content Placeholder 2">
                <a:extLst>
                  <a:ext uri="{FF2B5EF4-FFF2-40B4-BE49-F238E27FC236}">
                    <a16:creationId xmlns:a16="http://schemas.microsoft.com/office/drawing/2014/main" id="{3AC2AA60-E712-41F7-9942-956F7B8DB5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8944" y="5907828"/>
                <a:ext cx="786035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Content Placeholder 2">
                <a:extLst>
                  <a:ext uri="{FF2B5EF4-FFF2-40B4-BE49-F238E27FC236}">
                    <a16:creationId xmlns:a16="http://schemas.microsoft.com/office/drawing/2014/main" id="{D3CB4276-2875-295F-D30C-EC264F69783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90256" y="590782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5" name="Content Placeholder 2">
                <a:extLst>
                  <a:ext uri="{FF2B5EF4-FFF2-40B4-BE49-F238E27FC236}">
                    <a16:creationId xmlns:a16="http://schemas.microsoft.com/office/drawing/2014/main" id="{4BEF15A4-5082-4553-8D24-656DE0E655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0256" y="5907828"/>
                <a:ext cx="7860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Content Placeholder 2">
                <a:extLst>
                  <a:ext uri="{FF2B5EF4-FFF2-40B4-BE49-F238E27FC236}">
                    <a16:creationId xmlns:a16="http://schemas.microsoft.com/office/drawing/2014/main" id="{C87A86FC-C273-BD29-520A-D8F64DC5C63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98944" y="407983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AB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6" name="Content Placeholder 2">
                <a:extLst>
                  <a:ext uri="{FF2B5EF4-FFF2-40B4-BE49-F238E27FC236}">
                    <a16:creationId xmlns:a16="http://schemas.microsoft.com/office/drawing/2014/main" id="{40CCB59A-6586-45D2-801D-80E3F01F1F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8944" y="4079838"/>
                <a:ext cx="7860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Content Placeholder 2">
                <a:extLst>
                  <a:ext uri="{FF2B5EF4-FFF2-40B4-BE49-F238E27FC236}">
                    <a16:creationId xmlns:a16="http://schemas.microsoft.com/office/drawing/2014/main" id="{D62E40A0-4F9B-D8B4-9263-683AC9B09D4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90256" y="407983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7" name="Content Placeholder 2">
                <a:extLst>
                  <a:ext uri="{FF2B5EF4-FFF2-40B4-BE49-F238E27FC236}">
                    <a16:creationId xmlns:a16="http://schemas.microsoft.com/office/drawing/2014/main" id="{79624AF5-A66E-41C5-9473-9D0C05D412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0256" y="4079838"/>
                <a:ext cx="7860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Content Placeholder 2">
                <a:extLst>
                  <a:ext uri="{FF2B5EF4-FFF2-40B4-BE49-F238E27FC236}">
                    <a16:creationId xmlns:a16="http://schemas.microsoft.com/office/drawing/2014/main" id="{4D9C781C-F7CF-356A-A37C-324E6FB463C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81567" y="407983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8" name="Content Placeholder 2">
                <a:extLst>
                  <a:ext uri="{FF2B5EF4-FFF2-40B4-BE49-F238E27FC236}">
                    <a16:creationId xmlns:a16="http://schemas.microsoft.com/office/drawing/2014/main" id="{36EDA61F-B165-4098-BA05-D2581DC9B9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567" y="4079838"/>
                <a:ext cx="7860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B751C8F6-F47F-5AA4-27EC-51390A638BA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98944" y="468916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BA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02B51395-0985-4234-8A59-D8607769D0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8944" y="4689168"/>
                <a:ext cx="7860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Content Placeholder 2">
                <a:extLst>
                  <a:ext uri="{FF2B5EF4-FFF2-40B4-BE49-F238E27FC236}">
                    <a16:creationId xmlns:a16="http://schemas.microsoft.com/office/drawing/2014/main" id="{D004C36B-6B3E-5103-E01A-1217F6294C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90256" y="468916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BC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2" name="Content Placeholder 2">
                <a:extLst>
                  <a:ext uri="{FF2B5EF4-FFF2-40B4-BE49-F238E27FC236}">
                    <a16:creationId xmlns:a16="http://schemas.microsoft.com/office/drawing/2014/main" id="{B353FA0C-276C-445E-969F-29A2BF2FD3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0256" y="4689168"/>
                <a:ext cx="7860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Content Placeholder 2">
                <a:extLst>
                  <a:ext uri="{FF2B5EF4-FFF2-40B4-BE49-F238E27FC236}">
                    <a16:creationId xmlns:a16="http://schemas.microsoft.com/office/drawing/2014/main" id="{5EC93899-B745-C03F-3859-56958F5086D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81567" y="468916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BD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3" name="Content Placeholder 2">
                <a:extLst>
                  <a:ext uri="{FF2B5EF4-FFF2-40B4-BE49-F238E27FC236}">
                    <a16:creationId xmlns:a16="http://schemas.microsoft.com/office/drawing/2014/main" id="{FA6AFFDF-1A89-4950-BF86-FE99689CC7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567" y="4689168"/>
                <a:ext cx="7860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Content Placeholder 2">
                <a:extLst>
                  <a:ext uri="{FF2B5EF4-FFF2-40B4-BE49-F238E27FC236}">
                    <a16:creationId xmlns:a16="http://schemas.microsoft.com/office/drawing/2014/main" id="{DE784CBF-18E8-C582-BC02-D80801BD88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81568" y="5907828"/>
                <a:ext cx="78603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DC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4" name="Content Placeholder 2">
                <a:extLst>
                  <a:ext uri="{FF2B5EF4-FFF2-40B4-BE49-F238E27FC236}">
                    <a16:creationId xmlns:a16="http://schemas.microsoft.com/office/drawing/2014/main" id="{90E3F68D-1C0C-4611-9128-D1C4AB3D76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568" y="5907828"/>
                <a:ext cx="7860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A9EB10E9-945E-FC2E-B1C6-483DEE5DFFE7}"/>
              </a:ext>
            </a:extLst>
          </p:cNvPr>
          <p:cNvCxnSpPr>
            <a:cxnSpLocks/>
          </p:cNvCxnSpPr>
          <p:nvPr/>
        </p:nvCxnSpPr>
        <p:spPr>
          <a:xfrm>
            <a:off x="7458076" y="3330407"/>
            <a:ext cx="0" cy="315144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9C85643-1152-53C8-6858-DA133FE6D752}"/>
              </a:ext>
            </a:extLst>
          </p:cNvPr>
          <p:cNvSpPr txBox="1"/>
          <p:nvPr/>
        </p:nvSpPr>
        <p:spPr>
          <a:xfrm>
            <a:off x="1625601" y="3398740"/>
            <a:ext cx="326133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  With replacement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7B9CA6BE-B56C-618F-A7AD-68CFF429F888}"/>
              </a:ext>
            </a:extLst>
          </p:cNvPr>
          <p:cNvSpPr txBox="1"/>
          <p:nvPr/>
        </p:nvSpPr>
        <p:spPr>
          <a:xfrm>
            <a:off x="7559903" y="3398740"/>
            <a:ext cx="398332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(2)  Without replacement</a:t>
            </a:r>
          </a:p>
        </p:txBody>
      </p:sp>
    </p:spTree>
    <p:extLst>
      <p:ext uri="{BB962C8B-B14F-4D97-AF65-F5344CB8AC3E}">
        <p14:creationId xmlns:p14="http://schemas.microsoft.com/office/powerpoint/2010/main" val="3839271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5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"/>
                            </p:stCondLst>
                            <p:childTnLst>
                              <p:par>
                                <p:cTn id="6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250"/>
                            </p:stCondLst>
                            <p:childTnLst>
                              <p:par>
                                <p:cTn id="9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50"/>
                            </p:stCondLst>
                            <p:childTnLst>
                              <p:par>
                                <p:cTn id="10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50"/>
                            </p:stCondLst>
                            <p:childTnLst>
                              <p:par>
                                <p:cTn id="11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250"/>
                            </p:stCondLst>
                            <p:childTnLst>
                              <p:par>
                                <p:cTn id="1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build="p"/>
      <p:bldP spid="5" grpId="0" build="p"/>
      <p:bldP spid="50" grpId="0" animBg="1"/>
      <p:bldP spid="28" grpId="0" build="p"/>
      <p:bldP spid="29" grpId="0" build="p"/>
      <p:bldP spid="30" grpId="0" build="p"/>
      <p:bldP spid="31" grpId="0" build="p"/>
      <p:bldP spid="32" grpId="0" build="p"/>
      <p:bldP spid="33" grpId="0" build="p"/>
      <p:bldP spid="37" grpId="0" build="p"/>
      <p:bldP spid="38" grpId="0" build="p"/>
      <p:bldP spid="39" grpId="0" build="p"/>
      <p:bldP spid="40" grpId="0" build="p"/>
      <p:bldP spid="41" grpId="0" build="p"/>
      <p:bldP spid="42" grpId="0" build="p"/>
      <p:bldP spid="34" grpId="0" build="p"/>
      <p:bldP spid="35" grpId="0" build="p"/>
      <p:bldP spid="36" grpId="0" build="p"/>
      <p:bldP spid="49" grpId="0" build="p"/>
      <p:bldP spid="24" grpId="0" build="p"/>
      <p:bldP spid="25" grpId="0" build="p"/>
      <p:bldP spid="26" grpId="0" build="p"/>
      <p:bldP spid="27" grpId="0" build="p"/>
      <p:bldP spid="43" grpId="0" build="p"/>
      <p:bldP spid="44" grpId="0" build="p"/>
      <p:bldP spid="45" grpId="0" build="p"/>
      <p:bldP spid="46" grpId="0" build="p"/>
      <p:bldP spid="47" grpId="0" build="p"/>
      <p:bldP spid="48" grpId="0" build="p"/>
      <p:bldP spid="51" grpId="0" build="p"/>
      <p:bldP spid="52" grpId="0" build="p"/>
      <p:bldP spid="53" grpId="0" build="p"/>
      <p:bldP spid="54" grpId="0" build="p"/>
      <p:bldP spid="56" grpId="0"/>
      <p:bldP spid="57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Event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/>
                <a:r>
                  <a:rPr lang="en-US" dirty="0"/>
                  <a:t>Any </a:t>
                </a:r>
                <a:r>
                  <a:rPr lang="en-US" b="1" dirty="0">
                    <a:solidFill>
                      <a:srgbClr val="FF0000"/>
                    </a:solidFill>
                  </a:rPr>
                  <a:t>subset</a:t>
                </a:r>
                <a:r>
                  <a:rPr lang="en-US" dirty="0"/>
                  <a:t> of a sample space is known as an event.</a:t>
                </a:r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GB" dirty="0"/>
              </a:p>
              <a:p>
                <a:pPr lvl="1"/>
                <a:r>
                  <a:rPr lang="en-GB" dirty="0"/>
                  <a:t>In experiment of Rolling a six-sided die and observing the number (or dots) that appear on top.</a:t>
                </a:r>
              </a:p>
              <a:p>
                <a:pPr marL="630238" lvl="1" indent="0">
                  <a:buNone/>
                </a:pPr>
                <a:r>
                  <a:rPr lang="en-GB" dirty="0"/>
                  <a:t>A sample space of an experiment is </a:t>
                </a:r>
              </a:p>
              <a:p>
                <a:pPr lvl="1"/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: even number appears on top.</a:t>
                </a:r>
              </a:p>
              <a:p>
                <a:pPr lvl="1"/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: non-prime number appears on top.</a:t>
                </a:r>
              </a:p>
              <a:p>
                <a:pPr lvl="1"/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/>
                  <a:t> : number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dirty="0"/>
                  <a:t> appears on top.</a:t>
                </a:r>
              </a:p>
              <a:p>
                <a:pPr lvl="1"/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D</m:t>
                    </m:r>
                  </m:oMath>
                </a14:m>
                <a:r>
                  <a:rPr lang="en-GB" dirty="0"/>
                  <a:t> : number less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dirty="0"/>
                  <a:t> appears on top.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 b="-286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6D204EB-F9B5-4015-B377-E6748B0B557D}"/>
                  </a:ext>
                </a:extLst>
              </p:cNvPr>
              <p:cNvSpPr txBox="1"/>
              <p:nvPr/>
            </p:nvSpPr>
            <p:spPr>
              <a:xfrm>
                <a:off x="7457355" y="3424046"/>
                <a:ext cx="4515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6D204EB-F9B5-4015-B377-E6748B0B5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3424046"/>
                <a:ext cx="4515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7E8746D-7086-49E1-8FAC-3D4913251C89}"/>
                  </a:ext>
                </a:extLst>
              </p:cNvPr>
              <p:cNvSpPr txBox="1"/>
              <p:nvPr/>
            </p:nvSpPr>
            <p:spPr>
              <a:xfrm>
                <a:off x="7457355" y="4080987"/>
                <a:ext cx="4416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C7E8746D-7086-49E1-8FAC-3D4913251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4080987"/>
                <a:ext cx="4416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96955EE-D7CB-49A7-A470-14039A461953}"/>
                  </a:ext>
                </a:extLst>
              </p:cNvPr>
              <p:cNvSpPr txBox="1"/>
              <p:nvPr/>
            </p:nvSpPr>
            <p:spPr>
              <a:xfrm>
                <a:off x="7457355" y="4737928"/>
                <a:ext cx="4416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96955EE-D7CB-49A7-A470-14039A4619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4737928"/>
                <a:ext cx="44168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1D33F60-D6EB-4306-9BBB-6F9C1D66552E}"/>
                  </a:ext>
                </a:extLst>
              </p:cNvPr>
              <p:cNvSpPr txBox="1"/>
              <p:nvPr/>
            </p:nvSpPr>
            <p:spPr>
              <a:xfrm>
                <a:off x="7457355" y="5394869"/>
                <a:ext cx="4416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1D33F60-D6EB-4306-9BBB-6F9C1D6655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5394869"/>
                <a:ext cx="4416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031C965-3DFA-412D-BB3A-778F3DCB81B1}"/>
                  </a:ext>
                </a:extLst>
              </p:cNvPr>
              <p:cNvSpPr txBox="1"/>
              <p:nvPr/>
            </p:nvSpPr>
            <p:spPr>
              <a:xfrm>
                <a:off x="7457355" y="6051812"/>
                <a:ext cx="4416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031C965-3DFA-412D-BB3A-778F3DCB81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355" y="6051812"/>
                <a:ext cx="44168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006EC6A-ED14-4B85-A99E-6D4C388CEE66}"/>
                  </a:ext>
                </a:extLst>
              </p:cNvPr>
              <p:cNvSpPr txBox="1"/>
              <p:nvPr/>
            </p:nvSpPr>
            <p:spPr>
              <a:xfrm>
                <a:off x="7797121" y="4080987"/>
                <a:ext cx="24461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2, 4, 6 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006EC6A-ED14-4B85-A99E-6D4C388CEE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21" y="4080987"/>
                <a:ext cx="244617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08B2960-B7BB-4C2E-BA29-5D749516F39F}"/>
                  </a:ext>
                </a:extLst>
              </p:cNvPr>
              <p:cNvSpPr txBox="1"/>
              <p:nvPr/>
            </p:nvSpPr>
            <p:spPr>
              <a:xfrm>
                <a:off x="7797119" y="4737928"/>
                <a:ext cx="22599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08B2960-B7BB-4C2E-BA29-5D749516F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19" y="4737928"/>
                <a:ext cx="22599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6353910-0F52-4AC3-882B-AB995360B3EE}"/>
                  </a:ext>
                </a:extLst>
              </p:cNvPr>
              <p:cNvSpPr txBox="1"/>
              <p:nvPr/>
            </p:nvSpPr>
            <p:spPr>
              <a:xfrm>
                <a:off x="7797119" y="5394869"/>
                <a:ext cx="7824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6353910-0F52-4AC3-882B-AB995360B3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19" y="5394869"/>
                <a:ext cx="782468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FE61FDB-CBE2-477A-ABB5-6AC83B7B5106}"/>
                  </a:ext>
                </a:extLst>
              </p:cNvPr>
              <p:cNvSpPr txBox="1"/>
              <p:nvPr/>
            </p:nvSpPr>
            <p:spPr>
              <a:xfrm>
                <a:off x="7797119" y="6051812"/>
                <a:ext cx="32237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FE61FDB-CBE2-477A-ABB5-6AC83B7B5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19" y="6051812"/>
                <a:ext cx="32237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4AFCEA9-72E0-4FFE-AF82-96E76CD19388}"/>
                  </a:ext>
                </a:extLst>
              </p:cNvPr>
              <p:cNvSpPr txBox="1"/>
              <p:nvPr/>
            </p:nvSpPr>
            <p:spPr>
              <a:xfrm>
                <a:off x="10969409" y="6051812"/>
                <a:ext cx="7824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4AFCEA9-72E0-4FFE-AF82-96E76CD193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69409" y="6051812"/>
                <a:ext cx="78246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A35E8FE-7346-46D7-993F-B26B722E821E}"/>
                  </a:ext>
                </a:extLst>
              </p:cNvPr>
              <p:cNvSpPr txBox="1"/>
              <p:nvPr/>
            </p:nvSpPr>
            <p:spPr>
              <a:xfrm>
                <a:off x="7797119" y="3424046"/>
                <a:ext cx="35398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.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A35E8FE-7346-46D7-993F-B26B722E82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7119" y="3424046"/>
                <a:ext cx="353982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43695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  <p:bldP spid="7" grpId="0"/>
      <p:bldP spid="9" grpId="0"/>
      <p:bldP spid="11" grpId="0"/>
      <p:bldP spid="13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Impossible Event</a:t>
                </a:r>
              </a:p>
              <a:p>
                <a:pPr lvl="1"/>
                <a:r>
                  <a:rPr lang="en-US" dirty="0"/>
                  <a:t>The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is known as impossible event if </a:t>
                </a:r>
                <a14:m>
                  <m:oMath xmlns:m="http://schemas.openxmlformats.org/officeDocument/2006/math"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𝐄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𝛟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In </a:t>
                </a:r>
                <a:r>
                  <a:rPr lang="en-IN" dirty="0"/>
                  <a:t>previous</a:t>
                </a:r>
                <a:r>
                  <a:rPr lang="en-US" dirty="0"/>
                  <a:t> example,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lang="en-US" dirty="0"/>
                  <a:t> therefore it is impossible event.</a:t>
                </a:r>
              </a:p>
              <a:p>
                <a:endParaRPr lang="en-US" b="1" dirty="0"/>
              </a:p>
              <a:p>
                <a:r>
                  <a:rPr lang="en-US" b="1" dirty="0"/>
                  <a:t>Sure/Certain Event</a:t>
                </a:r>
              </a:p>
              <a:p>
                <a:pPr lvl="1"/>
                <a:r>
                  <a:rPr lang="en-US" dirty="0"/>
                  <a:t>The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is known as sure event if </a:t>
                </a:r>
                <a14:m>
                  <m:oMath xmlns:m="http://schemas.openxmlformats.org/officeDocument/2006/math"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𝐄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𝐒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In </a:t>
                </a:r>
                <a:r>
                  <a:rPr lang="en-IN" dirty="0"/>
                  <a:t>previous</a:t>
                </a:r>
                <a:r>
                  <a:rPr lang="en-US" dirty="0"/>
                  <a:t> example,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D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/>
                  <a:t> therefore it is sure event.</a:t>
                </a:r>
                <a:endParaRPr lang="en-IN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</p:spTree>
    <p:extLst>
      <p:ext uri="{BB962C8B-B14F-4D97-AF65-F5344CB8AC3E}">
        <p14:creationId xmlns:p14="http://schemas.microsoft.com/office/powerpoint/2010/main" val="687689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Simple </a:t>
                </a:r>
                <a:r>
                  <a:rPr lang="en-US" b="1" dirty="0">
                    <a:solidFill>
                      <a:srgbClr val="FF0000"/>
                    </a:solidFill>
                  </a:rPr>
                  <a:t>or</a:t>
                </a:r>
                <a:r>
                  <a:rPr lang="en-US" b="1" dirty="0"/>
                  <a:t> Elementary Event</a:t>
                </a:r>
              </a:p>
              <a:p>
                <a:pPr lvl="1"/>
                <a:r>
                  <a:rPr lang="en-US" dirty="0"/>
                  <a:t>If an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has </a:t>
                </a:r>
                <a:r>
                  <a:rPr lang="en-US" b="1" dirty="0">
                    <a:solidFill>
                      <a:srgbClr val="FF0000"/>
                    </a:solidFill>
                  </a:rPr>
                  <a:t>only one</a:t>
                </a:r>
                <a:r>
                  <a:rPr lang="en-US" dirty="0"/>
                  <a:t> sample point of a sample space, then it is known as a simple (or elementary) event.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US" dirty="0"/>
              </a:p>
              <a:p>
                <a:pPr lvl="2"/>
                <a:r>
                  <a:rPr lang="en-GB" dirty="0"/>
                  <a:t>For experiment of tossing two coins, a sample space is</a:t>
                </a:r>
              </a:p>
              <a:p>
                <a:pPr marL="895350" lvl="2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HH</m:t>
                          </m:r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HT</m:t>
                          </m:r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TH</m:t>
                          </m:r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TT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GB" dirty="0"/>
              </a:p>
              <a:p>
                <a:pPr marL="895350" lvl="2" indent="0" algn="l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 i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i="1" dirty="0">
                        <a:latin typeface="Cambria Math" panose="02040503050406030204" pitchFamily="18" charset="0"/>
                      </a:rPr>
                      <m:t>, 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 i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i="1" dirty="0">
                        <a:latin typeface="Cambria Math" panose="02040503050406030204" pitchFamily="18" charset="0"/>
                      </a:rPr>
                      <m:t>, 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 i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H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i="0" dirty="0">
                    <a:latin typeface="+mj-lt"/>
                  </a:rPr>
                  <a:t> &amp; 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 i="0"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TT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are simple events.</a:t>
                </a:r>
                <a:endParaRPr lang="en-US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</p:spTree>
    <p:extLst>
      <p:ext uri="{BB962C8B-B14F-4D97-AF65-F5344CB8AC3E}">
        <p14:creationId xmlns:p14="http://schemas.microsoft.com/office/powerpoint/2010/main" val="280659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Compound Event</a:t>
                </a:r>
              </a:p>
              <a:p>
                <a:pPr lvl="1"/>
                <a:r>
                  <a:rPr lang="en-US" dirty="0"/>
                  <a:t>If an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has </a:t>
                </a:r>
                <a:r>
                  <a:rPr lang="en-US" b="1" dirty="0">
                    <a:solidFill>
                      <a:srgbClr val="FF0000"/>
                    </a:solidFill>
                  </a:rPr>
                  <a:t>more than one</a:t>
                </a:r>
                <a:r>
                  <a:rPr lang="en-US" dirty="0"/>
                  <a:t> sample point of a sample space, then it is known as a compound event.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US" dirty="0"/>
              </a:p>
              <a:p>
                <a:pPr lvl="2"/>
                <a:r>
                  <a:rPr lang="en-GB" dirty="0"/>
                  <a:t>For experiment of tossing a coin thrice, a sample space is</a:t>
                </a:r>
              </a:p>
              <a:p>
                <a:pPr marL="89535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HHH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HHT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HTH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HTT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THH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THT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TTH</m:t>
                          </m:r>
                          <m:r>
                            <a:rPr lang="en-GB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TTT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GB" dirty="0"/>
              </a:p>
              <a:p>
                <a:pPr marL="8953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: Exactly one head appeared</a:t>
                </a:r>
              </a:p>
              <a:p>
                <a:pPr marL="8953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: At least two tails appeared</a:t>
                </a:r>
              </a:p>
              <a:p>
                <a:pPr marL="895350" lvl="2" indent="0">
                  <a:buNone/>
                </a:pPr>
                <a:r>
                  <a:rPr lang="en-GB" dirty="0"/>
                  <a:t>Here,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are </a:t>
                </a:r>
                <a:r>
                  <a:rPr lang="en-IN" dirty="0"/>
                  <a:t>compound events.</a:t>
                </a:r>
                <a:endParaRPr lang="en-GB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 b="-349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7F7D10-D8B0-410E-807A-BCC5FEEF19E3}"/>
                  </a:ext>
                </a:extLst>
              </p:cNvPr>
              <p:cNvSpPr txBox="1"/>
              <p:nvPr/>
            </p:nvSpPr>
            <p:spPr>
              <a:xfrm>
                <a:off x="6617606" y="4610385"/>
                <a:ext cx="464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7F7D10-D8B0-410E-807A-BCC5FEEF19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7606" y="4610385"/>
                <a:ext cx="4644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5B26B78-0D4E-4D15-8809-19F3BF22C780}"/>
                  </a:ext>
                </a:extLst>
              </p:cNvPr>
              <p:cNvSpPr txBox="1"/>
              <p:nvPr/>
            </p:nvSpPr>
            <p:spPr>
              <a:xfrm>
                <a:off x="6617607" y="5285848"/>
                <a:ext cx="464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5B26B78-0D4E-4D15-8809-19F3BF22C7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7607" y="5285848"/>
                <a:ext cx="46445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59AB475-0778-4AB4-AB17-630F7D7F56CD}"/>
                  </a:ext>
                </a:extLst>
              </p:cNvPr>
              <p:cNvSpPr txBox="1"/>
              <p:nvPr/>
            </p:nvSpPr>
            <p:spPr>
              <a:xfrm>
                <a:off x="7008445" y="5285848"/>
                <a:ext cx="42691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59AB475-0778-4AB4-AB17-630F7D7F56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8445" y="5285848"/>
                <a:ext cx="426915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/>
              <p:nvPr/>
            </p:nvSpPr>
            <p:spPr>
              <a:xfrm>
                <a:off x="7008445" y="4610385"/>
                <a:ext cx="35519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8445" y="4610385"/>
                <a:ext cx="355197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C3790FB-2A64-4C01-8489-FECC0009BA74}"/>
              </a:ext>
            </a:extLst>
          </p:cNvPr>
          <p:cNvCxnSpPr/>
          <p:nvPr/>
        </p:nvCxnSpPr>
        <p:spPr>
          <a:xfrm>
            <a:off x="4784725" y="4419600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DB925D3-7D87-44BC-8C00-22B1BD87D771}"/>
              </a:ext>
            </a:extLst>
          </p:cNvPr>
          <p:cNvCxnSpPr/>
          <p:nvPr/>
        </p:nvCxnSpPr>
        <p:spPr>
          <a:xfrm>
            <a:off x="6573156" y="4419600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071D781-4588-44F6-83E4-E48469AF6A3A}"/>
              </a:ext>
            </a:extLst>
          </p:cNvPr>
          <p:cNvCxnSpPr/>
          <p:nvPr/>
        </p:nvCxnSpPr>
        <p:spPr>
          <a:xfrm>
            <a:off x="7474856" y="4419600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8968CC97-6D8D-4CE6-8127-B1801B27ADAF}"/>
              </a:ext>
            </a:extLst>
          </p:cNvPr>
          <p:cNvCxnSpPr/>
          <p:nvPr/>
        </p:nvCxnSpPr>
        <p:spPr>
          <a:xfrm>
            <a:off x="8341631" y="4419600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36810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  <p:bldP spid="7" grpId="0"/>
      <p:bldP spid="10" grpId="0"/>
      <p:bldP spid="1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Complementary Event</a:t>
                </a:r>
              </a:p>
              <a:p>
                <a:pPr lvl="1"/>
                <a:r>
                  <a:rPr lang="en-US" dirty="0"/>
                  <a:t>For every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, there corresponds another event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𝐄</m:t>
                        </m:r>
                      </m:e>
                      <m:sup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or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bar>
                          <m:barPr>
                            <m:pos m:val="top"/>
                            <m:ctrlPr>
                              <a:rPr lang="en-IN" b="1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bar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𝐄</m:t>
                            </m:r>
                          </m:e>
                        </m:bar>
                        <m:r>
                          <a:rPr lang="en-US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known as the complementary event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Which is defined as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𝐄</m:t>
                        </m:r>
                      </m:e>
                      <m:sup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𝐄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It is also known as the event “</a:t>
                </a:r>
                <a:r>
                  <a:rPr lang="en-US" b="1" dirty="0">
                    <a:solidFill>
                      <a:srgbClr val="FF0000"/>
                    </a:solidFill>
                  </a:rPr>
                  <a:t>not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𝐄</m:t>
                    </m:r>
                  </m:oMath>
                </a14:m>
                <a:r>
                  <a:rPr lang="en-US" dirty="0"/>
                  <a:t>”.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96970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Complementary Event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US" dirty="0"/>
              </a:p>
              <a:p>
                <a:pPr lvl="2"/>
                <a:r>
                  <a:rPr lang="en-GB" dirty="0"/>
                  <a:t>For experiment of tossing a coin thrice, a sample space is</a:t>
                </a:r>
              </a:p>
              <a:p>
                <a:pPr marL="1162050" lvl="2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GB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HHH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HHT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HTH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HTT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THH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THT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TTH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r>
                            <m:rPr>
                              <m:sty m:val="p"/>
                            </m:rPr>
                            <a:rPr lang="en-GB" dirty="0" smtClean="0">
                              <a:latin typeface="Cambria Math" panose="02040503050406030204" pitchFamily="18" charset="0"/>
                            </a:rPr>
                            <m:t>TTT</m:t>
                          </m:r>
                          <m:r>
                            <a:rPr lang="en-GB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GB" dirty="0"/>
              </a:p>
              <a:p>
                <a:pPr marL="11620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: Exactly one head appeared</a:t>
                </a:r>
              </a:p>
              <a:p>
                <a:pPr marL="1162050" lvl="2" indent="0">
                  <a:buNone/>
                </a:pPr>
                <a:endParaRPr lang="en-US" dirty="0"/>
              </a:p>
              <a:p>
                <a:pPr marL="1162050" lvl="2" indent="0">
                  <a:buNone/>
                </a:pPr>
                <a:r>
                  <a:rPr lang="en-US" dirty="0"/>
                  <a:t>The complementary event corresponds to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is as follow:</a:t>
                </a:r>
                <a:endParaRPr lang="en-US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7F7D10-D8B0-410E-807A-BCC5FEEF19E3}"/>
                  </a:ext>
                </a:extLst>
              </p:cNvPr>
              <p:cNvSpPr txBox="1"/>
              <p:nvPr/>
            </p:nvSpPr>
            <p:spPr>
              <a:xfrm>
                <a:off x="1340756" y="4181183"/>
                <a:ext cx="464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7F7D10-D8B0-410E-807A-BCC5FEEF19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756" y="4181183"/>
                <a:ext cx="4644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5B26B78-0D4E-4D15-8809-19F3BF22C780}"/>
                  </a:ext>
                </a:extLst>
              </p:cNvPr>
              <p:cNvSpPr txBox="1"/>
              <p:nvPr/>
            </p:nvSpPr>
            <p:spPr>
              <a:xfrm>
                <a:off x="1340757" y="5523396"/>
                <a:ext cx="464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′</m:t>
                          </m:r>
                        </m:sup>
                      </m:s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5B26B78-0D4E-4D15-8809-19F3BF22C7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757" y="5523396"/>
                <a:ext cx="46445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59AB475-0778-4AB4-AB17-630F7D7F56CD}"/>
                  </a:ext>
                </a:extLst>
              </p:cNvPr>
              <p:cNvSpPr txBox="1"/>
              <p:nvPr/>
            </p:nvSpPr>
            <p:spPr>
              <a:xfrm>
                <a:off x="1731595" y="5523396"/>
                <a:ext cx="63456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59AB475-0778-4AB4-AB17-630F7D7F56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1595" y="5523396"/>
                <a:ext cx="634560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/>
              <p:nvPr/>
            </p:nvSpPr>
            <p:spPr>
              <a:xfrm>
                <a:off x="1731595" y="4181183"/>
                <a:ext cx="35519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1595" y="4181183"/>
                <a:ext cx="355197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259E6FD-072B-44B0-9F2E-860021B86368}"/>
              </a:ext>
            </a:extLst>
          </p:cNvPr>
          <p:cNvCxnSpPr/>
          <p:nvPr/>
        </p:nvCxnSpPr>
        <p:spPr>
          <a:xfrm>
            <a:off x="5141012" y="3233902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7D2A7AB-371E-403E-9F44-26B9ED1F7EA1}"/>
              </a:ext>
            </a:extLst>
          </p:cNvPr>
          <p:cNvCxnSpPr/>
          <p:nvPr/>
        </p:nvCxnSpPr>
        <p:spPr>
          <a:xfrm>
            <a:off x="6939332" y="3233902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8B16660-8413-4177-B097-A0DD89BF32C1}"/>
              </a:ext>
            </a:extLst>
          </p:cNvPr>
          <p:cNvCxnSpPr/>
          <p:nvPr/>
        </p:nvCxnSpPr>
        <p:spPr>
          <a:xfrm>
            <a:off x="7846112" y="3233902"/>
            <a:ext cx="647700" cy="0"/>
          </a:xfrm>
          <a:prstGeom prst="line">
            <a:avLst/>
          </a:prstGeom>
          <a:ln w="38100" cap="rnd">
            <a:solidFill>
              <a:srgbClr val="B71B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7E0CD9B-4BB8-0DDA-AF8B-BDC422954319}"/>
                  </a:ext>
                </a:extLst>
              </p:cNvPr>
              <p:cNvSpPr txBox="1"/>
              <p:nvPr/>
            </p:nvSpPr>
            <p:spPr>
              <a:xfrm>
                <a:off x="6939332" y="5523396"/>
                <a:ext cx="16128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7E0CD9B-4BB8-0DDA-AF8B-BDC4229543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9332" y="5523396"/>
                <a:ext cx="161285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92913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10" grpId="0"/>
      <p:bldP spid="11" grpId="0"/>
      <p:bldP spid="3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E02B-8B06-41EF-1927-B8C8A8A44E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87ED3736-7AC0-24FA-1FD1-BC7AC40C9DC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40"/>
                <a:ext cx="11929645" cy="297894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Consider the experiment of rolling an </a:t>
                </a: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unbiased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die. Write each event defined below and determine its type (impossible, sure, simple, or compound):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6813" algn="l"/>
                    <a:tab pos="133985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E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die shows a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6813" algn="l"/>
                    <a:tab pos="133985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die shows an even number.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6813" algn="l"/>
                    <a:tab pos="133985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G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die shows a number greater than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6813" algn="l"/>
                    <a:tab pos="133985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H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die shows a number less than or equal to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29645" cy="2978946"/>
              </a:xfrm>
              <a:prstGeom prst="rect">
                <a:avLst/>
              </a:prstGeom>
              <a:blipFill>
                <a:blip r:embed="rId3"/>
                <a:stretch>
                  <a:fillRect l="-1074" t="-2249" r="-1074" b="-633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68544D5F-0420-FD14-7031-03C877FC43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1.1 ⇝ Example (Extra)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01B36CA-C18C-6483-ADFB-022B1F851F2A}"/>
              </a:ext>
            </a:extLst>
          </p:cNvPr>
          <p:cNvSpPr txBox="1">
            <a:spLocks/>
          </p:cNvSpPr>
          <p:nvPr/>
        </p:nvSpPr>
        <p:spPr>
          <a:xfrm>
            <a:off x="131178" y="399733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BCD07E3-73EB-4D4C-70F9-CE88BD305202}"/>
                  </a:ext>
                </a:extLst>
              </p:cNvPr>
              <p:cNvSpPr txBox="1"/>
              <p:nvPr/>
            </p:nvSpPr>
            <p:spPr>
              <a:xfrm>
                <a:off x="1594218" y="4523159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52860FE-7852-4914-973D-C1C837EC20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4523159"/>
                <a:ext cx="86783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7A7F06E-2562-93C5-5361-F1BB8C02D10D}"/>
                  </a:ext>
                </a:extLst>
              </p:cNvPr>
              <p:cNvSpPr txBox="1"/>
              <p:nvPr/>
            </p:nvSpPr>
            <p:spPr>
              <a:xfrm>
                <a:off x="1594218" y="5048981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C52E7DC-7F9D-4C34-8328-5E77FF5DAD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5048981"/>
                <a:ext cx="86783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91EA41D-A324-39A0-73AE-1A7F40754B45}"/>
                  </a:ext>
                </a:extLst>
              </p:cNvPr>
              <p:cNvSpPr txBox="1"/>
              <p:nvPr/>
            </p:nvSpPr>
            <p:spPr>
              <a:xfrm>
                <a:off x="1594218" y="5574803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G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04202F8D-62DF-44CE-BBB3-97801EB1D2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5574803"/>
                <a:ext cx="86783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085E00A-E855-52CB-7C1D-4500E26C86CA}"/>
                  </a:ext>
                </a:extLst>
              </p:cNvPr>
              <p:cNvSpPr txBox="1"/>
              <p:nvPr/>
            </p:nvSpPr>
            <p:spPr>
              <a:xfrm>
                <a:off x="1594219" y="6100627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H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36962C-D1EC-462B-BE48-8F945CF757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9" y="6100627"/>
                <a:ext cx="86783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360EACF0-39B0-7EB6-FC6F-134FA132AADB}"/>
              </a:ext>
            </a:extLst>
          </p:cNvPr>
          <p:cNvSpPr txBox="1"/>
          <p:nvPr/>
        </p:nvSpPr>
        <p:spPr>
          <a:xfrm>
            <a:off x="6167969" y="4522292"/>
            <a:ext cx="224771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Simple event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 Math" panose="02040503050406030204" pitchFamily="18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D4F775D-B66F-859C-EFBE-B9DC81C492D3}"/>
              </a:ext>
            </a:extLst>
          </p:cNvPr>
          <p:cNvSpPr txBox="1"/>
          <p:nvPr/>
        </p:nvSpPr>
        <p:spPr>
          <a:xfrm>
            <a:off x="6167969" y="5048405"/>
            <a:ext cx="280652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Compound  event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 Math" panose="02040503050406030204" pitchFamily="18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66BDA76-DB37-E9BD-3B89-A9E9E282B501}"/>
              </a:ext>
            </a:extLst>
          </p:cNvPr>
          <p:cNvSpPr txBox="1"/>
          <p:nvPr/>
        </p:nvSpPr>
        <p:spPr>
          <a:xfrm>
            <a:off x="6167969" y="5571625"/>
            <a:ext cx="280652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Impossible  event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 Math" panose="02040503050406030204" pitchFamily="18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0378134-0BC9-4F7C-E042-B1CB8FC0A170}"/>
              </a:ext>
            </a:extLst>
          </p:cNvPr>
          <p:cNvSpPr txBox="1"/>
          <p:nvPr/>
        </p:nvSpPr>
        <p:spPr>
          <a:xfrm>
            <a:off x="6167969" y="6100627"/>
            <a:ext cx="224771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Sure  event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 Math" panose="02040503050406030204" pitchFamily="18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A063F43-F183-DB6E-A819-0FC5BC25E20F}"/>
                  </a:ext>
                </a:extLst>
              </p:cNvPr>
              <p:cNvSpPr txBox="1"/>
              <p:nvPr/>
            </p:nvSpPr>
            <p:spPr>
              <a:xfrm>
                <a:off x="1594218" y="3997337"/>
                <a:ext cx="370591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EC1D0-7991-43F9-A931-2753CF8B04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997337"/>
                <a:ext cx="370591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BCABAFF-F790-A32C-EFAC-A46D44279C58}"/>
                  </a:ext>
                </a:extLst>
              </p:cNvPr>
              <p:cNvSpPr txBox="1"/>
              <p:nvPr/>
            </p:nvSpPr>
            <p:spPr>
              <a:xfrm>
                <a:off x="5116175" y="6100627"/>
                <a:ext cx="75545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668DAE1-876C-4B39-A0B6-A27BBD280B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6175" y="6100627"/>
                <a:ext cx="755458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06F1EA-9869-FED1-DDA7-50A462129507}"/>
                  </a:ext>
                </a:extLst>
              </p:cNvPr>
              <p:cNvSpPr txBox="1"/>
              <p:nvPr/>
            </p:nvSpPr>
            <p:spPr>
              <a:xfrm>
                <a:off x="2265020" y="4523160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4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535990F-363E-411D-B4A6-9467291B85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20" y="4523160"/>
                <a:ext cx="86783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60B676E-0CC3-D1BD-5D54-260B765BC6F0}"/>
                  </a:ext>
                </a:extLst>
              </p:cNvPr>
              <p:cNvSpPr txBox="1"/>
              <p:nvPr/>
            </p:nvSpPr>
            <p:spPr>
              <a:xfrm>
                <a:off x="2265020" y="5048982"/>
                <a:ext cx="172259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2, 4, 6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FD6E1B1-CA7A-433D-9725-D5E5DB9D9C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20" y="5048982"/>
                <a:ext cx="172259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BBAC3DD-1738-2F6F-63E2-F4D2520CD276}"/>
                  </a:ext>
                </a:extLst>
              </p:cNvPr>
              <p:cNvSpPr txBox="1"/>
              <p:nvPr/>
            </p:nvSpPr>
            <p:spPr>
              <a:xfrm>
                <a:off x="2265020" y="5574804"/>
                <a:ext cx="86783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80AB095-21D0-40B5-B6FB-E582D3B9F7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20" y="5574804"/>
                <a:ext cx="867836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B1D56B7-05A5-F955-A3EA-CB87A39F4F9A}"/>
                  </a:ext>
                </a:extLst>
              </p:cNvPr>
              <p:cNvSpPr txBox="1"/>
              <p:nvPr/>
            </p:nvSpPr>
            <p:spPr>
              <a:xfrm>
                <a:off x="2265019" y="6100627"/>
                <a:ext cx="285115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7C54F9C-37D6-42FD-936B-346A5237D6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9" y="6100627"/>
                <a:ext cx="285115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47221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3" grpId="0" animBg="1"/>
      <p:bldP spid="24" grpId="0" animBg="1"/>
      <p:bldP spid="25" grpId="0" animBg="1"/>
      <p:bldP spid="27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Types of Events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Mutually Exclusive Event</a:t>
                </a:r>
              </a:p>
              <a:p>
                <a:pPr lvl="1"/>
                <a:r>
                  <a:rPr lang="en-US" dirty="0"/>
                  <a:t>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known as mutually exclusive even if </a:t>
                </a:r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𝛟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dirty="0"/>
              </a:p>
              <a:p>
                <a:pPr lvl="2"/>
                <a:r>
                  <a:rPr lang="en-US" dirty="0"/>
                  <a:t>For experiment of throwing a die, a sample space is</a:t>
                </a:r>
                <a:r>
                  <a:rPr lang="en-IN" dirty="0"/>
                  <a:t> </a:t>
                </a:r>
                <a:endParaRPr lang="en-IN" dirty="0">
                  <a:latin typeface="Cambria Math" panose="02040503050406030204" pitchFamily="18" charset="0"/>
                </a:endParaRPr>
              </a:p>
              <a:p>
                <a:pPr marL="914400" lvl="2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 1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914400" indent="0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2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6 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,  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1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5 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,  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, 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5 </m:t>
                        </m:r>
                      </m:e>
                    </m:d>
                  </m:oMath>
                </a14:m>
                <a:r>
                  <a:rPr lang="en-IN" dirty="0"/>
                  <a:t> be events.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/>
              <p:nvPr/>
            </p:nvSpPr>
            <p:spPr>
              <a:xfrm>
                <a:off x="1058906" y="5444745"/>
                <a:ext cx="4359761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mutually exclusive events.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A157EF5-91A7-416D-B53A-7ADAD9ABBB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906" y="5444745"/>
                <a:ext cx="4359761" cy="954107"/>
              </a:xfrm>
              <a:prstGeom prst="rect">
                <a:avLst/>
              </a:prstGeom>
              <a:blipFill>
                <a:blip r:embed="rId3"/>
                <a:stretch>
                  <a:fillRect l="-2937" t="-6369" r="-2797" b="-1656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4A938FF-7545-4183-9417-6783CB079F00}"/>
                  </a:ext>
                </a:extLst>
              </p:cNvPr>
              <p:cNvSpPr txBox="1"/>
              <p:nvPr/>
            </p:nvSpPr>
            <p:spPr>
              <a:xfrm>
                <a:off x="6095999" y="5444745"/>
                <a:ext cx="4944533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not mutually exclusive events.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4A938FF-7545-4183-9417-6783CB079F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5999" y="5444745"/>
                <a:ext cx="4944533" cy="954107"/>
              </a:xfrm>
              <a:prstGeom prst="rect">
                <a:avLst/>
              </a:prstGeom>
              <a:blipFill>
                <a:blip r:embed="rId4"/>
                <a:stretch>
                  <a:fillRect l="-2466" t="-6369" r="-2466" b="-1656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BBE4E77-D40C-4EE8-9236-616EA9B24AB8}"/>
                  </a:ext>
                </a:extLst>
              </p:cNvPr>
              <p:cNvSpPr txBox="1"/>
              <p:nvPr/>
            </p:nvSpPr>
            <p:spPr>
              <a:xfrm>
                <a:off x="1047862" y="4771547"/>
                <a:ext cx="104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BBE4E77-D40C-4EE8-9236-616EA9B24A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862" y="4771547"/>
                <a:ext cx="104219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88544A9-D5D2-48FA-8284-AB0A37791E00}"/>
                  </a:ext>
                </a:extLst>
              </p:cNvPr>
              <p:cNvSpPr txBox="1"/>
              <p:nvPr/>
            </p:nvSpPr>
            <p:spPr>
              <a:xfrm>
                <a:off x="6096000" y="4771547"/>
                <a:ext cx="104219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88544A9-D5D2-48FA-8284-AB0A37791E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4771547"/>
                <a:ext cx="104219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AF300CE8-6CA2-48D0-906A-5F9055946459}"/>
                  </a:ext>
                </a:extLst>
              </p:cNvPr>
              <p:cNvSpPr txBox="1"/>
              <p:nvPr/>
            </p:nvSpPr>
            <p:spPr>
              <a:xfrm>
                <a:off x="2023021" y="4771547"/>
                <a:ext cx="104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28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𝛟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AF300CE8-6CA2-48D0-906A-5F90559464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23021" y="4771547"/>
                <a:ext cx="104219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602F0CDC-AB99-4895-9A89-B523B810EB0B}"/>
                  </a:ext>
                </a:extLst>
              </p:cNvPr>
              <p:cNvSpPr txBox="1"/>
              <p:nvPr/>
            </p:nvSpPr>
            <p:spPr>
              <a:xfrm>
                <a:off x="7022082" y="4771547"/>
                <a:ext cx="16255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602F0CDC-AB99-4895-9A89-B523B810EB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2082" y="4771547"/>
                <a:ext cx="162559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B8BB0B2-8513-465F-A0EE-E83A22D20B2D}"/>
                  </a:ext>
                </a:extLst>
              </p:cNvPr>
              <p:cNvSpPr txBox="1"/>
              <p:nvPr/>
            </p:nvSpPr>
            <p:spPr>
              <a:xfrm>
                <a:off x="8531567" y="4771547"/>
                <a:ext cx="104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≠</m:t>
                      </m:r>
                      <m:r>
                        <a:rPr kumimoji="0" lang="en-US" sz="28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𝛟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B8BB0B2-8513-465F-A0EE-E83A22D20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1567" y="4771547"/>
                <a:ext cx="104219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804791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11" grpId="0"/>
      <p:bldP spid="8" grpId="0"/>
      <p:bldP spid="6" grpId="0"/>
      <p:bldP spid="7" grpId="0"/>
      <p:bldP spid="9" grpId="0"/>
      <p:bldP spid="10" grpId="0"/>
      <p:bldP spid="12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Exhaustive Events</a:t>
                </a:r>
              </a:p>
              <a:p>
                <a:pPr lvl="1">
                  <a:spcAft>
                    <a:spcPts val="300"/>
                  </a:spcAft>
                </a:pPr>
                <a:r>
                  <a:rPr lang="en-US" dirty="0"/>
                  <a:t>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>
                        <a:latin typeface="Cambria Math" panose="02040503050406030204" pitchFamily="18" charset="0"/>
                      </a:rPr>
                      <m:t>…,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E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dirty="0"/>
                  <a:t> of a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IN" dirty="0"/>
                  <a:t> are known as exhaustive events, if</a:t>
                </a:r>
                <a:endParaRPr lang="en-US" dirty="0"/>
              </a:p>
              <a:p>
                <a:pPr marL="622300" lv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⋃"/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𝐢</m:t>
                          </m:r>
                          <m:r>
                            <a:rPr lang="en-IN" b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</m:t>
                          </m:r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𝟏</m:t>
                          </m:r>
                        </m:sub>
                        <m:sup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𝐧</m:t>
                          </m:r>
                        </m:sup>
                        <m:e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𝐄</m:t>
                              </m:r>
                            </m:e>
                            <m:sub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𝐢</m:t>
                              </m:r>
                            </m:sub>
                          </m:sSub>
                        </m:e>
                      </m:nary>
                      <m:r>
                        <a:rPr lang="en-IN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𝐄</m:t>
                          </m:r>
                        </m:e>
                        <m:sub>
                          <m:r>
                            <a:rPr lang="en-US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𝟏</m:t>
                          </m:r>
                        </m:sub>
                      </m:sSub>
                      <m:r>
                        <a:rPr lang="en-US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∪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𝐄</m:t>
                          </m:r>
                        </m:e>
                        <m:sub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𝟐</m:t>
                          </m:r>
                        </m:sub>
                      </m:sSub>
                      <m:r>
                        <a:rPr lang="en-US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∪</m:t>
                      </m:r>
                      <m:r>
                        <a:rPr lang="en-IN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…</m:t>
                      </m:r>
                      <m:r>
                        <a:rPr lang="en-US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∪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𝐄</m:t>
                          </m:r>
                        </m:e>
                        <m:sub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𝐧</m:t>
                          </m:r>
                        </m:sub>
                      </m:sSub>
                      <m:r>
                        <a:rPr lang="en-IN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b="1" i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𝐒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08165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Exhaustive Events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dirty="0"/>
              </a:p>
              <a:p>
                <a:pPr lvl="2"/>
                <a:r>
                  <a:rPr lang="en-GB" dirty="0"/>
                  <a:t>In experiment of rolling a die,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1</m:t>
                        </m:r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b="0" i="1" dirty="0" smtClean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6 </m:t>
                        </m:r>
                      </m:e>
                    </m:d>
                  </m:oMath>
                </a14:m>
                <a:r>
                  <a:rPr lang="en-GB" dirty="0"/>
                  <a:t>.</a:t>
                </a:r>
              </a:p>
              <a:p>
                <a:pPr marL="895350" lvl="2" indent="0">
                  <a:buNone/>
                </a:pPr>
                <a:r>
                  <a:rPr lang="en-GB" dirty="0"/>
                  <a:t>Let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 : A number less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dirty="0"/>
                  <a:t> appears </a:t>
                </a:r>
                <a14:m>
                  <m:oMath xmlns:m="http://schemas.openxmlformats.org/officeDocument/2006/math">
                    <m:r>
                      <a:rPr lang="en-IN" i="1" dirty="0"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3 </m:t>
                        </m:r>
                      </m:e>
                    </m:d>
                  </m:oMath>
                </a14:m>
                <a:endParaRPr lang="en-GB" dirty="0"/>
              </a:p>
              <a:p>
                <a:pPr marL="14287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: A number greater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dirty="0"/>
                  <a:t> but less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appears </a:t>
                </a:r>
                <a14:m>
                  <m:oMath xmlns:m="http://schemas.openxmlformats.org/officeDocument/2006/math">
                    <m:r>
                      <a:rPr lang="en-IN" i="1" dirty="0"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3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4 </m:t>
                        </m:r>
                      </m:e>
                    </m:d>
                  </m:oMath>
                </a14:m>
                <a:endParaRPr lang="en-GB" dirty="0"/>
              </a:p>
              <a:p>
                <a:pPr marL="1428750" lvl="2" indent="0">
                  <a:buNone/>
                </a:pPr>
                <a:r>
                  <a:rPr lang="en-GB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/>
                  <a:t> : A number greater than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dirty="0"/>
                  <a:t> appears </a:t>
                </a:r>
                <a14:m>
                  <m:oMath xmlns:m="http://schemas.openxmlformats.org/officeDocument/2006/math">
                    <m:r>
                      <a:rPr lang="en-IN" i="1" dirty="0"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GB" i="0" dirty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 5</m:t>
                        </m:r>
                        <m:r>
                          <a:rPr lang="en-IN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i="1" dirty="0"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a:rPr lang="en-GB" i="0" dirty="0">
                            <a:latin typeface="Cambria Math" panose="02040503050406030204" pitchFamily="18" charset="0"/>
                          </a:rPr>
                          <m:t>6 </m:t>
                        </m:r>
                      </m:e>
                    </m:d>
                  </m:oMath>
                </a14:m>
                <a:endParaRPr lang="en-GB" dirty="0"/>
              </a:p>
              <a:p>
                <a:pPr marL="895350" lvl="2" indent="0" algn="l">
                  <a:buNone/>
                </a:pPr>
                <a:r>
                  <a:rPr lang="en-GB" dirty="0"/>
                  <a:t>Now, </a:t>
                </a:r>
                <a:endParaRPr lang="en-IN" i="0" dirty="0">
                  <a:latin typeface="Cambria Math" panose="02040503050406030204" pitchFamily="18" charset="0"/>
                </a:endParaRPr>
              </a:p>
              <a:p>
                <a:pPr marL="895350" lvl="2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1, 2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3 </m:t>
                          </m:r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3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4 </m:t>
                          </m:r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5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lang="en-IN" i="0" dirty="0">
                  <a:latin typeface="Cambria Math" panose="02040503050406030204" pitchFamily="18" charset="0"/>
                </a:endParaRPr>
              </a:p>
              <a:p>
                <a:pPr marL="2324100" lvl="2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1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GB" i="0" dirty="0">
                              <a:latin typeface="Cambria Math" panose="02040503050406030204" pitchFamily="18" charset="0"/>
                            </a:rPr>
                            <m:t>, 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6 </m:t>
                          </m:r>
                        </m:e>
                      </m:d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𝐒</m:t>
                      </m:r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AD92E8D-8A0B-454D-82FF-F6BC264696C2}"/>
                  </a:ext>
                </a:extLst>
              </p:cNvPr>
              <p:cNvSpPr txBox="1"/>
              <p:nvPr/>
            </p:nvSpPr>
            <p:spPr>
              <a:xfrm>
                <a:off x="8072438" y="5330560"/>
                <a:ext cx="3700462" cy="11234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2" indent="0" algn="ctr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Hence,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exhaustive events.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AD92E8D-8A0B-454D-82FF-F6BC264696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72438" y="5330560"/>
                <a:ext cx="3700462" cy="1123449"/>
              </a:xfrm>
              <a:prstGeom prst="rect">
                <a:avLst/>
              </a:prstGeom>
              <a:blipFill>
                <a:blip r:embed="rId3"/>
                <a:stretch>
                  <a:fillRect l="-2636" b="-1405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32543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GB" dirty="0"/>
                  <a:t>Furthermore, if </a:t>
                </a:r>
              </a:p>
              <a:p>
                <a:pPr marL="266700" indent="0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𝐄</m:t>
                        </m:r>
                      </m:e>
                      <m:sub>
                        <m:r>
                          <a:rPr lang="en-US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𝐢</m:t>
                        </m:r>
                      </m:sub>
                    </m:sSub>
                    <m:r>
                      <a:rPr lang="en-US" b="1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∩</m:t>
                    </m:r>
                    <m:sSub>
                      <m:sSubPr>
                        <m:ctrlPr>
                          <a:rPr lang="en-IN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𝐄</m:t>
                        </m:r>
                      </m:e>
                      <m:sub>
                        <m:r>
                          <a:rPr lang="en-IN" b="1" i="1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𝐣</m:t>
                        </m:r>
                      </m:sub>
                    </m:sSub>
                    <m:r>
                      <a:rPr lang="en-IN" b="1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</m:t>
                    </m:r>
                    <m:r>
                      <a:rPr lang="en-IN" b="1" i="1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𝛟</m:t>
                    </m:r>
                  </m:oMath>
                </a14:m>
                <a:r>
                  <a:rPr lang="en-US" i="0" dirty="0"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i</m:t>
                    </m:r>
                    <m:r>
                      <a:rPr lang="en-US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≠</m:t>
                    </m:r>
                    <m:r>
                      <m:rPr>
                        <m:sty m:val="p"/>
                      </m:rPr>
                      <a:rPr lang="en-US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j</m:t>
                    </m:r>
                  </m:oMath>
                </a14:m>
                <a:r>
                  <a:rPr lang="en-US" i="0" dirty="0"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and</a:t>
                </a:r>
                <a:endParaRPr lang="en-IN" b="1" i="1" dirty="0">
                  <a:solidFill>
                    <a:srgbClr val="FF0000"/>
                  </a:solidFill>
                  <a:effectLst/>
                </a:endParaRPr>
              </a:p>
              <a:p>
                <a:pPr marL="266700" indent="0">
                  <a:spcAft>
                    <a:spcPts val="1200"/>
                  </a:spcAft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⋃"/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𝐢</m:t>
                          </m:r>
                          <m:r>
                            <a:rPr lang="en-IN" b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</m:t>
                          </m:r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𝟏</m:t>
                          </m:r>
                        </m:sub>
                        <m:sup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𝐧</m:t>
                          </m:r>
                        </m:sup>
                        <m:e>
                          <m:r>
                            <a:rPr lang="en-IN" b="1" i="1">
                              <a:solidFill>
                                <a:srgbClr val="FF000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𝐄</m:t>
                              </m:r>
                            </m:e>
                            <m:sub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𝐢</m:t>
                              </m:r>
                            </m:sub>
                          </m:sSub>
                        </m:e>
                      </m:nary>
                      <m:r>
                        <a:rPr lang="en-IN" b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b="1" i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𝐒</m:t>
                      </m:r>
                      <m:r>
                        <a:rPr lang="en-IN" b="1" i="1" smtClean="0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,</m:t>
                      </m:r>
                      <m:r>
                        <a:rPr lang="en-IN" b="1" i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</m:oMath>
                  </m:oMathPara>
                </a14:m>
                <a:endParaRPr lang="en-GB" dirty="0"/>
              </a:p>
              <a:p>
                <a:pPr marL="266700" indent="0">
                  <a:buNone/>
                </a:pPr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then 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E</m:t>
                        </m:r>
                      </m:e>
                      <m:sub>
                        <m: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E</m:t>
                        </m:r>
                      </m:e>
                      <m:sub>
                        <m:r>
                          <a:rPr lang="en-IN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E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are known as </a:t>
                </a:r>
                <a:r>
                  <a:rPr lang="en-IN" b="1" dirty="0">
                    <a:solidFill>
                      <a:srgbClr val="FF0000"/>
                    </a:solidFill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mutually exclusive and exhaustive</a:t>
                </a:r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events.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801776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248496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12000"/>
              </a:lnSpc>
              <a:spcBef>
                <a:spcPts val="800"/>
              </a:spcBef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Two unbiased dice are thrown. Write down the following events: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1.1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505200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F4D1D3B-5478-467A-B767-120EF6129454}"/>
                  </a:ext>
                </a:extLst>
              </p:cNvPr>
              <p:cNvSpPr txBox="1"/>
              <p:nvPr/>
            </p:nvSpPr>
            <p:spPr>
              <a:xfrm>
                <a:off x="131176" y="1304952"/>
                <a:ext cx="10193924" cy="522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2050" algn="l"/>
                    <a:tab pos="1352550" algn="l"/>
                  </a:tabLst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Both the dice show the same number.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F4D1D3B-5478-467A-B767-120EF61294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304952"/>
                <a:ext cx="10193924" cy="522000"/>
              </a:xfrm>
              <a:prstGeom prst="rect">
                <a:avLst/>
              </a:prstGeom>
              <a:blipFill>
                <a:blip r:embed="rId4"/>
                <a:stretch>
                  <a:fillRect l="-1256" t="-10465" b="-325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0E03619-9788-4629-A1C0-6C3435EBD5C3}"/>
                  </a:ext>
                </a:extLst>
              </p:cNvPr>
              <p:cNvSpPr txBox="1"/>
              <p:nvPr/>
            </p:nvSpPr>
            <p:spPr>
              <a:xfrm>
                <a:off x="131176" y="1814438"/>
                <a:ext cx="10193924" cy="522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2050" algn="l"/>
                    <a:tab pos="1352550" algn="l"/>
                  </a:tabLst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sum of the numbers on the dice is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0E03619-9788-4629-A1C0-6C3435EBD5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814438"/>
                <a:ext cx="10193924" cy="522000"/>
              </a:xfrm>
              <a:prstGeom prst="rect">
                <a:avLst/>
              </a:prstGeom>
              <a:blipFill>
                <a:blip r:embed="rId5"/>
                <a:stretch>
                  <a:fillRect l="-1256" t="-11765" b="-3411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E73ADAE-77DA-4240-B076-D83A4C8136C2}"/>
                  </a:ext>
                </a:extLst>
              </p:cNvPr>
              <p:cNvSpPr txBox="1"/>
              <p:nvPr/>
            </p:nvSpPr>
            <p:spPr>
              <a:xfrm>
                <a:off x="131176" y="2323924"/>
                <a:ext cx="10545410" cy="522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2050" algn="l"/>
                    <a:tab pos="1352550" algn="l"/>
                  </a:tabLst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sum of the number on the dice is any number from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to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xmlns="" xmlns:a14="http://schemas.microsoft.com/office/drawing/2010/main" id="{1E73ADAE-77DA-4240-B076-D83A4C8136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2323924"/>
                <a:ext cx="10545410" cy="522000"/>
              </a:xfrm>
              <a:prstGeom prst="rect">
                <a:avLst/>
              </a:prstGeom>
              <a:blipFill rotWithShape="0">
                <a:blip r:embed="rId6"/>
                <a:stretch>
                  <a:fillRect l="-1215" t="-11628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0871F9D-554E-49F5-A56C-8C9FC4B1DC74}"/>
                  </a:ext>
                </a:extLst>
              </p:cNvPr>
              <p:cNvSpPr txBox="1"/>
              <p:nvPr/>
            </p:nvSpPr>
            <p:spPr>
              <a:xfrm>
                <a:off x="131176" y="2833410"/>
                <a:ext cx="10193924" cy="522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2050" algn="l"/>
                    <a:tab pos="1352550" algn="l"/>
                  </a:tabLst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D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sum of the numbers on the dice is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0871F9D-554E-49F5-A56C-8C9FC4B1DC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2833410"/>
                <a:ext cx="10193924" cy="522000"/>
              </a:xfrm>
              <a:prstGeom prst="rect">
                <a:avLst/>
              </a:prstGeom>
              <a:blipFill>
                <a:blip r:embed="rId7"/>
                <a:stretch>
                  <a:fillRect l="-1256" t="-11765" b="-3411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2">
                <a:extLst>
                  <a:ext uri="{FF2B5EF4-FFF2-40B4-BE49-F238E27FC236}">
                    <a16:creationId xmlns:a16="http://schemas.microsoft.com/office/drawing/2014/main" id="{18D35D6F-B3AD-4A0B-97C4-14BDEF455E3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83930" y="4722764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Content Placeholder 2">
                <a:extLst>
                  <a:ext uri="{FF2B5EF4-FFF2-40B4-BE49-F238E27FC236}">
                    <a16:creationId xmlns:a16="http://schemas.microsoft.com/office/drawing/2014/main" id="{18D35D6F-B3AD-4A0B-97C4-14BDEF455E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3930" y="4722764"/>
                <a:ext cx="392386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2">
                <a:extLst>
                  <a:ext uri="{FF2B5EF4-FFF2-40B4-BE49-F238E27FC236}">
                    <a16:creationId xmlns:a16="http://schemas.microsoft.com/office/drawing/2014/main" id="{813BEEF4-3246-4063-8BA9-426333B5902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3424320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1" name="Content Placeholder 2">
                <a:extLst>
                  <a:ext uri="{FF2B5EF4-FFF2-40B4-BE49-F238E27FC236}">
                    <a16:creationId xmlns:a16="http://schemas.microsoft.com/office/drawing/2014/main" id="{813BEEF4-3246-4063-8BA9-426333B590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3424320"/>
                <a:ext cx="766467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2">
                <a:extLst>
                  <a:ext uri="{FF2B5EF4-FFF2-40B4-BE49-F238E27FC236}">
                    <a16:creationId xmlns:a16="http://schemas.microsoft.com/office/drawing/2014/main" id="{CBDD5FF1-9EEB-4926-A4FE-EEE211D0576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3940407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Content Placeholder 2">
                <a:extLst>
                  <a:ext uri="{FF2B5EF4-FFF2-40B4-BE49-F238E27FC236}">
                    <a16:creationId xmlns:a16="http://schemas.microsoft.com/office/drawing/2014/main" id="{CBDD5FF1-9EEB-4926-A4FE-EEE211D057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3940407"/>
                <a:ext cx="766467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2">
                <a:extLst>
                  <a:ext uri="{FF2B5EF4-FFF2-40B4-BE49-F238E27FC236}">
                    <a16:creationId xmlns:a16="http://schemas.microsoft.com/office/drawing/2014/main" id="{0FC1093F-1A41-4AC2-A032-40D8A0456F6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4456494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3" name="Content Placeholder 2">
                <a:extLst>
                  <a:ext uri="{FF2B5EF4-FFF2-40B4-BE49-F238E27FC236}">
                    <a16:creationId xmlns:a16="http://schemas.microsoft.com/office/drawing/2014/main" id="{0FC1093F-1A41-4AC2-A032-40D8A0456F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4456494"/>
                <a:ext cx="766467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2">
                <a:extLst>
                  <a:ext uri="{FF2B5EF4-FFF2-40B4-BE49-F238E27FC236}">
                    <a16:creationId xmlns:a16="http://schemas.microsoft.com/office/drawing/2014/main" id="{CA31F4E3-69E1-41B7-AB19-ECB0795BA67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4972581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4" name="Content Placeholder 2">
                <a:extLst>
                  <a:ext uri="{FF2B5EF4-FFF2-40B4-BE49-F238E27FC236}">
                    <a16:creationId xmlns:a16="http://schemas.microsoft.com/office/drawing/2014/main" id="{CA31F4E3-69E1-41B7-AB19-ECB0795BA6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4972581"/>
                <a:ext cx="766467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2">
                <a:extLst>
                  <a:ext uri="{FF2B5EF4-FFF2-40B4-BE49-F238E27FC236}">
                    <a16:creationId xmlns:a16="http://schemas.microsoft.com/office/drawing/2014/main" id="{99F77A45-C7F2-432A-AA0B-4D8B91244D4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5488668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5" name="Content Placeholder 2">
                <a:extLst>
                  <a:ext uri="{FF2B5EF4-FFF2-40B4-BE49-F238E27FC236}">
                    <a16:creationId xmlns:a16="http://schemas.microsoft.com/office/drawing/2014/main" id="{99F77A45-C7F2-432A-AA0B-4D8B91244D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5488668"/>
                <a:ext cx="766467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2">
                <a:extLst>
                  <a:ext uri="{FF2B5EF4-FFF2-40B4-BE49-F238E27FC236}">
                    <a16:creationId xmlns:a16="http://schemas.microsoft.com/office/drawing/2014/main" id="{CE29F000-31CE-4202-A857-180BDB78866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58540" y="6004756"/>
                <a:ext cx="7664675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6" name="Content Placeholder 2">
                <a:extLst>
                  <a:ext uri="{FF2B5EF4-FFF2-40B4-BE49-F238E27FC236}">
                    <a16:creationId xmlns:a16="http://schemas.microsoft.com/office/drawing/2014/main" id="{CE29F000-31CE-4202-A857-180BDB7886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8540" y="6004756"/>
                <a:ext cx="766467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Left Brace 16">
            <a:extLst>
              <a:ext uri="{FF2B5EF4-FFF2-40B4-BE49-F238E27FC236}">
                <a16:creationId xmlns:a16="http://schemas.microsoft.com/office/drawing/2014/main" id="{24D90961-09A2-43F6-91E2-1CCE090575EB}"/>
              </a:ext>
            </a:extLst>
          </p:cNvPr>
          <p:cNvSpPr/>
          <p:nvPr/>
        </p:nvSpPr>
        <p:spPr>
          <a:xfrm>
            <a:off x="2593551" y="3457376"/>
            <a:ext cx="392386" cy="3096000"/>
          </a:xfrm>
          <a:prstGeom prst="leftBrace">
            <a:avLst>
              <a:gd name="adj1" fmla="val 6465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2">
                <a:extLst>
                  <a:ext uri="{FF2B5EF4-FFF2-40B4-BE49-F238E27FC236}">
                    <a16:creationId xmlns:a16="http://schemas.microsoft.com/office/drawing/2014/main" id="{7B0C310E-2F50-48CB-B10F-13074E8850B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145112" y="4720372"/>
                <a:ext cx="392386" cy="52322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8" name="Content Placeholder 2">
                <a:extLst>
                  <a:ext uri="{FF2B5EF4-FFF2-40B4-BE49-F238E27FC236}">
                    <a16:creationId xmlns:a16="http://schemas.microsoft.com/office/drawing/2014/main" id="{7B0C310E-2F50-48CB-B10F-13074E8850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5112" y="4720372"/>
                <a:ext cx="39238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Left Brace 19">
            <a:extLst>
              <a:ext uri="{FF2B5EF4-FFF2-40B4-BE49-F238E27FC236}">
                <a16:creationId xmlns:a16="http://schemas.microsoft.com/office/drawing/2014/main" id="{EDD004F9-6BAB-440B-94FA-E1CA71D4EBE2}"/>
              </a:ext>
            </a:extLst>
          </p:cNvPr>
          <p:cNvSpPr/>
          <p:nvPr/>
        </p:nvSpPr>
        <p:spPr>
          <a:xfrm flipH="1">
            <a:off x="10195818" y="3457376"/>
            <a:ext cx="392386" cy="3096000"/>
          </a:xfrm>
          <a:prstGeom prst="leftBrace">
            <a:avLst>
              <a:gd name="adj1" fmla="val 5494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9196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0" grpId="0" build="p"/>
      <p:bldP spid="11" grpId="0" build="p"/>
      <p:bldP spid="12" grpId="0" build="p"/>
      <p:bldP spid="13" grpId="0" build="p"/>
      <p:bldP spid="14" grpId="0" build="p"/>
      <p:bldP spid="15" grpId="0" build="p"/>
      <p:bldP spid="16" grpId="0" build="p"/>
      <p:bldP spid="17" grpId="0" animBg="1"/>
      <p:bldP spid="18" grpId="0" build="p"/>
      <p:bldP spid="20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2">
                <a:extLst>
                  <a:ext uri="{FF2B5EF4-FFF2-40B4-BE49-F238E27FC236}">
                    <a16:creationId xmlns:a16="http://schemas.microsoft.com/office/drawing/2014/main" id="{973C2E4E-6F8C-4386-8A92-B5AD2E22E99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44258" y="1720452"/>
                <a:ext cx="392386" cy="430887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6" name="Content Placeholder 2">
                <a:extLst>
                  <a:ext uri="{FF2B5EF4-FFF2-40B4-BE49-F238E27FC236}">
                    <a16:creationId xmlns:a16="http://schemas.microsoft.com/office/drawing/2014/main" id="{973C2E4E-6F8C-4386-8A92-B5AD2E22E9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4258" y="1720452"/>
                <a:ext cx="392386" cy="43088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Content Placeholder 2">
                <a:extLst>
                  <a:ext uri="{FF2B5EF4-FFF2-40B4-BE49-F238E27FC236}">
                    <a16:creationId xmlns:a16="http://schemas.microsoft.com/office/drawing/2014/main" id="{B2F55407-51F8-4D49-ABC6-B32E429FB24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777968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Content Placeholder 2">
                <a:extLst>
                  <a:ext uri="{FF2B5EF4-FFF2-40B4-BE49-F238E27FC236}">
                    <a16:creationId xmlns:a16="http://schemas.microsoft.com/office/drawing/2014/main" id="{B2F55407-51F8-4D49-ABC6-B32E429FB2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777968"/>
                <a:ext cx="5940000" cy="446276"/>
              </a:xfrm>
              <a:prstGeom prst="rect">
                <a:avLst/>
              </a:prstGeom>
              <a:blipFill>
                <a:blip r:embed="rId3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2">
                <a:extLst>
                  <a:ext uri="{FF2B5EF4-FFF2-40B4-BE49-F238E27FC236}">
                    <a16:creationId xmlns:a16="http://schemas.microsoft.com/office/drawing/2014/main" id="{411D704F-CC69-4158-8417-8BCE40D0081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1163944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Content Placeholder 2">
                <a:extLst>
                  <a:ext uri="{FF2B5EF4-FFF2-40B4-BE49-F238E27FC236}">
                    <a16:creationId xmlns:a16="http://schemas.microsoft.com/office/drawing/2014/main" id="{411D704F-CC69-4158-8417-8BCE40D008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1163944"/>
                <a:ext cx="5940000" cy="446276"/>
              </a:xfrm>
              <a:prstGeom prst="rect">
                <a:avLst/>
              </a:prstGeom>
              <a:blipFill>
                <a:blip r:embed="rId4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755EF71E-0AB5-498E-B877-F8390242343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1549920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755EF71E-0AB5-498E-B877-F839024234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1549920"/>
                <a:ext cx="5940000" cy="446276"/>
              </a:xfrm>
              <a:prstGeom prst="rect">
                <a:avLst/>
              </a:prstGeom>
              <a:blipFill>
                <a:blip r:embed="rId5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50EECD0B-F4DF-4AEB-8063-9216C4D49FA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1935896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Content Placeholder 2">
                <a:extLst>
                  <a:ext uri="{FF2B5EF4-FFF2-40B4-BE49-F238E27FC236}">
                    <a16:creationId xmlns:a16="http://schemas.microsoft.com/office/drawing/2014/main" id="{50EECD0B-F4DF-4AEB-8063-9216C4D49F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1935896"/>
                <a:ext cx="5940000" cy="446276"/>
              </a:xfrm>
              <a:prstGeom prst="rect">
                <a:avLst/>
              </a:prstGeom>
              <a:blipFill>
                <a:blip r:embed="rId6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A7290CBF-B028-483A-A5EB-2FDAAA8AFA3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2321872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Content Placeholder 2">
                <a:extLst>
                  <a:ext uri="{FF2B5EF4-FFF2-40B4-BE49-F238E27FC236}">
                    <a16:creationId xmlns:a16="http://schemas.microsoft.com/office/drawing/2014/main" id="{A7290CBF-B028-483A-A5EB-2FDAAA8AFA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2321872"/>
                <a:ext cx="5940000" cy="446276"/>
              </a:xfrm>
              <a:prstGeom prst="rect">
                <a:avLst/>
              </a:prstGeom>
              <a:blipFill>
                <a:blip r:embed="rId7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23CE38A0-09F7-446A-AEAD-EBAA4D9BDE1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2707846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2" name="Content Placeholder 2">
                <a:extLst>
                  <a:ext uri="{FF2B5EF4-FFF2-40B4-BE49-F238E27FC236}">
                    <a16:creationId xmlns:a16="http://schemas.microsoft.com/office/drawing/2014/main" id="{23CE38A0-09F7-446A-AEAD-EBAA4D9BDE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2707846"/>
                <a:ext cx="5940000" cy="446276"/>
              </a:xfrm>
              <a:prstGeom prst="rect">
                <a:avLst/>
              </a:prstGeom>
              <a:blipFill>
                <a:blip r:embed="rId8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Left Brace 32">
            <a:extLst>
              <a:ext uri="{FF2B5EF4-FFF2-40B4-BE49-F238E27FC236}">
                <a16:creationId xmlns:a16="http://schemas.microsoft.com/office/drawing/2014/main" id="{1AA9E95C-FCEE-46EB-ADF1-915B863DDFF9}"/>
              </a:ext>
            </a:extLst>
          </p:cNvPr>
          <p:cNvSpPr/>
          <p:nvPr/>
        </p:nvSpPr>
        <p:spPr>
          <a:xfrm>
            <a:off x="2180935" y="792421"/>
            <a:ext cx="288000" cy="2340000"/>
          </a:xfrm>
          <a:prstGeom prst="leftBrace">
            <a:avLst>
              <a:gd name="adj1" fmla="val 6465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2">
                <a:extLst>
                  <a:ext uri="{FF2B5EF4-FFF2-40B4-BE49-F238E27FC236}">
                    <a16:creationId xmlns:a16="http://schemas.microsoft.com/office/drawing/2014/main" id="{CF28E8D0-77AB-4211-9F50-519B9A1452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91245" y="1720452"/>
                <a:ext cx="392386" cy="430887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4" name="Content Placeholder 2">
                <a:extLst>
                  <a:ext uri="{FF2B5EF4-FFF2-40B4-BE49-F238E27FC236}">
                    <a16:creationId xmlns:a16="http://schemas.microsoft.com/office/drawing/2014/main" id="{CF28E8D0-77AB-4211-9F50-519B9A1452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1245" y="1720452"/>
                <a:ext cx="392386" cy="43088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Left Brace 34">
            <a:extLst>
              <a:ext uri="{FF2B5EF4-FFF2-40B4-BE49-F238E27FC236}">
                <a16:creationId xmlns:a16="http://schemas.microsoft.com/office/drawing/2014/main" id="{29C57656-AA2A-4857-BE9B-ABD2104B5D1D}"/>
              </a:ext>
            </a:extLst>
          </p:cNvPr>
          <p:cNvSpPr/>
          <p:nvPr/>
        </p:nvSpPr>
        <p:spPr>
          <a:xfrm flipH="1">
            <a:off x="8453950" y="792421"/>
            <a:ext cx="288000" cy="2340000"/>
          </a:xfrm>
          <a:prstGeom prst="leftBrace">
            <a:avLst>
              <a:gd name="adj1" fmla="val 5494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1.1 ⇝ Example 5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99FCCA2-BBD0-4EE2-A238-768AAC8E9591}"/>
                  </a:ext>
                </a:extLst>
              </p:cNvPr>
              <p:cNvSpPr txBox="1"/>
              <p:nvPr/>
            </p:nvSpPr>
            <p:spPr>
              <a:xfrm>
                <a:off x="1594218" y="3734727"/>
                <a:ext cx="101952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99FCCA2-BBD0-4EE2-A238-768AAC8E95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734727"/>
                <a:ext cx="101952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5F3AB93-7AA6-4F76-A662-0FAE0BFA3049}"/>
                  </a:ext>
                </a:extLst>
              </p:cNvPr>
              <p:cNvSpPr txBox="1"/>
              <p:nvPr/>
            </p:nvSpPr>
            <p:spPr>
              <a:xfrm>
                <a:off x="1594218" y="4979868"/>
                <a:ext cx="101952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, 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  <m:r>
                                <a:rPr kumimoji="0" lang="en-GB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5F3AB93-7AA6-4F76-A662-0FAE0BFA30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4979868"/>
                <a:ext cx="101952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662616B-3F9A-4293-97D9-15D2398A1288}"/>
                  </a:ext>
                </a:extLst>
              </p:cNvPr>
              <p:cNvSpPr txBox="1"/>
              <p:nvPr/>
            </p:nvSpPr>
            <p:spPr>
              <a:xfrm>
                <a:off x="1594218" y="3296425"/>
                <a:ext cx="6859732" cy="522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2050" algn="l"/>
                    <a:tab pos="1352550" algn="l"/>
                  </a:tabLst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Both the dice show the same number.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662616B-3F9A-4293-97D9-15D2398A12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296425"/>
                <a:ext cx="6859732" cy="522000"/>
              </a:xfrm>
              <a:prstGeom prst="rect">
                <a:avLst/>
              </a:prstGeom>
              <a:blipFill>
                <a:blip r:embed="rId12"/>
                <a:stretch>
                  <a:fillRect l="-1867" t="-11765" b="-3411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867B51D-0BE5-4764-B925-3E96DBA9E7FA}"/>
                  </a:ext>
                </a:extLst>
              </p:cNvPr>
              <p:cNvSpPr txBox="1"/>
              <p:nvPr/>
            </p:nvSpPr>
            <p:spPr>
              <a:xfrm>
                <a:off x="1594218" y="4517181"/>
                <a:ext cx="10193924" cy="522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2050" algn="l"/>
                    <a:tab pos="1352550" algn="l"/>
                  </a:tabLst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sum of the numbers on the dice is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867B51D-0BE5-4764-B925-3E96DBA9E7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4517181"/>
                <a:ext cx="10193924" cy="522000"/>
              </a:xfrm>
              <a:prstGeom prst="rect">
                <a:avLst/>
              </a:prstGeom>
              <a:blipFill>
                <a:blip r:embed="rId13"/>
                <a:stretch>
                  <a:fillRect l="-1256" t="-10465" b="-325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94E8178F-7BB4-404A-B8FA-5E3FB673EE39}"/>
              </a:ext>
            </a:extLst>
          </p:cNvPr>
          <p:cNvSpPr/>
          <p:nvPr/>
        </p:nvSpPr>
        <p:spPr>
          <a:xfrm>
            <a:off x="7588131" y="1238337"/>
            <a:ext cx="936000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D7CD48A1-E32A-4E99-B60C-7A4433D655D4}"/>
              </a:ext>
            </a:extLst>
          </p:cNvPr>
          <p:cNvSpPr/>
          <p:nvPr/>
        </p:nvSpPr>
        <p:spPr>
          <a:xfrm>
            <a:off x="6580223" y="1622165"/>
            <a:ext cx="936000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7FC6A9E8-0D9A-4E83-95B6-BA9D9390398F}"/>
              </a:ext>
            </a:extLst>
          </p:cNvPr>
          <p:cNvSpPr/>
          <p:nvPr/>
        </p:nvSpPr>
        <p:spPr>
          <a:xfrm>
            <a:off x="5540016" y="2014550"/>
            <a:ext cx="936000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2055C7AC-C83F-40AC-87C8-F693BC9C7FAB}"/>
              </a:ext>
            </a:extLst>
          </p:cNvPr>
          <p:cNvSpPr/>
          <p:nvPr/>
        </p:nvSpPr>
        <p:spPr>
          <a:xfrm>
            <a:off x="4501382" y="2397406"/>
            <a:ext cx="936000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A9925E98-9220-4BC0-B830-5630927A0E1B}"/>
              </a:ext>
            </a:extLst>
          </p:cNvPr>
          <p:cNvSpPr/>
          <p:nvPr/>
        </p:nvSpPr>
        <p:spPr>
          <a:xfrm>
            <a:off x="3478863" y="2788284"/>
            <a:ext cx="936000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31824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9" name="Content Placeholder 2">
                <a:extLst>
                  <a:ext uri="{FF2B5EF4-FFF2-40B4-BE49-F238E27FC236}">
                    <a16:creationId xmlns:a16="http://schemas.microsoft.com/office/drawing/2014/main" id="{2A708FC9-32EE-413C-B5B2-49C2FC0E3D1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44258" y="1720452"/>
                <a:ext cx="392386" cy="430887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S</m:t>
                      </m:r>
                    </m:oMath>
                  </m:oMathPara>
                </a14:m>
                <a:endPara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9" name="Content Placeholder 2">
                <a:extLst>
                  <a:ext uri="{FF2B5EF4-FFF2-40B4-BE49-F238E27FC236}">
                    <a16:creationId xmlns:a16="http://schemas.microsoft.com/office/drawing/2014/main" id="{2A708FC9-32EE-413C-B5B2-49C2FC0E3D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4258" y="1720452"/>
                <a:ext cx="392386" cy="43088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Content Placeholder 2">
                <a:extLst>
                  <a:ext uri="{FF2B5EF4-FFF2-40B4-BE49-F238E27FC236}">
                    <a16:creationId xmlns:a16="http://schemas.microsoft.com/office/drawing/2014/main" id="{03776520-3722-47D1-BC54-F94F1339AE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777968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0" name="Content Placeholder 2">
                <a:extLst>
                  <a:ext uri="{FF2B5EF4-FFF2-40B4-BE49-F238E27FC236}">
                    <a16:creationId xmlns:a16="http://schemas.microsoft.com/office/drawing/2014/main" id="{03776520-3722-47D1-BC54-F94F1339AE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777968"/>
                <a:ext cx="5940000" cy="446276"/>
              </a:xfrm>
              <a:prstGeom prst="rect">
                <a:avLst/>
              </a:prstGeom>
              <a:blipFill>
                <a:blip r:embed="rId3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E55BF9A6-2F74-4E13-AAAD-2F3DE206B6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1163944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1" name="Content Placeholder 2">
                <a:extLst>
                  <a:ext uri="{FF2B5EF4-FFF2-40B4-BE49-F238E27FC236}">
                    <a16:creationId xmlns:a16="http://schemas.microsoft.com/office/drawing/2014/main" id="{E55BF9A6-2F74-4E13-AAAD-2F3DE206B6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1163944"/>
                <a:ext cx="5940000" cy="446276"/>
              </a:xfrm>
              <a:prstGeom prst="rect">
                <a:avLst/>
              </a:prstGeom>
              <a:blipFill>
                <a:blip r:embed="rId4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Content Placeholder 2">
                <a:extLst>
                  <a:ext uri="{FF2B5EF4-FFF2-40B4-BE49-F238E27FC236}">
                    <a16:creationId xmlns:a16="http://schemas.microsoft.com/office/drawing/2014/main" id="{E2BB4849-A053-4543-B12D-CF37981786A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1549920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2" name="Content Placeholder 2">
                <a:extLst>
                  <a:ext uri="{FF2B5EF4-FFF2-40B4-BE49-F238E27FC236}">
                    <a16:creationId xmlns:a16="http://schemas.microsoft.com/office/drawing/2014/main" id="{E2BB4849-A053-4543-B12D-CF37981786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1549920"/>
                <a:ext cx="5940000" cy="446276"/>
              </a:xfrm>
              <a:prstGeom prst="rect">
                <a:avLst/>
              </a:prstGeom>
              <a:blipFill>
                <a:blip r:embed="rId5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Content Placeholder 2">
                <a:extLst>
                  <a:ext uri="{FF2B5EF4-FFF2-40B4-BE49-F238E27FC236}">
                    <a16:creationId xmlns:a16="http://schemas.microsoft.com/office/drawing/2014/main" id="{A169D7F4-8A37-4295-862D-04BA9481155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1935896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3" name="Content Placeholder 2">
                <a:extLst>
                  <a:ext uri="{FF2B5EF4-FFF2-40B4-BE49-F238E27FC236}">
                    <a16:creationId xmlns:a16="http://schemas.microsoft.com/office/drawing/2014/main" id="{A169D7F4-8A37-4295-862D-04BA948115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1935896"/>
                <a:ext cx="5940000" cy="446276"/>
              </a:xfrm>
              <a:prstGeom prst="rect">
                <a:avLst/>
              </a:prstGeom>
              <a:blipFill>
                <a:blip r:embed="rId6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Content Placeholder 2">
                <a:extLst>
                  <a:ext uri="{FF2B5EF4-FFF2-40B4-BE49-F238E27FC236}">
                    <a16:creationId xmlns:a16="http://schemas.microsoft.com/office/drawing/2014/main" id="{556D9F99-82D7-4E24-831A-1162EE14656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2321872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4" name="Content Placeholder 2">
                <a:extLst>
                  <a:ext uri="{FF2B5EF4-FFF2-40B4-BE49-F238E27FC236}">
                    <a16:creationId xmlns:a16="http://schemas.microsoft.com/office/drawing/2014/main" id="{556D9F99-82D7-4E24-831A-1162EE1465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2321872"/>
                <a:ext cx="5940000" cy="446276"/>
              </a:xfrm>
              <a:prstGeom prst="rect">
                <a:avLst/>
              </a:prstGeom>
              <a:blipFill>
                <a:blip r:embed="rId7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Content Placeholder 2">
                <a:extLst>
                  <a:ext uri="{FF2B5EF4-FFF2-40B4-BE49-F238E27FC236}">
                    <a16:creationId xmlns:a16="http://schemas.microsoft.com/office/drawing/2014/main" id="{34BAA796-EBC8-4B31-9459-ACAD85CEE5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53028" y="2707846"/>
                <a:ext cx="5940000" cy="446276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IN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  <m:r>
                        <a:rPr kumimoji="0" lang="en-IN" sz="23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 </m:t>
                      </m:r>
                      <m:d>
                        <m:dPr>
                          <m:ctrlP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</m:t>
                          </m:r>
                          <m:r>
                            <a:rPr kumimoji="0" lang="en-IN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 </m:t>
                          </m:r>
                          <m:r>
                            <a:rPr kumimoji="0" lang="en-IN" sz="23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  <m:r>
                            <a:rPr kumimoji="0" lang="en-IN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US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5" name="Content Placeholder 2">
                <a:extLst>
                  <a:ext uri="{FF2B5EF4-FFF2-40B4-BE49-F238E27FC236}">
                    <a16:creationId xmlns:a16="http://schemas.microsoft.com/office/drawing/2014/main" id="{34BAA796-EBC8-4B31-9459-ACAD85CEE5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028" y="2707846"/>
                <a:ext cx="5940000" cy="446276"/>
              </a:xfrm>
              <a:prstGeom prst="rect">
                <a:avLst/>
              </a:prstGeom>
              <a:blipFill>
                <a:blip r:embed="rId8"/>
                <a:stretch>
                  <a:fillRect r="-287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6" name="Left Brace 55">
            <a:extLst>
              <a:ext uri="{FF2B5EF4-FFF2-40B4-BE49-F238E27FC236}">
                <a16:creationId xmlns:a16="http://schemas.microsoft.com/office/drawing/2014/main" id="{ED7C5606-99B6-4D84-A683-539455C9603B}"/>
              </a:ext>
            </a:extLst>
          </p:cNvPr>
          <p:cNvSpPr/>
          <p:nvPr/>
        </p:nvSpPr>
        <p:spPr>
          <a:xfrm>
            <a:off x="2180935" y="792421"/>
            <a:ext cx="288000" cy="2340000"/>
          </a:xfrm>
          <a:prstGeom prst="leftBrace">
            <a:avLst>
              <a:gd name="adj1" fmla="val 6465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Content Placeholder 2">
                <a:extLst>
                  <a:ext uri="{FF2B5EF4-FFF2-40B4-BE49-F238E27FC236}">
                    <a16:creationId xmlns:a16="http://schemas.microsoft.com/office/drawing/2014/main" id="{43EE5A3B-EFBC-4A72-A473-FE8023A9762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91245" y="1720452"/>
                <a:ext cx="392386" cy="430887"/>
              </a:xfrm>
              <a:prstGeom prst="rect">
                <a:avLst/>
              </a:prstGeom>
            </p:spPr>
            <p:txBody>
              <a:bodyPr vert="horz" wrap="square" lIns="91440" tIns="45720" rIns="91440" bIns="45720" rtlCol="0">
                <a:sp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</m:oMath>
                  </m:oMathPara>
                </a14:m>
                <a:endPara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7" name="Content Placeholder 2">
                <a:extLst>
                  <a:ext uri="{FF2B5EF4-FFF2-40B4-BE49-F238E27FC236}">
                    <a16:creationId xmlns:a16="http://schemas.microsoft.com/office/drawing/2014/main" id="{43EE5A3B-EFBC-4A72-A473-FE8023A976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1245" y="1720452"/>
                <a:ext cx="392386" cy="43088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Left Brace 57">
            <a:extLst>
              <a:ext uri="{FF2B5EF4-FFF2-40B4-BE49-F238E27FC236}">
                <a16:creationId xmlns:a16="http://schemas.microsoft.com/office/drawing/2014/main" id="{4EB14B17-E0E7-4A71-9657-1E707E28499F}"/>
              </a:ext>
            </a:extLst>
          </p:cNvPr>
          <p:cNvSpPr/>
          <p:nvPr/>
        </p:nvSpPr>
        <p:spPr>
          <a:xfrm flipH="1">
            <a:off x="8453950" y="792421"/>
            <a:ext cx="288000" cy="2340000"/>
          </a:xfrm>
          <a:prstGeom prst="leftBrace">
            <a:avLst>
              <a:gd name="adj1" fmla="val 54940"/>
              <a:gd name="adj2" fmla="val 50000"/>
            </a:avLst>
          </a:prstGeom>
          <a:ln w="28575" cap="rnd">
            <a:solidFill>
              <a:srgbClr val="00206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1.1 ⇝ Example 5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166B18E-3813-48A7-B2C9-8DBEC3A04F5F}"/>
                  </a:ext>
                </a:extLst>
              </p:cNvPr>
              <p:cNvSpPr txBox="1"/>
              <p:nvPr/>
            </p:nvSpPr>
            <p:spPr>
              <a:xfrm>
                <a:off x="1594216" y="3672311"/>
                <a:ext cx="8064132" cy="188109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C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/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GB" sz="2800" b="0" i="0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1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5 </m:t>
                                    </m:r>
                                  </m:e>
                                </m:d>
                                <m:r>
                                  <a:rPr kumimoji="0" lang="en-US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2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3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1 </m:t>
                                    </m:r>
                                  </m:e>
                                </m:d>
                                <m:r>
                                  <a:rPr kumimoji="0" lang="en-US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</m:t>
                                </m:r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3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3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4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4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2 </m:t>
                                    </m:r>
                                  </m:e>
                                </m:d>
                                <m:r>
                                  <a:rPr kumimoji="0" lang="en-GB" sz="28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prstClr val="white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, </m:t>
                                </m:r>
                                <m:d>
                                  <m:dPr>
                                    <m:ctrlPr>
                                      <a:rPr kumimoji="0" lang="en-IN" sz="28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 5</m:t>
                                    </m:r>
                                    <m:r>
                                      <a:rPr kumimoji="0" lang="en-GB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, </m:t>
                                    </m:r>
                                    <m:r>
                                      <a:rPr kumimoji="0" lang="en-US" sz="28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prstClr val="white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1 </m:t>
                                    </m:r>
                                  </m:e>
                                </m:d>
                              </m:e>
                            </m:mr>
                            <m:mr>
                              <m:e/>
                            </m:mr>
                          </m:m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166B18E-3813-48A7-B2C9-8DBEC3A04F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672311"/>
                <a:ext cx="8064132" cy="188109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0251B6-8917-4169-AA79-1FDF50A3F61C}"/>
                  </a:ext>
                </a:extLst>
              </p:cNvPr>
              <p:cNvSpPr txBox="1"/>
              <p:nvPr/>
            </p:nvSpPr>
            <p:spPr>
              <a:xfrm>
                <a:off x="9356305" y="5809929"/>
                <a:ext cx="115430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0251B6-8917-4169-AA79-1FDF50A3F6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6305" y="5809929"/>
                <a:ext cx="1154309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7969D48-1A38-4975-9490-0876BBEE63A0}"/>
                  </a:ext>
                </a:extLst>
              </p:cNvPr>
              <p:cNvSpPr txBox="1"/>
              <p:nvPr/>
            </p:nvSpPr>
            <p:spPr>
              <a:xfrm>
                <a:off x="2533650" y="3799434"/>
                <a:ext cx="6338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7969D48-1A38-4975-9490-0876BBEE63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650" y="3799434"/>
                <a:ext cx="633845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D232E07-6BCF-4F2F-9623-D5219E08E275}"/>
                  </a:ext>
                </a:extLst>
              </p:cNvPr>
              <p:cNvSpPr txBox="1"/>
              <p:nvPr/>
            </p:nvSpPr>
            <p:spPr>
              <a:xfrm>
                <a:off x="2533650" y="4370164"/>
                <a:ext cx="6338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1 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D232E07-6BCF-4F2F-9623-D5219E08E2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650" y="4370164"/>
                <a:ext cx="63384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7C40D45-1602-409E-AA0B-60A95CFA91EF}"/>
                  </a:ext>
                </a:extLst>
              </p:cNvPr>
              <p:cNvSpPr txBox="1"/>
              <p:nvPr/>
            </p:nvSpPr>
            <p:spPr>
              <a:xfrm>
                <a:off x="2533650" y="4940894"/>
                <a:ext cx="6338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2 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, 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5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, 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7C40D45-1602-409E-AA0B-60A95CFA91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650" y="4940894"/>
                <a:ext cx="63384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88C6350-A95D-4F7D-B0E5-C0B603801DB9}"/>
                  </a:ext>
                </a:extLst>
              </p:cNvPr>
              <p:cNvSpPr txBox="1"/>
              <p:nvPr/>
            </p:nvSpPr>
            <p:spPr>
              <a:xfrm>
                <a:off x="1594218" y="3233833"/>
                <a:ext cx="10193924" cy="522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2050" algn="l"/>
                    <a:tab pos="1352550" algn="l"/>
                  </a:tabLst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sum of the number on the dice is any number from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to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88C6350-A95D-4F7D-B0E5-C0B603801D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233833"/>
                <a:ext cx="10193924" cy="522000"/>
              </a:xfrm>
              <a:prstGeom prst="rect">
                <a:avLst/>
              </a:prstGeom>
              <a:blipFill>
                <a:blip r:embed="rId15"/>
                <a:stretch>
                  <a:fillRect l="-1256" t="-10465" r="-60" b="-325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6424334-9A79-400E-AFD2-CF44B2F1D916}"/>
                  </a:ext>
                </a:extLst>
              </p:cNvPr>
              <p:cNvSpPr txBox="1"/>
              <p:nvPr/>
            </p:nvSpPr>
            <p:spPr>
              <a:xfrm>
                <a:off x="1594218" y="5815020"/>
                <a:ext cx="7685889" cy="522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Bef>
                    <a:spcPts val="7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7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1162050" algn="l"/>
                    <a:tab pos="1352550" algn="l"/>
                  </a:tabLst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D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	:	The sum of the numbers on the dice is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6424334-9A79-400E-AFD2-CF44B2F1D9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5815020"/>
                <a:ext cx="7685889" cy="522000"/>
              </a:xfrm>
              <a:prstGeom prst="rect">
                <a:avLst/>
              </a:prstGeom>
              <a:blipFill>
                <a:blip r:embed="rId16"/>
                <a:stretch>
                  <a:fillRect l="-1667" t="-11628" b="-325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A5902103-D784-4E85-9ADE-B055DDF136DE}"/>
              </a:ext>
            </a:extLst>
          </p:cNvPr>
          <p:cNvSpPr/>
          <p:nvPr/>
        </p:nvSpPr>
        <p:spPr>
          <a:xfrm>
            <a:off x="2430618" y="2391581"/>
            <a:ext cx="947921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3902860E-21BA-44A4-B924-B4383A05934C}"/>
              </a:ext>
            </a:extLst>
          </p:cNvPr>
          <p:cNvSpPr/>
          <p:nvPr/>
        </p:nvSpPr>
        <p:spPr>
          <a:xfrm>
            <a:off x="2430618" y="2005218"/>
            <a:ext cx="1988982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513F5CF4-C18F-44F1-B34B-3309DD07AD53}"/>
              </a:ext>
            </a:extLst>
          </p:cNvPr>
          <p:cNvSpPr/>
          <p:nvPr/>
        </p:nvSpPr>
        <p:spPr>
          <a:xfrm>
            <a:off x="2430618" y="1614581"/>
            <a:ext cx="3036732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B52731D6-B89F-4964-9797-715570BABC6A}"/>
              </a:ext>
            </a:extLst>
          </p:cNvPr>
          <p:cNvSpPr/>
          <p:nvPr/>
        </p:nvSpPr>
        <p:spPr>
          <a:xfrm>
            <a:off x="2430618" y="1240984"/>
            <a:ext cx="4094007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7E67B07A-96CA-497F-B35D-5EE968EC2B6D}"/>
              </a:ext>
            </a:extLst>
          </p:cNvPr>
          <p:cNvSpPr/>
          <p:nvPr/>
        </p:nvSpPr>
        <p:spPr>
          <a:xfrm>
            <a:off x="2430618" y="851835"/>
            <a:ext cx="5141757" cy="324000"/>
          </a:xfrm>
          <a:prstGeom prst="roundRect">
            <a:avLst>
              <a:gd name="adj" fmla="val 15230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73700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2" grpId="0" animBg="1"/>
      <p:bldP spid="23" grpId="0"/>
      <p:bldP spid="24" grpId="0"/>
      <p:bldP spid="25" grpId="0"/>
      <p:bldP spid="21" grpId="0" animBg="1"/>
      <p:bldP spid="21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48354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Consider the experiment of rolling a die. The following events are defined: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 getting a prime number 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 getting an odd number. 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Write the sets representing the events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(1)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   (2)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   (3)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but 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   (4) 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not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483540"/>
              </a:xfrm>
              <a:prstGeom prst="rect">
                <a:avLst/>
              </a:prstGeom>
              <a:blipFill>
                <a:blip r:embed="rId2"/>
                <a:stretch>
                  <a:fillRect l="-1074" b="-490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>
                <a:latin typeface="+mn-lt"/>
              </a:rPr>
              <a:t>Method </a:t>
            </a:r>
            <a:r>
              <a:rPr lang="en-GB" dirty="0"/>
              <a:t>1.1</a:t>
            </a:r>
            <a:r>
              <a:rPr lang="en-GB" dirty="0">
                <a:latin typeface="+mn-lt"/>
              </a:rPr>
              <a:t> ⇝ </a:t>
            </a:r>
            <a:r>
              <a:rPr lang="en-GB" dirty="0"/>
              <a:t>Example (Extra)</a:t>
            </a:r>
            <a:endParaRPr lang="en-US" dirty="0">
              <a:latin typeface="+mn-lt"/>
            </a:endParaRPr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48778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862A7DF-5FF3-464C-A2B6-3F7BCD5A890A}"/>
                  </a:ext>
                </a:extLst>
              </p:cNvPr>
              <p:cNvSpPr txBox="1"/>
              <p:nvPr/>
            </p:nvSpPr>
            <p:spPr>
              <a:xfrm>
                <a:off x="5559186" y="3489292"/>
                <a:ext cx="2425332" cy="52200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862A7DF-5FF3-464C-A2B6-3F7BCD5A89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9186" y="3489292"/>
                <a:ext cx="2425332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012D79C-50B2-4093-B12E-0D862A483D19}"/>
                  </a:ext>
                </a:extLst>
              </p:cNvPr>
              <p:cNvSpPr txBox="1"/>
              <p:nvPr/>
            </p:nvSpPr>
            <p:spPr>
              <a:xfrm>
                <a:off x="8791117" y="3489292"/>
                <a:ext cx="2425332" cy="52200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012D79C-50B2-4093-B12E-0D862A483D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1117" y="3489292"/>
                <a:ext cx="2425332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04B86D1-0636-4D1E-ABB5-36A567C1D976}"/>
                  </a:ext>
                </a:extLst>
              </p:cNvPr>
              <p:cNvSpPr txBox="1"/>
              <p:nvPr/>
            </p:nvSpPr>
            <p:spPr>
              <a:xfrm>
                <a:off x="1594217" y="3489292"/>
                <a:ext cx="3625482" cy="52200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04B86D1-0636-4D1E-ABB5-36A567C1D9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3489292"/>
                <a:ext cx="3625482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8C45FD-E0C5-4D45-BE00-26D6EAD9F22E}"/>
                  </a:ext>
                </a:extLst>
              </p:cNvPr>
              <p:cNvSpPr txBox="1"/>
              <p:nvPr/>
            </p:nvSpPr>
            <p:spPr>
              <a:xfrm>
                <a:off x="1594217" y="4128762"/>
                <a:ext cx="206735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(1)  </a:t>
                </a:r>
                <a14:m>
                  <m:oMath xmlns:m="http://schemas.openxmlformats.org/officeDocument/2006/math">
                    <m:r>
                      <a:rPr kumimoji="0" lang="en-GB" sz="2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𝐀</m:t>
                    </m:r>
                  </m:oMath>
                </a14:m>
                <a:r>
                  <a:rPr kumimoji="0" lang="en-I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a:rPr kumimoji="0" lang="en-IN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𝐁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8C45FD-E0C5-4D45-BE00-26D6EAD9F2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4128762"/>
                <a:ext cx="2067359" cy="523220"/>
              </a:xfrm>
              <a:prstGeom prst="rect">
                <a:avLst/>
              </a:prstGeom>
              <a:blipFill>
                <a:blip r:embed="rId6"/>
                <a:stretch>
                  <a:fillRect l="-6195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669988D2-9566-4A34-B97E-42911E3C7034}"/>
                  </a:ext>
                </a:extLst>
              </p:cNvPr>
              <p:cNvSpPr txBox="1"/>
              <p:nvPr/>
            </p:nvSpPr>
            <p:spPr>
              <a:xfrm>
                <a:off x="2162109" y="4626224"/>
                <a:ext cx="105735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∪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669988D2-9566-4A34-B97E-42911E3C70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2109" y="4626224"/>
                <a:ext cx="105735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8C6B501-A9D5-48FD-86CE-26DFE0808489}"/>
                  </a:ext>
                </a:extLst>
              </p:cNvPr>
              <p:cNvSpPr txBox="1"/>
              <p:nvPr/>
            </p:nvSpPr>
            <p:spPr>
              <a:xfrm>
                <a:off x="3071527" y="4626224"/>
                <a:ext cx="24253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8C6B501-A9D5-48FD-86CE-26DFE08084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1527" y="4626224"/>
                <a:ext cx="242533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A5307C7-2149-4E4B-BE04-2F7549C309C0}"/>
                  </a:ext>
                </a:extLst>
              </p:cNvPr>
              <p:cNvSpPr txBox="1"/>
              <p:nvPr/>
            </p:nvSpPr>
            <p:spPr>
              <a:xfrm>
                <a:off x="1594217" y="5477191"/>
                <a:ext cx="216341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(2) 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𝐀</m:t>
                    </m:r>
                  </m:oMath>
                </a14:m>
                <a:r>
                  <a:rPr kumimoji="0" lang="en-I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a:rPr kumimoji="0" lang="en-IN" sz="280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𝐁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A5307C7-2149-4E4B-BE04-2F7549C309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477191"/>
                <a:ext cx="2163413" cy="523220"/>
              </a:xfrm>
              <a:prstGeom prst="rect">
                <a:avLst/>
              </a:prstGeom>
              <a:blipFill>
                <a:blip r:embed="rId9"/>
                <a:stretch>
                  <a:fillRect l="-5932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5057DB-3417-40EC-AF70-9BE46E4B6C0A}"/>
                  </a:ext>
                </a:extLst>
              </p:cNvPr>
              <p:cNvSpPr txBox="1"/>
              <p:nvPr/>
            </p:nvSpPr>
            <p:spPr>
              <a:xfrm>
                <a:off x="2162109" y="5990161"/>
                <a:ext cx="10276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5057DB-3417-40EC-AF70-9BE46E4B6C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2109" y="5990161"/>
                <a:ext cx="10276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6D31B5F-C2AD-4367-A933-ED74276D6D5E}"/>
                  </a:ext>
                </a:extLst>
              </p:cNvPr>
              <p:cNvSpPr txBox="1"/>
              <p:nvPr/>
            </p:nvSpPr>
            <p:spPr>
              <a:xfrm>
                <a:off x="3071527" y="5990161"/>
                <a:ext cx="16423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6D31B5F-C2AD-4367-A933-ED74276D6D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1527" y="5990161"/>
                <a:ext cx="164238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5940E68-2855-40D6-A870-E01F30564564}"/>
                  </a:ext>
                </a:extLst>
              </p:cNvPr>
              <p:cNvSpPr txBox="1"/>
              <p:nvPr/>
            </p:nvSpPr>
            <p:spPr>
              <a:xfrm>
                <a:off x="5588912" y="4123019"/>
                <a:ext cx="24253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(3)  </a:t>
                </a:r>
                <a14:m>
                  <m:oMath xmlns:m="http://schemas.openxmlformats.org/officeDocument/2006/math">
                    <m:r>
                      <a:rPr kumimoji="0" lang="en-GB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𝐀</m:t>
                    </m:r>
                  </m:oMath>
                </a14:m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but not </a:t>
                </a:r>
                <a14:m>
                  <m:oMath xmlns:m="http://schemas.openxmlformats.org/officeDocument/2006/math">
                    <m:r>
                      <a:rPr kumimoji="0" lang="en-GB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𝐁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5940E68-2855-40D6-A870-E01F305645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8912" y="4123019"/>
                <a:ext cx="2425332" cy="523220"/>
              </a:xfrm>
              <a:prstGeom prst="rect">
                <a:avLst/>
              </a:prstGeom>
              <a:blipFill>
                <a:blip r:embed="rId12"/>
                <a:stretch>
                  <a:fillRect l="-5276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7C676B6-87D7-42ED-A197-3B00E59A264F}"/>
                  </a:ext>
                </a:extLst>
              </p:cNvPr>
              <p:cNvSpPr txBox="1"/>
              <p:nvPr/>
            </p:nvSpPr>
            <p:spPr>
              <a:xfrm>
                <a:off x="6142210" y="5988329"/>
                <a:ext cx="118594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7C676B6-87D7-42ED-A197-3B00E59A26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42210" y="5988329"/>
                <a:ext cx="118594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4013EED-AA7B-487D-B8F5-99D6EEF2845A}"/>
                  </a:ext>
                </a:extLst>
              </p:cNvPr>
              <p:cNvSpPr txBox="1"/>
              <p:nvPr/>
            </p:nvSpPr>
            <p:spPr>
              <a:xfrm>
                <a:off x="7184107" y="5988329"/>
                <a:ext cx="11859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4013EED-AA7B-487D-B8F5-99D6EEF284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84107" y="5988329"/>
                <a:ext cx="118595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TextBox 47">
            <a:extLst>
              <a:ext uri="{FF2B5EF4-FFF2-40B4-BE49-F238E27FC236}">
                <a16:creationId xmlns:a16="http://schemas.microsoft.com/office/drawing/2014/main" id="{A9A1FEBA-D677-446B-AF13-5AF2D4A748B4}"/>
              </a:ext>
            </a:extLst>
          </p:cNvPr>
          <p:cNvSpPr txBox="1"/>
          <p:nvPr/>
        </p:nvSpPr>
        <p:spPr>
          <a:xfrm>
            <a:off x="5648066" y="5988329"/>
            <a:ext cx="504456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5FD59C8-8B75-40F8-AAF7-D4DA77DA1AD5}"/>
                  </a:ext>
                </a:extLst>
              </p:cNvPr>
              <p:cNvSpPr txBox="1"/>
              <p:nvPr/>
            </p:nvSpPr>
            <p:spPr>
              <a:xfrm>
                <a:off x="6140648" y="5255308"/>
                <a:ext cx="118595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sSup>
                        <m:sSup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p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′</m:t>
                          </m:r>
                        </m:sup>
                      </m:s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5FD59C8-8B75-40F8-AAF7-D4DA77DA1A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40648" y="5255308"/>
                <a:ext cx="118595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C9A9B26-F56B-4123-B081-3DDA59D4162A}"/>
                  </a:ext>
                </a:extLst>
              </p:cNvPr>
              <p:cNvSpPr txBox="1"/>
              <p:nvPr/>
            </p:nvSpPr>
            <p:spPr>
              <a:xfrm>
                <a:off x="6129107" y="4627444"/>
                <a:ext cx="2448000" cy="52200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  <m:sup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′</m:t>
                          </m:r>
                        </m:sup>
                      </m:sSup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C9A9B26-F56B-4123-B081-3DDA59D416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9107" y="4627444"/>
                <a:ext cx="2448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56452DF-25CD-4474-B57B-BA275B96BDD5}"/>
                  </a:ext>
                </a:extLst>
              </p:cNvPr>
              <p:cNvSpPr txBox="1"/>
              <p:nvPr/>
            </p:nvSpPr>
            <p:spPr>
              <a:xfrm>
                <a:off x="7184107" y="5255308"/>
                <a:ext cx="11859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56452DF-25CD-4474-B57B-BA275B96BD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84107" y="5255308"/>
                <a:ext cx="118595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399E456-C2D2-45C1-824D-B1DC13AEFB9C}"/>
              </a:ext>
            </a:extLst>
          </p:cNvPr>
          <p:cNvCxnSpPr>
            <a:cxnSpLocks/>
          </p:cNvCxnSpPr>
          <p:nvPr/>
        </p:nvCxnSpPr>
        <p:spPr>
          <a:xfrm flipH="1">
            <a:off x="5559186" y="4133700"/>
            <a:ext cx="0" cy="241224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153FB26-D0CD-46AC-8B08-769159FE25EC}"/>
                  </a:ext>
                </a:extLst>
              </p:cNvPr>
              <p:cNvSpPr txBox="1"/>
              <p:nvPr/>
            </p:nvSpPr>
            <p:spPr>
              <a:xfrm>
                <a:off x="8866802" y="4133700"/>
                <a:ext cx="206735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(4)  not </a:t>
                </a:r>
                <a14:m>
                  <m:oMath xmlns:m="http://schemas.openxmlformats.org/officeDocument/2006/math">
                    <m:r>
                      <a:rPr kumimoji="0" lang="en-GB" sz="280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𝐀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153FB26-D0CD-46AC-8B08-769159FE25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66802" y="4133700"/>
                <a:ext cx="2067359" cy="523220"/>
              </a:xfrm>
              <a:prstGeom prst="rect">
                <a:avLst/>
              </a:prstGeom>
              <a:blipFill>
                <a:blip r:embed="rId18"/>
                <a:stretch>
                  <a:fillRect l="-6195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35F4FFB-0317-4249-B5B3-8ABF6BDB83B4}"/>
                  </a:ext>
                </a:extLst>
              </p:cNvPr>
              <p:cNvSpPr txBox="1"/>
              <p:nvPr/>
            </p:nvSpPr>
            <p:spPr>
              <a:xfrm>
                <a:off x="9407031" y="4626224"/>
                <a:ext cx="50634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  <m:sup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′</m:t>
                          </m:r>
                        </m:sup>
                      </m:s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35F4FFB-0317-4249-B5B3-8ABF6BDB83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7031" y="4626224"/>
                <a:ext cx="50634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5BE4321-2025-4464-B45B-0B86467E93CC}"/>
                  </a:ext>
                </a:extLst>
              </p:cNvPr>
              <p:cNvSpPr txBox="1"/>
              <p:nvPr/>
            </p:nvSpPr>
            <p:spPr>
              <a:xfrm>
                <a:off x="9831612" y="5255308"/>
                <a:ext cx="193592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, </m:t>
                          </m:r>
                          <m:r>
                            <a:rPr kumimoji="0" lang="en-GB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5BE4321-2025-4464-B45B-0B86467E93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1612" y="5255308"/>
                <a:ext cx="193592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40262F2-3721-4A9A-B695-46995E820301}"/>
                  </a:ext>
                </a:extLst>
              </p:cNvPr>
              <p:cNvSpPr txBox="1"/>
              <p:nvPr/>
            </p:nvSpPr>
            <p:spPr>
              <a:xfrm>
                <a:off x="9835051" y="4626224"/>
                <a:ext cx="142115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40262F2-3721-4A9A-B695-46995E8203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5051" y="4626224"/>
                <a:ext cx="142115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8F400288-443F-4E93-ABFB-AC4E807B150F}"/>
              </a:ext>
            </a:extLst>
          </p:cNvPr>
          <p:cNvCxnSpPr>
            <a:cxnSpLocks/>
          </p:cNvCxnSpPr>
          <p:nvPr/>
        </p:nvCxnSpPr>
        <p:spPr>
          <a:xfrm>
            <a:off x="8791117" y="4133700"/>
            <a:ext cx="0" cy="241224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46277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1" grpId="0" animBg="1"/>
      <p:bldP spid="32" grpId="0" animBg="1"/>
      <p:bldP spid="33" grpId="0" animBg="1"/>
      <p:bldP spid="34" grpId="0"/>
      <p:bldP spid="35" grpId="0"/>
      <p:bldP spid="37" grpId="0" animBg="1"/>
      <p:bldP spid="38" grpId="0"/>
      <p:bldP spid="39" grpId="0"/>
      <p:bldP spid="40" grpId="0" animBg="1"/>
      <p:bldP spid="41" grpId="0"/>
      <p:bldP spid="42" grpId="0"/>
      <p:bldP spid="43" grpId="0" animBg="1"/>
      <p:bldP spid="48" grpId="0"/>
      <p:bldP spid="51" grpId="0"/>
      <p:bldP spid="52" grpId="0" animBg="1"/>
      <p:bldP spid="53" grpId="0" animBg="1"/>
      <p:bldP spid="36" grpId="0"/>
      <p:bldP spid="49" grpId="0"/>
      <p:bldP spid="50" grpId="0" animBg="1"/>
      <p:bldP spid="54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1.2</a:t>
            </a:r>
            <a:br>
              <a:rPr lang="en-IN" dirty="0"/>
            </a:br>
            <a:r>
              <a:rPr lang="en-GB" dirty="0"/>
              <a:t>Probability of an Event</a:t>
            </a:r>
            <a:endParaRPr lang="en-IN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AF66629-F349-43A0-B5A5-A51D2BBB74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5717608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Probability of an Event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GB" dirty="0"/>
                  <a:t>The probability of an event </a:t>
                </a:r>
                <a14:m>
                  <m:oMath xmlns:m="http://schemas.openxmlformats.org/officeDocument/2006/math"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𝐄</m:t>
                    </m:r>
                  </m:oMath>
                </a14:m>
                <a:r>
                  <a:rPr lang="en-GB" dirty="0"/>
                  <a:t> is denoted as </a:t>
                </a:r>
                <a14:m>
                  <m:oMath xmlns:m="http://schemas.openxmlformats.org/officeDocument/2006/math"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𝐄</m:t>
                        </m:r>
                      </m:e>
                    </m:d>
                  </m:oMath>
                </a14:m>
                <a:r>
                  <a:rPr lang="en-GB" dirty="0"/>
                  <a:t>, read as “probability of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GB" dirty="0"/>
                  <a:t>” and defined as follow:</a:t>
                </a:r>
              </a:p>
              <a:p>
                <a:pPr marL="26670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number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elements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in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US" b="0" i="0" dirty="0" smtClean="0"/>
                            <m:t>event</m:t>
                          </m:r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dirty="0">
                              <a:latin typeface="Cambria Math" panose="02040503050406030204" pitchFamily="18" charset="0"/>
                            </a:rPr>
                            <m:t>E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number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elements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in</m:t>
                          </m:r>
                          <m:r>
                            <m:rPr>
                              <m:nor/>
                            </m:rPr>
                            <a:rPr lang="en-US" b="0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US" b="0" i="0" dirty="0" smtClean="0"/>
                            <m:t>sample</m:t>
                          </m:r>
                          <m:r>
                            <m:rPr>
                              <m:nor/>
                            </m:rPr>
                            <a:rPr lang="en-US" b="0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US" b="0" i="0" dirty="0" smtClean="0"/>
                            <m:t>space</m:t>
                          </m:r>
                          <m:r>
                            <m:rPr>
                              <m:nor/>
                            </m:rPr>
                            <a:rPr lang="en-IN" b="0" i="0" dirty="0" smtClean="0"/>
                            <m:t> </m:t>
                          </m:r>
                          <m:r>
                            <m:rPr>
                              <m:sty m:val="p"/>
                            </m:r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  <m:r>
                            <a:rPr lang="en-IN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  <m:d>
                            <m:dPr>
                              <m:ctrlPr>
                                <a:rPr lang="en-GB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𝐄</m:t>
                              </m:r>
                            </m:e>
                          </m:d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  <m:d>
                            <m:dPr>
                              <m:ctrlPr>
                                <a:rPr lang="en-GB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𝐒</m:t>
                              </m:r>
                            </m:e>
                          </m:d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  <a:p>
                <a:pPr marL="268288" indent="0" algn="ctr">
                  <a:buNone/>
                </a:pPr>
                <a:r>
                  <a:rPr lang="en-GB" b="1" dirty="0">
                    <a:solidFill>
                      <a:srgbClr val="FF0000"/>
                    </a:solidFill>
                  </a:rPr>
                  <a:t>or</a:t>
                </a:r>
              </a:p>
              <a:p>
                <a:pPr marL="26670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number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outcomes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favourable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to</m:t>
                          </m:r>
                          <m:r>
                            <m:rPr>
                              <m:nor/>
                            </m:rPr>
                            <a:rPr lang="en-IN" b="0" i="0" dirty="0" smtClean="0"/>
                            <m:t> </m:t>
                          </m:r>
                          <m:r>
                            <m:rPr>
                              <m:sty m:val="p"/>
                            </m:rPr>
                            <a:rPr lang="en-GB" dirty="0">
                              <a:latin typeface="Cambria Math" panose="02040503050406030204" pitchFamily="18" charset="0"/>
                            </a:rPr>
                            <m:t>E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total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number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all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possible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outcomes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of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the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experiment</m:t>
                          </m:r>
                          <m:r>
                            <m:rPr>
                              <m:nor/>
                            </m:rPr>
                            <a:rPr lang="en-GB" i="0" dirty="0" smtClean="0"/>
                            <m:t> 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04639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97668"/>
                <a:ext cx="11929641" cy="5656341"/>
              </a:xfrm>
            </p:spPr>
            <p:txBody>
              <a:bodyPr/>
              <a:lstStyle/>
              <a:p>
                <a:pPr>
                  <a:lnSpc>
                    <a:spcPct val="150000"/>
                  </a:lnSpc>
                </a:pPr>
                <a:r>
                  <a:rPr lang="en-US" dirty="0"/>
                  <a:t>A box contains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/>
                  <a:t> blue,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2 </m:t>
                    </m:r>
                  </m:oMath>
                </a14:m>
                <a:r>
                  <a:rPr lang="en-US" dirty="0"/>
                  <a:t>white, and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4 </m:t>
                    </m:r>
                  </m:oMath>
                </a14:m>
                <a:r>
                  <a:rPr lang="en-US" dirty="0"/>
                  <a:t>red marbles. A marble is drawn at random from the box, what is the probability that it will be white?</a:t>
                </a:r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:r>
                  <a:rPr lang="en-US" dirty="0"/>
                  <a:t>Number of all possible outcomes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W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W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IN" i="1" dirty="0">
                              <a:latin typeface="Cambria Math" panose="02040503050406030204" pitchFamily="18" charset="0"/>
                            </a:rPr>
                            <m:t> </m:t>
                          </m:r>
                          <m:sSub>
                            <m:sSub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i="0" dirty="0"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  <m:sub>
                              <m:r>
                                <a:rPr lang="en-US" i="0" dirty="0"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i="0" dirty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:r>
                  <a:rPr lang="en-US" dirty="0"/>
                  <a:t>i.e.,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S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=9</m:t>
                    </m:r>
                  </m:oMath>
                </a14:m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W</m:t>
                    </m:r>
                  </m:oMath>
                </a14:m>
                <a:r>
                  <a:rPr lang="en-US" dirty="0"/>
                  <a:t> be the event that marble is white</a:t>
                </a:r>
              </a:p>
              <a:p>
                <a:pPr marL="266700" lvl="1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W</m:t>
                              </m:r>
                            </m:e>
                            <m:sub>
                              <m:r>
                                <a:rPr lang="en-US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W</m:t>
                              </m:r>
                            </m:e>
                            <m:sub>
                              <m:r>
                                <a:rPr lang="en-US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266700" lvl="1" indent="0">
                  <a:lnSpc>
                    <a:spcPct val="150000"/>
                  </a:lnSpc>
                  <a:buNone/>
                </a:pPr>
                <a:r>
                  <a:rPr lang="en-US" dirty="0"/>
                  <a:t>i.e.,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W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97668"/>
                <a:ext cx="11929641" cy="5656341"/>
              </a:xfrm>
              <a:blipFill>
                <a:blip r:embed="rId2"/>
                <a:stretch>
                  <a:fillRect l="-971" r="-1074" b="-290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563CC6C-7933-472A-ADD0-3C06EA6EFF4F}"/>
                  </a:ext>
                </a:extLst>
              </p:cNvPr>
              <p:cNvSpPr txBox="1"/>
              <p:nvPr/>
            </p:nvSpPr>
            <p:spPr>
              <a:xfrm>
                <a:off x="7971985" y="3868472"/>
                <a:ext cx="135663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∴ 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W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563CC6C-7933-472A-ADD0-3C06EA6EFF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1985" y="3868472"/>
                <a:ext cx="135663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CD04434-F191-4B4E-BBF4-46465B4DC39F}"/>
                  </a:ext>
                </a:extLst>
              </p:cNvPr>
              <p:cNvSpPr txBox="1"/>
              <p:nvPr/>
            </p:nvSpPr>
            <p:spPr>
              <a:xfrm>
                <a:off x="9290518" y="4857910"/>
                <a:ext cx="99082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num>
                        <m:den>
                          <m:r>
                            <a:rPr kumimoji="0" lang="en-US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CD04434-F191-4B4E-BBF4-46465B4DC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0518" y="4857910"/>
                <a:ext cx="990826" cy="90178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E8A34B9-E04B-4E3F-B93A-D9CAB8C21FAF}"/>
                  </a:ext>
                </a:extLst>
              </p:cNvPr>
              <p:cNvSpPr txBox="1"/>
              <p:nvPr/>
            </p:nvSpPr>
            <p:spPr>
              <a:xfrm>
                <a:off x="9290518" y="3625838"/>
                <a:ext cx="1497012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W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E8A34B9-E04B-4E3F-B93A-D9CAB8C21F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0518" y="3625838"/>
                <a:ext cx="1497012" cy="98943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5387797-9EC5-49EA-AA9A-A4363D9197AB}"/>
                  </a:ext>
                </a:extLst>
              </p:cNvPr>
              <p:cNvSpPr txBox="1"/>
              <p:nvPr/>
            </p:nvSpPr>
            <p:spPr>
              <a:xfrm>
                <a:off x="5308256" y="2336039"/>
                <a:ext cx="2443472" cy="52322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defPPr>
                  <a:defRPr lang="en-US"/>
                </a:defPPr>
                <a:lvl1pPr lvl="0" indent="0" algn="just">
                  <a:lnSpc>
                    <a:spcPct val="100000"/>
                  </a:lnSpc>
                  <a:spcBef>
                    <a:spcPts val="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>
                    <a:solidFill>
                      <a:srgbClr val="002060"/>
                    </a:solidFill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 typeface="Wingdings 3" panose="05040102010807070707" pitchFamily="18" charset="2"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3+2+4=9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5387797-9EC5-49EA-AA9A-A4363D9197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8256" y="2336039"/>
                <a:ext cx="24434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ECB3F2F0-6B91-49C2-9DC4-8E6C1F44141D}"/>
              </a:ext>
            </a:extLst>
          </p:cNvPr>
          <p:cNvCxnSpPr/>
          <p:nvPr/>
        </p:nvCxnSpPr>
        <p:spPr>
          <a:xfrm>
            <a:off x="7521372" y="3170500"/>
            <a:ext cx="0" cy="315153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1612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  <p:bldP spid="6" grpId="0"/>
      <p:bldP spid="7" grpId="0"/>
      <p:bldP spid="1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22819826-C44F-C44E-E44B-438C12C2A3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B4181A2-8F4E-A1DC-0957-B727B71DC3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Some Important Results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C09BE7A-A2C2-788F-18CF-704D66EDE1B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</p:spPr>
            <p:txBody>
              <a:bodyPr/>
              <a:lstStyle/>
              <a:p>
                <a:pPr lvl="0">
                  <a:lnSpc>
                    <a:spcPct val="150000"/>
                  </a:lnSpc>
                </a:pPr>
                <a:r>
                  <a:rPr lang="en-US" dirty="0">
                    <a:effectLst/>
                  </a:rPr>
                  <a:t>For any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effectLst/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>
                    <a:effectLst/>
                  </a:rPr>
                  <a:t>, </a:t>
                </a:r>
                <a14:m>
                  <m:oMath xmlns:m="http://schemas.openxmlformats.org/officeDocument/2006/math">
                    <m:r>
                      <a:rPr lang="en-US">
                        <a:effectLst/>
                        <a:latin typeface="Cambria Math" panose="02040503050406030204" pitchFamily="18" charset="0"/>
                      </a:rPr>
                      <m:t>0≤</m:t>
                    </m:r>
                    <m:r>
                      <m:rPr>
                        <m:sty m:val="p"/>
                      </m:rPr>
                      <a:rPr lang="en-US">
                        <a:effectLst/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effectLst/>
                        <a:latin typeface="Cambria Math" panose="02040503050406030204" pitchFamily="18" charset="0"/>
                      </a:rPr>
                      <m:t>≤1</m:t>
                    </m:r>
                  </m:oMath>
                </a14:m>
                <a:r>
                  <a:rPr lang="en-US" dirty="0">
                    <a:effectLst/>
                  </a:rPr>
                  <a:t>.</a:t>
                </a:r>
              </a:p>
              <a:p>
                <a:pPr lvl="1">
                  <a:lnSpc>
                    <a:spcPct val="150000"/>
                  </a:lnSpc>
                </a:pPr>
                <a:r>
                  <a:rPr lang="en-US" dirty="0"/>
                  <a:t>Probability measure </a:t>
                </a:r>
                <a:r>
                  <a:rPr lang="en-US" b="1" dirty="0"/>
                  <a:t>chance</a:t>
                </a:r>
                <a:r>
                  <a:rPr lang="en-US" dirty="0"/>
                  <a:t>.</a:t>
                </a:r>
              </a:p>
              <a:p>
                <a:pPr lvl="1">
                  <a:lnSpc>
                    <a:spcPct val="150000"/>
                  </a:lnSpc>
                </a:pPr>
                <a:r>
                  <a:rPr lang="en-US" dirty="0"/>
                  <a:t>Chance can never be:</a:t>
                </a:r>
              </a:p>
              <a:p>
                <a:pPr lvl="2">
                  <a:lnSpc>
                    <a:spcPct val="150000"/>
                  </a:lnSpc>
                </a:pPr>
                <a:r>
                  <a:rPr lang="en-US" b="1" dirty="0"/>
                  <a:t>negative</a:t>
                </a:r>
                <a:r>
                  <a:rPr lang="en-US" dirty="0"/>
                  <a:t> → impossible in real life</a:t>
                </a:r>
              </a:p>
              <a:p>
                <a:pPr lvl="2">
                  <a:lnSpc>
                    <a:spcPct val="150000"/>
                  </a:lnSpc>
                </a:pPr>
                <a:r>
                  <a:rPr lang="en-US" b="1" dirty="0"/>
                  <a:t>greater than 1</a:t>
                </a:r>
                <a:r>
                  <a:rPr lang="en-US" dirty="0"/>
                  <a:t> → cannot exceed certainty</a:t>
                </a:r>
              </a:p>
              <a:p>
                <a:pPr lvl="0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US" dirty="0"/>
                  <a:t> if and only if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is </a:t>
                </a:r>
                <a:r>
                  <a:rPr lang="en-US" b="1" dirty="0">
                    <a:solidFill>
                      <a:srgbClr val="FF0000"/>
                    </a:solidFill>
                  </a:rPr>
                  <a:t>impossible</a:t>
                </a:r>
                <a:r>
                  <a:rPr lang="en-US" dirty="0"/>
                  <a:t> event.</a:t>
                </a:r>
                <a:endParaRPr lang="en-IN" dirty="0"/>
              </a:p>
              <a:p>
                <a:pPr lvl="0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US" dirty="0"/>
                  <a:t> if and only if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is </a:t>
                </a:r>
                <a:r>
                  <a:rPr lang="en-US" b="1" dirty="0">
                    <a:solidFill>
                      <a:srgbClr val="FF0000"/>
                    </a:solidFill>
                  </a:rPr>
                  <a:t>certain</a:t>
                </a:r>
                <a:r>
                  <a:rPr lang="en-US" dirty="0"/>
                  <a:t> event.</a:t>
                </a:r>
                <a:endParaRPr lang="en-IN" dirty="0"/>
              </a:p>
              <a:p>
                <a:endParaRPr lang="en-US" dirty="0"/>
              </a:p>
              <a:p>
                <a:pPr marL="271463" lvl="1" indent="0">
                  <a:buNone/>
                </a:pPr>
                <a:endParaRPr lang="en-IN" dirty="0">
                  <a:effectLst/>
                </a:endParaRP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C09BE7A-A2C2-788F-18CF-704D66EDE1B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58459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8"/>
            <a:ext cx="11929645" cy="240876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spcBef>
                <a:spcPts val="600"/>
              </a:spcBef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Two unbiased dice are thrown. Find the probability that:</a:t>
            </a:r>
          </a:p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>
                <a:prstClr val="white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  The total of the numbers on the dice is greater than 8.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38628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E2B5BCD-2FB7-49EC-A4FA-BDB71C94E139}"/>
                  </a:ext>
                </a:extLst>
              </p:cNvPr>
              <p:cNvSpPr txBox="1"/>
              <p:nvPr/>
            </p:nvSpPr>
            <p:spPr>
              <a:xfrm>
                <a:off x="5777876" y="4556648"/>
                <a:ext cx="6459934" cy="21278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0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IN" sz="2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0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</m:e>
                            <m:e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IN" sz="2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6, 6 </m:t>
                                        </m:r>
                                      </m:e>
                                    </m:d>
                                  </m:e>
                                </m:mr>
                              </m:m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E2B5BCD-2FB7-49EC-A4FA-BDB71C94E1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7876" y="4556648"/>
                <a:ext cx="6459934" cy="212782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984847C-6F10-4EC5-B58C-C771920BBE50}"/>
                  </a:ext>
                </a:extLst>
              </p:cNvPr>
              <p:cNvSpPr txBox="1"/>
              <p:nvPr/>
            </p:nvSpPr>
            <p:spPr>
              <a:xfrm>
                <a:off x="2451058" y="3386286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984847C-6F10-4EC5-B58C-C771920BBE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1058" y="3386286"/>
                <a:ext cx="179537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5" name="TextBox 54">
            <a:extLst>
              <a:ext uri="{FF2B5EF4-FFF2-40B4-BE49-F238E27FC236}">
                <a16:creationId xmlns:a16="http://schemas.microsoft.com/office/drawing/2014/main" id="{D3898D9F-0744-4298-8F6B-C318A13799F3}"/>
              </a:ext>
            </a:extLst>
          </p:cNvPr>
          <p:cNvSpPr txBox="1"/>
          <p:nvPr/>
        </p:nvSpPr>
        <p:spPr>
          <a:xfrm>
            <a:off x="1594218" y="3386286"/>
            <a:ext cx="93943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FE7D43A-A841-4057-ADB5-081939FF20E3}"/>
                  </a:ext>
                </a:extLst>
              </p:cNvPr>
              <p:cNvSpPr txBox="1"/>
              <p:nvPr/>
            </p:nvSpPr>
            <p:spPr>
              <a:xfrm>
                <a:off x="1594218" y="399532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FE7D43A-A841-4057-ADB5-081939FF2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995328"/>
                <a:ext cx="1463040" cy="523220"/>
              </a:xfrm>
              <a:prstGeom prst="rect">
                <a:avLst/>
              </a:prstGeom>
              <a:blipFill>
                <a:blip r:embed="rId5"/>
                <a:stretch>
                  <a:fillRect l="-8750" t="-10465" r="-5000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80D9811-432F-4143-B362-B4A03749FDE4}"/>
                  </a:ext>
                </a:extLst>
              </p:cNvPr>
              <p:cNvSpPr txBox="1"/>
              <p:nvPr/>
            </p:nvSpPr>
            <p:spPr>
              <a:xfrm>
                <a:off x="2941421" y="3995328"/>
                <a:ext cx="72863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of the numbers on the dice is greater than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80D9811-432F-4143-B362-B4A03749FD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1421" y="3995328"/>
                <a:ext cx="7286312" cy="523220"/>
              </a:xfrm>
              <a:prstGeom prst="rect">
                <a:avLst/>
              </a:prstGeom>
              <a:blipFill>
                <a:blip r:embed="rId6"/>
                <a:stretch>
                  <a:fillRect l="-1757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B31C1F2E-4647-41B1-B9FD-DB0F562C3074}"/>
                  </a:ext>
                </a:extLst>
              </p:cNvPr>
              <p:cNvSpPr txBox="1"/>
              <p:nvPr/>
            </p:nvSpPr>
            <p:spPr>
              <a:xfrm>
                <a:off x="10328380" y="3995328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B31C1F2E-4647-41B1-B9FD-DB0F562C30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8380" y="3995328"/>
                <a:ext cx="179537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A4A1F4A2-27F7-4E67-BA3A-006AE70165A2}"/>
              </a:ext>
            </a:extLst>
          </p:cNvPr>
          <p:cNvSpPr/>
          <p:nvPr/>
        </p:nvSpPr>
        <p:spPr>
          <a:xfrm>
            <a:off x="8360868" y="5321300"/>
            <a:ext cx="3524727" cy="1244358"/>
          </a:xfrm>
          <a:custGeom>
            <a:avLst/>
            <a:gdLst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491068 w 3524727"/>
              <a:gd name="connsiteY4" fmla="*/ 326319 h 1294004"/>
              <a:gd name="connsiteX5" fmla="*/ 3487307 w 3524727"/>
              <a:gd name="connsiteY5" fmla="*/ 327078 h 1294004"/>
              <a:gd name="connsiteX6" fmla="*/ 3491068 w 3524727"/>
              <a:gd name="connsiteY6" fmla="*/ 327837 h 1294004"/>
              <a:gd name="connsiteX7" fmla="*/ 3524726 w 3524727"/>
              <a:gd name="connsiteY7" fmla="*/ 378615 h 1294004"/>
              <a:gd name="connsiteX8" fmla="*/ 3524726 w 3524727"/>
              <a:gd name="connsiteY8" fmla="*/ 599046 h 1294004"/>
              <a:gd name="connsiteX9" fmla="*/ 3491068 w 3524727"/>
              <a:gd name="connsiteY9" fmla="*/ 649825 h 1294004"/>
              <a:gd name="connsiteX10" fmla="*/ 3487333 w 3524727"/>
              <a:gd name="connsiteY10" fmla="*/ 650579 h 1294004"/>
              <a:gd name="connsiteX11" fmla="*/ 3491069 w 3524727"/>
              <a:gd name="connsiteY11" fmla="*/ 651333 h 1294004"/>
              <a:gd name="connsiteX12" fmla="*/ 3524727 w 3524727"/>
              <a:gd name="connsiteY12" fmla="*/ 702111 h 1294004"/>
              <a:gd name="connsiteX13" fmla="*/ 3524727 w 3524727"/>
              <a:gd name="connsiteY13" fmla="*/ 922542 h 1294004"/>
              <a:gd name="connsiteX14" fmla="*/ 3508586 w 3524727"/>
              <a:gd name="connsiteY14" fmla="*/ 961510 h 1294004"/>
              <a:gd name="connsiteX15" fmla="*/ 3495248 w 3524727"/>
              <a:gd name="connsiteY15" fmla="*/ 970503 h 1294004"/>
              <a:gd name="connsiteX16" fmla="*/ 3508586 w 3524727"/>
              <a:gd name="connsiteY16" fmla="*/ 979496 h 1294004"/>
              <a:gd name="connsiteX17" fmla="*/ 3524727 w 3524727"/>
              <a:gd name="connsiteY17" fmla="*/ 1018464 h 1294004"/>
              <a:gd name="connsiteX18" fmla="*/ 3524727 w 3524727"/>
              <a:gd name="connsiteY18" fmla="*/ 1238895 h 1294004"/>
              <a:gd name="connsiteX19" fmla="*/ 3469618 w 3524727"/>
              <a:gd name="connsiteY19" fmla="*/ 1294004 h 1294004"/>
              <a:gd name="connsiteX20" fmla="*/ 55109 w 3524727"/>
              <a:gd name="connsiteY20" fmla="*/ 1294004 h 1294004"/>
              <a:gd name="connsiteX21" fmla="*/ 0 w 3524727"/>
              <a:gd name="connsiteY21" fmla="*/ 1238895 h 1294004"/>
              <a:gd name="connsiteX22" fmla="*/ 0 w 3524727"/>
              <a:gd name="connsiteY22" fmla="*/ 1018464 h 1294004"/>
              <a:gd name="connsiteX23" fmla="*/ 55109 w 3524727"/>
              <a:gd name="connsiteY23" fmla="*/ 963355 h 1294004"/>
              <a:gd name="connsiteX24" fmla="*/ 879939 w 3524727"/>
              <a:gd name="connsiteY24" fmla="*/ 963355 h 1294004"/>
              <a:gd name="connsiteX25" fmla="*/ 877202 w 3524727"/>
              <a:gd name="connsiteY25" fmla="*/ 961510 h 1294004"/>
              <a:gd name="connsiteX26" fmla="*/ 861061 w 3524727"/>
              <a:gd name="connsiteY26" fmla="*/ 922542 h 1294004"/>
              <a:gd name="connsiteX27" fmla="*/ 861061 w 3524727"/>
              <a:gd name="connsiteY27" fmla="*/ 702111 h 1294004"/>
              <a:gd name="connsiteX28" fmla="*/ 916170 w 3524727"/>
              <a:gd name="connsiteY28" fmla="*/ 647002 h 1294004"/>
              <a:gd name="connsiteX29" fmla="*/ 1797311 w 3524727"/>
              <a:gd name="connsiteY29" fmla="*/ 647002 h 1294004"/>
              <a:gd name="connsiteX30" fmla="*/ 1783980 w 3524727"/>
              <a:gd name="connsiteY30" fmla="*/ 638014 h 1294004"/>
              <a:gd name="connsiteX31" fmla="*/ 1767839 w 3524727"/>
              <a:gd name="connsiteY31" fmla="*/ 599046 h 1294004"/>
              <a:gd name="connsiteX32" fmla="*/ 1767839 w 3524727"/>
              <a:gd name="connsiteY32" fmla="*/ 378615 h 1294004"/>
              <a:gd name="connsiteX33" fmla="*/ 1822948 w 3524727"/>
              <a:gd name="connsiteY33" fmla="*/ 323506 h 1294004"/>
              <a:gd name="connsiteX34" fmla="*/ 2666482 w 3524727"/>
              <a:gd name="connsiteY34" fmla="*/ 323506 h 1294004"/>
              <a:gd name="connsiteX35" fmla="*/ 2653136 w 3524727"/>
              <a:gd name="connsiteY35" fmla="*/ 314508 h 1294004"/>
              <a:gd name="connsiteX36" fmla="*/ 2636995 w 3524727"/>
              <a:gd name="connsiteY36" fmla="*/ 275540 h 1294004"/>
              <a:gd name="connsiteX37" fmla="*/ 2636995 w 3524727"/>
              <a:gd name="connsiteY37" fmla="*/ 55109 h 1294004"/>
              <a:gd name="connsiteX38" fmla="*/ 2692104 w 3524727"/>
              <a:gd name="connsiteY38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491068 w 3524727"/>
              <a:gd name="connsiteY4" fmla="*/ 326319 h 1294004"/>
              <a:gd name="connsiteX5" fmla="*/ 3487307 w 3524727"/>
              <a:gd name="connsiteY5" fmla="*/ 327078 h 1294004"/>
              <a:gd name="connsiteX6" fmla="*/ 3524726 w 3524727"/>
              <a:gd name="connsiteY6" fmla="*/ 378615 h 1294004"/>
              <a:gd name="connsiteX7" fmla="*/ 3524726 w 3524727"/>
              <a:gd name="connsiteY7" fmla="*/ 599046 h 1294004"/>
              <a:gd name="connsiteX8" fmla="*/ 3491068 w 3524727"/>
              <a:gd name="connsiteY8" fmla="*/ 649825 h 1294004"/>
              <a:gd name="connsiteX9" fmla="*/ 3487333 w 3524727"/>
              <a:gd name="connsiteY9" fmla="*/ 650579 h 1294004"/>
              <a:gd name="connsiteX10" fmla="*/ 3491069 w 3524727"/>
              <a:gd name="connsiteY10" fmla="*/ 651333 h 1294004"/>
              <a:gd name="connsiteX11" fmla="*/ 3524727 w 3524727"/>
              <a:gd name="connsiteY11" fmla="*/ 702111 h 1294004"/>
              <a:gd name="connsiteX12" fmla="*/ 3524727 w 3524727"/>
              <a:gd name="connsiteY12" fmla="*/ 922542 h 1294004"/>
              <a:gd name="connsiteX13" fmla="*/ 3508586 w 3524727"/>
              <a:gd name="connsiteY13" fmla="*/ 961510 h 1294004"/>
              <a:gd name="connsiteX14" fmla="*/ 3495248 w 3524727"/>
              <a:gd name="connsiteY14" fmla="*/ 970503 h 1294004"/>
              <a:gd name="connsiteX15" fmla="*/ 3508586 w 3524727"/>
              <a:gd name="connsiteY15" fmla="*/ 979496 h 1294004"/>
              <a:gd name="connsiteX16" fmla="*/ 3524727 w 3524727"/>
              <a:gd name="connsiteY16" fmla="*/ 1018464 h 1294004"/>
              <a:gd name="connsiteX17" fmla="*/ 3524727 w 3524727"/>
              <a:gd name="connsiteY17" fmla="*/ 1238895 h 1294004"/>
              <a:gd name="connsiteX18" fmla="*/ 3469618 w 3524727"/>
              <a:gd name="connsiteY18" fmla="*/ 1294004 h 1294004"/>
              <a:gd name="connsiteX19" fmla="*/ 55109 w 3524727"/>
              <a:gd name="connsiteY19" fmla="*/ 1294004 h 1294004"/>
              <a:gd name="connsiteX20" fmla="*/ 0 w 3524727"/>
              <a:gd name="connsiteY20" fmla="*/ 1238895 h 1294004"/>
              <a:gd name="connsiteX21" fmla="*/ 0 w 3524727"/>
              <a:gd name="connsiteY21" fmla="*/ 1018464 h 1294004"/>
              <a:gd name="connsiteX22" fmla="*/ 55109 w 3524727"/>
              <a:gd name="connsiteY22" fmla="*/ 963355 h 1294004"/>
              <a:gd name="connsiteX23" fmla="*/ 879939 w 3524727"/>
              <a:gd name="connsiteY23" fmla="*/ 963355 h 1294004"/>
              <a:gd name="connsiteX24" fmla="*/ 877202 w 3524727"/>
              <a:gd name="connsiteY24" fmla="*/ 961510 h 1294004"/>
              <a:gd name="connsiteX25" fmla="*/ 861061 w 3524727"/>
              <a:gd name="connsiteY25" fmla="*/ 922542 h 1294004"/>
              <a:gd name="connsiteX26" fmla="*/ 861061 w 3524727"/>
              <a:gd name="connsiteY26" fmla="*/ 702111 h 1294004"/>
              <a:gd name="connsiteX27" fmla="*/ 916170 w 3524727"/>
              <a:gd name="connsiteY27" fmla="*/ 647002 h 1294004"/>
              <a:gd name="connsiteX28" fmla="*/ 1797311 w 3524727"/>
              <a:gd name="connsiteY28" fmla="*/ 647002 h 1294004"/>
              <a:gd name="connsiteX29" fmla="*/ 1783980 w 3524727"/>
              <a:gd name="connsiteY29" fmla="*/ 638014 h 1294004"/>
              <a:gd name="connsiteX30" fmla="*/ 1767839 w 3524727"/>
              <a:gd name="connsiteY30" fmla="*/ 599046 h 1294004"/>
              <a:gd name="connsiteX31" fmla="*/ 1767839 w 3524727"/>
              <a:gd name="connsiteY31" fmla="*/ 378615 h 1294004"/>
              <a:gd name="connsiteX32" fmla="*/ 1822948 w 3524727"/>
              <a:gd name="connsiteY32" fmla="*/ 323506 h 1294004"/>
              <a:gd name="connsiteX33" fmla="*/ 2666482 w 3524727"/>
              <a:gd name="connsiteY33" fmla="*/ 323506 h 1294004"/>
              <a:gd name="connsiteX34" fmla="*/ 2653136 w 3524727"/>
              <a:gd name="connsiteY34" fmla="*/ 314508 h 1294004"/>
              <a:gd name="connsiteX35" fmla="*/ 2636995 w 3524727"/>
              <a:gd name="connsiteY35" fmla="*/ 275540 h 1294004"/>
              <a:gd name="connsiteX36" fmla="*/ 2636995 w 3524727"/>
              <a:gd name="connsiteY36" fmla="*/ 55109 h 1294004"/>
              <a:gd name="connsiteX37" fmla="*/ 2692104 w 3524727"/>
              <a:gd name="connsiteY37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491068 w 3524727"/>
              <a:gd name="connsiteY4" fmla="*/ 326319 h 1294004"/>
              <a:gd name="connsiteX5" fmla="*/ 3524726 w 3524727"/>
              <a:gd name="connsiteY5" fmla="*/ 378615 h 1294004"/>
              <a:gd name="connsiteX6" fmla="*/ 3524726 w 3524727"/>
              <a:gd name="connsiteY6" fmla="*/ 599046 h 1294004"/>
              <a:gd name="connsiteX7" fmla="*/ 3491068 w 3524727"/>
              <a:gd name="connsiteY7" fmla="*/ 649825 h 1294004"/>
              <a:gd name="connsiteX8" fmla="*/ 3487333 w 3524727"/>
              <a:gd name="connsiteY8" fmla="*/ 650579 h 1294004"/>
              <a:gd name="connsiteX9" fmla="*/ 3491069 w 3524727"/>
              <a:gd name="connsiteY9" fmla="*/ 651333 h 1294004"/>
              <a:gd name="connsiteX10" fmla="*/ 3524727 w 3524727"/>
              <a:gd name="connsiteY10" fmla="*/ 702111 h 1294004"/>
              <a:gd name="connsiteX11" fmla="*/ 3524727 w 3524727"/>
              <a:gd name="connsiteY11" fmla="*/ 922542 h 1294004"/>
              <a:gd name="connsiteX12" fmla="*/ 3508586 w 3524727"/>
              <a:gd name="connsiteY12" fmla="*/ 961510 h 1294004"/>
              <a:gd name="connsiteX13" fmla="*/ 3495248 w 3524727"/>
              <a:gd name="connsiteY13" fmla="*/ 970503 h 1294004"/>
              <a:gd name="connsiteX14" fmla="*/ 3508586 w 3524727"/>
              <a:gd name="connsiteY14" fmla="*/ 979496 h 1294004"/>
              <a:gd name="connsiteX15" fmla="*/ 3524727 w 3524727"/>
              <a:gd name="connsiteY15" fmla="*/ 1018464 h 1294004"/>
              <a:gd name="connsiteX16" fmla="*/ 3524727 w 3524727"/>
              <a:gd name="connsiteY16" fmla="*/ 1238895 h 1294004"/>
              <a:gd name="connsiteX17" fmla="*/ 3469618 w 3524727"/>
              <a:gd name="connsiteY17" fmla="*/ 1294004 h 1294004"/>
              <a:gd name="connsiteX18" fmla="*/ 55109 w 3524727"/>
              <a:gd name="connsiteY18" fmla="*/ 1294004 h 1294004"/>
              <a:gd name="connsiteX19" fmla="*/ 0 w 3524727"/>
              <a:gd name="connsiteY19" fmla="*/ 1238895 h 1294004"/>
              <a:gd name="connsiteX20" fmla="*/ 0 w 3524727"/>
              <a:gd name="connsiteY20" fmla="*/ 1018464 h 1294004"/>
              <a:gd name="connsiteX21" fmla="*/ 55109 w 3524727"/>
              <a:gd name="connsiteY21" fmla="*/ 963355 h 1294004"/>
              <a:gd name="connsiteX22" fmla="*/ 879939 w 3524727"/>
              <a:gd name="connsiteY22" fmla="*/ 963355 h 1294004"/>
              <a:gd name="connsiteX23" fmla="*/ 877202 w 3524727"/>
              <a:gd name="connsiteY23" fmla="*/ 961510 h 1294004"/>
              <a:gd name="connsiteX24" fmla="*/ 861061 w 3524727"/>
              <a:gd name="connsiteY24" fmla="*/ 922542 h 1294004"/>
              <a:gd name="connsiteX25" fmla="*/ 861061 w 3524727"/>
              <a:gd name="connsiteY25" fmla="*/ 702111 h 1294004"/>
              <a:gd name="connsiteX26" fmla="*/ 916170 w 3524727"/>
              <a:gd name="connsiteY26" fmla="*/ 647002 h 1294004"/>
              <a:gd name="connsiteX27" fmla="*/ 1797311 w 3524727"/>
              <a:gd name="connsiteY27" fmla="*/ 647002 h 1294004"/>
              <a:gd name="connsiteX28" fmla="*/ 1783980 w 3524727"/>
              <a:gd name="connsiteY28" fmla="*/ 638014 h 1294004"/>
              <a:gd name="connsiteX29" fmla="*/ 1767839 w 3524727"/>
              <a:gd name="connsiteY29" fmla="*/ 599046 h 1294004"/>
              <a:gd name="connsiteX30" fmla="*/ 1767839 w 3524727"/>
              <a:gd name="connsiteY30" fmla="*/ 378615 h 1294004"/>
              <a:gd name="connsiteX31" fmla="*/ 1822948 w 3524727"/>
              <a:gd name="connsiteY31" fmla="*/ 323506 h 1294004"/>
              <a:gd name="connsiteX32" fmla="*/ 2666482 w 3524727"/>
              <a:gd name="connsiteY32" fmla="*/ 323506 h 1294004"/>
              <a:gd name="connsiteX33" fmla="*/ 2653136 w 3524727"/>
              <a:gd name="connsiteY33" fmla="*/ 314508 h 1294004"/>
              <a:gd name="connsiteX34" fmla="*/ 2636995 w 3524727"/>
              <a:gd name="connsiteY34" fmla="*/ 275540 h 1294004"/>
              <a:gd name="connsiteX35" fmla="*/ 2636995 w 3524727"/>
              <a:gd name="connsiteY35" fmla="*/ 55109 h 1294004"/>
              <a:gd name="connsiteX36" fmla="*/ 2692104 w 3524727"/>
              <a:gd name="connsiteY36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491068 w 3524727"/>
              <a:gd name="connsiteY6" fmla="*/ 649825 h 1294004"/>
              <a:gd name="connsiteX7" fmla="*/ 3487333 w 3524727"/>
              <a:gd name="connsiteY7" fmla="*/ 650579 h 1294004"/>
              <a:gd name="connsiteX8" fmla="*/ 3491069 w 3524727"/>
              <a:gd name="connsiteY8" fmla="*/ 651333 h 1294004"/>
              <a:gd name="connsiteX9" fmla="*/ 3524727 w 3524727"/>
              <a:gd name="connsiteY9" fmla="*/ 702111 h 1294004"/>
              <a:gd name="connsiteX10" fmla="*/ 3524727 w 3524727"/>
              <a:gd name="connsiteY10" fmla="*/ 922542 h 1294004"/>
              <a:gd name="connsiteX11" fmla="*/ 3508586 w 3524727"/>
              <a:gd name="connsiteY11" fmla="*/ 961510 h 1294004"/>
              <a:gd name="connsiteX12" fmla="*/ 3495248 w 3524727"/>
              <a:gd name="connsiteY12" fmla="*/ 970503 h 1294004"/>
              <a:gd name="connsiteX13" fmla="*/ 3508586 w 3524727"/>
              <a:gd name="connsiteY13" fmla="*/ 979496 h 1294004"/>
              <a:gd name="connsiteX14" fmla="*/ 3524727 w 3524727"/>
              <a:gd name="connsiteY14" fmla="*/ 1018464 h 1294004"/>
              <a:gd name="connsiteX15" fmla="*/ 3524727 w 3524727"/>
              <a:gd name="connsiteY15" fmla="*/ 1238895 h 1294004"/>
              <a:gd name="connsiteX16" fmla="*/ 3469618 w 3524727"/>
              <a:gd name="connsiteY16" fmla="*/ 1294004 h 1294004"/>
              <a:gd name="connsiteX17" fmla="*/ 55109 w 3524727"/>
              <a:gd name="connsiteY17" fmla="*/ 1294004 h 1294004"/>
              <a:gd name="connsiteX18" fmla="*/ 0 w 3524727"/>
              <a:gd name="connsiteY18" fmla="*/ 1238895 h 1294004"/>
              <a:gd name="connsiteX19" fmla="*/ 0 w 3524727"/>
              <a:gd name="connsiteY19" fmla="*/ 1018464 h 1294004"/>
              <a:gd name="connsiteX20" fmla="*/ 55109 w 3524727"/>
              <a:gd name="connsiteY20" fmla="*/ 963355 h 1294004"/>
              <a:gd name="connsiteX21" fmla="*/ 879939 w 3524727"/>
              <a:gd name="connsiteY21" fmla="*/ 963355 h 1294004"/>
              <a:gd name="connsiteX22" fmla="*/ 877202 w 3524727"/>
              <a:gd name="connsiteY22" fmla="*/ 961510 h 1294004"/>
              <a:gd name="connsiteX23" fmla="*/ 861061 w 3524727"/>
              <a:gd name="connsiteY23" fmla="*/ 922542 h 1294004"/>
              <a:gd name="connsiteX24" fmla="*/ 861061 w 3524727"/>
              <a:gd name="connsiteY24" fmla="*/ 702111 h 1294004"/>
              <a:gd name="connsiteX25" fmla="*/ 916170 w 3524727"/>
              <a:gd name="connsiteY25" fmla="*/ 647002 h 1294004"/>
              <a:gd name="connsiteX26" fmla="*/ 1797311 w 3524727"/>
              <a:gd name="connsiteY26" fmla="*/ 647002 h 1294004"/>
              <a:gd name="connsiteX27" fmla="*/ 1783980 w 3524727"/>
              <a:gd name="connsiteY27" fmla="*/ 638014 h 1294004"/>
              <a:gd name="connsiteX28" fmla="*/ 1767839 w 3524727"/>
              <a:gd name="connsiteY28" fmla="*/ 599046 h 1294004"/>
              <a:gd name="connsiteX29" fmla="*/ 1767839 w 3524727"/>
              <a:gd name="connsiteY29" fmla="*/ 378615 h 1294004"/>
              <a:gd name="connsiteX30" fmla="*/ 1822948 w 3524727"/>
              <a:gd name="connsiteY30" fmla="*/ 323506 h 1294004"/>
              <a:gd name="connsiteX31" fmla="*/ 2666482 w 3524727"/>
              <a:gd name="connsiteY31" fmla="*/ 323506 h 1294004"/>
              <a:gd name="connsiteX32" fmla="*/ 2653136 w 3524727"/>
              <a:gd name="connsiteY32" fmla="*/ 314508 h 1294004"/>
              <a:gd name="connsiteX33" fmla="*/ 2636995 w 3524727"/>
              <a:gd name="connsiteY33" fmla="*/ 275540 h 1294004"/>
              <a:gd name="connsiteX34" fmla="*/ 2636995 w 3524727"/>
              <a:gd name="connsiteY34" fmla="*/ 55109 h 1294004"/>
              <a:gd name="connsiteX35" fmla="*/ 2692104 w 3524727"/>
              <a:gd name="connsiteY35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491068 w 3524727"/>
              <a:gd name="connsiteY6" fmla="*/ 649825 h 1294004"/>
              <a:gd name="connsiteX7" fmla="*/ 3487333 w 3524727"/>
              <a:gd name="connsiteY7" fmla="*/ 650579 h 1294004"/>
              <a:gd name="connsiteX8" fmla="*/ 3524727 w 3524727"/>
              <a:gd name="connsiteY8" fmla="*/ 702111 h 1294004"/>
              <a:gd name="connsiteX9" fmla="*/ 3524727 w 3524727"/>
              <a:gd name="connsiteY9" fmla="*/ 922542 h 1294004"/>
              <a:gd name="connsiteX10" fmla="*/ 3508586 w 3524727"/>
              <a:gd name="connsiteY10" fmla="*/ 961510 h 1294004"/>
              <a:gd name="connsiteX11" fmla="*/ 3495248 w 3524727"/>
              <a:gd name="connsiteY11" fmla="*/ 970503 h 1294004"/>
              <a:gd name="connsiteX12" fmla="*/ 3508586 w 3524727"/>
              <a:gd name="connsiteY12" fmla="*/ 979496 h 1294004"/>
              <a:gd name="connsiteX13" fmla="*/ 3524727 w 3524727"/>
              <a:gd name="connsiteY13" fmla="*/ 1018464 h 1294004"/>
              <a:gd name="connsiteX14" fmla="*/ 3524727 w 3524727"/>
              <a:gd name="connsiteY14" fmla="*/ 1238895 h 1294004"/>
              <a:gd name="connsiteX15" fmla="*/ 3469618 w 3524727"/>
              <a:gd name="connsiteY15" fmla="*/ 1294004 h 1294004"/>
              <a:gd name="connsiteX16" fmla="*/ 55109 w 3524727"/>
              <a:gd name="connsiteY16" fmla="*/ 1294004 h 1294004"/>
              <a:gd name="connsiteX17" fmla="*/ 0 w 3524727"/>
              <a:gd name="connsiteY17" fmla="*/ 1238895 h 1294004"/>
              <a:gd name="connsiteX18" fmla="*/ 0 w 3524727"/>
              <a:gd name="connsiteY18" fmla="*/ 1018464 h 1294004"/>
              <a:gd name="connsiteX19" fmla="*/ 55109 w 3524727"/>
              <a:gd name="connsiteY19" fmla="*/ 963355 h 1294004"/>
              <a:gd name="connsiteX20" fmla="*/ 879939 w 3524727"/>
              <a:gd name="connsiteY20" fmla="*/ 963355 h 1294004"/>
              <a:gd name="connsiteX21" fmla="*/ 877202 w 3524727"/>
              <a:gd name="connsiteY21" fmla="*/ 961510 h 1294004"/>
              <a:gd name="connsiteX22" fmla="*/ 861061 w 3524727"/>
              <a:gd name="connsiteY22" fmla="*/ 922542 h 1294004"/>
              <a:gd name="connsiteX23" fmla="*/ 861061 w 3524727"/>
              <a:gd name="connsiteY23" fmla="*/ 702111 h 1294004"/>
              <a:gd name="connsiteX24" fmla="*/ 916170 w 3524727"/>
              <a:gd name="connsiteY24" fmla="*/ 647002 h 1294004"/>
              <a:gd name="connsiteX25" fmla="*/ 1797311 w 3524727"/>
              <a:gd name="connsiteY25" fmla="*/ 647002 h 1294004"/>
              <a:gd name="connsiteX26" fmla="*/ 1783980 w 3524727"/>
              <a:gd name="connsiteY26" fmla="*/ 638014 h 1294004"/>
              <a:gd name="connsiteX27" fmla="*/ 1767839 w 3524727"/>
              <a:gd name="connsiteY27" fmla="*/ 599046 h 1294004"/>
              <a:gd name="connsiteX28" fmla="*/ 1767839 w 3524727"/>
              <a:gd name="connsiteY28" fmla="*/ 378615 h 1294004"/>
              <a:gd name="connsiteX29" fmla="*/ 1822948 w 3524727"/>
              <a:gd name="connsiteY29" fmla="*/ 323506 h 1294004"/>
              <a:gd name="connsiteX30" fmla="*/ 2666482 w 3524727"/>
              <a:gd name="connsiteY30" fmla="*/ 323506 h 1294004"/>
              <a:gd name="connsiteX31" fmla="*/ 2653136 w 3524727"/>
              <a:gd name="connsiteY31" fmla="*/ 314508 h 1294004"/>
              <a:gd name="connsiteX32" fmla="*/ 2636995 w 3524727"/>
              <a:gd name="connsiteY32" fmla="*/ 275540 h 1294004"/>
              <a:gd name="connsiteX33" fmla="*/ 2636995 w 3524727"/>
              <a:gd name="connsiteY33" fmla="*/ 55109 h 1294004"/>
              <a:gd name="connsiteX34" fmla="*/ 2692104 w 3524727"/>
              <a:gd name="connsiteY34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491068 w 3524727"/>
              <a:gd name="connsiteY6" fmla="*/ 649825 h 1294004"/>
              <a:gd name="connsiteX7" fmla="*/ 3524727 w 3524727"/>
              <a:gd name="connsiteY7" fmla="*/ 702111 h 1294004"/>
              <a:gd name="connsiteX8" fmla="*/ 3524727 w 3524727"/>
              <a:gd name="connsiteY8" fmla="*/ 922542 h 1294004"/>
              <a:gd name="connsiteX9" fmla="*/ 3508586 w 3524727"/>
              <a:gd name="connsiteY9" fmla="*/ 961510 h 1294004"/>
              <a:gd name="connsiteX10" fmla="*/ 3495248 w 3524727"/>
              <a:gd name="connsiteY10" fmla="*/ 970503 h 1294004"/>
              <a:gd name="connsiteX11" fmla="*/ 3508586 w 3524727"/>
              <a:gd name="connsiteY11" fmla="*/ 979496 h 1294004"/>
              <a:gd name="connsiteX12" fmla="*/ 3524727 w 3524727"/>
              <a:gd name="connsiteY12" fmla="*/ 1018464 h 1294004"/>
              <a:gd name="connsiteX13" fmla="*/ 3524727 w 3524727"/>
              <a:gd name="connsiteY13" fmla="*/ 1238895 h 1294004"/>
              <a:gd name="connsiteX14" fmla="*/ 3469618 w 3524727"/>
              <a:gd name="connsiteY14" fmla="*/ 1294004 h 1294004"/>
              <a:gd name="connsiteX15" fmla="*/ 55109 w 3524727"/>
              <a:gd name="connsiteY15" fmla="*/ 1294004 h 1294004"/>
              <a:gd name="connsiteX16" fmla="*/ 0 w 3524727"/>
              <a:gd name="connsiteY16" fmla="*/ 1238895 h 1294004"/>
              <a:gd name="connsiteX17" fmla="*/ 0 w 3524727"/>
              <a:gd name="connsiteY17" fmla="*/ 1018464 h 1294004"/>
              <a:gd name="connsiteX18" fmla="*/ 55109 w 3524727"/>
              <a:gd name="connsiteY18" fmla="*/ 963355 h 1294004"/>
              <a:gd name="connsiteX19" fmla="*/ 879939 w 3524727"/>
              <a:gd name="connsiteY19" fmla="*/ 963355 h 1294004"/>
              <a:gd name="connsiteX20" fmla="*/ 877202 w 3524727"/>
              <a:gd name="connsiteY20" fmla="*/ 961510 h 1294004"/>
              <a:gd name="connsiteX21" fmla="*/ 861061 w 3524727"/>
              <a:gd name="connsiteY21" fmla="*/ 922542 h 1294004"/>
              <a:gd name="connsiteX22" fmla="*/ 861061 w 3524727"/>
              <a:gd name="connsiteY22" fmla="*/ 702111 h 1294004"/>
              <a:gd name="connsiteX23" fmla="*/ 916170 w 3524727"/>
              <a:gd name="connsiteY23" fmla="*/ 647002 h 1294004"/>
              <a:gd name="connsiteX24" fmla="*/ 1797311 w 3524727"/>
              <a:gd name="connsiteY24" fmla="*/ 647002 h 1294004"/>
              <a:gd name="connsiteX25" fmla="*/ 1783980 w 3524727"/>
              <a:gd name="connsiteY25" fmla="*/ 638014 h 1294004"/>
              <a:gd name="connsiteX26" fmla="*/ 1767839 w 3524727"/>
              <a:gd name="connsiteY26" fmla="*/ 599046 h 1294004"/>
              <a:gd name="connsiteX27" fmla="*/ 1767839 w 3524727"/>
              <a:gd name="connsiteY27" fmla="*/ 378615 h 1294004"/>
              <a:gd name="connsiteX28" fmla="*/ 1822948 w 3524727"/>
              <a:gd name="connsiteY28" fmla="*/ 323506 h 1294004"/>
              <a:gd name="connsiteX29" fmla="*/ 2666482 w 3524727"/>
              <a:gd name="connsiteY29" fmla="*/ 323506 h 1294004"/>
              <a:gd name="connsiteX30" fmla="*/ 2653136 w 3524727"/>
              <a:gd name="connsiteY30" fmla="*/ 314508 h 1294004"/>
              <a:gd name="connsiteX31" fmla="*/ 2636995 w 3524727"/>
              <a:gd name="connsiteY31" fmla="*/ 275540 h 1294004"/>
              <a:gd name="connsiteX32" fmla="*/ 2636995 w 3524727"/>
              <a:gd name="connsiteY32" fmla="*/ 55109 h 1294004"/>
              <a:gd name="connsiteX33" fmla="*/ 2692104 w 3524727"/>
              <a:gd name="connsiteY3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08586 w 3524727"/>
              <a:gd name="connsiteY8" fmla="*/ 961510 h 1294004"/>
              <a:gd name="connsiteX9" fmla="*/ 3495248 w 3524727"/>
              <a:gd name="connsiteY9" fmla="*/ 970503 h 1294004"/>
              <a:gd name="connsiteX10" fmla="*/ 3508586 w 3524727"/>
              <a:gd name="connsiteY10" fmla="*/ 979496 h 1294004"/>
              <a:gd name="connsiteX11" fmla="*/ 3524727 w 3524727"/>
              <a:gd name="connsiteY11" fmla="*/ 1018464 h 1294004"/>
              <a:gd name="connsiteX12" fmla="*/ 3524727 w 3524727"/>
              <a:gd name="connsiteY12" fmla="*/ 1238895 h 1294004"/>
              <a:gd name="connsiteX13" fmla="*/ 3469618 w 3524727"/>
              <a:gd name="connsiteY13" fmla="*/ 1294004 h 1294004"/>
              <a:gd name="connsiteX14" fmla="*/ 55109 w 3524727"/>
              <a:gd name="connsiteY14" fmla="*/ 1294004 h 1294004"/>
              <a:gd name="connsiteX15" fmla="*/ 0 w 3524727"/>
              <a:gd name="connsiteY15" fmla="*/ 1238895 h 1294004"/>
              <a:gd name="connsiteX16" fmla="*/ 0 w 3524727"/>
              <a:gd name="connsiteY16" fmla="*/ 1018464 h 1294004"/>
              <a:gd name="connsiteX17" fmla="*/ 55109 w 3524727"/>
              <a:gd name="connsiteY17" fmla="*/ 963355 h 1294004"/>
              <a:gd name="connsiteX18" fmla="*/ 879939 w 3524727"/>
              <a:gd name="connsiteY18" fmla="*/ 963355 h 1294004"/>
              <a:gd name="connsiteX19" fmla="*/ 877202 w 3524727"/>
              <a:gd name="connsiteY19" fmla="*/ 961510 h 1294004"/>
              <a:gd name="connsiteX20" fmla="*/ 861061 w 3524727"/>
              <a:gd name="connsiteY20" fmla="*/ 922542 h 1294004"/>
              <a:gd name="connsiteX21" fmla="*/ 861061 w 3524727"/>
              <a:gd name="connsiteY21" fmla="*/ 702111 h 1294004"/>
              <a:gd name="connsiteX22" fmla="*/ 916170 w 3524727"/>
              <a:gd name="connsiteY22" fmla="*/ 647002 h 1294004"/>
              <a:gd name="connsiteX23" fmla="*/ 1797311 w 3524727"/>
              <a:gd name="connsiteY23" fmla="*/ 647002 h 1294004"/>
              <a:gd name="connsiteX24" fmla="*/ 1783980 w 3524727"/>
              <a:gd name="connsiteY24" fmla="*/ 638014 h 1294004"/>
              <a:gd name="connsiteX25" fmla="*/ 1767839 w 3524727"/>
              <a:gd name="connsiteY25" fmla="*/ 599046 h 1294004"/>
              <a:gd name="connsiteX26" fmla="*/ 1767839 w 3524727"/>
              <a:gd name="connsiteY26" fmla="*/ 378615 h 1294004"/>
              <a:gd name="connsiteX27" fmla="*/ 1822948 w 3524727"/>
              <a:gd name="connsiteY27" fmla="*/ 323506 h 1294004"/>
              <a:gd name="connsiteX28" fmla="*/ 2666482 w 3524727"/>
              <a:gd name="connsiteY28" fmla="*/ 323506 h 1294004"/>
              <a:gd name="connsiteX29" fmla="*/ 2653136 w 3524727"/>
              <a:gd name="connsiteY29" fmla="*/ 314508 h 1294004"/>
              <a:gd name="connsiteX30" fmla="*/ 2636995 w 3524727"/>
              <a:gd name="connsiteY30" fmla="*/ 275540 h 1294004"/>
              <a:gd name="connsiteX31" fmla="*/ 2636995 w 3524727"/>
              <a:gd name="connsiteY31" fmla="*/ 55109 h 1294004"/>
              <a:gd name="connsiteX32" fmla="*/ 2692104 w 3524727"/>
              <a:gd name="connsiteY32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08586 w 3524727"/>
              <a:gd name="connsiteY8" fmla="*/ 961510 h 1294004"/>
              <a:gd name="connsiteX9" fmla="*/ 3508586 w 3524727"/>
              <a:gd name="connsiteY9" fmla="*/ 979496 h 1294004"/>
              <a:gd name="connsiteX10" fmla="*/ 3524727 w 3524727"/>
              <a:gd name="connsiteY10" fmla="*/ 1018464 h 1294004"/>
              <a:gd name="connsiteX11" fmla="*/ 3524727 w 3524727"/>
              <a:gd name="connsiteY11" fmla="*/ 1238895 h 1294004"/>
              <a:gd name="connsiteX12" fmla="*/ 3469618 w 3524727"/>
              <a:gd name="connsiteY12" fmla="*/ 1294004 h 1294004"/>
              <a:gd name="connsiteX13" fmla="*/ 55109 w 3524727"/>
              <a:gd name="connsiteY13" fmla="*/ 1294004 h 1294004"/>
              <a:gd name="connsiteX14" fmla="*/ 0 w 3524727"/>
              <a:gd name="connsiteY14" fmla="*/ 1238895 h 1294004"/>
              <a:gd name="connsiteX15" fmla="*/ 0 w 3524727"/>
              <a:gd name="connsiteY15" fmla="*/ 1018464 h 1294004"/>
              <a:gd name="connsiteX16" fmla="*/ 55109 w 3524727"/>
              <a:gd name="connsiteY16" fmla="*/ 963355 h 1294004"/>
              <a:gd name="connsiteX17" fmla="*/ 879939 w 3524727"/>
              <a:gd name="connsiteY17" fmla="*/ 963355 h 1294004"/>
              <a:gd name="connsiteX18" fmla="*/ 877202 w 3524727"/>
              <a:gd name="connsiteY18" fmla="*/ 961510 h 1294004"/>
              <a:gd name="connsiteX19" fmla="*/ 861061 w 3524727"/>
              <a:gd name="connsiteY19" fmla="*/ 922542 h 1294004"/>
              <a:gd name="connsiteX20" fmla="*/ 861061 w 3524727"/>
              <a:gd name="connsiteY20" fmla="*/ 702111 h 1294004"/>
              <a:gd name="connsiteX21" fmla="*/ 916170 w 3524727"/>
              <a:gd name="connsiteY21" fmla="*/ 647002 h 1294004"/>
              <a:gd name="connsiteX22" fmla="*/ 1797311 w 3524727"/>
              <a:gd name="connsiteY22" fmla="*/ 647002 h 1294004"/>
              <a:gd name="connsiteX23" fmla="*/ 1783980 w 3524727"/>
              <a:gd name="connsiteY23" fmla="*/ 638014 h 1294004"/>
              <a:gd name="connsiteX24" fmla="*/ 1767839 w 3524727"/>
              <a:gd name="connsiteY24" fmla="*/ 599046 h 1294004"/>
              <a:gd name="connsiteX25" fmla="*/ 1767839 w 3524727"/>
              <a:gd name="connsiteY25" fmla="*/ 378615 h 1294004"/>
              <a:gd name="connsiteX26" fmla="*/ 1822948 w 3524727"/>
              <a:gd name="connsiteY26" fmla="*/ 323506 h 1294004"/>
              <a:gd name="connsiteX27" fmla="*/ 2666482 w 3524727"/>
              <a:gd name="connsiteY27" fmla="*/ 323506 h 1294004"/>
              <a:gd name="connsiteX28" fmla="*/ 2653136 w 3524727"/>
              <a:gd name="connsiteY28" fmla="*/ 314508 h 1294004"/>
              <a:gd name="connsiteX29" fmla="*/ 2636995 w 3524727"/>
              <a:gd name="connsiteY29" fmla="*/ 275540 h 1294004"/>
              <a:gd name="connsiteX30" fmla="*/ 2636995 w 3524727"/>
              <a:gd name="connsiteY30" fmla="*/ 55109 h 1294004"/>
              <a:gd name="connsiteX31" fmla="*/ 2692104 w 3524727"/>
              <a:gd name="connsiteY31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08586 w 3524727"/>
              <a:gd name="connsiteY8" fmla="*/ 979496 h 1294004"/>
              <a:gd name="connsiteX9" fmla="*/ 3524727 w 3524727"/>
              <a:gd name="connsiteY9" fmla="*/ 1018464 h 1294004"/>
              <a:gd name="connsiteX10" fmla="*/ 3524727 w 3524727"/>
              <a:gd name="connsiteY10" fmla="*/ 1238895 h 1294004"/>
              <a:gd name="connsiteX11" fmla="*/ 3469618 w 3524727"/>
              <a:gd name="connsiteY11" fmla="*/ 1294004 h 1294004"/>
              <a:gd name="connsiteX12" fmla="*/ 55109 w 3524727"/>
              <a:gd name="connsiteY12" fmla="*/ 1294004 h 1294004"/>
              <a:gd name="connsiteX13" fmla="*/ 0 w 3524727"/>
              <a:gd name="connsiteY13" fmla="*/ 1238895 h 1294004"/>
              <a:gd name="connsiteX14" fmla="*/ 0 w 3524727"/>
              <a:gd name="connsiteY14" fmla="*/ 1018464 h 1294004"/>
              <a:gd name="connsiteX15" fmla="*/ 55109 w 3524727"/>
              <a:gd name="connsiteY15" fmla="*/ 963355 h 1294004"/>
              <a:gd name="connsiteX16" fmla="*/ 879939 w 3524727"/>
              <a:gd name="connsiteY16" fmla="*/ 963355 h 1294004"/>
              <a:gd name="connsiteX17" fmla="*/ 877202 w 3524727"/>
              <a:gd name="connsiteY17" fmla="*/ 961510 h 1294004"/>
              <a:gd name="connsiteX18" fmla="*/ 861061 w 3524727"/>
              <a:gd name="connsiteY18" fmla="*/ 922542 h 1294004"/>
              <a:gd name="connsiteX19" fmla="*/ 861061 w 3524727"/>
              <a:gd name="connsiteY19" fmla="*/ 702111 h 1294004"/>
              <a:gd name="connsiteX20" fmla="*/ 916170 w 3524727"/>
              <a:gd name="connsiteY20" fmla="*/ 647002 h 1294004"/>
              <a:gd name="connsiteX21" fmla="*/ 1797311 w 3524727"/>
              <a:gd name="connsiteY21" fmla="*/ 647002 h 1294004"/>
              <a:gd name="connsiteX22" fmla="*/ 1783980 w 3524727"/>
              <a:gd name="connsiteY22" fmla="*/ 638014 h 1294004"/>
              <a:gd name="connsiteX23" fmla="*/ 1767839 w 3524727"/>
              <a:gd name="connsiteY23" fmla="*/ 599046 h 1294004"/>
              <a:gd name="connsiteX24" fmla="*/ 1767839 w 3524727"/>
              <a:gd name="connsiteY24" fmla="*/ 378615 h 1294004"/>
              <a:gd name="connsiteX25" fmla="*/ 1822948 w 3524727"/>
              <a:gd name="connsiteY25" fmla="*/ 323506 h 1294004"/>
              <a:gd name="connsiteX26" fmla="*/ 2666482 w 3524727"/>
              <a:gd name="connsiteY26" fmla="*/ 323506 h 1294004"/>
              <a:gd name="connsiteX27" fmla="*/ 2653136 w 3524727"/>
              <a:gd name="connsiteY27" fmla="*/ 314508 h 1294004"/>
              <a:gd name="connsiteX28" fmla="*/ 2636995 w 3524727"/>
              <a:gd name="connsiteY28" fmla="*/ 275540 h 1294004"/>
              <a:gd name="connsiteX29" fmla="*/ 2636995 w 3524727"/>
              <a:gd name="connsiteY29" fmla="*/ 55109 h 1294004"/>
              <a:gd name="connsiteX30" fmla="*/ 2692104 w 3524727"/>
              <a:gd name="connsiteY30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83980 w 3524727"/>
              <a:gd name="connsiteY21" fmla="*/ 638014 h 1294004"/>
              <a:gd name="connsiteX22" fmla="*/ 1767839 w 3524727"/>
              <a:gd name="connsiteY22" fmla="*/ 599046 h 1294004"/>
              <a:gd name="connsiteX23" fmla="*/ 1767839 w 3524727"/>
              <a:gd name="connsiteY23" fmla="*/ 378615 h 1294004"/>
              <a:gd name="connsiteX24" fmla="*/ 1822948 w 3524727"/>
              <a:gd name="connsiteY24" fmla="*/ 323506 h 1294004"/>
              <a:gd name="connsiteX25" fmla="*/ 2666482 w 3524727"/>
              <a:gd name="connsiteY25" fmla="*/ 323506 h 1294004"/>
              <a:gd name="connsiteX26" fmla="*/ 2653136 w 3524727"/>
              <a:gd name="connsiteY26" fmla="*/ 314508 h 1294004"/>
              <a:gd name="connsiteX27" fmla="*/ 2636995 w 3524727"/>
              <a:gd name="connsiteY27" fmla="*/ 275540 h 1294004"/>
              <a:gd name="connsiteX28" fmla="*/ 2636995 w 3524727"/>
              <a:gd name="connsiteY28" fmla="*/ 55109 h 1294004"/>
              <a:gd name="connsiteX29" fmla="*/ 2692104 w 3524727"/>
              <a:gd name="connsiteY29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83980 w 3524727"/>
              <a:gd name="connsiteY21" fmla="*/ 638014 h 1294004"/>
              <a:gd name="connsiteX22" fmla="*/ 1767839 w 3524727"/>
              <a:gd name="connsiteY22" fmla="*/ 599046 h 1294004"/>
              <a:gd name="connsiteX23" fmla="*/ 1767839 w 3524727"/>
              <a:gd name="connsiteY23" fmla="*/ 378615 h 1294004"/>
              <a:gd name="connsiteX24" fmla="*/ 1822948 w 3524727"/>
              <a:gd name="connsiteY24" fmla="*/ 323506 h 1294004"/>
              <a:gd name="connsiteX25" fmla="*/ 2653136 w 3524727"/>
              <a:gd name="connsiteY25" fmla="*/ 314508 h 1294004"/>
              <a:gd name="connsiteX26" fmla="*/ 2636995 w 3524727"/>
              <a:gd name="connsiteY26" fmla="*/ 275540 h 1294004"/>
              <a:gd name="connsiteX27" fmla="*/ 2636995 w 3524727"/>
              <a:gd name="connsiteY27" fmla="*/ 55109 h 1294004"/>
              <a:gd name="connsiteX28" fmla="*/ 2692104 w 3524727"/>
              <a:gd name="connsiteY28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83980 w 3524727"/>
              <a:gd name="connsiteY21" fmla="*/ 638014 h 1294004"/>
              <a:gd name="connsiteX22" fmla="*/ 1767839 w 3524727"/>
              <a:gd name="connsiteY22" fmla="*/ 599046 h 1294004"/>
              <a:gd name="connsiteX23" fmla="*/ 1767839 w 3524727"/>
              <a:gd name="connsiteY23" fmla="*/ 378615 h 1294004"/>
              <a:gd name="connsiteX24" fmla="*/ 1822948 w 3524727"/>
              <a:gd name="connsiteY24" fmla="*/ 323506 h 1294004"/>
              <a:gd name="connsiteX25" fmla="*/ 2636995 w 3524727"/>
              <a:gd name="connsiteY25" fmla="*/ 275540 h 1294004"/>
              <a:gd name="connsiteX26" fmla="*/ 2636995 w 3524727"/>
              <a:gd name="connsiteY26" fmla="*/ 55109 h 1294004"/>
              <a:gd name="connsiteX27" fmla="*/ 2692104 w 3524727"/>
              <a:gd name="connsiteY27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83980 w 3524727"/>
              <a:gd name="connsiteY21" fmla="*/ 638014 h 1294004"/>
              <a:gd name="connsiteX22" fmla="*/ 1767839 w 3524727"/>
              <a:gd name="connsiteY22" fmla="*/ 599046 h 1294004"/>
              <a:gd name="connsiteX23" fmla="*/ 1767839 w 3524727"/>
              <a:gd name="connsiteY23" fmla="*/ 378615 h 1294004"/>
              <a:gd name="connsiteX24" fmla="*/ 1822948 w 3524727"/>
              <a:gd name="connsiteY24" fmla="*/ 323506 h 1294004"/>
              <a:gd name="connsiteX25" fmla="*/ 2636995 w 3524727"/>
              <a:gd name="connsiteY25" fmla="*/ 323165 h 1294004"/>
              <a:gd name="connsiteX26" fmla="*/ 2636995 w 3524727"/>
              <a:gd name="connsiteY26" fmla="*/ 55109 h 1294004"/>
              <a:gd name="connsiteX27" fmla="*/ 2692104 w 3524727"/>
              <a:gd name="connsiteY27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97311 w 3524727"/>
              <a:gd name="connsiteY20" fmla="*/ 647002 h 1294004"/>
              <a:gd name="connsiteX21" fmla="*/ 1767839 w 3524727"/>
              <a:gd name="connsiteY21" fmla="*/ 599046 h 1294004"/>
              <a:gd name="connsiteX22" fmla="*/ 1767839 w 3524727"/>
              <a:gd name="connsiteY22" fmla="*/ 378615 h 1294004"/>
              <a:gd name="connsiteX23" fmla="*/ 1822948 w 3524727"/>
              <a:gd name="connsiteY23" fmla="*/ 323506 h 1294004"/>
              <a:gd name="connsiteX24" fmla="*/ 2636995 w 3524727"/>
              <a:gd name="connsiteY24" fmla="*/ 323165 h 1294004"/>
              <a:gd name="connsiteX25" fmla="*/ 2636995 w 3524727"/>
              <a:gd name="connsiteY25" fmla="*/ 55109 h 1294004"/>
              <a:gd name="connsiteX26" fmla="*/ 2692104 w 3524727"/>
              <a:gd name="connsiteY26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67839 w 3524727"/>
              <a:gd name="connsiteY20" fmla="*/ 599046 h 1294004"/>
              <a:gd name="connsiteX21" fmla="*/ 1767839 w 3524727"/>
              <a:gd name="connsiteY21" fmla="*/ 378615 h 1294004"/>
              <a:gd name="connsiteX22" fmla="*/ 1822948 w 3524727"/>
              <a:gd name="connsiteY22" fmla="*/ 323506 h 1294004"/>
              <a:gd name="connsiteX23" fmla="*/ 2636995 w 3524727"/>
              <a:gd name="connsiteY23" fmla="*/ 323165 h 1294004"/>
              <a:gd name="connsiteX24" fmla="*/ 2636995 w 3524727"/>
              <a:gd name="connsiteY24" fmla="*/ 55109 h 1294004"/>
              <a:gd name="connsiteX25" fmla="*/ 2692104 w 3524727"/>
              <a:gd name="connsiteY25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77202 w 3524727"/>
              <a:gd name="connsiteY16" fmla="*/ 961510 h 1294004"/>
              <a:gd name="connsiteX17" fmla="*/ 861061 w 3524727"/>
              <a:gd name="connsiteY17" fmla="*/ 922542 h 1294004"/>
              <a:gd name="connsiteX18" fmla="*/ 861061 w 3524727"/>
              <a:gd name="connsiteY18" fmla="*/ 702111 h 1294004"/>
              <a:gd name="connsiteX19" fmla="*/ 916170 w 3524727"/>
              <a:gd name="connsiteY19" fmla="*/ 647002 h 1294004"/>
              <a:gd name="connsiteX20" fmla="*/ 1770220 w 3524727"/>
              <a:gd name="connsiteY20" fmla="*/ 649052 h 1294004"/>
              <a:gd name="connsiteX21" fmla="*/ 1767839 w 3524727"/>
              <a:gd name="connsiteY21" fmla="*/ 378615 h 1294004"/>
              <a:gd name="connsiteX22" fmla="*/ 1822948 w 3524727"/>
              <a:gd name="connsiteY22" fmla="*/ 323506 h 1294004"/>
              <a:gd name="connsiteX23" fmla="*/ 2636995 w 3524727"/>
              <a:gd name="connsiteY23" fmla="*/ 323165 h 1294004"/>
              <a:gd name="connsiteX24" fmla="*/ 2636995 w 3524727"/>
              <a:gd name="connsiteY24" fmla="*/ 55109 h 1294004"/>
              <a:gd name="connsiteX25" fmla="*/ 2692104 w 3524727"/>
              <a:gd name="connsiteY25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79939 w 3524727"/>
              <a:gd name="connsiteY15" fmla="*/ 963355 h 1294004"/>
              <a:gd name="connsiteX16" fmla="*/ 861061 w 3524727"/>
              <a:gd name="connsiteY16" fmla="*/ 922542 h 1294004"/>
              <a:gd name="connsiteX17" fmla="*/ 861061 w 3524727"/>
              <a:gd name="connsiteY17" fmla="*/ 702111 h 1294004"/>
              <a:gd name="connsiteX18" fmla="*/ 916170 w 3524727"/>
              <a:gd name="connsiteY18" fmla="*/ 647002 h 1294004"/>
              <a:gd name="connsiteX19" fmla="*/ 1770220 w 3524727"/>
              <a:gd name="connsiteY19" fmla="*/ 649052 h 1294004"/>
              <a:gd name="connsiteX20" fmla="*/ 1767839 w 3524727"/>
              <a:gd name="connsiteY20" fmla="*/ 378615 h 1294004"/>
              <a:gd name="connsiteX21" fmla="*/ 1822948 w 3524727"/>
              <a:gd name="connsiteY21" fmla="*/ 323506 h 1294004"/>
              <a:gd name="connsiteX22" fmla="*/ 2636995 w 3524727"/>
              <a:gd name="connsiteY22" fmla="*/ 323165 h 1294004"/>
              <a:gd name="connsiteX23" fmla="*/ 2636995 w 3524727"/>
              <a:gd name="connsiteY23" fmla="*/ 55109 h 1294004"/>
              <a:gd name="connsiteX24" fmla="*/ 2692104 w 3524727"/>
              <a:gd name="connsiteY24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1061 w 3524727"/>
              <a:gd name="connsiteY15" fmla="*/ 922542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72548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55879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77310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58260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  <a:gd name="connsiteX0" fmla="*/ 2692104 w 3524727"/>
              <a:gd name="connsiteY0" fmla="*/ 0 h 1294004"/>
              <a:gd name="connsiteX1" fmla="*/ 3469617 w 3524727"/>
              <a:gd name="connsiteY1" fmla="*/ 0 h 1294004"/>
              <a:gd name="connsiteX2" fmla="*/ 3524726 w 3524727"/>
              <a:gd name="connsiteY2" fmla="*/ 55109 h 1294004"/>
              <a:gd name="connsiteX3" fmla="*/ 3524726 w 3524727"/>
              <a:gd name="connsiteY3" fmla="*/ 275540 h 1294004"/>
              <a:gd name="connsiteX4" fmla="*/ 3524726 w 3524727"/>
              <a:gd name="connsiteY4" fmla="*/ 378615 h 1294004"/>
              <a:gd name="connsiteX5" fmla="*/ 3524726 w 3524727"/>
              <a:gd name="connsiteY5" fmla="*/ 599046 h 1294004"/>
              <a:gd name="connsiteX6" fmla="*/ 3524727 w 3524727"/>
              <a:gd name="connsiteY6" fmla="*/ 702111 h 1294004"/>
              <a:gd name="connsiteX7" fmla="*/ 3524727 w 3524727"/>
              <a:gd name="connsiteY7" fmla="*/ 922542 h 1294004"/>
              <a:gd name="connsiteX8" fmla="*/ 3524727 w 3524727"/>
              <a:gd name="connsiteY8" fmla="*/ 1018464 h 1294004"/>
              <a:gd name="connsiteX9" fmla="*/ 3524727 w 3524727"/>
              <a:gd name="connsiteY9" fmla="*/ 1238895 h 1294004"/>
              <a:gd name="connsiteX10" fmla="*/ 3469618 w 3524727"/>
              <a:gd name="connsiteY10" fmla="*/ 1294004 h 1294004"/>
              <a:gd name="connsiteX11" fmla="*/ 55109 w 3524727"/>
              <a:gd name="connsiteY11" fmla="*/ 1294004 h 1294004"/>
              <a:gd name="connsiteX12" fmla="*/ 0 w 3524727"/>
              <a:gd name="connsiteY12" fmla="*/ 1238895 h 1294004"/>
              <a:gd name="connsiteX13" fmla="*/ 0 w 3524727"/>
              <a:gd name="connsiteY13" fmla="*/ 1018464 h 1294004"/>
              <a:gd name="connsiteX14" fmla="*/ 55109 w 3524727"/>
              <a:gd name="connsiteY14" fmla="*/ 963355 h 1294004"/>
              <a:gd name="connsiteX15" fmla="*/ 863442 w 3524727"/>
              <a:gd name="connsiteY15" fmla="*/ 965404 h 1294004"/>
              <a:gd name="connsiteX16" fmla="*/ 861061 w 3524727"/>
              <a:gd name="connsiteY16" fmla="*/ 702111 h 1294004"/>
              <a:gd name="connsiteX17" fmla="*/ 916170 w 3524727"/>
              <a:gd name="connsiteY17" fmla="*/ 647002 h 1294004"/>
              <a:gd name="connsiteX18" fmla="*/ 1770220 w 3524727"/>
              <a:gd name="connsiteY18" fmla="*/ 649052 h 1294004"/>
              <a:gd name="connsiteX19" fmla="*/ 1767839 w 3524727"/>
              <a:gd name="connsiteY19" fmla="*/ 378615 h 1294004"/>
              <a:gd name="connsiteX20" fmla="*/ 1822948 w 3524727"/>
              <a:gd name="connsiteY20" fmla="*/ 323506 h 1294004"/>
              <a:gd name="connsiteX21" fmla="*/ 2636995 w 3524727"/>
              <a:gd name="connsiteY21" fmla="*/ 323165 h 1294004"/>
              <a:gd name="connsiteX22" fmla="*/ 2636995 w 3524727"/>
              <a:gd name="connsiteY22" fmla="*/ 55109 h 1294004"/>
              <a:gd name="connsiteX23" fmla="*/ 2692104 w 3524727"/>
              <a:gd name="connsiteY23" fmla="*/ 0 h 1294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524727" h="1294004">
                <a:moveTo>
                  <a:pt x="2692104" y="0"/>
                </a:moveTo>
                <a:lnTo>
                  <a:pt x="3469617" y="0"/>
                </a:lnTo>
                <a:cubicBezTo>
                  <a:pt x="3500053" y="0"/>
                  <a:pt x="3524726" y="24673"/>
                  <a:pt x="3524726" y="55109"/>
                </a:cubicBezTo>
                <a:lnTo>
                  <a:pt x="3524726" y="275540"/>
                </a:lnTo>
                <a:lnTo>
                  <a:pt x="3524726" y="378615"/>
                </a:lnTo>
                <a:lnTo>
                  <a:pt x="3524726" y="599046"/>
                </a:lnTo>
                <a:cubicBezTo>
                  <a:pt x="3524726" y="652962"/>
                  <a:pt x="3524727" y="648195"/>
                  <a:pt x="3524727" y="702111"/>
                </a:cubicBezTo>
                <a:lnTo>
                  <a:pt x="3524727" y="922542"/>
                </a:lnTo>
                <a:lnTo>
                  <a:pt x="3524727" y="1018464"/>
                </a:lnTo>
                <a:lnTo>
                  <a:pt x="3524727" y="1238895"/>
                </a:lnTo>
                <a:cubicBezTo>
                  <a:pt x="3524727" y="1269331"/>
                  <a:pt x="3500054" y="1294004"/>
                  <a:pt x="3469618" y="1294004"/>
                </a:cubicBezTo>
                <a:lnTo>
                  <a:pt x="55109" y="1294004"/>
                </a:lnTo>
                <a:cubicBezTo>
                  <a:pt x="24673" y="1294004"/>
                  <a:pt x="0" y="1269331"/>
                  <a:pt x="0" y="1238895"/>
                </a:cubicBezTo>
                <a:lnTo>
                  <a:pt x="0" y="1018464"/>
                </a:lnTo>
                <a:cubicBezTo>
                  <a:pt x="0" y="988028"/>
                  <a:pt x="24673" y="963355"/>
                  <a:pt x="55109" y="963355"/>
                </a:cubicBezTo>
                <a:lnTo>
                  <a:pt x="863442" y="965404"/>
                </a:lnTo>
                <a:cubicBezTo>
                  <a:pt x="862648" y="875258"/>
                  <a:pt x="861855" y="792257"/>
                  <a:pt x="861061" y="702111"/>
                </a:cubicBezTo>
                <a:cubicBezTo>
                  <a:pt x="861061" y="671675"/>
                  <a:pt x="885734" y="647002"/>
                  <a:pt x="916170" y="647002"/>
                </a:cubicBezTo>
                <a:lnTo>
                  <a:pt x="1770220" y="649052"/>
                </a:lnTo>
                <a:cubicBezTo>
                  <a:pt x="1769426" y="558906"/>
                  <a:pt x="1768633" y="468761"/>
                  <a:pt x="1767839" y="378615"/>
                </a:cubicBezTo>
                <a:cubicBezTo>
                  <a:pt x="1767839" y="348179"/>
                  <a:pt x="1792512" y="323506"/>
                  <a:pt x="1822948" y="323506"/>
                </a:cubicBezTo>
                <a:lnTo>
                  <a:pt x="2636995" y="323165"/>
                </a:lnTo>
                <a:lnTo>
                  <a:pt x="2636995" y="55109"/>
                </a:lnTo>
                <a:cubicBezTo>
                  <a:pt x="2636995" y="24673"/>
                  <a:pt x="2661668" y="0"/>
                  <a:pt x="2692104" y="0"/>
                </a:cubicBezTo>
                <a:close/>
              </a:path>
            </a:pathLst>
          </a:cu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1864063-30D3-444E-A8C3-2A7EAC340773}"/>
                  </a:ext>
                </a:extLst>
              </p:cNvPr>
              <p:cNvSpPr txBox="1"/>
              <p:nvPr/>
            </p:nvSpPr>
            <p:spPr>
              <a:xfrm>
                <a:off x="2128345" y="4751656"/>
                <a:ext cx="91122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1864063-30D3-444E-A8C3-2A7EAC340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345" y="4751656"/>
                <a:ext cx="91122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C91C1D9-F3A2-49E1-84A5-0C65A35482CB}"/>
                  </a:ext>
                </a:extLst>
              </p:cNvPr>
              <p:cNvSpPr txBox="1"/>
              <p:nvPr/>
            </p:nvSpPr>
            <p:spPr>
              <a:xfrm>
                <a:off x="2928488" y="4518548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C91C1D9-F3A2-49E1-84A5-0C65A35482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8" y="4518548"/>
                <a:ext cx="1502185" cy="98943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0493CFD-6FE8-4B7E-AE77-17AE5B2C1C05}"/>
                  </a:ext>
                </a:extLst>
              </p:cNvPr>
              <p:cNvSpPr txBox="1"/>
              <p:nvPr/>
            </p:nvSpPr>
            <p:spPr>
              <a:xfrm>
                <a:off x="9881746" y="399532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0493CFD-6FE8-4B7E-AE77-17AE5B2C1C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81746" y="3995328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E46F9A6-8E05-40CE-8BBD-38EB06D892D0}"/>
                  </a:ext>
                </a:extLst>
              </p:cNvPr>
              <p:cNvSpPr txBox="1"/>
              <p:nvPr/>
            </p:nvSpPr>
            <p:spPr>
              <a:xfrm>
                <a:off x="1594218" y="4751656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E46F9A6-8E05-40CE-8BBD-38EB06D892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4751656"/>
                <a:ext cx="53412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D73BC83D-CDF6-4267-B444-6E5A99B0ADFC}"/>
                  </a:ext>
                </a:extLst>
              </p:cNvPr>
              <p:cNvSpPr txBox="1"/>
              <p:nvPr/>
            </p:nvSpPr>
            <p:spPr>
              <a:xfrm>
                <a:off x="2928488" y="5607346"/>
                <a:ext cx="118631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D73BC83D-CDF6-4267-B444-6E5A99B0AD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8" y="5607346"/>
                <a:ext cx="1186311" cy="9017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70CBEFC3-C831-4555-AF07-97F4EA248995}"/>
                  </a:ext>
                </a:extLst>
              </p:cNvPr>
              <p:cNvSpPr txBox="1"/>
              <p:nvPr/>
            </p:nvSpPr>
            <p:spPr>
              <a:xfrm>
                <a:off x="4021037" y="5607346"/>
                <a:ext cx="118631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18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70CBEFC3-C831-4555-AF07-97F4EA2489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1037" y="5607346"/>
                <a:ext cx="1186311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3">
            <a:extLst>
              <a:ext uri="{FF2B5EF4-FFF2-40B4-BE49-F238E27FC236}">
                <a16:creationId xmlns:a16="http://schemas.microsoft.com/office/drawing/2014/main" id="{53CF3C9D-5561-4DE2-BE2F-51023D93A27B}"/>
              </a:ext>
            </a:extLst>
          </p:cNvPr>
          <p:cNvSpPr txBox="1"/>
          <p:nvPr/>
        </p:nvSpPr>
        <p:spPr>
          <a:xfrm>
            <a:off x="131177" y="2085157"/>
            <a:ext cx="674206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(2)  The total of the numbers on the dice is 13.</a:t>
            </a:r>
          </a:p>
        </p:txBody>
      </p:sp>
      <p:sp>
        <p:nvSpPr>
          <p:cNvPr id="73" name="2">
            <a:extLst>
              <a:ext uri="{FF2B5EF4-FFF2-40B4-BE49-F238E27FC236}">
                <a16:creationId xmlns:a16="http://schemas.microsoft.com/office/drawing/2014/main" id="{9B3CC78B-1EF7-4BC5-94C7-4ADE45071CE5}"/>
              </a:ext>
            </a:extLst>
          </p:cNvPr>
          <p:cNvSpPr txBox="1"/>
          <p:nvPr/>
        </p:nvSpPr>
        <p:spPr>
          <a:xfrm>
            <a:off x="131176" y="2666099"/>
            <a:ext cx="114512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(3)  Total of numbers on the dice is any number from 2 to 12, both inclusive.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 flipV="1">
            <a:off x="265043" y="1417983"/>
            <a:ext cx="4121426" cy="13252"/>
          </a:xfrm>
          <a:prstGeom prst="line">
            <a:avLst/>
          </a:prstGeom>
          <a:ln w="28575" cap="rnd">
            <a:solidFill>
              <a:srgbClr val="FFFF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2876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" dur="2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1" grpId="1"/>
      <p:bldP spid="54" grpId="0" animBg="1"/>
      <p:bldP spid="55" grpId="0" animBg="1"/>
      <p:bldP spid="57" grpId="0" animBg="1"/>
      <p:bldP spid="58" grpId="0" animBg="1"/>
      <p:bldP spid="59" grpId="0" animBg="1"/>
      <p:bldP spid="64" grpId="0" animBg="1"/>
      <p:bldP spid="64" grpId="1" animBg="1"/>
      <p:bldP spid="65" grpId="0" animBg="1"/>
      <p:bldP spid="66" grpId="0" animBg="1"/>
      <p:bldP spid="68" grpId="0" animBg="1"/>
      <p:bldP spid="69" grpId="0" animBg="1"/>
      <p:bldP spid="70" grpId="0" animBg="1"/>
      <p:bldP spid="71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984847C-6F10-4EC5-B58C-C771920BBE50}"/>
                  </a:ext>
                </a:extLst>
              </p:cNvPr>
              <p:cNvSpPr txBox="1"/>
              <p:nvPr/>
            </p:nvSpPr>
            <p:spPr>
              <a:xfrm>
                <a:off x="10396630" y="735239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984847C-6F10-4EC5-B58C-C771920BBE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630" y="735239"/>
                <a:ext cx="179537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FE7D43A-A841-4057-ADB5-081939FF20E3}"/>
                  </a:ext>
                </a:extLst>
              </p:cNvPr>
              <p:cNvSpPr txBox="1"/>
              <p:nvPr/>
            </p:nvSpPr>
            <p:spPr>
              <a:xfrm>
                <a:off x="1594218" y="1321516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CFE7D43A-A841-4057-ADB5-081939FF2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1321516"/>
                <a:ext cx="1463040" cy="523220"/>
              </a:xfrm>
              <a:prstGeom prst="rect">
                <a:avLst/>
              </a:prstGeom>
              <a:blipFill>
                <a:blip r:embed="rId3"/>
                <a:stretch>
                  <a:fillRect l="-8750" t="-10465" r="-500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80D9811-432F-4143-B362-B4A03749FDE4}"/>
                  </a:ext>
                </a:extLst>
              </p:cNvPr>
              <p:cNvSpPr txBox="1"/>
              <p:nvPr/>
            </p:nvSpPr>
            <p:spPr>
              <a:xfrm>
                <a:off x="2941421" y="1321516"/>
                <a:ext cx="56539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of the numbers on the dice is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13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80D9811-432F-4143-B362-B4A03749FD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1421" y="1321516"/>
                <a:ext cx="5653939" cy="523220"/>
              </a:xfrm>
              <a:prstGeom prst="rect">
                <a:avLst/>
              </a:prstGeom>
              <a:blipFill>
                <a:blip r:embed="rId4"/>
                <a:stretch>
                  <a:fillRect l="-2265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1864063-30D3-444E-A8C3-2A7EAC340773}"/>
                  </a:ext>
                </a:extLst>
              </p:cNvPr>
              <p:cNvSpPr txBox="1"/>
              <p:nvPr/>
            </p:nvSpPr>
            <p:spPr>
              <a:xfrm>
                <a:off x="2128345" y="1887917"/>
                <a:ext cx="91122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1864063-30D3-444E-A8C3-2A7EAC340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345" y="1887917"/>
                <a:ext cx="91122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C91C1D9-F3A2-49E1-84A5-0C65A35482CB}"/>
                  </a:ext>
                </a:extLst>
              </p:cNvPr>
              <p:cNvSpPr txBox="1"/>
              <p:nvPr/>
            </p:nvSpPr>
            <p:spPr>
              <a:xfrm>
                <a:off x="2928489" y="1887917"/>
                <a:ext cx="81619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C91C1D9-F3A2-49E1-84A5-0C65A35482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9" y="1887917"/>
                <a:ext cx="816198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E46F9A6-8E05-40CE-8BBD-38EB06D892D0}"/>
                  </a:ext>
                </a:extLst>
              </p:cNvPr>
              <p:cNvSpPr txBox="1"/>
              <p:nvPr/>
            </p:nvSpPr>
            <p:spPr>
              <a:xfrm>
                <a:off x="1594218" y="188791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E46F9A6-8E05-40CE-8BBD-38EB06D892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1887917"/>
                <a:ext cx="53412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A1996F2-E976-467E-82B6-74BBD947D64C}"/>
                  </a:ext>
                </a:extLst>
              </p:cNvPr>
              <p:cNvSpPr txBox="1"/>
              <p:nvPr/>
            </p:nvSpPr>
            <p:spPr>
              <a:xfrm>
                <a:off x="8889905" y="1325525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A1996F2-E976-467E-82B6-74BBD947D6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9905" y="1325525"/>
                <a:ext cx="179537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6415BF4-38D5-4CDA-A70B-3F49800B927A}"/>
                  </a:ext>
                </a:extLst>
              </p:cNvPr>
              <p:cNvSpPr txBox="1"/>
              <p:nvPr/>
            </p:nvSpPr>
            <p:spPr>
              <a:xfrm>
                <a:off x="8355778" y="1325525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6415BF4-38D5-4CDA-A70B-3F49800B9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55778" y="1325525"/>
                <a:ext cx="53412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B5A0942-2208-463A-9E9D-22A9D995512D}"/>
                  </a:ext>
                </a:extLst>
              </p:cNvPr>
              <p:cNvSpPr txBox="1"/>
              <p:nvPr/>
            </p:nvSpPr>
            <p:spPr>
              <a:xfrm>
                <a:off x="5777876" y="4556648"/>
                <a:ext cx="6459934" cy="21278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0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S</m:t>
                      </m:r>
                      <m:r>
                        <a:rPr kumimoji="0" lang="en-IN" sz="2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0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</m:e>
                            <m:e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IN" sz="2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1, 6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2, 6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3, 6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4, 6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5, 6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</m:t>
                                    </m:r>
                                  </m:e>
                                </m:mr>
                                <m:mr>
                                  <m:e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6, 1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6, 2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6, 3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6, 4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6, 5 </m:t>
                                        </m:r>
                                      </m:e>
                                    </m:d>
                                    <m:r>
                                      <a:rPr kumimoji="0" lang="en-IN" sz="2000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206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, </m:t>
                                    </m:r>
                                    <m:d>
                                      <m:dPr>
                                        <m:ctrlPr>
                                          <a:rPr kumimoji="0" lang="en-IN" sz="2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IN" sz="2000" b="0" i="0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 6, 6 </m:t>
                                        </m:r>
                                      </m:e>
                                    </m:d>
                                  </m:e>
                                </m:mr>
                              </m:m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IN" sz="20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&amp;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B5A0942-2208-463A-9E9D-22A9D99551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7876" y="4556648"/>
                <a:ext cx="6459934" cy="212782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3A0A43A-61E6-40E0-8C68-9611FE42CEDC}"/>
                  </a:ext>
                </a:extLst>
              </p:cNvPr>
              <p:cNvSpPr txBox="1"/>
              <p:nvPr/>
            </p:nvSpPr>
            <p:spPr>
              <a:xfrm>
                <a:off x="1594218" y="3116847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3A0A43A-61E6-40E0-8C68-9611FE42CE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116847"/>
                <a:ext cx="1463040" cy="523220"/>
              </a:xfrm>
              <a:prstGeom prst="rect">
                <a:avLst/>
              </a:prstGeom>
              <a:blipFill>
                <a:blip r:embed="rId13"/>
                <a:stretch>
                  <a:fillRect l="-8750" t="-10465" r="-3750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D265BF6-369A-4E2F-A0C8-1B88D30F8F0B}"/>
                  </a:ext>
                </a:extLst>
              </p:cNvPr>
              <p:cNvSpPr txBox="1"/>
              <p:nvPr/>
            </p:nvSpPr>
            <p:spPr>
              <a:xfrm>
                <a:off x="2941419" y="3127511"/>
                <a:ext cx="8928847" cy="95410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of the numbers on the dice is any number from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to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 both inclusive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D265BF6-369A-4E2F-A0C8-1B88D30F8F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1419" y="3127511"/>
                <a:ext cx="8928847" cy="954107"/>
              </a:xfrm>
              <a:prstGeom prst="rect">
                <a:avLst/>
              </a:prstGeom>
              <a:blipFill>
                <a:blip r:embed="rId14"/>
                <a:stretch>
                  <a:fillRect l="-1434" t="-6369" b="-171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F2DBF7A-A8A7-46D5-BF9F-3FF5B9116A4E}"/>
                  </a:ext>
                </a:extLst>
              </p:cNvPr>
              <p:cNvSpPr txBox="1"/>
              <p:nvPr/>
            </p:nvSpPr>
            <p:spPr>
              <a:xfrm>
                <a:off x="2043736" y="4029448"/>
                <a:ext cx="179537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C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F2DBF7A-A8A7-46D5-BF9F-3FF5B9116A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3736" y="4029448"/>
                <a:ext cx="179537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F8FCD86-E5BD-4D39-857F-6C4342115AD9}"/>
                  </a:ext>
                </a:extLst>
              </p:cNvPr>
              <p:cNvSpPr txBox="1"/>
              <p:nvPr/>
            </p:nvSpPr>
            <p:spPr>
              <a:xfrm>
                <a:off x="2128345" y="4848600"/>
                <a:ext cx="91122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F8FCD86-E5BD-4D39-857F-6C4342115A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8345" y="4848600"/>
                <a:ext cx="91122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D08DF69C-0D0D-4675-93B3-49CCD7F8A729}"/>
                  </a:ext>
                </a:extLst>
              </p:cNvPr>
              <p:cNvSpPr txBox="1"/>
              <p:nvPr/>
            </p:nvSpPr>
            <p:spPr>
              <a:xfrm>
                <a:off x="2928488" y="4587581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D08DF69C-0D0D-4675-93B3-49CCD7F8A7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8" y="4587581"/>
                <a:ext cx="1502185" cy="98943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96E3232-3BD0-4AF9-B16C-7B3AEEBD938B}"/>
                  </a:ext>
                </a:extLst>
              </p:cNvPr>
              <p:cNvSpPr txBox="1"/>
              <p:nvPr/>
            </p:nvSpPr>
            <p:spPr>
              <a:xfrm>
                <a:off x="1597102" y="402944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96E3232-3BD0-4AF9-B16C-7B3AEEBD93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7102" y="4029448"/>
                <a:ext cx="53412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39CD388C-B89F-4979-8907-65244DD8831B}"/>
                  </a:ext>
                </a:extLst>
              </p:cNvPr>
              <p:cNvSpPr txBox="1"/>
              <p:nvPr/>
            </p:nvSpPr>
            <p:spPr>
              <a:xfrm>
                <a:off x="1594218" y="4848600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39CD388C-B89F-4979-8907-65244DD883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4848600"/>
                <a:ext cx="53412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21484B2-C1CA-42F4-AF08-DECDCAAB1144}"/>
                  </a:ext>
                </a:extLst>
              </p:cNvPr>
              <p:cNvSpPr txBox="1"/>
              <p:nvPr/>
            </p:nvSpPr>
            <p:spPr>
              <a:xfrm>
                <a:off x="2928488" y="5675031"/>
                <a:ext cx="118631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21484B2-C1CA-42F4-AF08-DECDCAAB11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8488" y="5675031"/>
                <a:ext cx="1186311" cy="90178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A70897A-6E7B-4A43-90BC-9BB5E357EE7B}"/>
                  </a:ext>
                </a:extLst>
              </p:cNvPr>
              <p:cNvSpPr txBox="1"/>
              <p:nvPr/>
            </p:nvSpPr>
            <p:spPr>
              <a:xfrm>
                <a:off x="4021037" y="5864313"/>
                <a:ext cx="88624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A70897A-6E7B-4A43-90BC-9BB5E357EE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1037" y="5864313"/>
                <a:ext cx="88624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3">
            <a:extLst>
              <a:ext uri="{FF2B5EF4-FFF2-40B4-BE49-F238E27FC236}">
                <a16:creationId xmlns:a16="http://schemas.microsoft.com/office/drawing/2014/main" id="{2C035E39-A21E-481A-9384-C33C1386A305}"/>
              </a:ext>
            </a:extLst>
          </p:cNvPr>
          <p:cNvSpPr txBox="1"/>
          <p:nvPr/>
        </p:nvSpPr>
        <p:spPr>
          <a:xfrm>
            <a:off x="1165163" y="2596273"/>
            <a:ext cx="114671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(3)  Total of numbers on the dice is any number from 2 to 12, both inclusive.</a:t>
            </a:r>
          </a:p>
        </p:txBody>
      </p:sp>
      <p:sp>
        <p:nvSpPr>
          <p:cNvPr id="22" name="2">
            <a:extLst>
              <a:ext uri="{FF2B5EF4-FFF2-40B4-BE49-F238E27FC236}">
                <a16:creationId xmlns:a16="http://schemas.microsoft.com/office/drawing/2014/main" id="{61C6E7C5-A88B-45EF-AAE6-7EDB67DCFFAF}"/>
              </a:ext>
            </a:extLst>
          </p:cNvPr>
          <p:cNvSpPr txBox="1"/>
          <p:nvPr/>
        </p:nvSpPr>
        <p:spPr>
          <a:xfrm>
            <a:off x="1165162" y="805547"/>
            <a:ext cx="6853075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(2)  The total of the numbers on the dice is 13.</a:t>
            </a:r>
          </a:p>
        </p:txBody>
      </p:sp>
    </p:spTree>
    <p:extLst>
      <p:ext uri="{BB962C8B-B14F-4D97-AF65-F5344CB8AC3E}">
        <p14:creationId xmlns:p14="http://schemas.microsoft.com/office/powerpoint/2010/main" val="3110001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8" grpId="0" animBg="1"/>
      <p:bldP spid="65" grpId="0" animBg="1"/>
      <p:bldP spid="66" grpId="0" animBg="1"/>
      <p:bldP spid="69" grpId="0" animBg="1"/>
      <p:bldP spid="31" grpId="0" animBg="1"/>
      <p:bldP spid="32" grpId="0" animBg="1"/>
      <p:bldP spid="33" grpId="0"/>
      <p:bldP spid="33" grpId="1"/>
      <p:bldP spid="34" grpId="0" animBg="1"/>
      <p:bldP spid="35" grpId="0" animBg="1"/>
      <p:bldP spid="36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DAB7A81-ED15-1AAF-EDCD-E83EE816C5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A297C4-4CF4-54C6-1696-E9BB00CE3B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95D8BA8-8776-37B8-B1FC-A029AE0FF88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</p:spPr>
            <p:txBody>
              <a:bodyPr/>
              <a:lstStyle/>
              <a:p>
                <a:pPr lvl="0">
                  <a:lnSpc>
                    <a:spcPct val="130000"/>
                  </a:lnSpc>
                </a:pPr>
                <a:r>
                  <a:rPr lang="en-IN" b="1" dirty="0"/>
                  <a:t>Complement of an Event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1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IN" b="1" i="0" smtClean="0"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IN" b="1" i="0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endParaRPr lang="en-IN" b="1" dirty="0"/>
              </a:p>
              <a:p>
                <a:pPr lvl="1">
                  <a:lnSpc>
                    <a:spcPct val="130000"/>
                  </a:lnSpc>
                </a:pPr>
                <a:r>
                  <a:rPr lang="en-US" dirty="0"/>
                  <a:t>The probability that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does </a:t>
                </a:r>
                <a:r>
                  <a:rPr lang="en-US" b="1" dirty="0"/>
                  <a:t>not</a:t>
                </a:r>
                <a:r>
                  <a:rPr lang="en-US" dirty="0"/>
                  <a:t> happen is denoted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 lvl="1">
                  <a:lnSpc>
                    <a:spcPct val="13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endParaRPr lang="en-US" dirty="0"/>
              </a:p>
              <a:p>
                <a:pPr lvl="2">
                  <a:lnSpc>
                    <a:spcPct val="13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i="0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 i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m:rPr>
                        <m:nor/>
                      </m:rPr>
                      <a:rPr lang="en-IN" b="1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b="1" dirty="0">
                        <a:solidFill>
                          <a:srgbClr val="FF0000"/>
                        </a:solidFill>
                      </a:rPr>
                      <m:t>or</m:t>
                    </m:r>
                    <m:r>
                      <a:rPr lang="en-IN" b="0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i="0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 i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dirty="0"/>
                  <a:t> </a:t>
                </a:r>
              </a:p>
              <a:p>
                <a:pPr>
                  <a:lnSpc>
                    <a:spcPct val="130000"/>
                  </a:lnSpc>
                </a:pPr>
                <a:r>
                  <a:rPr lang="en-US" b="1" dirty="0"/>
                  <a:t>Mutually Exclusive Events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𝛟</m:t>
                        </m:r>
                      </m:e>
                    </m:d>
                  </m:oMath>
                </a14:m>
                <a:r>
                  <a:rPr lang="en-US" dirty="0"/>
                  <a:t> </a:t>
                </a:r>
              </a:p>
              <a:p>
                <a:pPr lvl="1">
                  <a:lnSpc>
                    <a:spcPct val="130000"/>
                  </a:lnSpc>
                </a:pPr>
                <a:r>
                  <a:rPr lang="en-US" dirty="0"/>
                  <a:t>If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cannot happen at the same time (they have no common outcomes), their intersection is phi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  <a:p>
                <a:pPr lvl="1">
                  <a:lnSpc>
                    <a:spcPct val="13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95D8BA8-8776-37B8-B1FC-A029AE0FF88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4280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8449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239EB4F-22D8-F661-BEF3-712D4D9057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6F8142-B6CD-83B0-7D71-CD97A73D87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3158AF9-EC54-F8FB-BE7E-3E63435E017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17124"/>
                <a:ext cx="11929641" cy="5636886"/>
              </a:xfrm>
            </p:spPr>
            <p:txBody>
              <a:bodyPr/>
              <a:lstStyle/>
              <a:p>
                <a:pPr lvl="0"/>
                <a:r>
                  <a:rPr lang="en-IN" b="1" dirty="0"/>
                  <a:t>Mutually Exhaustive Events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𝐒</m:t>
                        </m:r>
                      </m:e>
                    </m:d>
                  </m:oMath>
                </a14:m>
                <a:endParaRPr lang="en-IN" b="1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effectLst/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smtClean="0">
                            <a:effectLst/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effectLst/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effectLst/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endParaRPr lang="en-IN" b="0" dirty="0">
                  <a:effectLst/>
                </a:endParaRPr>
              </a:p>
              <a:p>
                <a:pPr lvl="2"/>
                <a:r>
                  <a:rPr lang="en-US" dirty="0"/>
                  <a:t>At least one must occur</a:t>
                </a:r>
              </a:p>
              <a:p>
                <a:pPr lvl="2"/>
                <a:r>
                  <a:rPr lang="en-US" dirty="0"/>
                  <a:t>Together they cover the entire sample space</a:t>
                </a:r>
                <a:endParaRPr lang="en-IN" dirty="0">
                  <a:effectLst/>
                </a:endParaRP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3158AF9-EC54-F8FB-BE7E-3E63435E017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17124"/>
                <a:ext cx="11929641" cy="5636886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68639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65E567D-418A-6AC7-B2FF-EB5719A74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7A81C1-2843-43EB-B7FD-408C2D892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5BE434E-06F6-AF1D-0913-9EB073F2A74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3698828"/>
              </a:xfrm>
            </p:spPr>
            <p:txBody>
              <a:bodyPr/>
              <a:lstStyle/>
              <a:p>
                <a:pPr lvl="0"/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Probability of "At Least One"</a:t>
                </a:r>
                <a:r>
                  <a:rPr lang="en-US" dirty="0"/>
                  <a:t> (Union) </a:t>
                </a:r>
              </a:p>
              <a:p>
                <a:pPr lvl="1"/>
                <a:r>
                  <a:rPr lang="en-US" dirty="0"/>
                  <a:t>This is the probability that Event A occurs, OR Event B occurs, OR both occur.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b="1" dirty="0">
                  <a:solidFill>
                    <a:srgbClr val="FF0000"/>
                  </a:solidFill>
                </a:endParaRPr>
              </a:p>
              <a:p>
                <a:pPr lvl="2"/>
                <a:r>
                  <a:rPr lang="en-US" b="1" dirty="0"/>
                  <a:t>Logic:</a:t>
                </a:r>
                <a:r>
                  <a:rPr lang="en-US" dirty="0"/>
                  <a:t> We add the probability of A and B. However, the overlapping section (where both happen) has been counted twice, so we must subtract it once to correct the value.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5BE434E-06F6-AF1D-0913-9EB073F2A74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3698828"/>
              </a:xfrm>
              <a:blipFill>
                <a:blip r:embed="rId3"/>
                <a:stretch>
                  <a:fillRect l="-971" r="-1074" b="-280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" name="Group 11">
            <a:extLst>
              <a:ext uri="{FF2B5EF4-FFF2-40B4-BE49-F238E27FC236}">
                <a16:creationId xmlns:a16="http://schemas.microsoft.com/office/drawing/2014/main" id="{EA43E6AD-CE3E-A58A-75E3-962697C98A6D}"/>
              </a:ext>
            </a:extLst>
          </p:cNvPr>
          <p:cNvGrpSpPr/>
          <p:nvPr/>
        </p:nvGrpSpPr>
        <p:grpSpPr>
          <a:xfrm>
            <a:off x="4177538" y="3976593"/>
            <a:ext cx="3826472" cy="2549848"/>
            <a:chOff x="4177538" y="3976593"/>
            <a:chExt cx="3826472" cy="2549848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CFB41D45-9842-1676-8CDD-1E436DDAAC6E}"/>
                </a:ext>
              </a:extLst>
            </p:cNvPr>
            <p:cNvSpPr/>
            <p:nvPr/>
          </p:nvSpPr>
          <p:spPr>
            <a:xfrm>
              <a:off x="4177539" y="4145752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41B25002-E080-C83C-4343-9B473FF82F37}"/>
                </a:ext>
              </a:extLst>
            </p:cNvPr>
            <p:cNvSpPr/>
            <p:nvPr/>
          </p:nvSpPr>
          <p:spPr>
            <a:xfrm>
              <a:off x="4424423" y="4508587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B615021B-0DAB-B6E7-E7E5-EE5DFCBD8589}"/>
                </a:ext>
              </a:extLst>
            </p:cNvPr>
            <p:cNvSpPr/>
            <p:nvPr/>
          </p:nvSpPr>
          <p:spPr>
            <a:xfrm>
              <a:off x="5488954" y="4527383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88108582-9D39-6D86-9D19-F6D297838209}"/>
                    </a:ext>
                  </a:extLst>
                </p:cNvPr>
                <p:cNvSpPr txBox="1"/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88108582-9D39-6D86-9D19-F6D2978382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EA49EB60-D1ED-2B34-C841-B6ED6EF0377D}"/>
                    </a:ext>
                  </a:extLst>
                </p:cNvPr>
                <p:cNvSpPr txBox="1"/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EA49EB60-D1ED-2B34-C841-B6ED6EF037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F137B912-2A2C-9BB3-CC3A-2272EE1B1284}"/>
                    </a:ext>
                  </a:extLst>
                </p:cNvPr>
                <p:cNvSpPr txBox="1"/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F137B912-2A2C-9BB3-CC3A-2272EE1B12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105563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5AAE83E1-0267-E486-5EE8-30A9FF515591}"/>
              </a:ext>
            </a:extLst>
          </p:cNvPr>
          <p:cNvSpPr/>
          <p:nvPr/>
        </p:nvSpPr>
        <p:spPr>
          <a:xfrm>
            <a:off x="1889568" y="4508587"/>
            <a:ext cx="1434656" cy="1782000"/>
          </a:xfrm>
          <a:custGeom>
            <a:avLst/>
            <a:gdLst>
              <a:gd name="csX0" fmla="*/ 891000 w 1434656"/>
              <a:gd name="csY0" fmla="*/ 0 h 1782000"/>
              <a:gd name="csX1" fmla="*/ 1389167 w 1434656"/>
              <a:gd name="csY1" fmla="*/ 152169 h 1782000"/>
              <a:gd name="csX2" fmla="*/ 1434656 w 1434656"/>
              <a:gd name="csY2" fmla="*/ 189701 h 1782000"/>
              <a:gd name="csX3" fmla="*/ 1325499 w 1434656"/>
              <a:gd name="csY3" fmla="*/ 279764 h 1782000"/>
              <a:gd name="csX4" fmla="*/ 1064531 w 1434656"/>
              <a:gd name="csY4" fmla="*/ 909796 h 1782000"/>
              <a:gd name="csX5" fmla="*/ 1325499 w 1434656"/>
              <a:gd name="csY5" fmla="*/ 1539828 h 1782000"/>
              <a:gd name="csX6" fmla="*/ 1411875 w 1434656"/>
              <a:gd name="csY6" fmla="*/ 1611095 h 1782000"/>
              <a:gd name="csX7" fmla="*/ 1389167 w 1434656"/>
              <a:gd name="csY7" fmla="*/ 1629831 h 1782000"/>
              <a:gd name="csX8" fmla="*/ 891000 w 1434656"/>
              <a:gd name="csY8" fmla="*/ 1782000 h 1782000"/>
              <a:gd name="csX9" fmla="*/ 0 w 1434656"/>
              <a:gd name="csY9" fmla="*/ 891000 h 1782000"/>
              <a:gd name="csX10" fmla="*/ 891000 w 1434656"/>
              <a:gd name="csY10" fmla="*/ 0 h 1782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34656" h="1782000">
                <a:moveTo>
                  <a:pt x="891000" y="0"/>
                </a:moveTo>
                <a:cubicBezTo>
                  <a:pt x="1075532" y="0"/>
                  <a:pt x="1246962" y="56098"/>
                  <a:pt x="1389167" y="152169"/>
                </a:cubicBezTo>
                <a:lnTo>
                  <a:pt x="1434656" y="189701"/>
                </a:lnTo>
                <a:lnTo>
                  <a:pt x="1325499" y="279764"/>
                </a:lnTo>
                <a:cubicBezTo>
                  <a:pt x="1164260" y="441003"/>
                  <a:pt x="1064531" y="663753"/>
                  <a:pt x="1064531" y="909796"/>
                </a:cubicBezTo>
                <a:cubicBezTo>
                  <a:pt x="1064531" y="1155839"/>
                  <a:pt x="1164260" y="1378589"/>
                  <a:pt x="1325499" y="1539828"/>
                </a:cubicBezTo>
                <a:lnTo>
                  <a:pt x="1411875" y="1611095"/>
                </a:lnTo>
                <a:lnTo>
                  <a:pt x="1389167" y="1629831"/>
                </a:lnTo>
                <a:cubicBezTo>
                  <a:pt x="1246962" y="1725903"/>
                  <a:pt x="1075532" y="1782000"/>
                  <a:pt x="891000" y="1782000"/>
                </a:cubicBezTo>
                <a:cubicBezTo>
                  <a:pt x="398914" y="1782000"/>
                  <a:pt x="0" y="1383086"/>
                  <a:pt x="0" y="891000"/>
                </a:cubicBezTo>
                <a:cubicBezTo>
                  <a:pt x="0" y="398914"/>
                  <a:pt x="398914" y="0"/>
                  <a:pt x="891000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1A17A0B9-32EF-09EB-FD4B-47B657EBEA94}"/>
              </a:ext>
            </a:extLst>
          </p:cNvPr>
          <p:cNvSpPr/>
          <p:nvPr/>
        </p:nvSpPr>
        <p:spPr>
          <a:xfrm>
            <a:off x="8590234" y="4524516"/>
            <a:ext cx="1434656" cy="1782000"/>
          </a:xfrm>
          <a:custGeom>
            <a:avLst/>
            <a:gdLst>
              <a:gd name="csX0" fmla="*/ 543656 w 1434656"/>
              <a:gd name="csY0" fmla="*/ 0 h 1782000"/>
              <a:gd name="csX1" fmla="*/ 1434656 w 1434656"/>
              <a:gd name="csY1" fmla="*/ 891000 h 1782000"/>
              <a:gd name="csX2" fmla="*/ 543656 w 1434656"/>
              <a:gd name="csY2" fmla="*/ 1782000 h 1782000"/>
              <a:gd name="csX3" fmla="*/ 45489 w 1434656"/>
              <a:gd name="csY3" fmla="*/ 1629831 h 1782000"/>
              <a:gd name="csX4" fmla="*/ 0 w 1434656"/>
              <a:gd name="csY4" fmla="*/ 1592299 h 1782000"/>
              <a:gd name="csX5" fmla="*/ 109157 w 1434656"/>
              <a:gd name="csY5" fmla="*/ 1502236 h 1782000"/>
              <a:gd name="csX6" fmla="*/ 370125 w 1434656"/>
              <a:gd name="csY6" fmla="*/ 872204 h 1782000"/>
              <a:gd name="csX7" fmla="*/ 109157 w 1434656"/>
              <a:gd name="csY7" fmla="*/ 242172 h 1782000"/>
              <a:gd name="csX8" fmla="*/ 22781 w 1434656"/>
              <a:gd name="csY8" fmla="*/ 170905 h 1782000"/>
              <a:gd name="csX9" fmla="*/ 45489 w 1434656"/>
              <a:gd name="csY9" fmla="*/ 152169 h 1782000"/>
              <a:gd name="csX10" fmla="*/ 543656 w 1434656"/>
              <a:gd name="csY10" fmla="*/ 0 h 1782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34656" h="1782000">
                <a:moveTo>
                  <a:pt x="543656" y="0"/>
                </a:moveTo>
                <a:cubicBezTo>
                  <a:pt x="1035742" y="0"/>
                  <a:pt x="1434656" y="398914"/>
                  <a:pt x="1434656" y="891000"/>
                </a:cubicBezTo>
                <a:cubicBezTo>
                  <a:pt x="1434656" y="1383086"/>
                  <a:pt x="1035742" y="1782000"/>
                  <a:pt x="543656" y="1782000"/>
                </a:cubicBezTo>
                <a:cubicBezTo>
                  <a:pt x="359124" y="1782000"/>
                  <a:pt x="187694" y="1725903"/>
                  <a:pt x="45489" y="1629831"/>
                </a:cubicBezTo>
                <a:lnTo>
                  <a:pt x="0" y="1592299"/>
                </a:lnTo>
                <a:lnTo>
                  <a:pt x="109157" y="1502236"/>
                </a:lnTo>
                <a:cubicBezTo>
                  <a:pt x="270397" y="1340997"/>
                  <a:pt x="370125" y="1118247"/>
                  <a:pt x="370125" y="872204"/>
                </a:cubicBezTo>
                <a:cubicBezTo>
                  <a:pt x="370125" y="626161"/>
                  <a:pt x="270397" y="403411"/>
                  <a:pt x="109157" y="242172"/>
                </a:cubicBezTo>
                <a:lnTo>
                  <a:pt x="22781" y="170905"/>
                </a:lnTo>
                <a:lnTo>
                  <a:pt x="45489" y="152169"/>
                </a:lnTo>
                <a:cubicBezTo>
                  <a:pt x="187694" y="56098"/>
                  <a:pt x="359124" y="0"/>
                  <a:pt x="543656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3698828"/>
              </a:xfrm>
            </p:spPr>
            <p:txBody>
              <a:bodyPr/>
              <a:lstStyle/>
              <a:p>
                <a:pPr lvl="0"/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Probability of "Only One" Specific Event (Difference) </a:t>
                </a:r>
              </a:p>
              <a:p>
                <a:pPr lvl="1"/>
                <a:r>
                  <a:rPr lang="en-US" b="1" dirty="0"/>
                  <a:t>Only Event A occurs:</a:t>
                </a:r>
                <a:r>
                  <a:rPr lang="en-US" dirty="0"/>
                  <a:t> Meaning A happens, but B does not.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b="1" dirty="0"/>
              </a:p>
              <a:p>
                <a:pPr lvl="1"/>
                <a:r>
                  <a:rPr lang="en-US" b="1" dirty="0"/>
                  <a:t>Only Event B occurs:</a:t>
                </a:r>
                <a:r>
                  <a:rPr lang="en-US" dirty="0"/>
                  <a:t> Meaning B happens, but A does not.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369882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2C33B775-7455-1622-258F-60AFA00676DE}"/>
              </a:ext>
            </a:extLst>
          </p:cNvPr>
          <p:cNvGrpSpPr/>
          <p:nvPr/>
        </p:nvGrpSpPr>
        <p:grpSpPr>
          <a:xfrm>
            <a:off x="1642683" y="3976593"/>
            <a:ext cx="3826472" cy="2549848"/>
            <a:chOff x="4177538" y="3976593"/>
            <a:chExt cx="3826472" cy="254984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94744CD4-6842-6319-B538-B3251040D6EF}"/>
                </a:ext>
              </a:extLst>
            </p:cNvPr>
            <p:cNvSpPr/>
            <p:nvPr/>
          </p:nvSpPr>
          <p:spPr>
            <a:xfrm>
              <a:off x="4177539" y="4145752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2C576B7-99E4-5BA9-B19C-F740355ED284}"/>
                </a:ext>
              </a:extLst>
            </p:cNvPr>
            <p:cNvSpPr/>
            <p:nvPr/>
          </p:nvSpPr>
          <p:spPr>
            <a:xfrm>
              <a:off x="4424423" y="4508587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F2E7C0B3-FB7A-AB2F-F601-DDA4E49B5A48}"/>
                </a:ext>
              </a:extLst>
            </p:cNvPr>
            <p:cNvSpPr/>
            <p:nvPr/>
          </p:nvSpPr>
          <p:spPr>
            <a:xfrm>
              <a:off x="5488954" y="4527383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BB32D0A6-E9C4-D10C-3B9B-46E99435DF18}"/>
                    </a:ext>
                  </a:extLst>
                </p:cNvPr>
                <p:cNvSpPr txBox="1"/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BB32D0A6-E9C4-D10C-3B9B-46E99435DF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EFE8C0ED-EE02-38CB-5FF8-17CDEA5DDEAF}"/>
                    </a:ext>
                  </a:extLst>
                </p:cNvPr>
                <p:cNvSpPr txBox="1"/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EFE8C0ED-EE02-38CB-5FF8-17CDEA5DDE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72ED94BE-14F9-EF44-9842-D7A049ABEF92}"/>
                    </a:ext>
                  </a:extLst>
                </p:cNvPr>
                <p:cNvSpPr txBox="1"/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72ED94BE-14F9-EF44-9842-D7A049ABEF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70DE78-A495-D697-A8A5-F127E1CC2D94}"/>
              </a:ext>
            </a:extLst>
          </p:cNvPr>
          <p:cNvGrpSpPr/>
          <p:nvPr/>
        </p:nvGrpSpPr>
        <p:grpSpPr>
          <a:xfrm>
            <a:off x="6927174" y="3976593"/>
            <a:ext cx="3826472" cy="2549848"/>
            <a:chOff x="4177538" y="3976593"/>
            <a:chExt cx="3826472" cy="2549848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1EA4ABD-72C0-74B5-77B7-91983008B828}"/>
                </a:ext>
              </a:extLst>
            </p:cNvPr>
            <p:cNvSpPr/>
            <p:nvPr/>
          </p:nvSpPr>
          <p:spPr>
            <a:xfrm>
              <a:off x="4177539" y="4145752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A40572D7-A6E0-3A74-1C0B-54FC0F420361}"/>
                </a:ext>
              </a:extLst>
            </p:cNvPr>
            <p:cNvSpPr/>
            <p:nvPr/>
          </p:nvSpPr>
          <p:spPr>
            <a:xfrm>
              <a:off x="4424423" y="4508587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A0E024F9-6FD5-E057-E114-2B70614CA646}"/>
                </a:ext>
              </a:extLst>
            </p:cNvPr>
            <p:cNvSpPr/>
            <p:nvPr/>
          </p:nvSpPr>
          <p:spPr>
            <a:xfrm>
              <a:off x="5488954" y="4527383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TextBox 15">
                  <a:extLst>
                    <a:ext uri="{FF2B5EF4-FFF2-40B4-BE49-F238E27FC236}">
                      <a16:creationId xmlns:a16="http://schemas.microsoft.com/office/drawing/2014/main" id="{1980F83B-D096-0960-2343-73D7539D3261}"/>
                    </a:ext>
                  </a:extLst>
                </p:cNvPr>
                <p:cNvSpPr txBox="1"/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BB32D0A6-E9C4-D10C-3B9B-46E99435DF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77538" y="4322827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TextBox 16">
                  <a:extLst>
                    <a:ext uri="{FF2B5EF4-FFF2-40B4-BE49-F238E27FC236}">
                      <a16:creationId xmlns:a16="http://schemas.microsoft.com/office/drawing/2014/main" id="{C182A42E-73E2-4F2E-1665-57824164EF1D}"/>
                    </a:ext>
                  </a:extLst>
                </p:cNvPr>
                <p:cNvSpPr txBox="1"/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EFE8C0ED-EE02-38CB-5FF8-17CDEA5DDE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84375" y="4322827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TextBox 17">
                  <a:extLst>
                    <a:ext uri="{FF2B5EF4-FFF2-40B4-BE49-F238E27FC236}">
                      <a16:creationId xmlns:a16="http://schemas.microsoft.com/office/drawing/2014/main" id="{6D96D12F-F387-5FBC-2C08-7984495F7EA5}"/>
                    </a:ext>
                  </a:extLst>
                </p:cNvPr>
                <p:cNvSpPr txBox="1"/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72ED94BE-14F9-EF44-9842-D7A049ABEF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33145" y="3976593"/>
                  <a:ext cx="570865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4092647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0" grpId="0" animBg="1"/>
      <p:bldP spid="4" grpId="0" uiExpand="1" build="p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>
            <a:extLst>
              <a:ext uri="{FF2B5EF4-FFF2-40B4-BE49-F238E27FC236}">
                <a16:creationId xmlns:a16="http://schemas.microsoft.com/office/drawing/2014/main" id="{E06F35C9-379F-3E6A-03FC-ABA971746AE0}"/>
              </a:ext>
            </a:extLst>
          </p:cNvPr>
          <p:cNvGrpSpPr/>
          <p:nvPr/>
        </p:nvGrpSpPr>
        <p:grpSpPr>
          <a:xfrm>
            <a:off x="1717125" y="291506"/>
            <a:ext cx="8757750" cy="6274988"/>
            <a:chOff x="1736475" y="377905"/>
            <a:chExt cx="8757750" cy="6274988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E6D2A383-87D7-EF0B-2FE2-125C3DCEF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412484" y="870348"/>
              <a:ext cx="5367032" cy="5782545"/>
            </a:xfrm>
            <a:prstGeom prst="rect">
              <a:avLst/>
            </a:prstGeom>
          </p:spPr>
        </p:pic>
        <p:cxnSp>
          <p:nvCxnSpPr>
            <p:cNvPr id="3" name="Straight Arrow Connector 2">
              <a:extLst>
                <a:ext uri="{FF2B5EF4-FFF2-40B4-BE49-F238E27FC236}">
                  <a16:creationId xmlns:a16="http://schemas.microsoft.com/office/drawing/2014/main" id="{768FA04D-7C8D-E88B-D6DC-6C8DD5C46E7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09734" y="2548985"/>
              <a:ext cx="671208" cy="0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A738C92-9298-DFED-E618-CBDCF0339DEE}"/>
                    </a:ext>
                  </a:extLst>
                </p:cNvPr>
                <p:cNvSpPr txBox="1"/>
                <p:nvPr/>
              </p:nvSpPr>
              <p:spPr>
                <a:xfrm>
                  <a:off x="1736475" y="2280692"/>
                  <a:ext cx="114249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A738C92-9298-DFED-E618-CBDCF0339D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36475" y="2280692"/>
                  <a:ext cx="1142495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1F6ADC99-4F25-22EC-C5D3-56FFB5D7EB14}"/>
                </a:ext>
              </a:extLst>
            </p:cNvPr>
            <p:cNvCxnSpPr>
              <a:cxnSpLocks/>
            </p:cNvCxnSpPr>
            <p:nvPr/>
          </p:nvCxnSpPr>
          <p:spPr>
            <a:xfrm>
              <a:off x="8680522" y="2558713"/>
              <a:ext cx="671208" cy="0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139EEB7F-1033-0FA5-69B9-623A7560C052}"/>
                    </a:ext>
                  </a:extLst>
                </p:cNvPr>
                <p:cNvSpPr txBox="1"/>
                <p:nvPr/>
              </p:nvSpPr>
              <p:spPr>
                <a:xfrm>
                  <a:off x="9351730" y="2282955"/>
                  <a:ext cx="114249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139EEB7F-1033-0FA5-69B9-623A7560C0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51730" y="2282955"/>
                  <a:ext cx="1142495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9379C1DA-F6FB-54DC-FB6A-B5B01B8B53D8}"/>
                </a:ext>
              </a:extLst>
            </p:cNvPr>
            <p:cNvCxnSpPr>
              <a:cxnSpLocks/>
            </p:cNvCxnSpPr>
            <p:nvPr/>
          </p:nvCxnSpPr>
          <p:spPr>
            <a:xfrm>
              <a:off x="7028099" y="5490195"/>
              <a:ext cx="671208" cy="48638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F57817C3-9307-5EEA-2907-78112AC0FD2C}"/>
                    </a:ext>
                  </a:extLst>
                </p:cNvPr>
                <p:cNvSpPr txBox="1"/>
                <p:nvPr/>
              </p:nvSpPr>
              <p:spPr>
                <a:xfrm>
                  <a:off x="7592808" y="5912865"/>
                  <a:ext cx="114249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F57817C3-9307-5EEA-2907-78112AC0FD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92808" y="5912865"/>
                  <a:ext cx="1142495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E1C2CACC-12FC-5DBE-FF69-83AC56150BA9}"/>
                </a:ext>
              </a:extLst>
            </p:cNvPr>
            <p:cNvCxnSpPr>
              <a:cxnSpLocks/>
            </p:cNvCxnSpPr>
            <p:nvPr/>
          </p:nvCxnSpPr>
          <p:spPr>
            <a:xfrm>
              <a:off x="7669822" y="3892976"/>
              <a:ext cx="671208" cy="48638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36BB6939-8DBB-2DB1-31FA-FE620A11E7A7}"/>
                    </a:ext>
                  </a:extLst>
                </p:cNvPr>
                <p:cNvSpPr txBox="1"/>
                <p:nvPr/>
              </p:nvSpPr>
              <p:spPr>
                <a:xfrm>
                  <a:off x="8167666" y="4309586"/>
                  <a:ext cx="1859833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36BB6939-8DBB-2DB1-31FA-FE620A11E7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67666" y="4309586"/>
                  <a:ext cx="1859833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943D133E-2707-3F1F-A01E-5AF9BABC88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33251" y="3886634"/>
              <a:ext cx="671208" cy="48638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6B7CF0A9-6C02-C79C-BA85-46D068719B9F}"/>
                    </a:ext>
                  </a:extLst>
                </p:cNvPr>
                <p:cNvSpPr txBox="1"/>
                <p:nvPr/>
              </p:nvSpPr>
              <p:spPr>
                <a:xfrm>
                  <a:off x="2345456" y="4338818"/>
                  <a:ext cx="1859833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6B7CF0A9-6C02-C79C-BA85-46D068719B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45456" y="4338818"/>
                  <a:ext cx="1859833" cy="49244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C2B4F2F0-559F-1CAA-12A4-036C5A491638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870348"/>
              <a:ext cx="0" cy="724434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TextBox 16">
                  <a:extLst>
                    <a:ext uri="{FF2B5EF4-FFF2-40B4-BE49-F238E27FC236}">
                      <a16:creationId xmlns:a16="http://schemas.microsoft.com/office/drawing/2014/main" id="{25C9E0C4-810C-AAE7-4B7E-41921FC482D5}"/>
                    </a:ext>
                  </a:extLst>
                </p:cNvPr>
                <p:cNvSpPr txBox="1"/>
                <p:nvPr/>
              </p:nvSpPr>
              <p:spPr>
                <a:xfrm>
                  <a:off x="5166083" y="377905"/>
                  <a:ext cx="1859833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𝐨𝐧𝐥𝐲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7" name="TextBox 16">
                  <a:extLst>
                    <a:ext uri="{FF2B5EF4-FFF2-40B4-BE49-F238E27FC236}">
                      <a16:creationId xmlns:a16="http://schemas.microsoft.com/office/drawing/2014/main" id="{25C9E0C4-810C-AAE7-4B7E-41921FC482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66083" y="377905"/>
                  <a:ext cx="1859833" cy="49244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66925570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AE19AA1-B48D-9B56-ECC8-C8A2DCE28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6BC735-1A58-8A5B-B435-4BB2900D07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0CBCEE8-685E-1696-13B6-EDC6F1A6C90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At Least One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is the 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(or any combination of them) happens.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94107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0CBCEE8-685E-1696-13B6-EDC6F1A6C90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" name="Group 13">
            <a:extLst>
              <a:ext uri="{FF2B5EF4-FFF2-40B4-BE49-F238E27FC236}">
                <a16:creationId xmlns:a16="http://schemas.microsoft.com/office/drawing/2014/main" id="{13261DA4-53BF-0AC5-8293-53372FC48667}"/>
              </a:ext>
            </a:extLst>
          </p:cNvPr>
          <p:cNvGrpSpPr/>
          <p:nvPr/>
        </p:nvGrpSpPr>
        <p:grpSpPr>
          <a:xfrm>
            <a:off x="4187233" y="2984712"/>
            <a:ext cx="3656721" cy="3337368"/>
            <a:chOff x="4187233" y="2984712"/>
            <a:chExt cx="3656721" cy="3337368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DE127BD-68DA-7F58-D354-24D51C8E82EF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B99B4B5C-BAAB-756D-E31A-DCF99D41E8A5}"/>
                    </a:ext>
                  </a:extLst>
                </p:cNvPr>
                <p:cNvSpPr txBox="1"/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B99B4B5C-BAAB-756D-E31A-DCF99D41E8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7261E14-6DAF-C709-50D6-24FD0567BE6B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7261E14-6DAF-C709-50D6-24FD0567BE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453C87B-5A2D-4E19-55C8-08A79D93EB4E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453C87B-5A2D-4E19-55C8-08A79D93EB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8D5EF0EF-CE8D-A8BF-FE58-DC26E8DB1153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8D5EF0EF-CE8D-A8BF-FE58-DC26E8DB11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D290C07D-8949-B5B1-0290-1C45BF0BDFC7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9FA4637-B151-F2D8-31D4-38BC74F1BE00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2F1B5B3F-4661-4EA7-035A-5A45572A3FB0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9851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7658EC1-BD63-E712-79A5-99BE0A55E5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7202D5-832B-61BF-C4FF-E70B6C339E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B67C64B-34B9-784B-B18F-7829AE661E8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689598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At Least One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is the 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(or any combination of them) happens.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94107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lvl="1"/>
                <a:r>
                  <a:rPr lang="en-IN" b="1" dirty="0"/>
                  <a:t>Logic:</a:t>
                </a:r>
                <a:endParaRPr lang="en-IN" dirty="0"/>
              </a:p>
              <a:p>
                <a:pPr lvl="2"/>
                <a:r>
                  <a:rPr lang="en-IN" dirty="0"/>
                  <a:t>Add individual probabilities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P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P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P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lvl="2"/>
                <a:r>
                  <a:rPr lang="en-US" dirty="0"/>
                  <a:t>Subtract the double overlaps because they were counted twice.</a:t>
                </a:r>
              </a:p>
              <a:p>
                <a:pPr lvl="2"/>
                <a:r>
                  <a:rPr lang="en-US" dirty="0"/>
                  <a:t>Add back the triple overlap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 because step 2 removed it entirely.</a:t>
                </a:r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B67C64B-34B9-784B-B18F-7829AE661E8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68959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311915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AB57DF6-E3D0-3F2B-2F55-476AF4BAB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EFA1A7FD-51E7-5C0F-7F7C-0425FD5A5E61}"/>
              </a:ext>
            </a:extLst>
          </p:cNvPr>
          <p:cNvSpPr/>
          <p:nvPr/>
        </p:nvSpPr>
        <p:spPr>
          <a:xfrm>
            <a:off x="5611132" y="4418202"/>
            <a:ext cx="620245" cy="632002"/>
          </a:xfrm>
          <a:custGeom>
            <a:avLst/>
            <a:gdLst>
              <a:gd name="csX0" fmla="*/ 308774 w 620245"/>
              <a:gd name="csY0" fmla="*/ 0 h 632002"/>
              <a:gd name="csX1" fmla="*/ 550720 w 620245"/>
              <a:gd name="csY1" fmla="*/ 36579 h 632002"/>
              <a:gd name="csX2" fmla="*/ 620245 w 620245"/>
              <a:gd name="csY2" fmla="*/ 62025 h 632002"/>
              <a:gd name="csX3" fmla="*/ 619356 w 620245"/>
              <a:gd name="csY3" fmla="*/ 79617 h 632002"/>
              <a:gd name="csX4" fmla="*/ 385253 w 620245"/>
              <a:gd name="csY4" fmla="*/ 571744 h 632002"/>
              <a:gd name="csX5" fmla="*/ 312221 w 620245"/>
              <a:gd name="csY5" fmla="*/ 632002 h 632002"/>
              <a:gd name="csX6" fmla="*/ 234861 w 620245"/>
              <a:gd name="csY6" fmla="*/ 568173 h 632002"/>
              <a:gd name="csX7" fmla="*/ 758 w 620245"/>
              <a:gd name="csY7" fmla="*/ 76046 h 632002"/>
              <a:gd name="csX8" fmla="*/ 0 w 620245"/>
              <a:gd name="csY8" fmla="*/ 61038 h 632002"/>
              <a:gd name="csX9" fmla="*/ 66828 w 620245"/>
              <a:gd name="csY9" fmla="*/ 36579 h 632002"/>
              <a:gd name="csX10" fmla="*/ 308774 w 620245"/>
              <a:gd name="csY10" fmla="*/ 0 h 63200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0245" h="632002">
                <a:moveTo>
                  <a:pt x="308774" y="0"/>
                </a:moveTo>
                <a:cubicBezTo>
                  <a:pt x="393027" y="0"/>
                  <a:pt x="474289" y="12807"/>
                  <a:pt x="550720" y="36579"/>
                </a:cubicBezTo>
                <a:lnTo>
                  <a:pt x="620245" y="62025"/>
                </a:lnTo>
                <a:lnTo>
                  <a:pt x="619356" y="79617"/>
                </a:lnTo>
                <a:cubicBezTo>
                  <a:pt x="599913" y="271077"/>
                  <a:pt x="514085" y="442913"/>
                  <a:pt x="385253" y="571744"/>
                </a:cubicBezTo>
                <a:lnTo>
                  <a:pt x="312221" y="632002"/>
                </a:lnTo>
                <a:lnTo>
                  <a:pt x="234861" y="568173"/>
                </a:lnTo>
                <a:cubicBezTo>
                  <a:pt x="106029" y="439342"/>
                  <a:pt x="20202" y="267506"/>
                  <a:pt x="758" y="76046"/>
                </a:cubicBezTo>
                <a:lnTo>
                  <a:pt x="0" y="61038"/>
                </a:lnTo>
                <a:lnTo>
                  <a:pt x="66828" y="36579"/>
                </a:lnTo>
                <a:cubicBezTo>
                  <a:pt x="143259" y="12807"/>
                  <a:pt x="224521" y="0"/>
                  <a:pt x="30877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C9E40AC-B16C-2EA9-FD99-9F9C89B00388}"/>
              </a:ext>
            </a:extLst>
          </p:cNvPr>
          <p:cNvSpPr/>
          <p:nvPr/>
        </p:nvSpPr>
        <p:spPr>
          <a:xfrm>
            <a:off x="5109598" y="4479240"/>
            <a:ext cx="813754" cy="749010"/>
          </a:xfrm>
          <a:custGeom>
            <a:avLst/>
            <a:gdLst>
              <a:gd name="csX0" fmla="*/ 501533 w 813754"/>
              <a:gd name="csY0" fmla="*/ 0 h 749010"/>
              <a:gd name="csX1" fmla="*/ 502291 w 813754"/>
              <a:gd name="csY1" fmla="*/ 15008 h 749010"/>
              <a:gd name="csX2" fmla="*/ 736394 w 813754"/>
              <a:gd name="csY2" fmla="*/ 507135 h 749010"/>
              <a:gd name="csX3" fmla="*/ 813754 w 813754"/>
              <a:gd name="csY3" fmla="*/ 570964 h 749010"/>
              <a:gd name="csX4" fmla="*/ 766373 w 813754"/>
              <a:gd name="csY4" fmla="*/ 610057 h 749010"/>
              <a:gd name="csX5" fmla="*/ 311470 w 813754"/>
              <a:gd name="csY5" fmla="*/ 749010 h 749010"/>
              <a:gd name="csX6" fmla="*/ 69524 w 813754"/>
              <a:gd name="csY6" fmla="*/ 712431 h 749010"/>
              <a:gd name="csX7" fmla="*/ 0 w 813754"/>
              <a:gd name="csY7" fmla="*/ 686986 h 749010"/>
              <a:gd name="csX8" fmla="*/ 888 w 813754"/>
              <a:gd name="csY8" fmla="*/ 669393 h 749010"/>
              <a:gd name="csX9" fmla="*/ 493609 w 813754"/>
              <a:gd name="csY9" fmla="*/ 2900 h 749010"/>
              <a:gd name="csX10" fmla="*/ 501533 w 813754"/>
              <a:gd name="csY10" fmla="*/ 0 h 7490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13754" h="749010">
                <a:moveTo>
                  <a:pt x="501533" y="0"/>
                </a:moveTo>
                <a:lnTo>
                  <a:pt x="502291" y="15008"/>
                </a:lnTo>
                <a:cubicBezTo>
                  <a:pt x="521735" y="206468"/>
                  <a:pt x="607562" y="378304"/>
                  <a:pt x="736394" y="507135"/>
                </a:cubicBezTo>
                <a:lnTo>
                  <a:pt x="813754" y="570964"/>
                </a:lnTo>
                <a:lnTo>
                  <a:pt x="766373" y="610057"/>
                </a:lnTo>
                <a:cubicBezTo>
                  <a:pt x="636518" y="697785"/>
                  <a:pt x="479976" y="749010"/>
                  <a:pt x="311470" y="749010"/>
                </a:cubicBezTo>
                <a:cubicBezTo>
                  <a:pt x="227217" y="749010"/>
                  <a:pt x="145955" y="736204"/>
                  <a:pt x="69524" y="712431"/>
                </a:cubicBezTo>
                <a:lnTo>
                  <a:pt x="0" y="686986"/>
                </a:lnTo>
                <a:lnTo>
                  <a:pt x="888" y="669393"/>
                </a:lnTo>
                <a:cubicBezTo>
                  <a:pt x="31443" y="368527"/>
                  <a:pt x="225924" y="116122"/>
                  <a:pt x="493609" y="2900"/>
                </a:cubicBezTo>
                <a:lnTo>
                  <a:pt x="501533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5883947-8188-6AFA-BC0E-44A38BE9765F}"/>
              </a:ext>
            </a:extLst>
          </p:cNvPr>
          <p:cNvSpPr/>
          <p:nvPr/>
        </p:nvSpPr>
        <p:spPr>
          <a:xfrm>
            <a:off x="5923352" y="4480227"/>
            <a:ext cx="806730" cy="744452"/>
          </a:xfrm>
          <a:custGeom>
            <a:avLst/>
            <a:gdLst>
              <a:gd name="csX0" fmla="*/ 308024 w 806730"/>
              <a:gd name="csY0" fmla="*/ 0 h 744452"/>
              <a:gd name="csX1" fmla="*/ 313251 w 806730"/>
              <a:gd name="csY1" fmla="*/ 1913 h 744452"/>
              <a:gd name="csX2" fmla="*/ 805972 w 806730"/>
              <a:gd name="csY2" fmla="*/ 668406 h 744452"/>
              <a:gd name="csX3" fmla="*/ 806730 w 806730"/>
              <a:gd name="csY3" fmla="*/ 683414 h 744452"/>
              <a:gd name="csX4" fmla="*/ 739902 w 806730"/>
              <a:gd name="csY4" fmla="*/ 707873 h 744452"/>
              <a:gd name="csX5" fmla="*/ 497956 w 806730"/>
              <a:gd name="csY5" fmla="*/ 744452 h 744452"/>
              <a:gd name="csX6" fmla="*/ 43053 w 806730"/>
              <a:gd name="csY6" fmla="*/ 605499 h 744452"/>
              <a:gd name="csX7" fmla="*/ 0 w 806730"/>
              <a:gd name="csY7" fmla="*/ 569977 h 744452"/>
              <a:gd name="csX8" fmla="*/ 73032 w 806730"/>
              <a:gd name="csY8" fmla="*/ 509719 h 744452"/>
              <a:gd name="csX9" fmla="*/ 307135 w 806730"/>
              <a:gd name="csY9" fmla="*/ 17592 h 744452"/>
              <a:gd name="csX10" fmla="*/ 308024 w 806730"/>
              <a:gd name="csY10" fmla="*/ 0 h 7444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06730" h="744452">
                <a:moveTo>
                  <a:pt x="308024" y="0"/>
                </a:moveTo>
                <a:lnTo>
                  <a:pt x="313251" y="1913"/>
                </a:lnTo>
                <a:cubicBezTo>
                  <a:pt x="580936" y="115135"/>
                  <a:pt x="775418" y="367540"/>
                  <a:pt x="805972" y="668406"/>
                </a:cubicBezTo>
                <a:lnTo>
                  <a:pt x="806730" y="683414"/>
                </a:lnTo>
                <a:lnTo>
                  <a:pt x="739902" y="707873"/>
                </a:lnTo>
                <a:cubicBezTo>
                  <a:pt x="663471" y="731646"/>
                  <a:pt x="582209" y="744452"/>
                  <a:pt x="497956" y="744452"/>
                </a:cubicBezTo>
                <a:cubicBezTo>
                  <a:pt x="329450" y="744452"/>
                  <a:pt x="172908" y="693227"/>
                  <a:pt x="43053" y="605499"/>
                </a:cubicBezTo>
                <a:lnTo>
                  <a:pt x="0" y="569977"/>
                </a:lnTo>
                <a:lnTo>
                  <a:pt x="73032" y="509719"/>
                </a:lnTo>
                <a:cubicBezTo>
                  <a:pt x="201864" y="380888"/>
                  <a:pt x="287692" y="209052"/>
                  <a:pt x="307135" y="17592"/>
                </a:cubicBezTo>
                <a:lnTo>
                  <a:pt x="308024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C577E12D-60CC-E073-20C9-C0B491B87623}"/>
              </a:ext>
            </a:extLst>
          </p:cNvPr>
          <p:cNvSpPr/>
          <p:nvPr/>
        </p:nvSpPr>
        <p:spPr>
          <a:xfrm>
            <a:off x="5604034" y="3763160"/>
            <a:ext cx="627000" cy="704739"/>
          </a:xfrm>
          <a:custGeom>
            <a:avLst/>
            <a:gdLst>
              <a:gd name="csX0" fmla="*/ 311336 w 627000"/>
              <a:gd name="csY0" fmla="*/ 0 h 704739"/>
              <a:gd name="csX1" fmla="*/ 388696 w 627000"/>
              <a:gd name="csY1" fmla="*/ 63828 h 704739"/>
              <a:gd name="csX2" fmla="*/ 627000 w 627000"/>
              <a:gd name="csY2" fmla="*/ 639143 h 704739"/>
              <a:gd name="csX3" fmla="*/ 623688 w 627000"/>
              <a:gd name="csY3" fmla="*/ 704739 h 704739"/>
              <a:gd name="csX4" fmla="*/ 554163 w 627000"/>
              <a:gd name="csY4" fmla="*/ 679293 h 704739"/>
              <a:gd name="csX5" fmla="*/ 312217 w 627000"/>
              <a:gd name="csY5" fmla="*/ 642714 h 704739"/>
              <a:gd name="csX6" fmla="*/ 70271 w 627000"/>
              <a:gd name="csY6" fmla="*/ 679293 h 704739"/>
              <a:gd name="csX7" fmla="*/ 3443 w 627000"/>
              <a:gd name="csY7" fmla="*/ 703752 h 704739"/>
              <a:gd name="csX8" fmla="*/ 0 w 627000"/>
              <a:gd name="csY8" fmla="*/ 635572 h 704739"/>
              <a:gd name="csX9" fmla="*/ 238304 w 627000"/>
              <a:gd name="csY9" fmla="*/ 60257 h 704739"/>
              <a:gd name="csX10" fmla="*/ 311336 w 627000"/>
              <a:gd name="csY10" fmla="*/ 0 h 7047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7000" h="704739">
                <a:moveTo>
                  <a:pt x="311336" y="0"/>
                </a:moveTo>
                <a:lnTo>
                  <a:pt x="388696" y="63828"/>
                </a:lnTo>
                <a:cubicBezTo>
                  <a:pt x="535933" y="211064"/>
                  <a:pt x="627000" y="414469"/>
                  <a:pt x="627000" y="639143"/>
                </a:cubicBezTo>
                <a:lnTo>
                  <a:pt x="623688" y="704739"/>
                </a:lnTo>
                <a:lnTo>
                  <a:pt x="554163" y="679293"/>
                </a:lnTo>
                <a:cubicBezTo>
                  <a:pt x="477732" y="655521"/>
                  <a:pt x="396470" y="642714"/>
                  <a:pt x="312217" y="642714"/>
                </a:cubicBezTo>
                <a:cubicBezTo>
                  <a:pt x="227964" y="642714"/>
                  <a:pt x="146702" y="655521"/>
                  <a:pt x="70271" y="679293"/>
                </a:cubicBezTo>
                <a:lnTo>
                  <a:pt x="3443" y="703752"/>
                </a:lnTo>
                <a:lnTo>
                  <a:pt x="0" y="635572"/>
                </a:lnTo>
                <a:cubicBezTo>
                  <a:pt x="0" y="410898"/>
                  <a:pt x="91068" y="207493"/>
                  <a:pt x="238304" y="60257"/>
                </a:cubicBezTo>
                <a:lnTo>
                  <a:pt x="311336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9A6C11-5105-2172-82AF-017986A318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64EEE81-349C-2CB5-821F-CBA556BA993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At Least Two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looks for regions where 2 events happen, or all 3 events happen.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</m:d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93345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64EEE81-349C-2CB5-821F-CBA556BA993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2A4209FA-A311-6F76-0CC1-8C0D46351C4A}"/>
              </a:ext>
            </a:extLst>
          </p:cNvPr>
          <p:cNvGrpSpPr/>
          <p:nvPr/>
        </p:nvGrpSpPr>
        <p:grpSpPr>
          <a:xfrm>
            <a:off x="4187233" y="2984712"/>
            <a:ext cx="3656721" cy="3337368"/>
            <a:chOff x="4187233" y="2984712"/>
            <a:chExt cx="3656721" cy="333736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CD37901-2F45-1156-20A3-9F665937A85F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8AA75D4A-38CB-DEF3-B203-A2BB54529E7C}"/>
                    </a:ext>
                  </a:extLst>
                </p:cNvPr>
                <p:cNvSpPr txBox="1"/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8AA75D4A-38CB-DEF3-B203-A2BB54529E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3B263130-6342-B34A-A4DC-B942DC33F82C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3B263130-6342-B34A-A4DC-B942DC33F8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2072BF0A-3928-A52D-666A-88A07A54072B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2072BF0A-3928-A52D-666A-88A07A5407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24DA892-E076-C8CF-00EF-A0F4DFAA6376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24DA892-E076-C8CF-00EF-A0F4DFAA63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7A91205-740E-6F2B-1355-20CBE69D2275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2119D6EE-C4F3-F734-EB67-49BCA92E1C72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CAE4C706-A9D0-06C0-F441-9A80E32A48E3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344748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  <p:bldP spid="4" grpId="0" uiExpand="1" build="p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9B0E651-1017-37CD-6887-A146B23A5C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2BB2C3-FEF9-3898-AD41-A6088BC37C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A3F9DA3-853A-F9C3-64BB-6BECEBCA5F8E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660415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At Least Two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looks for regions where 2 events happen, or all 3 events happen.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</m:d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93345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b="1" dirty="0"/>
                      <m:t>Logic</m:t>
                    </m:r>
                    <m:r>
                      <m:rPr>
                        <m:nor/>
                      </m:rPr>
                      <a:rPr lang="en-US" b="1" dirty="0"/>
                      <m:t>: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We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sum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the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intersections</m:t>
                    </m:r>
                    <m:r>
                      <m:rPr>
                        <m:nor/>
                      </m:rPr>
                      <a:rPr lang="en-US" dirty="0"/>
                      <m:t>. </m:t>
                    </m:r>
                    <m:r>
                      <m:rPr>
                        <m:nor/>
                      </m:rPr>
                      <a:rPr lang="en-US" dirty="0"/>
                      <m:t>However</m:t>
                    </m:r>
                    <m:r>
                      <m:rPr>
                        <m:nor/>
                      </m:rPr>
                      <a:rPr lang="en-US" dirty="0"/>
                      <m:t>, </m:t>
                    </m:r>
                    <m:r>
                      <m:rPr>
                        <m:nor/>
                      </m:rPr>
                      <a:rPr lang="en-US" dirty="0"/>
                      <m:t>the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center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piece</m:t>
                    </m:r>
                    <m:r>
                      <m:rPr>
                        <m:nor/>
                      </m:rPr>
                      <a:rPr lang="en-US" dirty="0"/>
                      <m:t> (</m:t>
                    </m:r>
                    <m:r>
                      <m:rPr>
                        <m:nor/>
                      </m:rPr>
                      <a:rPr lang="en-US" dirty="0"/>
                      <m:t>where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all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three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 smtClean="0"/>
                      <m:t>o</m:t>
                    </m:r>
                    <m:r>
                      <m:rPr>
                        <m:nor/>
                      </m:rPr>
                      <a:rPr lang="en-US" dirty="0"/>
                      <m:t>verlap</m:t>
                    </m:r>
                    <m:r>
                      <m:rPr>
                        <m:nor/>
                      </m:rPr>
                      <a:rPr lang="en-US" dirty="0"/>
                      <m:t>) </m:t>
                    </m:r>
                    <m:r>
                      <m:rPr>
                        <m:nor/>
                      </m:rPr>
                      <a:rPr lang="en-US" dirty="0"/>
                      <m:t>is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included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in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all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three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pairwise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intersections</m:t>
                    </m:r>
                    <m:r>
                      <m:rPr>
                        <m:nor/>
                      </m:rPr>
                      <a:rPr lang="en-US" dirty="0"/>
                      <m:t>. </m:t>
                    </m:r>
                    <m:r>
                      <m:rPr>
                        <m:nor/>
                      </m:rPr>
                      <a:rPr lang="en-US" dirty="0"/>
                      <m:t>Since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we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only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want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t</m:t>
                    </m:r>
                    <m:r>
                      <m:rPr>
                        <m:nor/>
                      </m:rPr>
                      <a:rPr lang="en-IN" b="0" i="0" dirty="0" smtClean="0"/>
                      <m:t>o</m:t>
                    </m:r>
                    <m:r>
                      <m:rPr>
                        <m:nor/>
                      </m:rPr>
                      <a:rPr lang="en-US" dirty="0" smtClean="0"/>
                      <m:t> </m:t>
                    </m:r>
                    <m:r>
                      <m:rPr>
                        <m:nor/>
                      </m:rPr>
                      <a:rPr lang="en-US" dirty="0" smtClean="0"/>
                      <m:t>count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it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once</m:t>
                    </m:r>
                    <m:r>
                      <m:rPr>
                        <m:nor/>
                      </m:rPr>
                      <a:rPr lang="en-US" dirty="0"/>
                      <m:t>, </m:t>
                    </m:r>
                    <m:r>
                      <m:rPr>
                        <m:nor/>
                      </m:rPr>
                      <a:rPr lang="en-US" dirty="0"/>
                      <m:t>we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subtract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it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  <m:r>
                      <m:rPr>
                        <m:nor/>
                      </m:rPr>
                      <a:rPr lang="en-US" dirty="0"/>
                      <m:t>twice</m:t>
                    </m:r>
                    <m:r>
                      <m:rPr>
                        <m:nor/>
                      </m:rPr>
                      <a:rPr lang="en-US" dirty="0"/>
                      <m:t>.</m:t>
                    </m:r>
                  </m:oMath>
                </a14:m>
                <a:endParaRPr lang="en-US" dirty="0"/>
              </a:p>
              <a:p>
                <a:pPr marL="9334500" indent="0" algn="l">
                  <a:buNone/>
                </a:pPr>
                <a:r>
                  <a:rPr lang="en-US" dirty="0"/>
                  <a:t>		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A3F9DA3-853A-F9C3-64BB-6BECEBCA5F8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66041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29217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C1474F8-6F8A-61DA-181E-FB74A167D4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0CE18084-85BC-BA8F-677D-1D60172B4A54}"/>
              </a:ext>
            </a:extLst>
          </p:cNvPr>
          <p:cNvSpPr/>
          <p:nvPr/>
        </p:nvSpPr>
        <p:spPr>
          <a:xfrm>
            <a:off x="5614445" y="4616326"/>
            <a:ext cx="620245" cy="632002"/>
          </a:xfrm>
          <a:custGeom>
            <a:avLst/>
            <a:gdLst>
              <a:gd name="csX0" fmla="*/ 308774 w 620245"/>
              <a:gd name="csY0" fmla="*/ 0 h 632002"/>
              <a:gd name="csX1" fmla="*/ 550720 w 620245"/>
              <a:gd name="csY1" fmla="*/ 36579 h 632002"/>
              <a:gd name="csX2" fmla="*/ 620245 w 620245"/>
              <a:gd name="csY2" fmla="*/ 62025 h 632002"/>
              <a:gd name="csX3" fmla="*/ 619356 w 620245"/>
              <a:gd name="csY3" fmla="*/ 79617 h 632002"/>
              <a:gd name="csX4" fmla="*/ 385253 w 620245"/>
              <a:gd name="csY4" fmla="*/ 571744 h 632002"/>
              <a:gd name="csX5" fmla="*/ 312221 w 620245"/>
              <a:gd name="csY5" fmla="*/ 632002 h 632002"/>
              <a:gd name="csX6" fmla="*/ 234861 w 620245"/>
              <a:gd name="csY6" fmla="*/ 568173 h 632002"/>
              <a:gd name="csX7" fmla="*/ 758 w 620245"/>
              <a:gd name="csY7" fmla="*/ 76046 h 632002"/>
              <a:gd name="csX8" fmla="*/ 0 w 620245"/>
              <a:gd name="csY8" fmla="*/ 61038 h 632002"/>
              <a:gd name="csX9" fmla="*/ 66828 w 620245"/>
              <a:gd name="csY9" fmla="*/ 36579 h 632002"/>
              <a:gd name="csX10" fmla="*/ 308774 w 620245"/>
              <a:gd name="csY10" fmla="*/ 0 h 63200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0245" h="632002">
                <a:moveTo>
                  <a:pt x="308774" y="0"/>
                </a:moveTo>
                <a:cubicBezTo>
                  <a:pt x="393027" y="0"/>
                  <a:pt x="474289" y="12807"/>
                  <a:pt x="550720" y="36579"/>
                </a:cubicBezTo>
                <a:lnTo>
                  <a:pt x="620245" y="62025"/>
                </a:lnTo>
                <a:lnTo>
                  <a:pt x="619356" y="79617"/>
                </a:lnTo>
                <a:cubicBezTo>
                  <a:pt x="599913" y="271077"/>
                  <a:pt x="514085" y="442913"/>
                  <a:pt x="385253" y="571744"/>
                </a:cubicBezTo>
                <a:lnTo>
                  <a:pt x="312221" y="632002"/>
                </a:lnTo>
                <a:lnTo>
                  <a:pt x="234861" y="568173"/>
                </a:lnTo>
                <a:cubicBezTo>
                  <a:pt x="106029" y="439342"/>
                  <a:pt x="20202" y="267506"/>
                  <a:pt x="758" y="76046"/>
                </a:cubicBezTo>
                <a:lnTo>
                  <a:pt x="0" y="61038"/>
                </a:lnTo>
                <a:lnTo>
                  <a:pt x="66828" y="36579"/>
                </a:lnTo>
                <a:cubicBezTo>
                  <a:pt x="143259" y="12807"/>
                  <a:pt x="224521" y="0"/>
                  <a:pt x="30877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9CBFD85-1107-CEE5-3F81-6EE59A8661FD}"/>
              </a:ext>
            </a:extLst>
          </p:cNvPr>
          <p:cNvSpPr/>
          <p:nvPr/>
        </p:nvSpPr>
        <p:spPr>
          <a:xfrm>
            <a:off x="5112911" y="4677364"/>
            <a:ext cx="813754" cy="749010"/>
          </a:xfrm>
          <a:custGeom>
            <a:avLst/>
            <a:gdLst>
              <a:gd name="csX0" fmla="*/ 501533 w 813754"/>
              <a:gd name="csY0" fmla="*/ 0 h 749010"/>
              <a:gd name="csX1" fmla="*/ 502291 w 813754"/>
              <a:gd name="csY1" fmla="*/ 15008 h 749010"/>
              <a:gd name="csX2" fmla="*/ 736394 w 813754"/>
              <a:gd name="csY2" fmla="*/ 507135 h 749010"/>
              <a:gd name="csX3" fmla="*/ 813754 w 813754"/>
              <a:gd name="csY3" fmla="*/ 570964 h 749010"/>
              <a:gd name="csX4" fmla="*/ 766373 w 813754"/>
              <a:gd name="csY4" fmla="*/ 610057 h 749010"/>
              <a:gd name="csX5" fmla="*/ 311470 w 813754"/>
              <a:gd name="csY5" fmla="*/ 749010 h 749010"/>
              <a:gd name="csX6" fmla="*/ 69524 w 813754"/>
              <a:gd name="csY6" fmla="*/ 712431 h 749010"/>
              <a:gd name="csX7" fmla="*/ 0 w 813754"/>
              <a:gd name="csY7" fmla="*/ 686986 h 749010"/>
              <a:gd name="csX8" fmla="*/ 888 w 813754"/>
              <a:gd name="csY8" fmla="*/ 669393 h 749010"/>
              <a:gd name="csX9" fmla="*/ 493609 w 813754"/>
              <a:gd name="csY9" fmla="*/ 2900 h 749010"/>
              <a:gd name="csX10" fmla="*/ 501533 w 813754"/>
              <a:gd name="csY10" fmla="*/ 0 h 7490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13754" h="749010">
                <a:moveTo>
                  <a:pt x="501533" y="0"/>
                </a:moveTo>
                <a:lnTo>
                  <a:pt x="502291" y="15008"/>
                </a:lnTo>
                <a:cubicBezTo>
                  <a:pt x="521735" y="206468"/>
                  <a:pt x="607562" y="378304"/>
                  <a:pt x="736394" y="507135"/>
                </a:cubicBezTo>
                <a:lnTo>
                  <a:pt x="813754" y="570964"/>
                </a:lnTo>
                <a:lnTo>
                  <a:pt x="766373" y="610057"/>
                </a:lnTo>
                <a:cubicBezTo>
                  <a:pt x="636518" y="697785"/>
                  <a:pt x="479976" y="749010"/>
                  <a:pt x="311470" y="749010"/>
                </a:cubicBezTo>
                <a:cubicBezTo>
                  <a:pt x="227217" y="749010"/>
                  <a:pt x="145955" y="736204"/>
                  <a:pt x="69524" y="712431"/>
                </a:cubicBezTo>
                <a:lnTo>
                  <a:pt x="0" y="686986"/>
                </a:lnTo>
                <a:lnTo>
                  <a:pt x="888" y="669393"/>
                </a:lnTo>
                <a:cubicBezTo>
                  <a:pt x="31443" y="368527"/>
                  <a:pt x="225924" y="116122"/>
                  <a:pt x="493609" y="2900"/>
                </a:cubicBezTo>
                <a:lnTo>
                  <a:pt x="501533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93AF9EC-5C65-C3DF-F8AB-1A92E8E0DF39}"/>
              </a:ext>
            </a:extLst>
          </p:cNvPr>
          <p:cNvSpPr/>
          <p:nvPr/>
        </p:nvSpPr>
        <p:spPr>
          <a:xfrm>
            <a:off x="5926665" y="4678351"/>
            <a:ext cx="806730" cy="744452"/>
          </a:xfrm>
          <a:custGeom>
            <a:avLst/>
            <a:gdLst>
              <a:gd name="csX0" fmla="*/ 308024 w 806730"/>
              <a:gd name="csY0" fmla="*/ 0 h 744452"/>
              <a:gd name="csX1" fmla="*/ 313251 w 806730"/>
              <a:gd name="csY1" fmla="*/ 1913 h 744452"/>
              <a:gd name="csX2" fmla="*/ 805972 w 806730"/>
              <a:gd name="csY2" fmla="*/ 668406 h 744452"/>
              <a:gd name="csX3" fmla="*/ 806730 w 806730"/>
              <a:gd name="csY3" fmla="*/ 683414 h 744452"/>
              <a:gd name="csX4" fmla="*/ 739902 w 806730"/>
              <a:gd name="csY4" fmla="*/ 707873 h 744452"/>
              <a:gd name="csX5" fmla="*/ 497956 w 806730"/>
              <a:gd name="csY5" fmla="*/ 744452 h 744452"/>
              <a:gd name="csX6" fmla="*/ 43053 w 806730"/>
              <a:gd name="csY6" fmla="*/ 605499 h 744452"/>
              <a:gd name="csX7" fmla="*/ 0 w 806730"/>
              <a:gd name="csY7" fmla="*/ 569977 h 744452"/>
              <a:gd name="csX8" fmla="*/ 73032 w 806730"/>
              <a:gd name="csY8" fmla="*/ 509719 h 744452"/>
              <a:gd name="csX9" fmla="*/ 307135 w 806730"/>
              <a:gd name="csY9" fmla="*/ 17592 h 744452"/>
              <a:gd name="csX10" fmla="*/ 308024 w 806730"/>
              <a:gd name="csY10" fmla="*/ 0 h 7444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06730" h="744452">
                <a:moveTo>
                  <a:pt x="308024" y="0"/>
                </a:moveTo>
                <a:lnTo>
                  <a:pt x="313251" y="1913"/>
                </a:lnTo>
                <a:cubicBezTo>
                  <a:pt x="580936" y="115135"/>
                  <a:pt x="775418" y="367540"/>
                  <a:pt x="805972" y="668406"/>
                </a:cubicBezTo>
                <a:lnTo>
                  <a:pt x="806730" y="683414"/>
                </a:lnTo>
                <a:lnTo>
                  <a:pt x="739902" y="707873"/>
                </a:lnTo>
                <a:cubicBezTo>
                  <a:pt x="663471" y="731646"/>
                  <a:pt x="582209" y="744452"/>
                  <a:pt x="497956" y="744452"/>
                </a:cubicBezTo>
                <a:cubicBezTo>
                  <a:pt x="329450" y="744452"/>
                  <a:pt x="172908" y="693227"/>
                  <a:pt x="43053" y="605499"/>
                </a:cubicBezTo>
                <a:lnTo>
                  <a:pt x="0" y="569977"/>
                </a:lnTo>
                <a:lnTo>
                  <a:pt x="73032" y="509719"/>
                </a:lnTo>
                <a:cubicBezTo>
                  <a:pt x="201864" y="380888"/>
                  <a:pt x="287692" y="209052"/>
                  <a:pt x="307135" y="17592"/>
                </a:cubicBezTo>
                <a:lnTo>
                  <a:pt x="308024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AAB60DC6-D93E-16BE-73E5-04C8459D622E}"/>
              </a:ext>
            </a:extLst>
          </p:cNvPr>
          <p:cNvSpPr/>
          <p:nvPr/>
        </p:nvSpPr>
        <p:spPr>
          <a:xfrm>
            <a:off x="5607347" y="3961284"/>
            <a:ext cx="627000" cy="704739"/>
          </a:xfrm>
          <a:custGeom>
            <a:avLst/>
            <a:gdLst>
              <a:gd name="csX0" fmla="*/ 311336 w 627000"/>
              <a:gd name="csY0" fmla="*/ 0 h 704739"/>
              <a:gd name="csX1" fmla="*/ 388696 w 627000"/>
              <a:gd name="csY1" fmla="*/ 63828 h 704739"/>
              <a:gd name="csX2" fmla="*/ 627000 w 627000"/>
              <a:gd name="csY2" fmla="*/ 639143 h 704739"/>
              <a:gd name="csX3" fmla="*/ 623688 w 627000"/>
              <a:gd name="csY3" fmla="*/ 704739 h 704739"/>
              <a:gd name="csX4" fmla="*/ 554163 w 627000"/>
              <a:gd name="csY4" fmla="*/ 679293 h 704739"/>
              <a:gd name="csX5" fmla="*/ 312217 w 627000"/>
              <a:gd name="csY5" fmla="*/ 642714 h 704739"/>
              <a:gd name="csX6" fmla="*/ 70271 w 627000"/>
              <a:gd name="csY6" fmla="*/ 679293 h 704739"/>
              <a:gd name="csX7" fmla="*/ 3443 w 627000"/>
              <a:gd name="csY7" fmla="*/ 703752 h 704739"/>
              <a:gd name="csX8" fmla="*/ 0 w 627000"/>
              <a:gd name="csY8" fmla="*/ 635572 h 704739"/>
              <a:gd name="csX9" fmla="*/ 238304 w 627000"/>
              <a:gd name="csY9" fmla="*/ 60257 h 704739"/>
              <a:gd name="csX10" fmla="*/ 311336 w 627000"/>
              <a:gd name="csY10" fmla="*/ 0 h 7047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7000" h="704739">
                <a:moveTo>
                  <a:pt x="311336" y="0"/>
                </a:moveTo>
                <a:lnTo>
                  <a:pt x="388696" y="63828"/>
                </a:lnTo>
                <a:cubicBezTo>
                  <a:pt x="535933" y="211064"/>
                  <a:pt x="627000" y="414469"/>
                  <a:pt x="627000" y="639143"/>
                </a:cubicBezTo>
                <a:lnTo>
                  <a:pt x="623688" y="704739"/>
                </a:lnTo>
                <a:lnTo>
                  <a:pt x="554163" y="679293"/>
                </a:lnTo>
                <a:cubicBezTo>
                  <a:pt x="477732" y="655521"/>
                  <a:pt x="396470" y="642714"/>
                  <a:pt x="312217" y="642714"/>
                </a:cubicBezTo>
                <a:cubicBezTo>
                  <a:pt x="227964" y="642714"/>
                  <a:pt x="146702" y="655521"/>
                  <a:pt x="70271" y="679293"/>
                </a:cubicBezTo>
                <a:lnTo>
                  <a:pt x="3443" y="703752"/>
                </a:lnTo>
                <a:lnTo>
                  <a:pt x="0" y="635572"/>
                </a:lnTo>
                <a:cubicBezTo>
                  <a:pt x="0" y="410898"/>
                  <a:pt x="91068" y="207493"/>
                  <a:pt x="238304" y="60257"/>
                </a:cubicBezTo>
                <a:lnTo>
                  <a:pt x="311336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2F46AE-082D-18C9-2373-394F1B147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9361A28-411C-A4B6-0970-5BAA70243A5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586475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Exactly Two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excludes the scenario where all three happen simultaneously.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  <a:p>
                <a:pPr marL="990600" indent="0">
                  <a:buNone/>
                </a:pP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−3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	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9361A28-411C-A4B6-0970-5BAA70243A5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58647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" name="Group 4">
            <a:extLst>
              <a:ext uri="{FF2B5EF4-FFF2-40B4-BE49-F238E27FC236}">
                <a16:creationId xmlns:a16="http://schemas.microsoft.com/office/drawing/2014/main" id="{65865399-A0C2-C707-A496-CAFC172C1EF7}"/>
              </a:ext>
            </a:extLst>
          </p:cNvPr>
          <p:cNvGrpSpPr/>
          <p:nvPr/>
        </p:nvGrpSpPr>
        <p:grpSpPr>
          <a:xfrm>
            <a:off x="4187233" y="3422187"/>
            <a:ext cx="3908125" cy="3094446"/>
            <a:chOff x="4187233" y="3227634"/>
            <a:chExt cx="3908125" cy="3094446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2D7DD564-7573-F37C-4A15-C38DF5167B39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87271612-D7F5-3E24-36D5-6B89C3B3D3D5}"/>
                    </a:ext>
                  </a:extLst>
                </p:cNvPr>
                <p:cNvSpPr txBox="1"/>
                <p:nvPr/>
              </p:nvSpPr>
              <p:spPr>
                <a:xfrm>
                  <a:off x="7404242" y="3227634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87271612-D7F5-3E24-36D5-6B89C3B3D3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04242" y="3227634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59042EA7-23F3-2D77-5EA4-6A7B7D68421E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59042EA7-23F3-2D77-5EA4-6A7B7D6842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55BCE0DF-B1C7-2426-4696-B032D93D543D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55BCE0DF-B1C7-2426-4696-B032D93D54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5E345091-A1E2-EB9C-CB09-6829FAECDCEB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5E345091-A1E2-EB9C-CB09-6829FAECDC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32B9EE7C-FD85-44EA-B698-48079D4FABDA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DCA781C8-8F7E-9F24-FFC7-67688B08914C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2E3DA2F0-261E-4BA6-5D67-0286666CDDAF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6008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9" grpId="1" animBg="1"/>
      <p:bldP spid="18" grpId="0" animBg="1"/>
      <p:bldP spid="17" grpId="0" animBg="1"/>
      <p:bldP spid="3" grpId="0" animBg="1"/>
      <p:bldP spid="4" grpId="0" uiExpand="1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FF9D677-0AF4-DDD3-D180-DF99F4C938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D4C08D-3334-B838-B184-291C8D249A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296DB4B3-EEED-8B49-2522-BB6B0CDD706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660415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Exactly Two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excludes the scenario where all three happen simultaneously.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  <a:p>
                <a:pPr marL="990600" indent="0">
                  <a:buNone/>
                </a:pP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−3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 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b="1" dirty="0"/>
                      <m:t>Logic</m:t>
                    </m:r>
                    <m:r>
                      <m:rPr>
                        <m:nor/>
                      </m:rPr>
                      <a:rPr lang="en-US" b="1" dirty="0"/>
                      <m:t>:</m:t>
                    </m:r>
                    <m:r>
                      <m:rPr>
                        <m:nor/>
                      </m:rPr>
                      <a:rPr lang="en-US" dirty="0"/>
                      <m:t> </m:t>
                    </m:r>
                  </m:oMath>
                </a14:m>
                <a:endParaRPr lang="en-IN" dirty="0"/>
              </a:p>
              <a:p>
                <a:pPr lvl="2"/>
                <a:r>
                  <a:rPr lang="en-US" dirty="0"/>
                  <a:t>Triple intersection included in all 3 pairwise terms</a:t>
                </a:r>
              </a:p>
              <a:p>
                <a:pPr lvl="2"/>
                <a:r>
                  <a:rPr lang="en-US" dirty="0"/>
                  <a:t>Remove it completely → subtract 3 times		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296DB4B3-EEED-8B49-2522-BB6B0CDD706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66041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39621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68F134E-D1EE-9B83-74CA-12A9A33BC4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CAAA9FE-E22E-297B-09A5-B63DBEDCFE63}"/>
              </a:ext>
            </a:extLst>
          </p:cNvPr>
          <p:cNvSpPr/>
          <p:nvPr/>
        </p:nvSpPr>
        <p:spPr>
          <a:xfrm>
            <a:off x="5109598" y="5277511"/>
            <a:ext cx="1627240" cy="995236"/>
          </a:xfrm>
          <a:custGeom>
            <a:avLst/>
            <a:gdLst>
              <a:gd name="csX0" fmla="*/ 817067 w 1627240"/>
              <a:gd name="csY0" fmla="*/ 0 h 995236"/>
              <a:gd name="csX1" fmla="*/ 860120 w 1627240"/>
              <a:gd name="csY1" fmla="*/ 35522 h 995236"/>
              <a:gd name="csX2" fmla="*/ 1315023 w 1627240"/>
              <a:gd name="csY2" fmla="*/ 174475 h 995236"/>
              <a:gd name="csX3" fmla="*/ 1556969 w 1627240"/>
              <a:gd name="csY3" fmla="*/ 137896 h 995236"/>
              <a:gd name="csX4" fmla="*/ 1623797 w 1627240"/>
              <a:gd name="csY4" fmla="*/ 113437 h 995236"/>
              <a:gd name="csX5" fmla="*/ 1627240 w 1627240"/>
              <a:gd name="csY5" fmla="*/ 181617 h 995236"/>
              <a:gd name="csX6" fmla="*/ 813620 w 1627240"/>
              <a:gd name="csY6" fmla="*/ 995236 h 995236"/>
              <a:gd name="csX7" fmla="*/ 0 w 1627240"/>
              <a:gd name="csY7" fmla="*/ 181617 h 995236"/>
              <a:gd name="csX8" fmla="*/ 3312 w 1627240"/>
              <a:gd name="csY8" fmla="*/ 116022 h 995236"/>
              <a:gd name="csX9" fmla="*/ 72837 w 1627240"/>
              <a:gd name="csY9" fmla="*/ 141467 h 995236"/>
              <a:gd name="csX10" fmla="*/ 314783 w 1627240"/>
              <a:gd name="csY10" fmla="*/ 178046 h 995236"/>
              <a:gd name="csX11" fmla="*/ 769686 w 1627240"/>
              <a:gd name="csY11" fmla="*/ 39093 h 995236"/>
              <a:gd name="csX12" fmla="*/ 817067 w 1627240"/>
              <a:gd name="csY12" fmla="*/ 0 h 99523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1627240" h="995236">
                <a:moveTo>
                  <a:pt x="817067" y="0"/>
                </a:moveTo>
                <a:lnTo>
                  <a:pt x="860120" y="35522"/>
                </a:lnTo>
                <a:cubicBezTo>
                  <a:pt x="989975" y="123250"/>
                  <a:pt x="1146517" y="174475"/>
                  <a:pt x="1315023" y="174475"/>
                </a:cubicBezTo>
                <a:cubicBezTo>
                  <a:pt x="1399276" y="174475"/>
                  <a:pt x="1480538" y="161669"/>
                  <a:pt x="1556969" y="137896"/>
                </a:cubicBezTo>
                <a:lnTo>
                  <a:pt x="1623797" y="113437"/>
                </a:lnTo>
                <a:lnTo>
                  <a:pt x="1627240" y="181617"/>
                </a:lnTo>
                <a:cubicBezTo>
                  <a:pt x="1627240" y="630966"/>
                  <a:pt x="1262970" y="995236"/>
                  <a:pt x="813620" y="995236"/>
                </a:cubicBezTo>
                <a:cubicBezTo>
                  <a:pt x="364270" y="995236"/>
                  <a:pt x="0" y="630966"/>
                  <a:pt x="0" y="181617"/>
                </a:cubicBezTo>
                <a:lnTo>
                  <a:pt x="3312" y="116022"/>
                </a:lnTo>
                <a:lnTo>
                  <a:pt x="72837" y="141467"/>
                </a:lnTo>
                <a:cubicBezTo>
                  <a:pt x="149268" y="165240"/>
                  <a:pt x="230530" y="178046"/>
                  <a:pt x="314783" y="178046"/>
                </a:cubicBezTo>
                <a:cubicBezTo>
                  <a:pt x="483289" y="178046"/>
                  <a:pt x="639831" y="126821"/>
                  <a:pt x="769686" y="39093"/>
                </a:cubicBezTo>
                <a:lnTo>
                  <a:pt x="817067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B3368F9-C70E-0CB9-1B3C-AA6B24C71609}"/>
              </a:ext>
            </a:extLst>
          </p:cNvPr>
          <p:cNvSpPr/>
          <p:nvPr/>
        </p:nvSpPr>
        <p:spPr>
          <a:xfrm>
            <a:off x="5922337" y="3824748"/>
            <a:ext cx="1315904" cy="1566200"/>
          </a:xfrm>
          <a:custGeom>
            <a:avLst/>
            <a:gdLst>
              <a:gd name="csX0" fmla="*/ 502284 w 1315904"/>
              <a:gd name="csY0" fmla="*/ 0 h 1566200"/>
              <a:gd name="csX1" fmla="*/ 1315904 w 1315904"/>
              <a:gd name="csY1" fmla="*/ 813619 h 1566200"/>
              <a:gd name="csX2" fmla="*/ 818982 w 1315904"/>
              <a:gd name="csY2" fmla="*/ 1563300 h 1566200"/>
              <a:gd name="csX3" fmla="*/ 811058 w 1315904"/>
              <a:gd name="csY3" fmla="*/ 1566200 h 1566200"/>
              <a:gd name="csX4" fmla="*/ 810300 w 1315904"/>
              <a:gd name="csY4" fmla="*/ 1551192 h 1566200"/>
              <a:gd name="csX5" fmla="*/ 317579 w 1315904"/>
              <a:gd name="csY5" fmla="*/ 884699 h 1566200"/>
              <a:gd name="csX6" fmla="*/ 312352 w 1315904"/>
              <a:gd name="csY6" fmla="*/ 882786 h 1566200"/>
              <a:gd name="csX7" fmla="*/ 315664 w 1315904"/>
              <a:gd name="csY7" fmla="*/ 817190 h 1566200"/>
              <a:gd name="csX8" fmla="*/ 77360 w 1315904"/>
              <a:gd name="csY8" fmla="*/ 241875 h 1566200"/>
              <a:gd name="csX9" fmla="*/ 0 w 1315904"/>
              <a:gd name="csY9" fmla="*/ 178047 h 1566200"/>
              <a:gd name="csX10" fmla="*/ 47381 w 1315904"/>
              <a:gd name="csY10" fmla="*/ 138953 h 1566200"/>
              <a:gd name="csX11" fmla="*/ 502284 w 1315904"/>
              <a:gd name="csY11" fmla="*/ 0 h 15662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315904" h="1566200">
                <a:moveTo>
                  <a:pt x="502284" y="0"/>
                </a:moveTo>
                <a:cubicBezTo>
                  <a:pt x="951634" y="0"/>
                  <a:pt x="1315904" y="364270"/>
                  <a:pt x="1315904" y="813619"/>
                </a:cubicBezTo>
                <a:cubicBezTo>
                  <a:pt x="1315904" y="1150631"/>
                  <a:pt x="1111002" y="1439786"/>
                  <a:pt x="818982" y="1563300"/>
                </a:cubicBezTo>
                <a:lnTo>
                  <a:pt x="811058" y="1566200"/>
                </a:lnTo>
                <a:lnTo>
                  <a:pt x="810300" y="1551192"/>
                </a:lnTo>
                <a:cubicBezTo>
                  <a:pt x="779746" y="1250326"/>
                  <a:pt x="585264" y="997921"/>
                  <a:pt x="317579" y="884699"/>
                </a:cubicBezTo>
                <a:lnTo>
                  <a:pt x="312352" y="882786"/>
                </a:lnTo>
                <a:lnTo>
                  <a:pt x="315664" y="817190"/>
                </a:lnTo>
                <a:cubicBezTo>
                  <a:pt x="315664" y="592516"/>
                  <a:pt x="224597" y="389111"/>
                  <a:pt x="77360" y="241875"/>
                </a:cubicBezTo>
                <a:lnTo>
                  <a:pt x="0" y="178047"/>
                </a:lnTo>
                <a:lnTo>
                  <a:pt x="47381" y="138953"/>
                </a:lnTo>
                <a:cubicBezTo>
                  <a:pt x="177236" y="51226"/>
                  <a:pt x="333778" y="0"/>
                  <a:pt x="50228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EA3B73FF-7E96-B400-8E4F-D14A26F46D3B}"/>
              </a:ext>
            </a:extLst>
          </p:cNvPr>
          <p:cNvSpPr/>
          <p:nvPr/>
        </p:nvSpPr>
        <p:spPr>
          <a:xfrm>
            <a:off x="4610761" y="3828319"/>
            <a:ext cx="1311576" cy="1565214"/>
          </a:xfrm>
          <a:custGeom>
            <a:avLst/>
            <a:gdLst>
              <a:gd name="csX0" fmla="*/ 813620 w 1311576"/>
              <a:gd name="csY0" fmla="*/ 0 h 1565214"/>
              <a:gd name="csX1" fmla="*/ 1268523 w 1311576"/>
              <a:gd name="csY1" fmla="*/ 138953 h 1565214"/>
              <a:gd name="csX2" fmla="*/ 1311576 w 1311576"/>
              <a:gd name="csY2" fmla="*/ 174476 h 1565214"/>
              <a:gd name="csX3" fmla="*/ 1238544 w 1311576"/>
              <a:gd name="csY3" fmla="*/ 234733 h 1565214"/>
              <a:gd name="csX4" fmla="*/ 1000240 w 1311576"/>
              <a:gd name="csY4" fmla="*/ 810048 h 1565214"/>
              <a:gd name="csX5" fmla="*/ 1003683 w 1311576"/>
              <a:gd name="csY5" fmla="*/ 878228 h 1565214"/>
              <a:gd name="csX6" fmla="*/ 995759 w 1311576"/>
              <a:gd name="csY6" fmla="*/ 881128 h 1565214"/>
              <a:gd name="csX7" fmla="*/ 503038 w 1311576"/>
              <a:gd name="csY7" fmla="*/ 1547621 h 1565214"/>
              <a:gd name="csX8" fmla="*/ 502149 w 1311576"/>
              <a:gd name="csY8" fmla="*/ 1565214 h 1565214"/>
              <a:gd name="csX9" fmla="*/ 496922 w 1311576"/>
              <a:gd name="csY9" fmla="*/ 1563300 h 1565214"/>
              <a:gd name="csX10" fmla="*/ 0 w 1311576"/>
              <a:gd name="csY10" fmla="*/ 813619 h 1565214"/>
              <a:gd name="csX11" fmla="*/ 813620 w 1311576"/>
              <a:gd name="csY11" fmla="*/ 0 h 15652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311576" h="1565214">
                <a:moveTo>
                  <a:pt x="813620" y="0"/>
                </a:moveTo>
                <a:cubicBezTo>
                  <a:pt x="982126" y="0"/>
                  <a:pt x="1138668" y="51226"/>
                  <a:pt x="1268523" y="138953"/>
                </a:cubicBezTo>
                <a:lnTo>
                  <a:pt x="1311576" y="174476"/>
                </a:lnTo>
                <a:lnTo>
                  <a:pt x="1238544" y="234733"/>
                </a:lnTo>
                <a:cubicBezTo>
                  <a:pt x="1091308" y="381969"/>
                  <a:pt x="1000240" y="585374"/>
                  <a:pt x="1000240" y="810048"/>
                </a:cubicBezTo>
                <a:lnTo>
                  <a:pt x="1003683" y="878228"/>
                </a:lnTo>
                <a:lnTo>
                  <a:pt x="995759" y="881128"/>
                </a:lnTo>
                <a:cubicBezTo>
                  <a:pt x="728074" y="994350"/>
                  <a:pt x="533592" y="1246755"/>
                  <a:pt x="503038" y="1547621"/>
                </a:cubicBezTo>
                <a:lnTo>
                  <a:pt x="502149" y="1565214"/>
                </a:lnTo>
                <a:lnTo>
                  <a:pt x="496922" y="1563300"/>
                </a:lnTo>
                <a:cubicBezTo>
                  <a:pt x="204902" y="1439786"/>
                  <a:pt x="0" y="1150631"/>
                  <a:pt x="0" y="813619"/>
                </a:cubicBezTo>
                <a:cubicBezTo>
                  <a:pt x="0" y="364270"/>
                  <a:pt x="364270" y="0"/>
                  <a:pt x="813620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1F139D-0290-F74B-BB35-CEA59E0A6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FC9E26F-5A9D-3177-578B-9981F5D64CF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3714883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Exactly One</a:t>
                </a:r>
                <a:r>
                  <a:rPr lang="en-US" b="1" dirty="0"/>
                  <a:t>" Occurring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This calculates the probability that A happens alone, OR B happens alone, OR C happens alone.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  <a:p>
                <a:pPr marL="898525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9144000" indent="0">
                  <a:lnSpc>
                    <a:spcPct val="114000"/>
                  </a:lnSpc>
                  <a:buNone/>
                </a:pP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FC9E26F-5A9D-3177-578B-9981F5D64CF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3714883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314C84D4-F0B2-ACD0-631B-66F40583FED9}"/>
              </a:ext>
            </a:extLst>
          </p:cNvPr>
          <p:cNvGrpSpPr/>
          <p:nvPr/>
        </p:nvGrpSpPr>
        <p:grpSpPr>
          <a:xfrm>
            <a:off x="4187233" y="3505548"/>
            <a:ext cx="3908125" cy="3040268"/>
            <a:chOff x="4187233" y="3281812"/>
            <a:chExt cx="3908125" cy="304026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E828C07B-77B0-5AAA-61A1-882EA5B9F3E0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5EF2715C-45EE-510B-1EE7-D429637CA96C}"/>
                    </a:ext>
                  </a:extLst>
                </p:cNvPr>
                <p:cNvSpPr txBox="1"/>
                <p:nvPr/>
              </p:nvSpPr>
              <p:spPr>
                <a:xfrm>
                  <a:off x="7404242" y="32818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5EF2715C-45EE-510B-1EE7-D429637CA9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04242" y="3281812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71B174BA-B6C8-0D39-82B6-43884A0D33E8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71B174BA-B6C8-0D39-82B6-43884A0D33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4E451077-57F1-CC97-2B7D-3AA330EA546A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4E451077-57F1-CC97-2B7D-3AA330EA54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6456DD4D-C0BB-CE27-D766-860FEE6DCE73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6456DD4D-C0BB-CE27-D766-860FEE6DCE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597F333-5DE9-57E6-8050-7E0E5A751ED8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A2E788D0-96F9-B57D-9AE0-7F71721009B0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DA790DBD-41F0-445D-BAA3-9A20C6FB5CAB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763265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4" grpId="0" animBg="1"/>
      <p:bldP spid="13" grpId="0" animBg="1"/>
      <p:bldP spid="4" grpId="0" uiExpand="1" build="p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11BB7382-007A-8C43-96E4-24EA16EAEB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338E0636-DD34-2CBE-0401-C08DFCE2C0BF}"/>
              </a:ext>
            </a:extLst>
          </p:cNvPr>
          <p:cNvSpPr/>
          <p:nvPr/>
        </p:nvSpPr>
        <p:spPr>
          <a:xfrm>
            <a:off x="8461124" y="3429000"/>
            <a:ext cx="3372418" cy="2380689"/>
          </a:xfrm>
          <a:custGeom>
            <a:avLst/>
            <a:gdLst>
              <a:gd name="csX0" fmla="*/ 1139363 w 3372418"/>
              <a:gd name="csY0" fmla="*/ 382291 h 2380689"/>
              <a:gd name="csX1" fmla="*/ 248363 w 3372418"/>
              <a:gd name="csY1" fmla="*/ 1273291 h 2380689"/>
              <a:gd name="csX2" fmla="*/ 1139363 w 3372418"/>
              <a:gd name="csY2" fmla="*/ 2164291 h 2380689"/>
              <a:gd name="csX3" fmla="*/ 1637530 w 3372418"/>
              <a:gd name="csY3" fmla="*/ 2012123 h 2380689"/>
              <a:gd name="csX4" fmla="*/ 1660238 w 3372418"/>
              <a:gd name="csY4" fmla="*/ 1993386 h 2380689"/>
              <a:gd name="csX5" fmla="*/ 1705727 w 3372418"/>
              <a:gd name="csY5" fmla="*/ 2030919 h 2380689"/>
              <a:gd name="csX6" fmla="*/ 2203894 w 3372418"/>
              <a:gd name="csY6" fmla="*/ 2183087 h 2380689"/>
              <a:gd name="csX7" fmla="*/ 3094894 w 3372418"/>
              <a:gd name="csY7" fmla="*/ 1292087 h 2380689"/>
              <a:gd name="csX8" fmla="*/ 2203894 w 3372418"/>
              <a:gd name="csY8" fmla="*/ 401087 h 2380689"/>
              <a:gd name="csX9" fmla="*/ 1705727 w 3372418"/>
              <a:gd name="csY9" fmla="*/ 553256 h 2380689"/>
              <a:gd name="csX10" fmla="*/ 1683019 w 3372418"/>
              <a:gd name="csY10" fmla="*/ 571992 h 2380689"/>
              <a:gd name="csX11" fmla="*/ 1637530 w 3372418"/>
              <a:gd name="csY11" fmla="*/ 534460 h 2380689"/>
              <a:gd name="csX12" fmla="*/ 1139363 w 3372418"/>
              <a:gd name="csY12" fmla="*/ 382291 h 2380689"/>
              <a:gd name="csX13" fmla="*/ 0 w 3372418"/>
              <a:gd name="csY13" fmla="*/ 0 h 2380689"/>
              <a:gd name="csX14" fmla="*/ 3372418 w 3372418"/>
              <a:gd name="csY14" fmla="*/ 0 h 2380689"/>
              <a:gd name="csX15" fmla="*/ 3372418 w 3372418"/>
              <a:gd name="csY15" fmla="*/ 2380689 h 2380689"/>
              <a:gd name="csX16" fmla="*/ 0 w 3372418"/>
              <a:gd name="csY16" fmla="*/ 2380689 h 238068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2418" h="2380689">
                <a:moveTo>
                  <a:pt x="1139363" y="382291"/>
                </a:moveTo>
                <a:cubicBezTo>
                  <a:pt x="647277" y="382291"/>
                  <a:pt x="248363" y="781205"/>
                  <a:pt x="248363" y="1273291"/>
                </a:cubicBezTo>
                <a:cubicBezTo>
                  <a:pt x="248363" y="1765377"/>
                  <a:pt x="647277" y="2164291"/>
                  <a:pt x="1139363" y="2164291"/>
                </a:cubicBezTo>
                <a:cubicBezTo>
                  <a:pt x="1323895" y="2164291"/>
                  <a:pt x="1495325" y="2108194"/>
                  <a:pt x="1637530" y="2012123"/>
                </a:cubicBezTo>
                <a:lnTo>
                  <a:pt x="1660238" y="1993386"/>
                </a:lnTo>
                <a:lnTo>
                  <a:pt x="1705727" y="2030919"/>
                </a:lnTo>
                <a:cubicBezTo>
                  <a:pt x="1847932" y="2126990"/>
                  <a:pt x="2019362" y="2183087"/>
                  <a:pt x="2203894" y="2183087"/>
                </a:cubicBezTo>
                <a:cubicBezTo>
                  <a:pt x="2695980" y="2183087"/>
                  <a:pt x="3094894" y="1784173"/>
                  <a:pt x="3094894" y="1292087"/>
                </a:cubicBezTo>
                <a:cubicBezTo>
                  <a:pt x="3094894" y="800001"/>
                  <a:pt x="2695980" y="401087"/>
                  <a:pt x="2203894" y="401087"/>
                </a:cubicBezTo>
                <a:cubicBezTo>
                  <a:pt x="2019362" y="401087"/>
                  <a:pt x="1847932" y="457184"/>
                  <a:pt x="1705727" y="553256"/>
                </a:cubicBezTo>
                <a:lnTo>
                  <a:pt x="1683019" y="571992"/>
                </a:lnTo>
                <a:lnTo>
                  <a:pt x="1637530" y="534460"/>
                </a:lnTo>
                <a:cubicBezTo>
                  <a:pt x="1495325" y="438388"/>
                  <a:pt x="1323895" y="382291"/>
                  <a:pt x="1139363" y="382291"/>
                </a:cubicBezTo>
                <a:close/>
                <a:moveTo>
                  <a:pt x="0" y="0"/>
                </a:moveTo>
                <a:lnTo>
                  <a:pt x="3372418" y="0"/>
                </a:lnTo>
                <a:lnTo>
                  <a:pt x="3372418" y="2380689"/>
                </a:lnTo>
                <a:lnTo>
                  <a:pt x="0" y="2380689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4828A8C-2D99-5FEF-2330-D813654A48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De Morgan's Rules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4F2FD25-12A3-7C9E-6275-D8BEDCA4354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825786"/>
              </a:xfrm>
            </p:spPr>
            <p:txBody>
              <a:bodyPr/>
              <a:lstStyle/>
              <a:p>
                <a:r>
                  <a:rPr lang="en-US" b="1" dirty="0"/>
                  <a:t>None of the events occur</a:t>
                </a:r>
              </a:p>
              <a:p>
                <a:pPr lvl="1"/>
                <a:r>
                  <a:rPr lang="en-US" dirty="0"/>
                  <a:t>Neither A nor B happens. This is the area outside of both circles in a Venn diagram.</a:t>
                </a:r>
              </a:p>
              <a:p>
                <a:pPr lvl="1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p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sSup>
                      <m:sSupPr>
                        <m:ctrlPr>
                          <a:rPr lang="en-US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 b="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 b="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∪</m:t>
                            </m:r>
                            <m:r>
                              <m:rPr>
                                <m:sty m:val="p"/>
                              </m:rPr>
                              <a:rPr lang="en-US" b="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</m:e>
                      <m:sup>
                        <m:r>
                          <a:rPr lang="en-US" b="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IN" dirty="0">
                    <a:latin typeface="Cambria Math" panose="02040503050406030204" pitchFamily="18" charset="0"/>
                  </a:rPr>
                  <a:t>            </a:t>
                </a:r>
                <a:r>
                  <a:rPr lang="en-IN" dirty="0"/>
                  <a:t>[ </a:t>
                </a:r>
                <a:r>
                  <a:rPr lang="en-IN" dirty="0" err="1"/>
                  <a:t>De’Morgan’s</a:t>
                </a:r>
                <a:r>
                  <a:rPr lang="en-IN" dirty="0"/>
                  <a:t> Law ]  </a:t>
                </a:r>
              </a:p>
              <a:p>
                <a:pPr marL="2335213" lvl="5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 marL="2335213" lvl="1" indent="-87313" algn="l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US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US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b="1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dirty="0"/>
                          <m:t>none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occur</m:t>
                        </m:r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dirty="0"/>
                          <m:t>at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least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one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occurs</m:t>
                        </m:r>
                      </m:e>
                    </m:d>
                  </m:oMath>
                </a14:m>
                <a:endParaRPr lang="en-US" dirty="0"/>
              </a:p>
              <a:p>
                <a:pPr marL="2247900" lvl="1" indent="0">
                  <a:buNone/>
                </a:pPr>
                <a:endParaRPr lang="en-IN" b="1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4F2FD25-12A3-7C9E-6275-D8BEDCA4354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825786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" name="Group 15">
            <a:extLst>
              <a:ext uri="{FF2B5EF4-FFF2-40B4-BE49-F238E27FC236}">
                <a16:creationId xmlns:a16="http://schemas.microsoft.com/office/drawing/2014/main" id="{0C6BE8DF-3FC2-643B-59B3-83238293F220}"/>
              </a:ext>
            </a:extLst>
          </p:cNvPr>
          <p:cNvGrpSpPr/>
          <p:nvPr/>
        </p:nvGrpSpPr>
        <p:grpSpPr>
          <a:xfrm>
            <a:off x="8467812" y="3259841"/>
            <a:ext cx="3826472" cy="2549848"/>
            <a:chOff x="8234348" y="2857912"/>
            <a:chExt cx="3826472" cy="254984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DB1EC33-CD92-FBEB-6783-9C1502A01576}"/>
                </a:ext>
              </a:extLst>
            </p:cNvPr>
            <p:cNvSpPr/>
            <p:nvPr/>
          </p:nvSpPr>
          <p:spPr>
            <a:xfrm>
              <a:off x="8234349" y="3027071"/>
              <a:ext cx="3372418" cy="2380689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797A7CE7-B6F7-3742-E112-354C2C1E9125}"/>
                </a:ext>
              </a:extLst>
            </p:cNvPr>
            <p:cNvSpPr/>
            <p:nvPr/>
          </p:nvSpPr>
          <p:spPr>
            <a:xfrm>
              <a:off x="8481233" y="3389906"/>
              <a:ext cx="1782000" cy="1782000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93C6C119-EC5F-19B1-E580-6B171AE862EA}"/>
                </a:ext>
              </a:extLst>
            </p:cNvPr>
            <p:cNvSpPr/>
            <p:nvPr/>
          </p:nvSpPr>
          <p:spPr>
            <a:xfrm>
              <a:off x="9545764" y="3408702"/>
              <a:ext cx="1782000" cy="1782000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F5F33B43-9E10-6A94-AD16-2B958D897D37}"/>
                    </a:ext>
                  </a:extLst>
                </p:cNvPr>
                <p:cNvSpPr txBox="1"/>
                <p:nvPr/>
              </p:nvSpPr>
              <p:spPr>
                <a:xfrm>
                  <a:off x="8234348" y="320414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F5F33B43-9E10-6A94-AD16-2B958D897D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34348" y="3204146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F1ECF5E9-2C8C-F67A-96B3-D514FB1E5C83}"/>
                    </a:ext>
                  </a:extLst>
                </p:cNvPr>
                <p:cNvSpPr txBox="1"/>
                <p:nvPr/>
              </p:nvSpPr>
              <p:spPr>
                <a:xfrm>
                  <a:off x="10941185" y="320414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F1ECF5E9-2C8C-F67A-96B3-D514FB1E5C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941185" y="3204146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414BB4D4-36BF-3407-A414-67F255DC84AC}"/>
                    </a:ext>
                  </a:extLst>
                </p:cNvPr>
                <p:cNvSpPr txBox="1"/>
                <p:nvPr/>
              </p:nvSpPr>
              <p:spPr>
                <a:xfrm>
                  <a:off x="11489955" y="2857912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414BB4D4-36BF-3407-A414-67F255DC84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89955" y="2857912"/>
                  <a:ext cx="570865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4092118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3DBDAAC-EFE9-4E82-866E-A7DA2ACB9FFF}"/>
                  </a:ext>
                </a:extLst>
              </p:cNvPr>
              <p:cNvSpPr txBox="1"/>
              <p:nvPr/>
            </p:nvSpPr>
            <p:spPr>
              <a:xfrm>
                <a:off x="6368680" y="2252959"/>
                <a:ext cx="12486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9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black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3DBDAAC-EFE9-4E82-866E-A7DA2ACB9F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80" y="2252959"/>
                <a:ext cx="1248605" cy="523220"/>
              </a:xfrm>
              <a:prstGeom prst="rect">
                <a:avLst/>
              </a:prstGeom>
              <a:blipFill>
                <a:blip r:embed="rId2"/>
                <a:stretch>
                  <a:fillRect t="-11765" r="-731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 urn contains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green,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red and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9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black balls. If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balls are drawn at random, find the probability that at least one is green.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10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484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326C4A5-BD7F-4FDC-B2F6-117DF8436364}"/>
              </a:ext>
            </a:extLst>
          </p:cNvPr>
          <p:cNvSpPr txBox="1"/>
          <p:nvPr/>
        </p:nvSpPr>
        <p:spPr>
          <a:xfrm>
            <a:off x="1594218" y="2248479"/>
            <a:ext cx="17374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Total </a:t>
            </a:r>
            <a:r>
              <a:rPr kumimoji="0" lang="gu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balls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B58280A-E88E-4B36-B3DD-98613307A996}"/>
                  </a:ext>
                </a:extLst>
              </p:cNvPr>
              <p:cNvSpPr txBox="1"/>
              <p:nvPr/>
            </p:nvSpPr>
            <p:spPr>
              <a:xfrm>
                <a:off x="1594215" y="2851849"/>
                <a:ext cx="77174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total number of ways to draw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balls out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19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is: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B58280A-E88E-4B36-B3DD-98613307A9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851849"/>
                <a:ext cx="7717425" cy="523220"/>
              </a:xfrm>
              <a:prstGeom prst="rect">
                <a:avLst/>
              </a:prstGeom>
              <a:blipFill>
                <a:blip r:embed="rId4"/>
                <a:stretch>
                  <a:fillRect l="-1659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B3DCDF6-B095-4543-B32A-ED412A37F6EE}"/>
                  </a:ext>
                </a:extLst>
              </p:cNvPr>
              <p:cNvSpPr txBox="1"/>
              <p:nvPr/>
            </p:nvSpPr>
            <p:spPr>
              <a:xfrm>
                <a:off x="9145992" y="2854172"/>
                <a:ext cx="86334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B3DCDF6-B095-4543-B32A-ED412A37F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5992" y="2854172"/>
                <a:ext cx="86334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9205C40-C797-4796-9C84-207C70F15F93}"/>
                  </a:ext>
                </a:extLst>
              </p:cNvPr>
              <p:cNvSpPr txBox="1"/>
              <p:nvPr/>
            </p:nvSpPr>
            <p:spPr>
              <a:xfrm>
                <a:off x="7581358" y="2252959"/>
                <a:ext cx="96638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  <m:r>
                        <a:rPr kumimoji="0" lang="gu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9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9205C40-C797-4796-9C84-207C70F15F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81358" y="2252959"/>
                <a:ext cx="96638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3F3E53F-7679-4FDC-8FEC-215D034FAA07}"/>
                  </a:ext>
                </a:extLst>
              </p:cNvPr>
              <p:cNvSpPr txBox="1"/>
              <p:nvPr/>
            </p:nvSpPr>
            <p:spPr>
              <a:xfrm>
                <a:off x="10935973" y="2851849"/>
                <a:ext cx="119252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gu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969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3F3E53F-7679-4FDC-8FEC-215D034FAA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35973" y="2851849"/>
                <a:ext cx="119252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FEC7D4B-9C30-4939-BB6B-1CC9CE3A25B4}"/>
                  </a:ext>
                </a:extLst>
              </p:cNvPr>
              <p:cNvSpPr txBox="1"/>
              <p:nvPr/>
            </p:nvSpPr>
            <p:spPr>
              <a:xfrm>
                <a:off x="9869025" y="2851849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gu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9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gu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FEC7D4B-9C30-4939-BB6B-1CC9CE3A25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9025" y="2851849"/>
                <a:ext cx="124993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F70C184-D94C-4818-BFE1-5F17CE82EB05}"/>
                  </a:ext>
                </a:extLst>
              </p:cNvPr>
              <p:cNvSpPr txBox="1"/>
              <p:nvPr/>
            </p:nvSpPr>
            <p:spPr>
              <a:xfrm>
                <a:off x="3517880" y="2252959"/>
                <a:ext cx="13459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green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6F70C184-D94C-4818-BFE1-5F17CE82E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7880" y="2252959"/>
                <a:ext cx="1345947" cy="523220"/>
              </a:xfrm>
              <a:prstGeom prst="rect">
                <a:avLst/>
              </a:prstGeom>
              <a:blipFill>
                <a:blip r:embed="rId9"/>
                <a:stretch>
                  <a:fillRect t="-11765" r="-497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7B6C86F-1A91-4F69-86ED-8A9D451664E9}"/>
                  </a:ext>
                </a:extLst>
              </p:cNvPr>
              <p:cNvSpPr txBox="1"/>
              <p:nvPr/>
            </p:nvSpPr>
            <p:spPr>
              <a:xfrm>
                <a:off x="5101984" y="2252959"/>
                <a:ext cx="10285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red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7B6C86F-1A91-4F69-86ED-8A9D451664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01984" y="2252959"/>
                <a:ext cx="1028539" cy="523220"/>
              </a:xfrm>
              <a:prstGeom prst="rect">
                <a:avLst/>
              </a:prstGeom>
              <a:blipFill>
                <a:blip r:embed="rId10"/>
                <a:stretch>
                  <a:fillRect t="-11765" r="-591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3ACE6C5-9A33-4DF9-8A18-2B9994E5ECEA}"/>
                  </a:ext>
                </a:extLst>
              </p:cNvPr>
              <p:cNvSpPr txBox="1"/>
              <p:nvPr/>
            </p:nvSpPr>
            <p:spPr>
              <a:xfrm>
                <a:off x="3143318" y="2252959"/>
                <a:ext cx="4959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3ACE6C5-9A33-4DF9-8A18-2B9994E5EC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3318" y="2252959"/>
                <a:ext cx="49590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9F02AD66-56F1-435F-A1E1-7A640CFE5DA0}"/>
                  </a:ext>
                </a:extLst>
              </p:cNvPr>
              <p:cNvSpPr txBox="1"/>
              <p:nvPr/>
            </p:nvSpPr>
            <p:spPr>
              <a:xfrm>
                <a:off x="4734953" y="2252959"/>
                <a:ext cx="4959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9F02AD66-56F1-435F-A1E1-7A640CFE5D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4953" y="2252959"/>
                <a:ext cx="49590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A364C2A-97F3-4EE2-A183-848B7B1B017A}"/>
                  </a:ext>
                </a:extLst>
              </p:cNvPr>
              <p:cNvSpPr txBox="1"/>
              <p:nvPr/>
            </p:nvSpPr>
            <p:spPr>
              <a:xfrm>
                <a:off x="5985323" y="2252959"/>
                <a:ext cx="4959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A364C2A-97F3-4EE2-A183-848B7B1B01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5323" y="2252959"/>
                <a:ext cx="49590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589CEA7D-B7D1-40FF-9DAF-B380EF64058F}"/>
                  </a:ext>
                </a:extLst>
              </p:cNvPr>
              <p:cNvSpPr txBox="1"/>
              <p:nvPr/>
            </p:nvSpPr>
            <p:spPr>
              <a:xfrm>
                <a:off x="1593061" y="3899426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gu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E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589CEA7D-B7D1-40FF-9DAF-B380EF6405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061" y="3899426"/>
                <a:ext cx="1463040" cy="523220"/>
              </a:xfrm>
              <a:prstGeom prst="rect">
                <a:avLst/>
              </a:prstGeom>
              <a:blipFill>
                <a:blip r:embed="rId14"/>
                <a:stretch>
                  <a:fillRect l="-8333" t="-10588" r="-458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TextBox 47">
            <a:extLst>
              <a:ext uri="{FF2B5EF4-FFF2-40B4-BE49-F238E27FC236}">
                <a16:creationId xmlns:a16="http://schemas.microsoft.com/office/drawing/2014/main" id="{641A9EB2-FCCA-4888-B183-F74C1ABC9664}"/>
              </a:ext>
            </a:extLst>
          </p:cNvPr>
          <p:cNvSpPr txBox="1"/>
          <p:nvPr/>
        </p:nvSpPr>
        <p:spPr>
          <a:xfrm>
            <a:off x="2822098" y="3898198"/>
            <a:ext cx="373110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</a:t>
            </a:r>
            <a:r>
              <a:rPr kumimoji="0" lang="gu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no green ball is drawn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7F47E76-8D55-45B3-ABEB-1C8390A3F9A7}"/>
                  </a:ext>
                </a:extLst>
              </p:cNvPr>
              <p:cNvSpPr txBox="1"/>
              <p:nvPr/>
            </p:nvSpPr>
            <p:spPr>
              <a:xfrm>
                <a:off x="1689450" y="6021263"/>
                <a:ext cx="86334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gu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7F47E76-8D55-45B3-ABEB-1C8390A3F9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9450" y="6021263"/>
                <a:ext cx="86334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F34CE30-7186-4C8E-BE1E-62E82581EA50}"/>
                  </a:ext>
                </a:extLst>
              </p:cNvPr>
              <p:cNvSpPr txBox="1"/>
              <p:nvPr/>
            </p:nvSpPr>
            <p:spPr>
              <a:xfrm>
                <a:off x="3611474" y="6018940"/>
                <a:ext cx="119252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gu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F34CE30-7186-4C8E-BE1E-62E82581EA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74" y="6018940"/>
                <a:ext cx="119252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C0A96B1-3BAD-412E-BF10-2DB439009C56}"/>
                  </a:ext>
                </a:extLst>
              </p:cNvPr>
              <p:cNvSpPr txBox="1"/>
              <p:nvPr/>
            </p:nvSpPr>
            <p:spPr>
              <a:xfrm>
                <a:off x="2438096" y="6018940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gu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gu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C0A96B1-3BAD-412E-BF10-2DB439009C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8096" y="6018940"/>
                <a:ext cx="124993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853775D2-3DDC-479E-8D06-468092153361}"/>
              </a:ext>
            </a:extLst>
          </p:cNvPr>
          <p:cNvSpPr/>
          <p:nvPr/>
        </p:nvSpPr>
        <p:spPr>
          <a:xfrm>
            <a:off x="5188323" y="2248477"/>
            <a:ext cx="2393035" cy="5232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971911F-EB83-4BDC-ABA5-6F944041FA82}"/>
              </a:ext>
            </a:extLst>
          </p:cNvPr>
          <p:cNvSpPr txBox="1"/>
          <p:nvPr/>
        </p:nvSpPr>
        <p:spPr>
          <a:xfrm>
            <a:off x="1593061" y="4463090"/>
            <a:ext cx="7536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8AC7277-403F-411F-8345-1E96D2DC54EA}"/>
                  </a:ext>
                </a:extLst>
              </p:cNvPr>
              <p:cNvSpPr txBox="1"/>
              <p:nvPr/>
            </p:nvSpPr>
            <p:spPr>
              <a:xfrm>
                <a:off x="1593061" y="4961611"/>
                <a:ext cx="15525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IN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kumimoji="0" lang="gu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E</m:t>
                        </m:r>
                      </m:e>
                      <m:sup>
                        <m:r>
                          <a:rPr kumimoji="0" lang="en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sup>
                    </m:sSup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8AC7277-403F-411F-8345-1E96D2DC54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061" y="4961611"/>
                <a:ext cx="1552500" cy="523220"/>
              </a:xfrm>
              <a:prstGeom prst="rect">
                <a:avLst/>
              </a:prstGeom>
              <a:blipFill>
                <a:blip r:embed="rId18"/>
                <a:stretch>
                  <a:fillRect l="-7843" t="-10465" r="-5882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BD24E7CA-821C-4715-9828-BD850B8A08B7}"/>
              </a:ext>
            </a:extLst>
          </p:cNvPr>
          <p:cNvSpPr txBox="1"/>
          <p:nvPr/>
        </p:nvSpPr>
        <p:spPr>
          <a:xfrm>
            <a:off x="2963518" y="4959183"/>
            <a:ext cx="511368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at least one green ball is drawn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5419CE7-F428-4607-A5D8-83025F9B15A2}"/>
              </a:ext>
            </a:extLst>
          </p:cNvPr>
          <p:cNvSpPr txBox="1"/>
          <p:nvPr/>
        </p:nvSpPr>
        <p:spPr>
          <a:xfrm>
            <a:off x="1593061" y="3429000"/>
            <a:ext cx="7536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Let,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156EA53-5D5B-4E57-85F4-81958A4F40DA}"/>
              </a:ext>
            </a:extLst>
          </p:cNvPr>
          <p:cNvSpPr txBox="1"/>
          <p:nvPr/>
        </p:nvSpPr>
        <p:spPr>
          <a:xfrm>
            <a:off x="1593061" y="5488433"/>
            <a:ext cx="1096755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34BD818-947E-49DC-B209-C1A0A6523655}"/>
                  </a:ext>
                </a:extLst>
              </p:cNvPr>
              <p:cNvSpPr txBox="1"/>
              <p:nvPr/>
            </p:nvSpPr>
            <p:spPr>
              <a:xfrm>
                <a:off x="7981906" y="3608178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</m:e>
                            <m:sup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34BD818-947E-49DC-B209-C1A0A65236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81906" y="3608178"/>
                <a:ext cx="90057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0781902C-8040-4B39-A352-7BD761C5D60B}"/>
                  </a:ext>
                </a:extLst>
              </p:cNvPr>
              <p:cNvSpPr txBox="1"/>
              <p:nvPr/>
            </p:nvSpPr>
            <p:spPr>
              <a:xfrm>
                <a:off x="7535272" y="360817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0781902C-8040-4B39-A352-7BD761C5D6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35272" y="3608178"/>
                <a:ext cx="53412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E115074-55FF-4549-ACAC-20300B339923}"/>
                  </a:ext>
                </a:extLst>
              </p:cNvPr>
              <p:cNvSpPr txBox="1"/>
              <p:nvPr/>
            </p:nvSpPr>
            <p:spPr>
              <a:xfrm>
                <a:off x="8818107" y="3608178"/>
                <a:ext cx="233243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E115074-55FF-4549-ACAC-20300B3399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8107" y="3608178"/>
                <a:ext cx="233243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65D416B-C7DB-44FC-B6DF-C5973D2B3FC6}"/>
                  </a:ext>
                </a:extLst>
              </p:cNvPr>
              <p:cNvSpPr txBox="1"/>
              <p:nvPr/>
            </p:nvSpPr>
            <p:spPr>
              <a:xfrm>
                <a:off x="8818107" y="4190525"/>
                <a:ext cx="2332437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65D416B-C7DB-44FC-B6DF-C5973D2B3F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8107" y="4190525"/>
                <a:ext cx="2332437" cy="989438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25548-45C4-480C-A519-0C011AC2F705}"/>
                  </a:ext>
                </a:extLst>
              </p:cNvPr>
              <p:cNvSpPr txBox="1"/>
              <p:nvPr/>
            </p:nvSpPr>
            <p:spPr>
              <a:xfrm>
                <a:off x="8818107" y="5299150"/>
                <a:ext cx="2332437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gu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286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gu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969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25548-45C4-480C-A519-0C011AC2F7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8107" y="5299150"/>
                <a:ext cx="2332437" cy="90178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53B4E3FB-F53A-4BEC-9D34-D0B117818CFF}"/>
                  </a:ext>
                </a:extLst>
              </p:cNvPr>
              <p:cNvSpPr txBox="1"/>
              <p:nvPr/>
            </p:nvSpPr>
            <p:spPr>
              <a:xfrm>
                <a:off x="10780515" y="5299150"/>
                <a:ext cx="138603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gu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683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gu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969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53B4E3FB-F53A-4BEC-9D34-D0B117818C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80515" y="5299150"/>
                <a:ext cx="1386030" cy="90178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7526161" y="3362525"/>
            <a:ext cx="0" cy="3179635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3772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" grpId="0" animBg="1"/>
      <p:bldP spid="23" grpId="0"/>
      <p:bldP spid="33" grpId="0"/>
      <p:bldP spid="34" grpId="0"/>
      <p:bldP spid="35" grpId="0"/>
      <p:bldP spid="36" grpId="0"/>
      <p:bldP spid="50" grpId="0"/>
      <p:bldP spid="38" grpId="0"/>
      <p:bldP spid="39" grpId="0"/>
      <p:bldP spid="40" grpId="0"/>
      <p:bldP spid="41" grpId="0"/>
      <p:bldP spid="44" grpId="0"/>
      <p:bldP spid="47" grpId="0" animBg="1"/>
      <p:bldP spid="48" grpId="0" animBg="1"/>
      <p:bldP spid="49" grpId="0"/>
      <p:bldP spid="51" grpId="0"/>
      <p:bldP spid="52" grpId="0"/>
      <p:bldP spid="6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7" grpId="0" animBg="1"/>
      <p:bldP spid="42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1163753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6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two mutually exclusive events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</m:e>
                    </m:d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=0.30,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B</m:t>
                        </m:r>
                      </m:e>
                    </m:d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=0.45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 Find the probability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</m:e>
                      <m:sup>
                        <m: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sup>
                    </m:sSup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r>
                      <a:rPr kumimoji="0" lang="en-IN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 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∩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r>
                      <a:rPr kumimoji="0" lang="en-IN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 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∪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 </m:t>
                    </m:r>
                    <m:sSup>
                      <m:sSup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</m:e>
                      <m:sup>
                        <m: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sup>
                    </m:sSup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∩</m:t>
                    </m:r>
                    <m:sSup>
                      <m:sSupPr>
                        <m:ctrlPr>
                          <a:rPr kumimoji="0" lang="en-IN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kumimoji="0" lang="en-US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B</m:t>
                        </m:r>
                      </m:e>
                      <m:sup>
                        <m: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sup>
                    </m:sSup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1163753"/>
              </a:xfrm>
              <a:prstGeom prst="rect">
                <a:avLst/>
              </a:prstGeom>
              <a:blipFill>
                <a:blip r:embed="rId2"/>
                <a:stretch>
                  <a:fillRect l="-1074" t="-1047" r="-1074" b="-733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2185674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0846F01-7E87-4E07-BAA3-01B7131FF28E}"/>
              </a:ext>
            </a:extLst>
          </p:cNvPr>
          <p:cNvSpPr txBox="1"/>
          <p:nvPr/>
        </p:nvSpPr>
        <p:spPr>
          <a:xfrm>
            <a:off x="1594218" y="2185673"/>
            <a:ext cx="215206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9FC683F-5A63-4A5F-A8AC-BE07500555BC}"/>
                  </a:ext>
                </a:extLst>
              </p:cNvPr>
              <p:cNvSpPr txBox="1"/>
              <p:nvPr/>
            </p:nvSpPr>
            <p:spPr>
              <a:xfrm>
                <a:off x="1594217" y="2722420"/>
                <a:ext cx="7278849" cy="523220"/>
              </a:xfrm>
              <a:prstGeom prst="rect">
                <a:avLst/>
              </a:prstGeom>
              <a:noFill/>
            </p:spPr>
            <p:txBody>
              <a:bodyPr wrap="square" anchor="t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Also,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are two mutually exclusive events.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9FC683F-5A63-4A5F-A8AC-BE07500555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2722420"/>
                <a:ext cx="7278849" cy="523220"/>
              </a:xfrm>
              <a:prstGeom prst="rect">
                <a:avLst/>
              </a:prstGeom>
              <a:blipFill>
                <a:blip r:embed="rId3"/>
                <a:stretch>
                  <a:fillRect l="-1759" t="-12941" b="-3294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9143807-461E-47F7-8A16-0B7F73CD2A37}"/>
                  </a:ext>
                </a:extLst>
              </p:cNvPr>
              <p:cNvSpPr txBox="1"/>
              <p:nvPr/>
            </p:nvSpPr>
            <p:spPr>
              <a:xfrm>
                <a:off x="8429556" y="2722419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9143807-461E-47F7-8A16-0B7F73CD2A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29556" y="2722419"/>
                <a:ext cx="53412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81EC877-6698-42F9-8DA9-E2C048B1592B}"/>
                  </a:ext>
                </a:extLst>
              </p:cNvPr>
              <p:cNvSpPr txBox="1"/>
              <p:nvPr/>
            </p:nvSpPr>
            <p:spPr>
              <a:xfrm>
                <a:off x="8963683" y="2722419"/>
                <a:ext cx="10582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81EC877-6698-42F9-8DA9-E2C048B159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63683" y="2722419"/>
                <a:ext cx="10582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B50AA5A-AE75-4F3C-B3C8-77698F7751DC}"/>
                  </a:ext>
                </a:extLst>
              </p:cNvPr>
              <p:cNvSpPr txBox="1"/>
              <p:nvPr/>
            </p:nvSpPr>
            <p:spPr>
              <a:xfrm>
                <a:off x="9936170" y="2722419"/>
                <a:ext cx="78536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ϕ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B50AA5A-AE75-4F3C-B3C8-77698F7751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6170" y="2722419"/>
                <a:ext cx="785368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7987D36-B8B6-46DF-8FAE-E8C9727013A5}"/>
                  </a:ext>
                </a:extLst>
              </p:cNvPr>
              <p:cNvSpPr txBox="1"/>
              <p:nvPr/>
            </p:nvSpPr>
            <p:spPr>
              <a:xfrm>
                <a:off x="3403186" y="2199199"/>
                <a:ext cx="208321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=0.30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7987D36-B8B6-46DF-8FAE-E8C9727013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3186" y="2199199"/>
                <a:ext cx="208321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FA1E75C-709F-4A78-92CC-C1F39AD3F658}"/>
                  </a:ext>
                </a:extLst>
              </p:cNvPr>
              <p:cNvSpPr txBox="1"/>
              <p:nvPr/>
            </p:nvSpPr>
            <p:spPr>
              <a:xfrm>
                <a:off x="5747355" y="2199199"/>
                <a:ext cx="208321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=0.45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FA1E75C-709F-4A78-92CC-C1F39AD3F6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7355" y="2199199"/>
                <a:ext cx="208321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C8C41ABA-0F29-431D-9106-11200C5A28FD}"/>
              </a:ext>
            </a:extLst>
          </p:cNvPr>
          <p:cNvSpPr txBox="1"/>
          <p:nvPr/>
        </p:nvSpPr>
        <p:spPr>
          <a:xfrm>
            <a:off x="1594218" y="3435034"/>
            <a:ext cx="93126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8E84EB0-FB6D-4DEA-BA08-544DEC26DE8A}"/>
                  </a:ext>
                </a:extLst>
              </p:cNvPr>
              <p:cNvSpPr txBox="1"/>
              <p:nvPr/>
            </p:nvSpPr>
            <p:spPr>
              <a:xfrm>
                <a:off x="2525486" y="3429000"/>
                <a:ext cx="10582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kumimoji="0" lang="en-IN" sz="28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kumimoji="0" lang="en-IN" sz="28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A</m:t>
                            </m:r>
                          </m:e>
                          <m:sup>
                            <m:r>
                              <a:rPr kumimoji="0" lang="en-IN" sz="28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8E84EB0-FB6D-4DEA-BA08-544DEC26DE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5486" y="3429000"/>
                <a:ext cx="105821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BD507FE-FB21-427D-9D1C-3FCDB600155C}"/>
                  </a:ext>
                </a:extLst>
              </p:cNvPr>
              <p:cNvSpPr txBox="1"/>
              <p:nvPr/>
            </p:nvSpPr>
            <p:spPr>
              <a:xfrm>
                <a:off x="3456754" y="3429000"/>
                <a:ext cx="19512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BD507FE-FB21-427D-9D1C-3FCDB60015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6754" y="3429000"/>
                <a:ext cx="195126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D1246CC-296A-49C1-95DC-47141909894E}"/>
                  </a:ext>
                </a:extLst>
              </p:cNvPr>
              <p:cNvSpPr txBox="1"/>
              <p:nvPr/>
            </p:nvSpPr>
            <p:spPr>
              <a:xfrm>
                <a:off x="3456754" y="3965747"/>
                <a:ext cx="19512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0.30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D1246CC-296A-49C1-95DC-4714190989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6754" y="3965747"/>
                <a:ext cx="195126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7CE035-44E3-4349-9A1A-6CB105224DA9}"/>
                  </a:ext>
                </a:extLst>
              </p:cNvPr>
              <p:cNvSpPr txBox="1"/>
              <p:nvPr/>
            </p:nvSpPr>
            <p:spPr>
              <a:xfrm>
                <a:off x="3456754" y="4502494"/>
                <a:ext cx="122079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0.70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7CE035-44E3-4349-9A1A-6CB105224D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6754" y="4502494"/>
                <a:ext cx="1220796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B6252998-403B-4923-BA73-742B94FB330C}"/>
              </a:ext>
            </a:extLst>
          </p:cNvPr>
          <p:cNvCxnSpPr>
            <a:cxnSpLocks/>
          </p:cNvCxnSpPr>
          <p:nvPr/>
        </p:nvCxnSpPr>
        <p:spPr>
          <a:xfrm>
            <a:off x="5571854" y="3429000"/>
            <a:ext cx="0" cy="3116943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E07B08F-46A1-4B49-8D53-9397F595398B}"/>
              </a:ext>
            </a:extLst>
          </p:cNvPr>
          <p:cNvSpPr/>
          <p:nvPr/>
        </p:nvSpPr>
        <p:spPr>
          <a:xfrm>
            <a:off x="3456754" y="4488316"/>
            <a:ext cx="1220794" cy="522000"/>
          </a:xfrm>
          <a:prstGeom prst="roundRect">
            <a:avLst/>
          </a:prstGeom>
          <a:noFill/>
          <a:ln w="28575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B6B2C48-BD7B-4720-A736-1A86E09F7EC8}"/>
                  </a:ext>
                </a:extLst>
              </p:cNvPr>
              <p:cNvSpPr txBox="1"/>
              <p:nvPr/>
            </p:nvSpPr>
            <p:spPr>
              <a:xfrm>
                <a:off x="2525486" y="5719149"/>
                <a:ext cx="15913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  <m: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B</m:t>
                        </m:r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B6B2C48-BD7B-4720-A736-1A86E09F7E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5486" y="5719149"/>
                <a:ext cx="159131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1FDC1580-5C67-47C7-8A12-FE795E39A03C}"/>
                  </a:ext>
                </a:extLst>
              </p:cNvPr>
              <p:cNvSpPr txBox="1"/>
              <p:nvPr/>
            </p:nvSpPr>
            <p:spPr>
              <a:xfrm>
                <a:off x="3980542" y="5719149"/>
                <a:ext cx="69700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1FDC1580-5C67-47C7-8A12-FE795E39A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0542" y="5719149"/>
                <a:ext cx="69700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F878A94A-2BA6-4146-A456-183EBBDBAFB4}"/>
              </a:ext>
            </a:extLst>
          </p:cNvPr>
          <p:cNvSpPr/>
          <p:nvPr/>
        </p:nvSpPr>
        <p:spPr>
          <a:xfrm>
            <a:off x="8948449" y="2735946"/>
            <a:ext cx="1773089" cy="523220"/>
          </a:xfrm>
          <a:prstGeom prst="roundRect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5D57236-C392-40DF-871B-923FBA5375A8}"/>
                  </a:ext>
                </a:extLst>
              </p:cNvPr>
              <p:cNvSpPr txBox="1"/>
              <p:nvPr/>
            </p:nvSpPr>
            <p:spPr>
              <a:xfrm>
                <a:off x="5833578" y="3429000"/>
                <a:ext cx="159297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A</m:t>
                        </m:r>
                        <m:r>
                          <a:rPr kumimoji="0" lang="en-IN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kumimoji="0" lang="en-IN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B</m:t>
                        </m:r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5D57236-C392-40DF-871B-923FBA5375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3578" y="3429000"/>
                <a:ext cx="159297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CAA6D1C-79DB-4CEA-A74E-A23591D4AADC}"/>
                  </a:ext>
                </a:extLst>
              </p:cNvPr>
              <p:cNvSpPr txBox="1"/>
              <p:nvPr/>
            </p:nvSpPr>
            <p:spPr>
              <a:xfrm>
                <a:off x="7469131" y="3429000"/>
                <a:ext cx="417894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CAA6D1C-79DB-4CEA-A74E-A23591D4AA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9131" y="3429000"/>
                <a:ext cx="417894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A1084A8-5BBB-4445-8F32-755E927323AB}"/>
                  </a:ext>
                </a:extLst>
              </p:cNvPr>
              <p:cNvSpPr txBox="1"/>
              <p:nvPr/>
            </p:nvSpPr>
            <p:spPr>
              <a:xfrm>
                <a:off x="7469131" y="3982127"/>
                <a:ext cx="303531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30</m:t>
                      </m:r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0.45−0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A1084A8-5BBB-4445-8F32-755E927323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9131" y="3982127"/>
                <a:ext cx="3035311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3326494-4502-4FF2-B7CA-CFBEFA1CBD7A}"/>
                  </a:ext>
                </a:extLst>
              </p:cNvPr>
              <p:cNvSpPr txBox="1"/>
              <p:nvPr/>
            </p:nvSpPr>
            <p:spPr>
              <a:xfrm>
                <a:off x="7469130" y="4535254"/>
                <a:ext cx="134094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0.75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3326494-4502-4FF2-B7CA-CFBEFA1CBD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9130" y="4535254"/>
                <a:ext cx="134094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B6102DD0-14E1-413F-AD7C-642092BCF2CC}"/>
              </a:ext>
            </a:extLst>
          </p:cNvPr>
          <p:cNvSpPr/>
          <p:nvPr/>
        </p:nvSpPr>
        <p:spPr>
          <a:xfrm>
            <a:off x="2525486" y="5703751"/>
            <a:ext cx="2152062" cy="522000"/>
          </a:xfrm>
          <a:prstGeom prst="roundRect">
            <a:avLst/>
          </a:prstGeom>
          <a:noFill/>
          <a:ln w="28575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D5553A6-7262-4D52-AA85-7C1E50DD1888}"/>
                  </a:ext>
                </a:extLst>
              </p:cNvPr>
              <p:cNvSpPr txBox="1"/>
              <p:nvPr/>
            </p:nvSpPr>
            <p:spPr>
              <a:xfrm>
                <a:off x="5735691" y="5118288"/>
                <a:ext cx="17334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P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kumimoji="0" lang="en-IN" sz="28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kumimoji="0" lang="en-IN" sz="2800" b="0" i="0" u="none" strike="noStrike" kern="120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A</m:t>
                            </m:r>
                          </m:e>
                          <m:sup>
                            <m:r>
                              <a:rPr kumimoji="0" lang="en-IN" sz="2800" b="0" i="0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  <m:r>
                          <a:rPr kumimoji="0" lang="en-IN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∩</m:t>
                        </m:r>
                        <m:sSup>
                          <m:sSupPr>
                            <m:ctrlPr>
                              <a:rPr kumimoji="0" lang="en-IN" sz="28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kumimoji="0" lang="en-IN" sz="2800" b="0" i="0" u="none" strike="noStrike" kern="120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B</m:t>
                            </m:r>
                          </m:e>
                          <m:sup>
                            <m:r>
                              <a:rPr kumimoji="0" lang="en-IN" sz="2800" b="0" i="0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</a:t>
                </a: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D5553A6-7262-4D52-AA85-7C1E50DD18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35691" y="5118288"/>
                <a:ext cx="173343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B05972C-BBEF-445F-BD3F-EB8D882C2567}"/>
                  </a:ext>
                </a:extLst>
              </p:cNvPr>
              <p:cNvSpPr txBox="1"/>
              <p:nvPr/>
            </p:nvSpPr>
            <p:spPr>
              <a:xfrm>
                <a:off x="7471336" y="5118288"/>
                <a:ext cx="25276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B05972C-BBEF-445F-BD3F-EB8D882C25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1336" y="5118288"/>
                <a:ext cx="252761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094A66F5-7889-42FD-86FA-898E5DA15093}"/>
              </a:ext>
            </a:extLst>
          </p:cNvPr>
          <p:cNvSpPr/>
          <p:nvPr/>
        </p:nvSpPr>
        <p:spPr>
          <a:xfrm>
            <a:off x="7489840" y="4539885"/>
            <a:ext cx="1220794" cy="522000"/>
          </a:xfrm>
          <a:prstGeom prst="roundRect">
            <a:avLst/>
          </a:prstGeom>
          <a:noFill/>
          <a:ln w="28575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E306EB8-7655-4E27-BE50-01C2EA2CBBA3}"/>
                  </a:ext>
                </a:extLst>
              </p:cNvPr>
              <p:cNvSpPr txBox="1"/>
              <p:nvPr/>
            </p:nvSpPr>
            <p:spPr>
              <a:xfrm>
                <a:off x="7471336" y="5598466"/>
                <a:ext cx="189205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0.75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E306EB8-7655-4E27-BE50-01C2EA2CBB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1336" y="5598466"/>
                <a:ext cx="189205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6CD2C90-F558-492B-A08A-550D15F71BAD}"/>
                  </a:ext>
                </a:extLst>
              </p:cNvPr>
              <p:cNvSpPr txBox="1"/>
              <p:nvPr/>
            </p:nvSpPr>
            <p:spPr>
              <a:xfrm>
                <a:off x="7469130" y="6078644"/>
                <a:ext cx="126601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0.25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6CD2C90-F558-492B-A08A-550D15F71B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9130" y="6078644"/>
                <a:ext cx="1266012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0815A49A-E0EA-474B-A503-62DCE91D0519}"/>
              </a:ext>
            </a:extLst>
          </p:cNvPr>
          <p:cNvSpPr/>
          <p:nvPr/>
        </p:nvSpPr>
        <p:spPr>
          <a:xfrm>
            <a:off x="7489840" y="6065788"/>
            <a:ext cx="1220794" cy="522000"/>
          </a:xfrm>
          <a:prstGeom prst="roundRect">
            <a:avLst/>
          </a:prstGeom>
          <a:noFill/>
          <a:ln w="28575">
            <a:solidFill>
              <a:srgbClr val="B847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70753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7" grpId="0" animBg="1"/>
      <p:bldP spid="32" grpId="0" animBg="1"/>
      <p:bldP spid="15" grpId="0" animBg="1"/>
      <p:bldP spid="16" grpId="0" animBg="1"/>
      <p:bldP spid="17" grpId="0" animBg="1"/>
      <p:bldP spid="20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8" grpId="0" animBg="1"/>
      <p:bldP spid="3" grpId="0" animBg="1"/>
      <p:bldP spid="31" grpId="0" animBg="1"/>
      <p:bldP spid="35" grpId="0" animBg="1"/>
      <p:bldP spid="9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878B2C50-1D6B-FF4A-88CD-4DCE1362F7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B1B1B5-020C-0018-C7C8-50E32ED044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De Morgan's Rules : For Two Events A and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14DA4D3-09A8-83E7-9196-F942704F972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4405547"/>
              </a:xfrm>
            </p:spPr>
            <p:txBody>
              <a:bodyPr/>
              <a:lstStyle/>
              <a:p>
                <a:r>
                  <a:rPr lang="en-US" b="1" dirty="0"/>
                  <a:t>Events do not occur together</a:t>
                </a:r>
              </a:p>
              <a:p>
                <a:pPr lvl="1"/>
                <a:r>
                  <a:rPr lang="en-US" dirty="0"/>
                  <a:t>This essentially means "At least one of them does not happen." It is the opposite of the intersection.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b="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 b="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 b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sSup>
                          <m:sSupPr>
                            <m:ctrlPr>
                              <a:rPr lang="en-IN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 b="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p>
                            <m:r>
                              <a:rPr lang="en-US" b="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sSup>
                      <m:sSupPr>
                        <m:ctrlPr>
                          <a:rPr lang="en-US" b="1" i="1" dirty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b="1" i="1" dirty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 dirty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 dirty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 dirty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</m:d>
                      </m:e>
                      <m:sup>
                        <m:r>
                          <a:rPr lang="en-US" b="1" i="0" dirty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endParaRPr lang="en-IN" b="1" dirty="0">
                  <a:latin typeface="Cambria Math" panose="02040503050406030204" pitchFamily="18" charset="0"/>
                </a:endParaRPr>
              </a:p>
              <a:p>
                <a:pPr marL="2236788" lvl="1" indent="-1965325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2247900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1" dirty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US" b="1" dirty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b="1" dirty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US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US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dirty="0"/>
                          <m:t>not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all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occur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together</m:t>
                        </m:r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dirty="0"/>
                          <m:t>all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occur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together</m:t>
                        </m:r>
                      </m:e>
                    </m:d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14DA4D3-09A8-83E7-9196-F942704F972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4405547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46530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8B0E26-221F-A643-20C0-F05B5BE0F1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90DC961-CFDB-FBC9-D4FD-123962B7CCD3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What does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b="1" i="0" smtClean="0">
                        <a:latin typeface="Cambria Math" panose="02040503050406030204" pitchFamily="18" charset="0"/>
                      </a:rPr>
                      <m:t>∪</m:t>
                    </m:r>
                    <m:r>
                      <a:rPr lang="en-IN" b="1" i="0" smtClean="0"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b="1" i="0" smtClean="0">
                        <a:latin typeface="Cambria Math" panose="02040503050406030204" pitchFamily="18" charset="0"/>
                      </a:rPr>
                      <m:t>′</m:t>
                    </m:r>
                  </m:oMath>
                </a14:m>
                <a:r>
                  <a:rPr lang="en-IN" dirty="0"/>
                  <a:t> really tell us?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90DC961-CFDB-FBC9-D4FD-123962B7CCD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9402" b="-1880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7B30F39-9BFC-A935-67FF-6EB45EFC1C8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4204667"/>
              </a:xfrm>
            </p:spPr>
            <p:txBody>
              <a:bodyPr/>
              <a:lstStyle/>
              <a:p>
                <a:r>
                  <a:rPr lang="en-US" dirty="0"/>
                  <a:t>It tells us that at least one of the following three situations happens: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does not happen, but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happens</a:t>
                </a:r>
              </a:p>
              <a:p>
                <a:pPr lvl="1"/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does not happen, but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happens</a:t>
                </a:r>
              </a:p>
              <a:p>
                <a:pPr lvl="1"/>
                <a:r>
                  <a:rPr lang="en-US" dirty="0"/>
                  <a:t>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do not happen</a:t>
                </a:r>
              </a:p>
              <a:p>
                <a:pPr lvl="2"/>
                <a:r>
                  <a:rPr lang="en-US" dirty="0"/>
                  <a:t>It does not mean “nothing happens”</a:t>
                </a:r>
              </a:p>
              <a:p>
                <a:pPr lvl="2"/>
                <a:r>
                  <a:rPr lang="en-US" dirty="0"/>
                  <a:t>It means “they do not occur together”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7B30F39-9BFC-A935-67FF-6EB45EFC1C8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4204667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71580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93633EF-77E9-7577-7DAD-F6A9F03981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531FD9-9A36-72BB-3E2E-E572296FCB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De Morgan's Rules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26023CB3-49FC-2334-823A-01AC4E5361A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5709053"/>
              </a:xfrm>
            </p:spPr>
            <p:txBody>
              <a:bodyPr/>
              <a:lstStyle/>
              <a:p>
                <a:r>
                  <a:rPr lang="en-US" b="1" dirty="0"/>
                  <a:t>None of the events occur</a:t>
                </a:r>
              </a:p>
              <a:p>
                <a:pPr lvl="1"/>
                <a:r>
                  <a:rPr lang="en-US" dirty="0"/>
                  <a:t>Calculating "nothing happening" directly can sometimes be difficult. This formula gives you a shortcut:</a:t>
                </a:r>
              </a:p>
              <a:p>
                <a:pPr lvl="1"/>
                <a:r>
                  <a:rPr lang="en-US" dirty="0"/>
                  <a:t>If you know the chance that </a:t>
                </a:r>
                <a:r>
                  <a:rPr lang="en-US" b="1" dirty="0"/>
                  <a:t>something</a:t>
                </a:r>
                <a:r>
                  <a:rPr lang="en-US" dirty="0"/>
                  <a:t> (anything) happened, you can simply subtract that from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US" dirty="0"/>
                  <a:t> to find the chance that </a:t>
                </a:r>
                <a:r>
                  <a:rPr lang="en-US" b="1" dirty="0"/>
                  <a:t>nothing</a:t>
                </a:r>
                <a:r>
                  <a:rPr lang="en-US" dirty="0"/>
                  <a:t> happened.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sSup>
                      <m:sSupPr>
                        <m:ctrlP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∪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∪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</m:e>
                      <m:sup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endParaRPr lang="en-IN" b="1" dirty="0"/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dirty="0"/>
                          <m:t>none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occur</m:t>
                        </m:r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dirty="0"/>
                          <m:t>at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least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one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occurs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26023CB3-49FC-2334-823A-01AC4E5361A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5709053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61689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B5C9810E-571E-AA3A-9B28-E00BCBB36C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3257F1-BA3D-483E-A044-5CDC747AF0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De Morgan's Rules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504E0F9-6ED2-734D-6E9B-5856AF43586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8"/>
                <a:ext cx="11929641" cy="5436678"/>
              </a:xfrm>
            </p:spPr>
            <p:txBody>
              <a:bodyPr/>
              <a:lstStyle/>
              <a:p>
                <a:r>
                  <a:rPr lang="en-US" b="1" dirty="0"/>
                  <a:t>Events do not occur together (Not all 3 simultaneously):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sSup>
                          <m:sSup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sSup>
                      <m:sSupPr>
                        <m:ctrlP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</m:d>
                      </m:e>
                      <m:sup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𝐂</m:t>
                        </m:r>
                      </m:e>
                    </m:d>
                  </m:oMath>
                </a14:m>
                <a:endParaRPr lang="en-IN" b="1" dirty="0"/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dirty="0"/>
                          <m:t>not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all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three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occur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together</m:t>
                        </m:r>
                      </m:e>
                    </m:d>
                    <m:r>
                      <a:rPr lang="en-US" dirty="0">
                        <a:latin typeface="Cambria Math" panose="02040503050406030204" pitchFamily="18" charset="0"/>
                      </a:rPr>
                      <m:t>=1−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US" dirty="0"/>
                          <m:t>all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three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occur</m:t>
                        </m:r>
                        <m:r>
                          <m:rPr>
                            <m:nor/>
                          </m:rPr>
                          <a:rPr lang="en-US" dirty="0"/>
                          <m:t> </m:t>
                        </m:r>
                        <m:r>
                          <m:rPr>
                            <m:nor/>
                          </m:rPr>
                          <a:rPr lang="en-US" dirty="0"/>
                          <m:t>together</m:t>
                        </m:r>
                      </m:e>
                    </m:d>
                  </m:oMath>
                </a14:m>
                <a:endParaRPr lang="en-IN" dirty="0"/>
              </a:p>
              <a:p>
                <a:pPr lvl="2" algn="l"/>
                <a:r>
                  <a:rPr lang="en-US" dirty="0"/>
                  <a:t>This does </a:t>
                </a:r>
                <a:r>
                  <a:rPr lang="en-US" b="1" dirty="0"/>
                  <a:t>not</a:t>
                </a:r>
                <a:r>
                  <a:rPr lang="en-US" dirty="0"/>
                  <a:t> mean that no event occurs</a:t>
                </a:r>
              </a:p>
              <a:p>
                <a:pPr lvl="2" algn="l"/>
                <a:r>
                  <a:rPr lang="en-US" dirty="0"/>
                  <a:t>This does </a:t>
                </a:r>
                <a:r>
                  <a:rPr lang="en-US" b="1" dirty="0"/>
                  <a:t>not</a:t>
                </a:r>
                <a:r>
                  <a:rPr lang="en-US" dirty="0"/>
                  <a:t> mean all events fail</a:t>
                </a:r>
              </a:p>
              <a:p>
                <a:pPr lvl="2"/>
                <a:r>
                  <a:rPr lang="en-US" dirty="0"/>
                  <a:t>It only means: The situation where A, B, and C all happen at the same time is excluded.</a:t>
                </a:r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504E0F9-6ED2-734D-6E9B-5856AF43586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8"/>
                <a:ext cx="11929641" cy="543667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28768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40"/>
                <a:ext cx="11929645" cy="235182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spcAft>
                    <a:spcPts val="100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6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If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are drawn from a pack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well-shuffled cards, find the probability of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29645" cy="2351824"/>
              </a:xfrm>
              <a:prstGeom prst="rect">
                <a:avLst/>
              </a:prstGeom>
              <a:blipFill>
                <a:blip r:embed="rId2"/>
                <a:stretch>
                  <a:fillRect l="-1074" t="-51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7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37427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B0B417A-E574-46DE-BF51-0FC21763CD8F}"/>
              </a:ext>
            </a:extLst>
          </p:cNvPr>
          <p:cNvSpPr txBox="1"/>
          <p:nvPr/>
        </p:nvSpPr>
        <p:spPr>
          <a:xfrm>
            <a:off x="184516" y="1460447"/>
            <a:ext cx="1555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  4 ace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4BE96D2-7B01-447E-BE6D-1D4BCDC424A2}"/>
              </a:ext>
            </a:extLst>
          </p:cNvPr>
          <p:cNvSpPr txBox="1"/>
          <p:nvPr/>
        </p:nvSpPr>
        <p:spPr>
          <a:xfrm>
            <a:off x="2601281" y="1460447"/>
            <a:ext cx="425671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(2)  4 aces and 1 is a king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FD4F175-943E-4AAE-A5C7-4632D338ADE8}"/>
              </a:ext>
            </a:extLst>
          </p:cNvPr>
          <p:cNvSpPr txBox="1"/>
          <p:nvPr/>
        </p:nvSpPr>
        <p:spPr>
          <a:xfrm>
            <a:off x="7210733" y="1460447"/>
            <a:ext cx="453689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(3)  3 are tens and 2 are jacks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E42B532-9D5F-4065-905D-3F02539940F2}"/>
              </a:ext>
            </a:extLst>
          </p:cNvPr>
          <p:cNvSpPr txBox="1"/>
          <p:nvPr/>
        </p:nvSpPr>
        <p:spPr>
          <a:xfrm>
            <a:off x="197395" y="1965197"/>
            <a:ext cx="653559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(4)  3 are of any one suit and 2 are of another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BE37DB2-9DFF-4E19-A6E7-1A9A75C9BF5F}"/>
              </a:ext>
            </a:extLst>
          </p:cNvPr>
          <p:cNvSpPr txBox="1"/>
          <p:nvPr/>
        </p:nvSpPr>
        <p:spPr>
          <a:xfrm>
            <a:off x="204626" y="2434606"/>
            <a:ext cx="525220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(5)  at least one ace is obtained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D65BACF-A52E-411B-91BC-0DA78BD2203F}"/>
                  </a:ext>
                </a:extLst>
              </p:cNvPr>
              <p:cNvSpPr txBox="1"/>
              <p:nvPr/>
            </p:nvSpPr>
            <p:spPr>
              <a:xfrm>
                <a:off x="1594216" y="3376303"/>
                <a:ext cx="97358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total number of ways to choose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from a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 deck is: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D65BACF-A52E-411B-91BC-0DA78BD220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376303"/>
                <a:ext cx="9735820" cy="523220"/>
              </a:xfrm>
              <a:prstGeom prst="rect">
                <a:avLst/>
              </a:prstGeom>
              <a:blipFill>
                <a:blip r:embed="rId7"/>
                <a:stretch>
                  <a:fillRect l="-1315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2040850" y="3880911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0850" y="3880911"/>
                <a:ext cx="86323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7A375B0-4EF1-4491-B645-175669ED2C3E}"/>
                  </a:ext>
                </a:extLst>
              </p:cNvPr>
              <p:cNvSpPr txBox="1"/>
              <p:nvPr/>
            </p:nvSpPr>
            <p:spPr>
              <a:xfrm>
                <a:off x="2834234" y="3880911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52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7A375B0-4EF1-4491-B645-175669ED2C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4234" y="3880911"/>
                <a:ext cx="1249939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4084173" y="3880911"/>
                <a:ext cx="20002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4173" y="3880911"/>
                <a:ext cx="200025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12316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23" grpId="0"/>
      <p:bldP spid="24" grpId="0"/>
      <p:bldP spid="2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7 (Continue)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47315" y="84323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/>
              <p:nvPr/>
            </p:nvSpPr>
            <p:spPr>
              <a:xfrm>
                <a:off x="1617135" y="150823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7135" y="1508235"/>
                <a:ext cx="1463040" cy="523220"/>
              </a:xfrm>
              <a:prstGeom prst="rect">
                <a:avLst/>
              </a:prstGeom>
              <a:blipFill>
                <a:blip r:embed="rId2"/>
                <a:stretch>
                  <a:fillRect l="-8333" t="-10465" r="-5417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/>
              <p:nvPr/>
            </p:nvSpPr>
            <p:spPr>
              <a:xfrm>
                <a:off x="2964338" y="1508235"/>
                <a:ext cx="31037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are drawn</a:t>
                </a: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4338" y="1508235"/>
                <a:ext cx="3103779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/>
              <p:nvPr/>
            </p:nvSpPr>
            <p:spPr>
              <a:xfrm>
                <a:off x="2077126" y="3388703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77126" y="3388703"/>
                <a:ext cx="90057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/>
              <p:nvPr/>
            </p:nvSpPr>
            <p:spPr>
              <a:xfrm>
                <a:off x="1630492" y="3388703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492" y="3388703"/>
                <a:ext cx="534127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TextBox 37">
            <a:extLst>
              <a:ext uri="{FF2B5EF4-FFF2-40B4-BE49-F238E27FC236}">
                <a16:creationId xmlns:a16="http://schemas.microsoft.com/office/drawing/2014/main" id="{19BD26E7-4B28-4AAF-ACE6-CDE353FFB301}"/>
              </a:ext>
            </a:extLst>
          </p:cNvPr>
          <p:cNvSpPr txBox="1"/>
          <p:nvPr/>
        </p:nvSpPr>
        <p:spPr>
          <a:xfrm>
            <a:off x="1617135" y="2168108"/>
            <a:ext cx="6994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/>
              <p:nvPr/>
            </p:nvSpPr>
            <p:spPr>
              <a:xfrm>
                <a:off x="2234034" y="2191204"/>
                <a:ext cx="4692990" cy="95410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are drawn from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4 cards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4034" y="2191204"/>
                <a:ext cx="4692990" cy="954107"/>
              </a:xfrm>
              <a:prstGeom prst="rect">
                <a:avLst/>
              </a:prstGeom>
              <a:blipFill>
                <a:blip r:embed="rId6"/>
                <a:stretch>
                  <a:fillRect l="-2597" t="-5096" b="-1783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TextBox 39">
            <a:extLst>
              <a:ext uri="{FF2B5EF4-FFF2-40B4-BE49-F238E27FC236}">
                <a16:creationId xmlns:a16="http://schemas.microsoft.com/office/drawing/2014/main" id="{9D4E74AB-A2F9-4F3F-9565-FAF59F768D3E}"/>
              </a:ext>
            </a:extLst>
          </p:cNvPr>
          <p:cNvSpPr txBox="1"/>
          <p:nvPr/>
        </p:nvSpPr>
        <p:spPr>
          <a:xfrm>
            <a:off x="5646230" y="2221117"/>
            <a:ext cx="720131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/>
              <p:nvPr/>
            </p:nvSpPr>
            <p:spPr>
              <a:xfrm>
                <a:off x="6516473" y="2191205"/>
                <a:ext cx="5529133" cy="95410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other card from remaining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48 cards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6473" y="2191205"/>
                <a:ext cx="5529133" cy="954107"/>
              </a:xfrm>
              <a:prstGeom prst="rect">
                <a:avLst/>
              </a:prstGeom>
              <a:blipFill>
                <a:blip r:embed="rId7"/>
                <a:stretch>
                  <a:fillRect l="-2315" t="-5096" b="-1783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/>
              <p:nvPr/>
            </p:nvSpPr>
            <p:spPr>
              <a:xfrm>
                <a:off x="2870510" y="3388703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0510" y="3388703"/>
                <a:ext cx="53412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/>
              <p:nvPr/>
            </p:nvSpPr>
            <p:spPr>
              <a:xfrm>
                <a:off x="3261653" y="3388703"/>
                <a:ext cx="720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1653" y="3388703"/>
                <a:ext cx="72013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/>
              <p:nvPr/>
            </p:nvSpPr>
            <p:spPr>
              <a:xfrm>
                <a:off x="3863590" y="3388703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3590" y="3388703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/>
              <p:nvPr/>
            </p:nvSpPr>
            <p:spPr>
              <a:xfrm>
                <a:off x="4265740" y="3388703"/>
                <a:ext cx="880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740" y="3388703"/>
                <a:ext cx="88045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ABDA3CE-9405-42E6-A18C-FE13116F00B3}"/>
                  </a:ext>
                </a:extLst>
              </p:cNvPr>
              <p:cNvSpPr txBox="1"/>
              <p:nvPr/>
            </p:nvSpPr>
            <p:spPr>
              <a:xfrm>
                <a:off x="2879685" y="4006320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ABDA3CE-9405-42E6-A18C-FE13116F0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9685" y="4006320"/>
                <a:ext cx="534127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48EA310-EFC2-4ABE-AA10-1E489A6DFCF8}"/>
                  </a:ext>
                </a:extLst>
              </p:cNvPr>
              <p:cNvSpPr txBox="1"/>
              <p:nvPr/>
            </p:nvSpPr>
            <p:spPr>
              <a:xfrm>
                <a:off x="3378015" y="4006320"/>
                <a:ext cx="4756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48EA310-EFC2-4ABE-AA10-1E489A6DFC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78015" y="4006320"/>
                <a:ext cx="475608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B4D9649-20BF-44BE-BC7F-790D4F4BCFF0}"/>
                  </a:ext>
                </a:extLst>
              </p:cNvPr>
              <p:cNvSpPr txBox="1"/>
              <p:nvPr/>
            </p:nvSpPr>
            <p:spPr>
              <a:xfrm>
                <a:off x="3763894" y="4006320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B4D9649-20BF-44BE-BC7F-790D4F4BC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3894" y="4006320"/>
                <a:ext cx="53412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3ED98D4-9433-4101-90D7-6E51E89D303C}"/>
                  </a:ext>
                </a:extLst>
              </p:cNvPr>
              <p:cNvSpPr txBox="1"/>
              <p:nvPr/>
            </p:nvSpPr>
            <p:spPr>
              <a:xfrm>
                <a:off x="4213362" y="4006320"/>
                <a:ext cx="5563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3ED98D4-9433-4101-90D7-6E51E89D3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13362" y="4006320"/>
                <a:ext cx="55632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/>
              <p:nvPr/>
            </p:nvSpPr>
            <p:spPr>
              <a:xfrm>
                <a:off x="2859695" y="4642155"/>
                <a:ext cx="5666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9695" y="4642155"/>
                <a:ext cx="56664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/>
              <p:nvPr/>
            </p:nvSpPr>
            <p:spPr>
              <a:xfrm>
                <a:off x="3332233" y="4642155"/>
                <a:ext cx="5970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2233" y="4642155"/>
                <a:ext cx="59708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/>
              <p:nvPr/>
            </p:nvSpPr>
            <p:spPr>
              <a:xfrm>
                <a:off x="2053805" y="567037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3805" y="5670377"/>
                <a:ext cx="90057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/>
              <p:nvPr/>
            </p:nvSpPr>
            <p:spPr>
              <a:xfrm>
                <a:off x="1607171" y="567037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7171" y="5670377"/>
                <a:ext cx="53412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/>
              <p:nvPr/>
            </p:nvSpPr>
            <p:spPr>
              <a:xfrm>
                <a:off x="2879685" y="5437268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9685" y="5437268"/>
                <a:ext cx="1502185" cy="989438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/>
              <p:nvPr/>
            </p:nvSpPr>
            <p:spPr>
              <a:xfrm>
                <a:off x="4267928" y="5437269"/>
                <a:ext cx="2390433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7928" y="5437269"/>
                <a:ext cx="2390433" cy="9017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/>
              <p:nvPr/>
            </p:nvSpPr>
            <p:spPr>
              <a:xfrm>
                <a:off x="6270546" y="5450522"/>
                <a:ext cx="171327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54145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0546" y="5450522"/>
                <a:ext cx="1713271" cy="901785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24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Rectangle: Rounded Corners 6">
            <a:extLst>
              <a:ext uri="{FF2B5EF4-FFF2-40B4-BE49-F238E27FC236}">
                <a16:creationId xmlns:a16="http://schemas.microsoft.com/office/drawing/2014/main" id="{8E337350-9AB4-425A-B638-3B529AD15906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/>
              <p:cNvSpPr/>
              <p:nvPr/>
            </p:nvSpPr>
            <p:spPr>
              <a:xfrm>
                <a:off x="8241985" y="1203499"/>
                <a:ext cx="408958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 Keep in mind we have to choose </a:t>
                </a:r>
                <a14:m>
                  <m:oMath xmlns:m="http://schemas.openxmlformats.org/officeDocument/2006/math">
                    <m:r>
                      <a: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cards)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41985" y="1203499"/>
                <a:ext cx="4089581" cy="369332"/>
              </a:xfrm>
              <a:prstGeom prst="rect">
                <a:avLst/>
              </a:prstGeom>
              <a:blipFill rotWithShape="0">
                <a:blip r:embed="rId25"/>
                <a:stretch>
                  <a:fillRect l="-1192" t="-6557" r="-894" b="-2623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>
            <a:extLst>
              <a:ext uri="{FF2B5EF4-FFF2-40B4-BE49-F238E27FC236}">
                <a16:creationId xmlns:a16="http://schemas.microsoft.com/office/drawing/2014/main" id="{B924D8A8-CA35-A678-B1E0-62EB9F005F81}"/>
              </a:ext>
            </a:extLst>
          </p:cNvPr>
          <p:cNvSpPr txBox="1"/>
          <p:nvPr/>
        </p:nvSpPr>
        <p:spPr>
          <a:xfrm>
            <a:off x="1607171" y="847854"/>
            <a:ext cx="401654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(1)  4 Aces</a:t>
            </a:r>
          </a:p>
        </p:txBody>
      </p:sp>
    </p:spTree>
    <p:extLst>
      <p:ext uri="{BB962C8B-B14F-4D97-AF65-F5344CB8AC3E}">
        <p14:creationId xmlns:p14="http://schemas.microsoft.com/office/powerpoint/2010/main" val="2839634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9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/>
      <p:bldP spid="41" grpId="0" animBg="1"/>
      <p:bldP spid="42" grpId="0"/>
      <p:bldP spid="43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 animBg="1"/>
      <p:bldP spid="55" grpId="0" animBg="1"/>
      <p:bldP spid="56" grpId="0" animBg="1"/>
      <p:bldP spid="57" grpId="0" animBg="1"/>
      <p:bldP spid="58" grpId="0" animBg="1"/>
      <p:bldP spid="60" grpId="0" animBg="1"/>
      <p:bldP spid="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7 (Continue)</a:t>
            </a:r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4BE96D2-7B01-447E-BE6D-1D4BCDC424A2}"/>
              </a:ext>
            </a:extLst>
          </p:cNvPr>
          <p:cNvSpPr txBox="1"/>
          <p:nvPr/>
        </p:nvSpPr>
        <p:spPr>
          <a:xfrm>
            <a:off x="114362" y="859213"/>
            <a:ext cx="401654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(2)  4 aces and 1 is a king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6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/>
              <p:nvPr/>
            </p:nvSpPr>
            <p:spPr>
              <a:xfrm>
                <a:off x="134873" y="153044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873" y="1530445"/>
                <a:ext cx="1463040" cy="523220"/>
              </a:xfrm>
              <a:prstGeom prst="rect">
                <a:avLst/>
              </a:prstGeom>
              <a:blipFill>
                <a:blip r:embed="rId7"/>
                <a:stretch>
                  <a:fillRect l="-8333" t="-10465" r="-541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/>
              <p:nvPr/>
            </p:nvSpPr>
            <p:spPr>
              <a:xfrm>
                <a:off x="1482076" y="1530445"/>
                <a:ext cx="511969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king is drawn</a:t>
                </a: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2076" y="1530445"/>
                <a:ext cx="5119696" cy="523220"/>
              </a:xfrm>
              <a:prstGeom prst="rect">
                <a:avLst/>
              </a:prstGeom>
              <a:blipFill>
                <a:blip r:embed="rId8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/>
              <p:nvPr/>
            </p:nvSpPr>
            <p:spPr>
              <a:xfrm>
                <a:off x="1336878" y="279813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6878" y="2798137"/>
                <a:ext cx="90057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/>
              <p:nvPr/>
            </p:nvSpPr>
            <p:spPr>
              <a:xfrm>
                <a:off x="890244" y="2798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244" y="2798137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TextBox 37">
            <a:extLst>
              <a:ext uri="{FF2B5EF4-FFF2-40B4-BE49-F238E27FC236}">
                <a16:creationId xmlns:a16="http://schemas.microsoft.com/office/drawing/2014/main" id="{19BD26E7-4B28-4AAF-ACE6-CDE353FFB301}"/>
              </a:ext>
            </a:extLst>
          </p:cNvPr>
          <p:cNvSpPr txBox="1"/>
          <p:nvPr/>
        </p:nvSpPr>
        <p:spPr>
          <a:xfrm>
            <a:off x="163581" y="2063991"/>
            <a:ext cx="6994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/>
              <p:nvPr/>
            </p:nvSpPr>
            <p:spPr>
              <a:xfrm>
                <a:off x="887488" y="2073784"/>
                <a:ext cx="30145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 from 4 cards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7488" y="2073784"/>
                <a:ext cx="3014521" cy="523220"/>
              </a:xfrm>
              <a:prstGeom prst="rect">
                <a:avLst/>
              </a:prstGeom>
              <a:blipFill>
                <a:blip r:embed="rId11"/>
                <a:stretch>
                  <a:fillRect t="-10465" r="-810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TextBox 39">
            <a:extLst>
              <a:ext uri="{FF2B5EF4-FFF2-40B4-BE49-F238E27FC236}">
                <a16:creationId xmlns:a16="http://schemas.microsoft.com/office/drawing/2014/main" id="{9D4E74AB-A2F9-4F3F-9565-FAF59F768D3E}"/>
              </a:ext>
            </a:extLst>
          </p:cNvPr>
          <p:cNvSpPr txBox="1"/>
          <p:nvPr/>
        </p:nvSpPr>
        <p:spPr>
          <a:xfrm>
            <a:off x="3835858" y="2072833"/>
            <a:ext cx="720131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/>
              <p:nvPr/>
            </p:nvSpPr>
            <p:spPr>
              <a:xfrm>
                <a:off x="4454309" y="2083244"/>
                <a:ext cx="298603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king from 4 cards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4309" y="2083244"/>
                <a:ext cx="2986030" cy="523220"/>
              </a:xfrm>
              <a:prstGeom prst="rect">
                <a:avLst/>
              </a:prstGeom>
              <a:blipFill>
                <a:blip r:embed="rId12"/>
                <a:stretch>
                  <a:fillRect t="-10465" r="-265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/>
              <p:nvPr/>
            </p:nvSpPr>
            <p:spPr>
              <a:xfrm>
                <a:off x="2130262" y="2798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0262" y="2798137"/>
                <a:ext cx="534127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/>
              <p:nvPr/>
            </p:nvSpPr>
            <p:spPr>
              <a:xfrm>
                <a:off x="2536013" y="2798137"/>
                <a:ext cx="720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6013" y="2798137"/>
                <a:ext cx="72013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/>
              <p:nvPr/>
            </p:nvSpPr>
            <p:spPr>
              <a:xfrm>
                <a:off x="3180537" y="2798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0537" y="2798137"/>
                <a:ext cx="534127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/>
              <p:nvPr/>
            </p:nvSpPr>
            <p:spPr>
              <a:xfrm>
                <a:off x="3540100" y="2798137"/>
                <a:ext cx="880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0100" y="2798137"/>
                <a:ext cx="8804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ABDA3CE-9405-42E6-A18C-FE13116F00B3}"/>
                  </a:ext>
                </a:extLst>
              </p:cNvPr>
              <p:cNvSpPr txBox="1"/>
              <p:nvPr/>
            </p:nvSpPr>
            <p:spPr>
              <a:xfrm>
                <a:off x="2130262" y="332806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ABDA3CE-9405-42E6-A18C-FE13116F0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0262" y="3328067"/>
                <a:ext cx="534127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48EA310-EFC2-4ABE-AA10-1E489A6DFCF8}"/>
                  </a:ext>
                </a:extLst>
              </p:cNvPr>
              <p:cNvSpPr txBox="1"/>
              <p:nvPr/>
            </p:nvSpPr>
            <p:spPr>
              <a:xfrm>
                <a:off x="2622739" y="3328558"/>
                <a:ext cx="4756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48EA310-EFC2-4ABE-AA10-1E489A6DFC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2739" y="3328558"/>
                <a:ext cx="475608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B4D9649-20BF-44BE-BC7F-790D4F4BCFF0}"/>
                  </a:ext>
                </a:extLst>
              </p:cNvPr>
              <p:cNvSpPr txBox="1"/>
              <p:nvPr/>
            </p:nvSpPr>
            <p:spPr>
              <a:xfrm>
                <a:off x="3048082" y="332855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B4D9649-20BF-44BE-BC7F-790D4F4BC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8082" y="3328558"/>
                <a:ext cx="53412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3ED98D4-9433-4101-90D7-6E51E89D303C}"/>
                  </a:ext>
                </a:extLst>
              </p:cNvPr>
              <p:cNvSpPr txBox="1"/>
              <p:nvPr/>
            </p:nvSpPr>
            <p:spPr>
              <a:xfrm>
                <a:off x="3458086" y="3328558"/>
                <a:ext cx="5563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3ED98D4-9433-4101-90D7-6E51E89D3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8086" y="3328558"/>
                <a:ext cx="55632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/>
              <p:nvPr/>
            </p:nvSpPr>
            <p:spPr>
              <a:xfrm>
                <a:off x="2135112" y="3853984"/>
                <a:ext cx="5666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5112" y="3853984"/>
                <a:ext cx="56664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/>
              <p:nvPr/>
            </p:nvSpPr>
            <p:spPr>
              <a:xfrm>
                <a:off x="2525352" y="3853984"/>
                <a:ext cx="5970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5352" y="3853984"/>
                <a:ext cx="59708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/>
              <p:nvPr/>
            </p:nvSpPr>
            <p:spPr>
              <a:xfrm>
                <a:off x="1373451" y="4762741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3451" y="4762741"/>
                <a:ext cx="900571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/>
              <p:nvPr/>
            </p:nvSpPr>
            <p:spPr>
              <a:xfrm>
                <a:off x="883473" y="4772554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473" y="4772554"/>
                <a:ext cx="534127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/>
              <p:nvPr/>
            </p:nvSpPr>
            <p:spPr>
              <a:xfrm>
                <a:off x="2199331" y="4534952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9331" y="4534952"/>
                <a:ext cx="1502185" cy="989438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/>
              <p:nvPr/>
            </p:nvSpPr>
            <p:spPr>
              <a:xfrm>
                <a:off x="3513571" y="4570018"/>
                <a:ext cx="2232516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3571" y="4570018"/>
                <a:ext cx="2232516" cy="90178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/>
              <p:nvPr/>
            </p:nvSpPr>
            <p:spPr>
              <a:xfrm>
                <a:off x="5499331" y="4568116"/>
                <a:ext cx="184994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649740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331" y="4568116"/>
                <a:ext cx="1849940" cy="90178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8E337350-9AB4-425A-B638-3B529AD15906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/>
              <p:cNvSpPr/>
              <p:nvPr/>
            </p:nvSpPr>
            <p:spPr>
              <a:xfrm>
                <a:off x="8228733" y="1203499"/>
                <a:ext cx="408958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 Keep in mind we have to choose </a:t>
                </a:r>
                <a14:m>
                  <m:oMath xmlns:m="http://schemas.openxmlformats.org/officeDocument/2006/math">
                    <m:r>
                      <a: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cards)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Rectangle 6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8733" y="1203499"/>
                <a:ext cx="4089581" cy="369332"/>
              </a:xfrm>
              <a:prstGeom prst="rect">
                <a:avLst/>
              </a:prstGeom>
              <a:blipFill rotWithShape="0">
                <a:blip r:embed="rId28"/>
                <a:stretch>
                  <a:fillRect l="-1341" t="-6557" r="-745" b="-2623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0501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/>
      <p:bldP spid="41" grpId="0" animBg="1"/>
      <p:bldP spid="42" grpId="0"/>
      <p:bldP spid="43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 animBg="1"/>
      <p:bldP spid="55" grpId="0" animBg="1"/>
      <p:bldP spid="56" grpId="0" animBg="1"/>
      <p:bldP spid="57" grpId="0" animBg="1"/>
      <p:bldP spid="58" grpId="0" animBg="1"/>
      <p:bldP spid="7" grpId="0" animBg="1"/>
      <p:bldP spid="62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7 (Continue)</a:t>
            </a:r>
            <a:endParaRPr 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FD4F175-943E-4AAE-A5C7-4632D338ADE8}"/>
              </a:ext>
            </a:extLst>
          </p:cNvPr>
          <p:cNvSpPr txBox="1"/>
          <p:nvPr/>
        </p:nvSpPr>
        <p:spPr>
          <a:xfrm>
            <a:off x="107480" y="779605"/>
            <a:ext cx="4536892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(3)  3 are tens and 2 are jacks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6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93FDA52-C52A-40A5-B431-EEC655F98F80}"/>
                  </a:ext>
                </a:extLst>
              </p:cNvPr>
              <p:cNvSpPr txBox="1"/>
              <p:nvPr/>
            </p:nvSpPr>
            <p:spPr>
              <a:xfrm>
                <a:off x="118528" y="1371229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C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93FDA52-C52A-40A5-B431-EEC655F98F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528" y="1371229"/>
                <a:ext cx="1463040" cy="523220"/>
              </a:xfrm>
              <a:prstGeom prst="rect">
                <a:avLst/>
              </a:prstGeom>
              <a:blipFill>
                <a:blip r:embed="rId7"/>
                <a:stretch>
                  <a:fillRect l="-8333" t="-10465" r="-416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036FB875-5DB7-4F5B-93D9-947050DB3DA7}"/>
                  </a:ext>
                </a:extLst>
              </p:cNvPr>
              <p:cNvSpPr txBox="1"/>
              <p:nvPr/>
            </p:nvSpPr>
            <p:spPr>
              <a:xfrm>
                <a:off x="1465730" y="1371229"/>
                <a:ext cx="426930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tens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jacks are drawn</a:t>
                </a: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036FB875-5DB7-4F5B-93D9-947050DB3D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730" y="1371229"/>
                <a:ext cx="4269305" cy="523220"/>
              </a:xfrm>
              <a:prstGeom prst="rect">
                <a:avLst/>
              </a:prstGeom>
              <a:blipFill>
                <a:blip r:embed="rId8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9E5C605-8CA9-4F8D-9F52-D340EE5C3F39}"/>
                  </a:ext>
                </a:extLst>
              </p:cNvPr>
              <p:cNvSpPr txBox="1"/>
              <p:nvPr/>
            </p:nvSpPr>
            <p:spPr>
              <a:xfrm>
                <a:off x="565162" y="2631908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9E5C605-8CA9-4F8D-9F52-D340EE5C3F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5162" y="2631908"/>
                <a:ext cx="90057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BC271876-4EF6-47CC-A1C9-7A96A40F6164}"/>
                  </a:ext>
                </a:extLst>
              </p:cNvPr>
              <p:cNvSpPr txBox="1"/>
              <p:nvPr/>
            </p:nvSpPr>
            <p:spPr>
              <a:xfrm>
                <a:off x="118528" y="263190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BC271876-4EF6-47CC-A1C9-7A96A40F61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528" y="2631908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E3279C5-F458-45DB-9677-3CE8615619C1}"/>
                  </a:ext>
                </a:extLst>
              </p:cNvPr>
              <p:cNvSpPr txBox="1"/>
              <p:nvPr/>
            </p:nvSpPr>
            <p:spPr>
              <a:xfrm>
                <a:off x="1358546" y="263190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E3279C5-F458-45DB-9677-3CE8615619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8546" y="2631908"/>
                <a:ext cx="53412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9A85D837-F45B-4862-8F42-8CEF470A97FD}"/>
                  </a:ext>
                </a:extLst>
              </p:cNvPr>
              <p:cNvSpPr txBox="1"/>
              <p:nvPr/>
            </p:nvSpPr>
            <p:spPr>
              <a:xfrm>
                <a:off x="1764297" y="2631908"/>
                <a:ext cx="720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9A85D837-F45B-4862-8F42-8CEF470A97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4297" y="2631908"/>
                <a:ext cx="72013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E674C50-6FC7-45AB-A72B-BC633C9397AD}"/>
                  </a:ext>
                </a:extLst>
              </p:cNvPr>
              <p:cNvSpPr txBox="1"/>
              <p:nvPr/>
            </p:nvSpPr>
            <p:spPr>
              <a:xfrm>
                <a:off x="2408821" y="263190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E674C50-6FC7-45AB-A72B-BC633C9397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8821" y="2631908"/>
                <a:ext cx="534127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CC5E5E3B-96A9-4E4D-A4B6-47A2DC4BDA08}"/>
                  </a:ext>
                </a:extLst>
              </p:cNvPr>
              <p:cNvSpPr txBox="1"/>
              <p:nvPr/>
            </p:nvSpPr>
            <p:spPr>
              <a:xfrm>
                <a:off x="2768384" y="2631908"/>
                <a:ext cx="880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CC5E5E3B-96A9-4E4D-A4B6-47A2DC4BDA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8384" y="2631908"/>
                <a:ext cx="8804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0CC6C418-5118-493D-AD88-0BB5891CEC22}"/>
                  </a:ext>
                </a:extLst>
              </p:cNvPr>
              <p:cNvSpPr txBox="1"/>
              <p:nvPr/>
            </p:nvSpPr>
            <p:spPr>
              <a:xfrm>
                <a:off x="1358546" y="3178235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0CC6C418-5118-493D-AD88-0BB5891CEC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8546" y="3178235"/>
                <a:ext cx="534127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0B4B242-4A17-4791-87A2-B2EF11D00494}"/>
                  </a:ext>
                </a:extLst>
              </p:cNvPr>
              <p:cNvSpPr txBox="1"/>
              <p:nvPr/>
            </p:nvSpPr>
            <p:spPr>
              <a:xfrm>
                <a:off x="1851023" y="3182648"/>
                <a:ext cx="4756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0B4B242-4A17-4791-87A2-B2EF11D004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1023" y="3182648"/>
                <a:ext cx="475608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9B033483-1C56-414E-BE4B-57EAC2FE8834}"/>
                  </a:ext>
                </a:extLst>
              </p:cNvPr>
              <p:cNvSpPr txBox="1"/>
              <p:nvPr/>
            </p:nvSpPr>
            <p:spPr>
              <a:xfrm>
                <a:off x="2274356" y="3182648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9B033483-1C56-414E-BE4B-57EAC2FE88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4356" y="3182648"/>
                <a:ext cx="53412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F96A9552-378C-4316-9658-660B0080E68E}"/>
                  </a:ext>
                </a:extLst>
              </p:cNvPr>
              <p:cNvSpPr txBox="1"/>
              <p:nvPr/>
            </p:nvSpPr>
            <p:spPr>
              <a:xfrm>
                <a:off x="2686370" y="3182648"/>
                <a:ext cx="5563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F96A9552-378C-4316-9658-660B0080E6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6370" y="3182648"/>
                <a:ext cx="55632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B9C60D-BF9D-4C25-B087-697CCFFCC8A9}"/>
                  </a:ext>
                </a:extLst>
              </p:cNvPr>
              <p:cNvSpPr txBox="1"/>
              <p:nvPr/>
            </p:nvSpPr>
            <p:spPr>
              <a:xfrm>
                <a:off x="1363396" y="3724562"/>
                <a:ext cx="5666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B9C60D-BF9D-4C25-B087-697CCFFCC8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3396" y="3724562"/>
                <a:ext cx="56664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584BBE20-9DA8-47A8-9034-BE9A505C52E5}"/>
                  </a:ext>
                </a:extLst>
              </p:cNvPr>
              <p:cNvSpPr txBox="1"/>
              <p:nvPr/>
            </p:nvSpPr>
            <p:spPr>
              <a:xfrm>
                <a:off x="1856876" y="3724562"/>
                <a:ext cx="5970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584BBE20-9DA8-47A8-9034-BE9A505C52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6876" y="3724562"/>
                <a:ext cx="59708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198F7A63-7D74-4AD3-8CB1-73A8CD6A0B67}"/>
                  </a:ext>
                </a:extLst>
              </p:cNvPr>
              <p:cNvSpPr txBox="1"/>
              <p:nvPr/>
            </p:nvSpPr>
            <p:spPr>
              <a:xfrm>
                <a:off x="554114" y="4704293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198F7A63-7D74-4AD3-8CB1-73A8CD6A0B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4114" y="4704293"/>
                <a:ext cx="900571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9EF6A0D6-3079-406E-9D8A-1F760664F2ED}"/>
                  </a:ext>
                </a:extLst>
              </p:cNvPr>
              <p:cNvSpPr txBox="1"/>
              <p:nvPr/>
            </p:nvSpPr>
            <p:spPr>
              <a:xfrm>
                <a:off x="107480" y="4704293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9EF6A0D6-3079-406E-9D8A-1F760664F2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80" y="4704293"/>
                <a:ext cx="534127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59275B4C-E3E9-4F28-A6EC-50B66D9A7E2F}"/>
                  </a:ext>
                </a:extLst>
              </p:cNvPr>
              <p:cNvSpPr txBox="1"/>
              <p:nvPr/>
            </p:nvSpPr>
            <p:spPr>
              <a:xfrm>
                <a:off x="1379994" y="4471184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59275B4C-E3E9-4F28-A6EC-50B66D9A7E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9994" y="4471184"/>
                <a:ext cx="1502185" cy="989438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9134BBE5-C811-444B-9E84-448DFED95A65}"/>
                  </a:ext>
                </a:extLst>
              </p:cNvPr>
              <p:cNvSpPr txBox="1"/>
              <p:nvPr/>
            </p:nvSpPr>
            <p:spPr>
              <a:xfrm>
                <a:off x="2694234" y="4515011"/>
                <a:ext cx="2232516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24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9134BBE5-C811-444B-9E84-448DFED95A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4234" y="4515011"/>
                <a:ext cx="2232516" cy="90178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E01B844-907C-4D82-9323-5A335A9B111F}"/>
                  </a:ext>
                </a:extLst>
              </p:cNvPr>
              <p:cNvSpPr txBox="1"/>
              <p:nvPr/>
            </p:nvSpPr>
            <p:spPr>
              <a:xfrm>
                <a:off x="4766720" y="4515011"/>
                <a:ext cx="184994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108290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E01B844-907C-4D82-9323-5A335A9B11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6720" y="4515011"/>
                <a:ext cx="1849940" cy="90178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8E337350-9AB4-425A-B638-3B529AD15906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/>
              <p:cNvSpPr/>
              <p:nvPr/>
            </p:nvSpPr>
            <p:spPr>
              <a:xfrm>
                <a:off x="8228733" y="1203499"/>
                <a:ext cx="408958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 Keep in mind we have to choose </a:t>
                </a:r>
                <a14:m>
                  <m:oMath xmlns:m="http://schemas.openxmlformats.org/officeDocument/2006/math">
                    <m:r>
                      <a: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cards)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Rectangle 6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8733" y="1203499"/>
                <a:ext cx="4089581" cy="369332"/>
              </a:xfrm>
              <a:prstGeom prst="rect">
                <a:avLst/>
              </a:prstGeom>
              <a:blipFill rotWithShape="0">
                <a:blip r:embed="rId26"/>
                <a:stretch>
                  <a:fillRect l="-1341" t="-6557" r="-745" b="-2623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TextBox 62">
            <a:extLst>
              <a:ext uri="{FF2B5EF4-FFF2-40B4-BE49-F238E27FC236}">
                <a16:creationId xmlns:a16="http://schemas.microsoft.com/office/drawing/2014/main" id="{19BD26E7-4B28-4AAF-ACE6-CDE353FFB301}"/>
              </a:ext>
            </a:extLst>
          </p:cNvPr>
          <p:cNvSpPr txBox="1"/>
          <p:nvPr/>
        </p:nvSpPr>
        <p:spPr>
          <a:xfrm>
            <a:off x="147173" y="1929035"/>
            <a:ext cx="6994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/>
              <p:nvPr/>
            </p:nvSpPr>
            <p:spPr>
              <a:xfrm>
                <a:off x="871080" y="1938828"/>
                <a:ext cx="30145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tens from 4 cards</a:t>
                </a: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3C4B5CDE-2A41-4FA7-B0D3-30C64045FA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1080" y="1938828"/>
                <a:ext cx="3014521" cy="523220"/>
              </a:xfrm>
              <a:prstGeom prst="rect">
                <a:avLst/>
              </a:prstGeom>
              <a:blipFill>
                <a:blip r:embed="rId27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TextBox 64">
            <a:extLst>
              <a:ext uri="{FF2B5EF4-FFF2-40B4-BE49-F238E27FC236}">
                <a16:creationId xmlns:a16="http://schemas.microsoft.com/office/drawing/2014/main" id="{9D4E74AB-A2F9-4F3F-9565-FAF59F768D3E}"/>
              </a:ext>
            </a:extLst>
          </p:cNvPr>
          <p:cNvSpPr txBox="1"/>
          <p:nvPr/>
        </p:nvSpPr>
        <p:spPr>
          <a:xfrm>
            <a:off x="3819450" y="1937877"/>
            <a:ext cx="720131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/>
              <p:nvPr/>
            </p:nvSpPr>
            <p:spPr>
              <a:xfrm>
                <a:off x="4437900" y="1948288"/>
                <a:ext cx="310903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jacks from 4 cards </a:t>
                </a: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2473DA9F-927F-478E-B5EB-562E3F7549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7900" y="1948288"/>
                <a:ext cx="3109033" cy="523220"/>
              </a:xfrm>
              <a:prstGeom prst="rect">
                <a:avLst/>
              </a:prstGeom>
              <a:blipFill>
                <a:blip r:embed="rId28"/>
                <a:stretch>
                  <a:fillRect t="-10588" r="-313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16835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59" grpId="0" animBg="1"/>
      <p:bldP spid="60" grpId="0" animBg="1"/>
      <p:bldP spid="61" grpId="0" animBg="1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7" grpId="0" animBg="1"/>
      <p:bldP spid="78" grpId="0" animBg="1"/>
      <p:bldP spid="79" grpId="0" animBg="1"/>
      <p:bldP spid="80" grpId="0" animBg="1"/>
      <p:bldP spid="81" grpId="0" animBg="1"/>
      <p:bldP spid="63" grpId="0" animBg="1"/>
      <p:bldP spid="64" grpId="0" animBg="1"/>
      <p:bldP spid="65" grpId="0"/>
      <p:bldP spid="82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TextBox 61">
            <a:extLst>
              <a:ext uri="{FF2B5EF4-FFF2-40B4-BE49-F238E27FC236}">
                <a16:creationId xmlns:a16="http://schemas.microsoft.com/office/drawing/2014/main" id="{E43A969D-E02C-40A8-B22D-814F036F79FA}"/>
              </a:ext>
            </a:extLst>
          </p:cNvPr>
          <p:cNvSpPr txBox="1"/>
          <p:nvPr/>
        </p:nvSpPr>
        <p:spPr>
          <a:xfrm>
            <a:off x="64077" y="781690"/>
            <a:ext cx="7703807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(4)  3 are of any one suit and 2 are of another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7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4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/>
              <p:nvPr/>
            </p:nvSpPr>
            <p:spPr>
              <a:xfrm>
                <a:off x="111496" y="1414221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E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496" y="1414221"/>
                <a:ext cx="1463040" cy="523220"/>
              </a:xfrm>
              <a:prstGeom prst="rect">
                <a:avLst/>
              </a:prstGeom>
              <a:blipFill>
                <a:blip r:embed="rId5"/>
                <a:stretch>
                  <a:fillRect l="-8333" t="-10465" r="-458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/>
              <p:nvPr/>
            </p:nvSpPr>
            <p:spPr>
              <a:xfrm>
                <a:off x="1458697" y="1414221"/>
                <a:ext cx="5813964" cy="95410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are of any one suit and </a:t>
                </a:r>
                <a:b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</a:b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are of a different suit are drawn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B221158-D64F-4F48-8FD9-22ECFABF3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8697" y="1414221"/>
                <a:ext cx="5813964" cy="954107"/>
              </a:xfrm>
              <a:prstGeom prst="rect">
                <a:avLst/>
              </a:prstGeom>
              <a:blipFill>
                <a:blip r:embed="rId6"/>
                <a:stretch>
                  <a:fillRect t="-5732" r="-2201" b="-1783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/>
              <p:nvPr/>
            </p:nvSpPr>
            <p:spPr>
              <a:xfrm>
                <a:off x="552923" y="2687671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491B6D8-916D-4DCC-B8EC-263A4B454E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923" y="2687671"/>
                <a:ext cx="90057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/>
              <p:nvPr/>
            </p:nvSpPr>
            <p:spPr>
              <a:xfrm>
                <a:off x="106289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577D93-4A07-4697-8421-46E2F0FEC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289" y="2687671"/>
                <a:ext cx="53412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/>
              <p:nvPr/>
            </p:nvSpPr>
            <p:spPr>
              <a:xfrm>
                <a:off x="1339653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2EBBC5A-A3F7-4753-AEF5-529907D477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9653" y="2687671"/>
                <a:ext cx="53412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/>
              <p:nvPr/>
            </p:nvSpPr>
            <p:spPr>
              <a:xfrm>
                <a:off x="1752057" y="2687671"/>
                <a:ext cx="90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0C9ED07-0489-4D6E-85AD-BA4EF21C0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2057" y="2687671"/>
                <a:ext cx="900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/>
              <p:nvPr/>
            </p:nvSpPr>
            <p:spPr>
              <a:xfrm>
                <a:off x="2534870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1A59BDB-3DDE-4BA4-B356-0D44E06BA7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4870" y="2687671"/>
                <a:ext cx="53412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/>
              <p:nvPr/>
            </p:nvSpPr>
            <p:spPr>
              <a:xfrm>
                <a:off x="2843266" y="2687671"/>
                <a:ext cx="72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E3914D5-76BE-491D-AB5A-DCEC2967F1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3266" y="2687671"/>
                <a:ext cx="72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/>
              <p:nvPr/>
            </p:nvSpPr>
            <p:spPr>
              <a:xfrm>
                <a:off x="1339653" y="3270547"/>
                <a:ext cx="5666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B209D22-90AA-427B-9625-D95D834FF8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9653" y="3270547"/>
                <a:ext cx="56664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/>
              <p:nvPr/>
            </p:nvSpPr>
            <p:spPr>
              <a:xfrm>
                <a:off x="1844637" y="3270547"/>
                <a:ext cx="13804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267696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19B7D8DA-A19B-48EB-BD10-CA0E396863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4637" y="3270547"/>
                <a:ext cx="138046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/>
              <p:nvPr/>
            </p:nvSpPr>
            <p:spPr>
              <a:xfrm>
                <a:off x="517927" y="4464952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927" y="4464952"/>
                <a:ext cx="90057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/>
              <p:nvPr/>
            </p:nvSpPr>
            <p:spPr>
              <a:xfrm>
                <a:off x="71293" y="4464952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93" y="4464952"/>
                <a:ext cx="53412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/>
              <p:nvPr/>
            </p:nvSpPr>
            <p:spPr>
              <a:xfrm>
                <a:off x="1354128" y="4231843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4128" y="4231843"/>
                <a:ext cx="1502185" cy="98943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/>
              <p:nvPr/>
            </p:nvSpPr>
            <p:spPr>
              <a:xfrm>
                <a:off x="2776546" y="4275670"/>
                <a:ext cx="2390433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267696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6546" y="4275670"/>
                <a:ext cx="2390433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/>
              <p:nvPr/>
            </p:nvSpPr>
            <p:spPr>
              <a:xfrm>
                <a:off x="4848787" y="4275670"/>
                <a:ext cx="1936531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429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4165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8787" y="4275670"/>
                <a:ext cx="1936531" cy="90178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97F7703D-02DF-49A3-B217-1AA527D182F7}"/>
                  </a:ext>
                </a:extLst>
              </p:cNvPr>
              <p:cNvSpPr txBox="1"/>
              <p:nvPr/>
            </p:nvSpPr>
            <p:spPr>
              <a:xfrm>
                <a:off x="3391807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97F7703D-02DF-49A3-B217-1AA527D182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1807" y="2687671"/>
                <a:ext cx="53412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3EDB1FA-D16A-4887-ACE3-36A6588CDEA6}"/>
                  </a:ext>
                </a:extLst>
              </p:cNvPr>
              <p:cNvSpPr txBox="1"/>
              <p:nvPr/>
            </p:nvSpPr>
            <p:spPr>
              <a:xfrm>
                <a:off x="3787740" y="2687671"/>
                <a:ext cx="90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3EDB1FA-D16A-4887-ACE3-36A6588CDE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7740" y="2687671"/>
                <a:ext cx="90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E578BA82-76B1-45C9-B8F9-EB272983C1E5}"/>
                  </a:ext>
                </a:extLst>
              </p:cNvPr>
              <p:cNvSpPr txBox="1"/>
              <p:nvPr/>
            </p:nvSpPr>
            <p:spPr>
              <a:xfrm>
                <a:off x="4503443" y="26876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E578BA82-76B1-45C9-B8F9-EB272983C1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3443" y="2687671"/>
                <a:ext cx="534127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5AA5929D-B118-4FAF-940A-FBB12F0B0371}"/>
                  </a:ext>
                </a:extLst>
              </p:cNvPr>
              <p:cNvSpPr txBox="1"/>
              <p:nvPr/>
            </p:nvSpPr>
            <p:spPr>
              <a:xfrm>
                <a:off x="4845683" y="2687671"/>
                <a:ext cx="720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5AA5929D-B118-4FAF-940A-FBB12F0B03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5683" y="2687671"/>
                <a:ext cx="72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E729E19-EC77-4321-865D-D9B104260837}"/>
                  </a:ext>
                </a:extLst>
              </p:cNvPr>
              <p:cNvSpPr txBox="1"/>
              <p:nvPr/>
            </p:nvSpPr>
            <p:spPr>
              <a:xfrm>
                <a:off x="11138609" y="2094889"/>
                <a:ext cx="52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E729E19-EC77-4321-865D-D9B1042608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38609" y="2094889"/>
                <a:ext cx="522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TextBox 52">
            <a:extLst>
              <a:ext uri="{FF2B5EF4-FFF2-40B4-BE49-F238E27FC236}">
                <a16:creationId xmlns:a16="http://schemas.microsoft.com/office/drawing/2014/main" id="{6B9B3471-C7C2-423A-A176-4DA896B4C98F}"/>
              </a:ext>
            </a:extLst>
          </p:cNvPr>
          <p:cNvSpPr txBox="1"/>
          <p:nvPr/>
        </p:nvSpPr>
        <p:spPr>
          <a:xfrm>
            <a:off x="8676957" y="2094889"/>
            <a:ext cx="278691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Choices of suits 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" panose="05000000000000000000" pitchFamily="2" charset="2"/>
              </a:rPr>
              <a:t>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CECEEAF-F4A7-42BF-8D50-77B9D918836B}"/>
              </a:ext>
            </a:extLst>
          </p:cNvPr>
          <p:cNvSpPr txBox="1"/>
          <p:nvPr/>
        </p:nvSpPr>
        <p:spPr>
          <a:xfrm>
            <a:off x="8677197" y="3391434"/>
            <a:ext cx="260040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Remaining suits 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  <a:sym typeface="Wingdings" panose="05000000000000000000" pitchFamily="2" charset="2"/>
              </a:rPr>
              <a:t>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73539AF9-A26C-4F86-9214-1B12D4E95933}"/>
                  </a:ext>
                </a:extLst>
              </p:cNvPr>
              <p:cNvSpPr txBox="1"/>
              <p:nvPr/>
            </p:nvSpPr>
            <p:spPr>
              <a:xfrm>
                <a:off x="11138609" y="3391434"/>
                <a:ext cx="52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73539AF9-A26C-4F86-9214-1B12D4E959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38609" y="3391434"/>
                <a:ext cx="522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DEE88A4-21B7-4FA6-A665-441BAC3A0C21}"/>
              </a:ext>
            </a:extLst>
          </p:cNvPr>
          <p:cNvCxnSpPr>
            <a:cxnSpLocks/>
          </p:cNvCxnSpPr>
          <p:nvPr/>
        </p:nvCxnSpPr>
        <p:spPr>
          <a:xfrm>
            <a:off x="1574536" y="1883466"/>
            <a:ext cx="4744567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271C43A-EFE5-4CD9-9A08-33B294E4699B}"/>
              </a:ext>
            </a:extLst>
          </p:cNvPr>
          <p:cNvCxnSpPr>
            <a:cxnSpLocks/>
          </p:cNvCxnSpPr>
          <p:nvPr/>
        </p:nvCxnSpPr>
        <p:spPr>
          <a:xfrm>
            <a:off x="1574536" y="2312975"/>
            <a:ext cx="3991147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49BA849-AF07-455B-A052-F0B420414DE1}"/>
                  </a:ext>
                </a:extLst>
              </p:cNvPr>
              <p:cNvSpPr txBox="1"/>
              <p:nvPr/>
            </p:nvSpPr>
            <p:spPr>
              <a:xfrm>
                <a:off x="8833221" y="2532336"/>
                <a:ext cx="1869890" cy="830997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4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212121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Symbol" panose="05050102010706020507" pitchFamily="18" charset="2"/>
                        </a:rPr>
                        <m:t></m:t>
                      </m:r>
                      <m:r>
                        <a:rPr kumimoji="0" lang="en-IN" sz="4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Symbol" panose="05050102010706020507" pitchFamily="18" charset="2"/>
                        </a:rPr>
                        <m:t></m:t>
                      </m:r>
                      <m:r>
                        <a:rPr kumimoji="0" lang="en-IN" sz="4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212121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Symbol" panose="05050102010706020507" pitchFamily="18" charset="2"/>
                        </a:rPr>
                        <m:t></m:t>
                      </m:r>
                      <m:r>
                        <a:rPr kumimoji="0" lang="en-IN" sz="4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Symbol" panose="05050102010706020507" pitchFamily="18" charset="2"/>
                        </a:rPr>
                        <m:t></m:t>
                      </m:r>
                    </m:oMath>
                  </m:oMathPara>
                </a14:m>
                <a:endParaRPr kumimoji="0" lang="en-IN" sz="4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49BA849-AF07-455B-A052-F0B420414D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3221" y="2532336"/>
                <a:ext cx="1869890" cy="830997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Multiplication Sign 7">
            <a:extLst>
              <a:ext uri="{FF2B5EF4-FFF2-40B4-BE49-F238E27FC236}">
                <a16:creationId xmlns:a16="http://schemas.microsoft.com/office/drawing/2014/main" id="{DCEAF10F-0A93-47C1-AAD5-D1A5280800DB}"/>
              </a:ext>
            </a:extLst>
          </p:cNvPr>
          <p:cNvSpPr/>
          <p:nvPr/>
        </p:nvSpPr>
        <p:spPr>
          <a:xfrm>
            <a:off x="9323063" y="2717805"/>
            <a:ext cx="576870" cy="576870"/>
          </a:xfrm>
          <a:prstGeom prst="mathMultiply">
            <a:avLst>
              <a:gd name="adj1" fmla="val 14434"/>
            </a:avLst>
          </a:prstGeom>
          <a:solidFill>
            <a:srgbClr val="00B0F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CDF13A6A-9D8B-485F-836E-F336182F3609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7078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5" grpId="0" animBg="1"/>
      <p:bldP spid="36" grpId="0" animBg="1"/>
      <p:bldP spid="37" grpId="0" animBg="1"/>
      <p:bldP spid="42" grpId="0"/>
      <p:bldP spid="43" grpId="0"/>
      <p:bldP spid="45" grpId="0"/>
      <p:bldP spid="46" grpId="0"/>
      <p:bldP spid="51" grpId="0"/>
      <p:bldP spid="52" grpId="0"/>
      <p:bldP spid="54" grpId="0" animBg="1"/>
      <p:bldP spid="55" grpId="0" animBg="1"/>
      <p:bldP spid="56" grpId="0" animBg="1"/>
      <p:bldP spid="57" grpId="0" animBg="1"/>
      <p:bldP spid="58" grpId="0" animBg="1"/>
      <p:bldP spid="64" grpId="0"/>
      <p:bldP spid="65" grpId="0"/>
      <p:bldP spid="82" grpId="0"/>
      <p:bldP spid="83" grpId="0"/>
      <p:bldP spid="44" grpId="0"/>
      <p:bldP spid="53" grpId="0" animBg="1"/>
      <p:bldP spid="59" grpId="0" animBg="1"/>
      <p:bldP spid="60" grpId="0"/>
      <p:bldP spid="67" grpId="0"/>
      <p:bldP spid="8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extBox 62">
            <a:extLst>
              <a:ext uri="{FF2B5EF4-FFF2-40B4-BE49-F238E27FC236}">
                <a16:creationId xmlns:a16="http://schemas.microsoft.com/office/drawing/2014/main" id="{EE46124B-F2B1-4EDA-A9D5-9DBE9C43460A}"/>
              </a:ext>
            </a:extLst>
          </p:cNvPr>
          <p:cNvSpPr txBox="1"/>
          <p:nvPr/>
        </p:nvSpPr>
        <p:spPr>
          <a:xfrm>
            <a:off x="85525" y="801214"/>
            <a:ext cx="5316207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(5)  at least one ace is obtained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7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/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67ECC96-7590-4F07-A669-7C803F7F2D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2823" y="708842"/>
                <a:ext cx="718822" cy="46166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/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4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2FF09E8-0856-46EB-8B9D-FEA91621C4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6870" y="708842"/>
                <a:ext cx="1654399" cy="461665"/>
              </a:xfrm>
              <a:prstGeom prst="rect">
                <a:avLst/>
              </a:prstGeom>
              <a:blipFill>
                <a:blip r:embed="rId3"/>
                <a:stretch>
                  <a:fillRect r="-25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/>
              <p:nvPr/>
            </p:nvSpPr>
            <p:spPr>
              <a:xfrm>
                <a:off x="110858" y="134796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B12583E-9EF0-4A92-BAA1-2E1A8668DE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" y="1347968"/>
                <a:ext cx="1463040" cy="523220"/>
              </a:xfrm>
              <a:prstGeom prst="rect">
                <a:avLst/>
              </a:prstGeom>
              <a:blipFill>
                <a:blip r:embed="rId4"/>
                <a:stretch>
                  <a:fillRect l="-8333" t="-10465" r="-3333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CB221158-D64F-4F48-8FD9-22ECFABF3344}"/>
              </a:ext>
            </a:extLst>
          </p:cNvPr>
          <p:cNvSpPr txBox="1"/>
          <p:nvPr/>
        </p:nvSpPr>
        <p:spPr>
          <a:xfrm>
            <a:off x="1339895" y="1346740"/>
            <a:ext cx="57278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at least one ace is drawn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/>
              <p:nvPr/>
            </p:nvSpPr>
            <p:spPr>
              <a:xfrm>
                <a:off x="553165" y="5137116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CDB59A4-D329-48CB-B457-4A398278F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165" y="5137116"/>
                <a:ext cx="90057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/>
              <p:nvPr/>
            </p:nvSpPr>
            <p:spPr>
              <a:xfrm>
                <a:off x="106531" y="5137116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BDF652E3-8E24-467F-89B0-1342932F05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531" y="5137116"/>
                <a:ext cx="53412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/>
              <p:nvPr/>
            </p:nvSpPr>
            <p:spPr>
              <a:xfrm>
                <a:off x="1339895" y="4904007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8A2A34D-E4D1-448A-ABCE-228C56B7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9895" y="4904007"/>
                <a:ext cx="1502185" cy="98943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/>
              <p:nvPr/>
            </p:nvSpPr>
            <p:spPr>
              <a:xfrm>
                <a:off x="2716289" y="4947834"/>
                <a:ext cx="216000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886656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58EDD1-D67D-41EE-B14E-087796167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6289" y="4947834"/>
                <a:ext cx="2160000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/>
              <p:nvPr/>
            </p:nvSpPr>
            <p:spPr>
              <a:xfrm>
                <a:off x="4876289" y="4947834"/>
                <a:ext cx="182240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18472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54145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BD552E4-6916-404B-B2CD-0B7D09FD88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6289" y="4947834"/>
                <a:ext cx="1822400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09AC665-1455-496F-9BE8-D023F1FD9CA2}"/>
                  </a:ext>
                </a:extLst>
              </p:cNvPr>
              <p:cNvSpPr txBox="1"/>
              <p:nvPr/>
            </p:nvSpPr>
            <p:spPr>
              <a:xfrm>
                <a:off x="1269179" y="2798163"/>
                <a:ext cx="205124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           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09AC665-1455-496F-9BE8-D023F1FD9C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9179" y="2798163"/>
                <a:ext cx="2051240" cy="52809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84B81B1-9874-4768-954E-B49C3A27DF0A}"/>
                  </a:ext>
                </a:extLst>
              </p:cNvPr>
              <p:cNvSpPr txBox="1"/>
              <p:nvPr/>
            </p:nvSpPr>
            <p:spPr>
              <a:xfrm>
                <a:off x="110858" y="2798163"/>
                <a:ext cx="13166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84B81B1-9874-4768-954E-B49C3A27DF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" y="2798163"/>
                <a:ext cx="131662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C9CA5D1-FE89-4F6C-B133-ED7E6500013B}"/>
                  </a:ext>
                </a:extLst>
              </p:cNvPr>
              <p:cNvSpPr txBox="1"/>
              <p:nvPr/>
            </p:nvSpPr>
            <p:spPr>
              <a:xfrm>
                <a:off x="1442249" y="2798163"/>
                <a:ext cx="72932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9C9CA5D1-FE89-4F6C-B133-ED7E650001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42249" y="2798163"/>
                <a:ext cx="729320" cy="52809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A147C89-0D4A-4FA8-A9EC-C03B064D49FB}"/>
                  </a:ext>
                </a:extLst>
              </p:cNvPr>
              <p:cNvSpPr txBox="1"/>
              <p:nvPr/>
            </p:nvSpPr>
            <p:spPr>
              <a:xfrm>
                <a:off x="2050728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A147C89-0D4A-4FA8-A9EC-C03B064D49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0728" y="2798163"/>
                <a:ext cx="484456" cy="52809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735545F-3581-4097-AE73-CE10AFDE1B16}"/>
                  </a:ext>
                </a:extLst>
              </p:cNvPr>
              <p:cNvSpPr txBox="1"/>
              <p:nvPr/>
            </p:nvSpPr>
            <p:spPr>
              <a:xfrm>
                <a:off x="2387847" y="2798163"/>
                <a:ext cx="82800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735545F-3581-4097-AE73-CE10AFDE1B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7847" y="2798163"/>
                <a:ext cx="828000" cy="5280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D6A28217-F02C-4662-B568-E99314171D59}"/>
              </a:ext>
            </a:extLst>
          </p:cNvPr>
          <p:cNvCxnSpPr>
            <a:cxnSpLocks/>
          </p:cNvCxnSpPr>
          <p:nvPr/>
        </p:nvCxnSpPr>
        <p:spPr>
          <a:xfrm>
            <a:off x="1514690" y="1838210"/>
            <a:ext cx="216212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3ABF5A9E-067B-45C6-8868-EC2A8B832E09}"/>
              </a:ext>
            </a:extLst>
          </p:cNvPr>
          <p:cNvSpPr txBox="1"/>
          <p:nvPr/>
        </p:nvSpPr>
        <p:spPr>
          <a:xfrm>
            <a:off x="568905" y="1905664"/>
            <a:ext cx="7256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89DBD911-2B7C-449E-B038-8FE91EC1FC34}"/>
                  </a:ext>
                </a:extLst>
              </p:cNvPr>
              <p:cNvSpPr txBox="1"/>
              <p:nvPr/>
            </p:nvSpPr>
            <p:spPr>
              <a:xfrm>
                <a:off x="1287009" y="1905664"/>
                <a:ext cx="308941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contains</a:t>
                </a: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89DBD911-2B7C-449E-B038-8FE91EC1FC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7009" y="1905664"/>
                <a:ext cx="3089413" cy="523220"/>
              </a:xfrm>
              <a:prstGeom prst="rect">
                <a:avLst/>
              </a:prstGeom>
              <a:blipFill>
                <a:blip r:embed="rId15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5037D7E-57CB-4916-BDC2-923660F04F24}"/>
                  </a:ext>
                </a:extLst>
              </p:cNvPr>
              <p:cNvSpPr txBox="1"/>
              <p:nvPr/>
            </p:nvSpPr>
            <p:spPr>
              <a:xfrm>
                <a:off x="3738726" y="1905664"/>
                <a:ext cx="98375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</a:t>
                </a: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5037D7E-57CB-4916-BDC2-923660F04F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38726" y="1905664"/>
                <a:ext cx="983756" cy="523220"/>
              </a:xfrm>
              <a:prstGeom prst="rect">
                <a:avLst/>
              </a:prstGeom>
              <a:blipFill>
                <a:blip r:embed="rId16"/>
                <a:stretch>
                  <a:fillRect t="-11765" r="-9877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TextBox 60">
            <a:extLst>
              <a:ext uri="{FF2B5EF4-FFF2-40B4-BE49-F238E27FC236}">
                <a16:creationId xmlns:a16="http://schemas.microsoft.com/office/drawing/2014/main" id="{94C540B7-72D1-4AB5-B939-83F35D824D70}"/>
              </a:ext>
            </a:extLst>
          </p:cNvPr>
          <p:cNvSpPr txBox="1"/>
          <p:nvPr/>
        </p:nvSpPr>
        <p:spPr>
          <a:xfrm>
            <a:off x="4778920" y="1905664"/>
            <a:ext cx="57963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6884ED5-75B5-4480-B390-6D2C8EA43A98}"/>
                  </a:ext>
                </a:extLst>
              </p:cNvPr>
              <p:cNvSpPr txBox="1"/>
              <p:nvPr/>
            </p:nvSpPr>
            <p:spPr>
              <a:xfrm>
                <a:off x="5308990" y="1905664"/>
                <a:ext cx="123489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</a:t>
                </a: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6884ED5-75B5-4480-B390-6D2C8EA43A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8990" y="1905664"/>
                <a:ext cx="1234899" cy="523220"/>
              </a:xfrm>
              <a:prstGeom prst="rect">
                <a:avLst/>
              </a:prstGeom>
              <a:blipFill>
                <a:blip r:embed="rId17"/>
                <a:stretch>
                  <a:fillRect t="-11765" r="-3960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9" name="TextBox 68">
            <a:extLst>
              <a:ext uri="{FF2B5EF4-FFF2-40B4-BE49-F238E27FC236}">
                <a16:creationId xmlns:a16="http://schemas.microsoft.com/office/drawing/2014/main" id="{4E4859EB-E697-41A5-926D-43904C9888EE}"/>
              </a:ext>
            </a:extLst>
          </p:cNvPr>
          <p:cNvSpPr txBox="1"/>
          <p:nvPr/>
        </p:nvSpPr>
        <p:spPr>
          <a:xfrm>
            <a:off x="6482227" y="1905664"/>
            <a:ext cx="5019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360CABA7-2F2E-4816-9DAD-B5E88FEA7F97}"/>
                  </a:ext>
                </a:extLst>
              </p:cNvPr>
              <p:cNvSpPr txBox="1"/>
              <p:nvPr/>
            </p:nvSpPr>
            <p:spPr>
              <a:xfrm>
                <a:off x="7012298" y="1905664"/>
                <a:ext cx="120799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</a:t>
                </a: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360CABA7-2F2E-4816-9DAD-B5E88FEA7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12298" y="1905664"/>
                <a:ext cx="1207992" cy="523220"/>
              </a:xfrm>
              <a:prstGeom prst="rect">
                <a:avLst/>
              </a:prstGeom>
              <a:blipFill>
                <a:blip r:embed="rId18"/>
                <a:stretch>
                  <a:fillRect t="-11765" r="-5556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41BE5D75-5A65-4BB4-8FA5-4CE47B01D85C}"/>
                  </a:ext>
                </a:extLst>
              </p:cNvPr>
              <p:cNvSpPr txBox="1"/>
              <p:nvPr/>
            </p:nvSpPr>
            <p:spPr>
              <a:xfrm>
                <a:off x="3274328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41BE5D75-5A65-4BB4-8FA5-4CE47B01D8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4328" y="2798163"/>
                <a:ext cx="484456" cy="52809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0FA62B04-25F8-46AC-93FD-54EC833713E1}"/>
                  </a:ext>
                </a:extLst>
              </p:cNvPr>
              <p:cNvSpPr txBox="1"/>
              <p:nvPr/>
            </p:nvSpPr>
            <p:spPr>
              <a:xfrm>
                <a:off x="3742438" y="2798163"/>
                <a:ext cx="205124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           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0FA62B04-25F8-46AC-93FD-54EC833713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2438" y="2798163"/>
                <a:ext cx="2051240" cy="52809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080742B-B812-480F-A8BA-D01FE530007B}"/>
                  </a:ext>
                </a:extLst>
              </p:cNvPr>
              <p:cNvSpPr txBox="1"/>
              <p:nvPr/>
            </p:nvSpPr>
            <p:spPr>
              <a:xfrm>
                <a:off x="3919092" y="2798163"/>
                <a:ext cx="72932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080742B-B812-480F-A8BA-D01FE53000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19092" y="2798163"/>
                <a:ext cx="729320" cy="52809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C4788ACA-A777-4074-B5D7-0DCACC3E7EC7}"/>
                  </a:ext>
                </a:extLst>
              </p:cNvPr>
              <p:cNvSpPr txBox="1"/>
              <p:nvPr/>
            </p:nvSpPr>
            <p:spPr>
              <a:xfrm>
                <a:off x="4527571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C4788ACA-A777-4074-B5D7-0DCACC3E7E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7571" y="2798163"/>
                <a:ext cx="484456" cy="52809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84EC4D2E-40B1-449F-867B-D7606D0ED3F3}"/>
                  </a:ext>
                </a:extLst>
              </p:cNvPr>
              <p:cNvSpPr txBox="1"/>
              <p:nvPr/>
            </p:nvSpPr>
            <p:spPr>
              <a:xfrm>
                <a:off x="4864690" y="2798163"/>
                <a:ext cx="82800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84EC4D2E-40B1-449F-867B-D7606D0ED3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64690" y="2798163"/>
                <a:ext cx="828000" cy="52809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F1C3BC4-C728-420E-9AAE-B5304FF23D34}"/>
                  </a:ext>
                </a:extLst>
              </p:cNvPr>
              <p:cNvSpPr txBox="1"/>
              <p:nvPr/>
            </p:nvSpPr>
            <p:spPr>
              <a:xfrm>
                <a:off x="5747587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F1C3BC4-C728-420E-9AAE-B5304FF23D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7587" y="2798163"/>
                <a:ext cx="484456" cy="52809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5B494371-9894-4934-810B-7FA6B311006E}"/>
                  </a:ext>
                </a:extLst>
              </p:cNvPr>
              <p:cNvSpPr txBox="1"/>
              <p:nvPr/>
            </p:nvSpPr>
            <p:spPr>
              <a:xfrm>
                <a:off x="6212443" y="2798163"/>
                <a:ext cx="205124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           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5B494371-9894-4934-810B-7FA6B3110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12443" y="2798163"/>
                <a:ext cx="2051240" cy="52809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628545C-A6BD-4CCF-BE98-9A9296ABABD3}"/>
                  </a:ext>
                </a:extLst>
              </p:cNvPr>
              <p:cNvSpPr txBox="1"/>
              <p:nvPr/>
            </p:nvSpPr>
            <p:spPr>
              <a:xfrm>
                <a:off x="6383682" y="2798163"/>
                <a:ext cx="72932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628545C-A6BD-4CCF-BE98-9A9296ABAB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3682" y="2798163"/>
                <a:ext cx="729320" cy="52809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08D740B1-322F-40C8-BD4E-434D5BFE3727}"/>
                  </a:ext>
                </a:extLst>
              </p:cNvPr>
              <p:cNvSpPr txBox="1"/>
              <p:nvPr/>
            </p:nvSpPr>
            <p:spPr>
              <a:xfrm>
                <a:off x="6992161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08D740B1-322F-40C8-BD4E-434D5BFE37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2161" y="2798163"/>
                <a:ext cx="484456" cy="52809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E65E1EF3-81F3-4B8B-A479-688F3D23F308}"/>
                  </a:ext>
                </a:extLst>
              </p:cNvPr>
              <p:cNvSpPr txBox="1"/>
              <p:nvPr/>
            </p:nvSpPr>
            <p:spPr>
              <a:xfrm>
                <a:off x="7329280" y="2798163"/>
                <a:ext cx="82800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E65E1EF3-81F3-4B8B-A479-688F3D23F3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9280" y="2798163"/>
                <a:ext cx="828000" cy="52809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5ED3F070-8C60-4A52-9161-2E246E7FFBAF}"/>
                  </a:ext>
                </a:extLst>
              </p:cNvPr>
              <p:cNvSpPr txBox="1"/>
              <p:nvPr/>
            </p:nvSpPr>
            <p:spPr>
              <a:xfrm>
                <a:off x="859473" y="3412394"/>
                <a:ext cx="526022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5ED3F070-8C60-4A52-9161-2E246E7FFB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9473" y="3412394"/>
                <a:ext cx="526022" cy="52809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8AA7284-DFE7-435E-A510-0F058E158EA0}"/>
                  </a:ext>
                </a:extLst>
              </p:cNvPr>
              <p:cNvSpPr txBox="1"/>
              <p:nvPr/>
            </p:nvSpPr>
            <p:spPr>
              <a:xfrm>
                <a:off x="1317489" y="3414830"/>
                <a:ext cx="11745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778320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8AA7284-DFE7-435E-A510-0F058E158E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7489" y="3414830"/>
                <a:ext cx="1174578" cy="523220"/>
              </a:xfrm>
              <a:prstGeom prst="rect">
                <a:avLst/>
              </a:prstGeom>
              <a:blipFill>
                <a:blip r:embed="rId30"/>
                <a:stretch>
                  <a:fillRect r="-569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CB570CFF-64CB-4657-BCCA-97761C30526F}"/>
                  </a:ext>
                </a:extLst>
              </p:cNvPr>
              <p:cNvSpPr txBox="1"/>
              <p:nvPr/>
            </p:nvSpPr>
            <p:spPr>
              <a:xfrm>
                <a:off x="3095058" y="3412394"/>
                <a:ext cx="1415071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103776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CB570CFF-64CB-4657-BCCA-97761C3052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5058" y="3412394"/>
                <a:ext cx="1415071" cy="52809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23377BB-A363-4F60-96C8-CEDE3FB8EB92}"/>
                  </a:ext>
                </a:extLst>
              </p:cNvPr>
              <p:cNvSpPr txBox="1"/>
              <p:nvPr/>
            </p:nvSpPr>
            <p:spPr>
              <a:xfrm>
                <a:off x="4804808" y="3412394"/>
                <a:ext cx="1174578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4512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23377BB-A363-4F60-96C8-CEDE3FB8EB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4808" y="3412394"/>
                <a:ext cx="1174578" cy="52809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33CC2059-F835-4998-A553-733A0F45546F}"/>
                  </a:ext>
                </a:extLst>
              </p:cNvPr>
              <p:cNvSpPr txBox="1"/>
              <p:nvPr/>
            </p:nvSpPr>
            <p:spPr>
              <a:xfrm>
                <a:off x="2660136" y="3412394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33CC2059-F835-4998-A553-733A0F4554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0136" y="3412394"/>
                <a:ext cx="484456" cy="52809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A83D467-25D8-473D-92F7-6140FA9C8E1B}"/>
                  </a:ext>
                </a:extLst>
              </p:cNvPr>
              <p:cNvSpPr txBox="1"/>
              <p:nvPr/>
            </p:nvSpPr>
            <p:spPr>
              <a:xfrm>
                <a:off x="4430469" y="3412394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A83D467-25D8-473D-92F7-6140FA9C8E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0469" y="3412394"/>
                <a:ext cx="484456" cy="52809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B49BFAF7-FE34-4342-A665-30A564CC12BC}"/>
                  </a:ext>
                </a:extLst>
              </p:cNvPr>
              <p:cNvSpPr txBox="1"/>
              <p:nvPr/>
            </p:nvSpPr>
            <p:spPr>
              <a:xfrm>
                <a:off x="859473" y="3982457"/>
                <a:ext cx="526022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B49BFAF7-FE34-4342-A665-30A564CC12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9473" y="3982457"/>
                <a:ext cx="526022" cy="52809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CA8FF068-1997-4080-8644-19C1609A02A2}"/>
                  </a:ext>
                </a:extLst>
              </p:cNvPr>
              <p:cNvSpPr txBox="1"/>
              <p:nvPr/>
            </p:nvSpPr>
            <p:spPr>
              <a:xfrm>
                <a:off x="1317489" y="3982516"/>
                <a:ext cx="144506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886656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CA8FF068-1997-4080-8644-19C1609A02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7489" y="3982516"/>
                <a:ext cx="1445064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6F15D6F5-FBCB-405C-81EE-C4C3B5B81A62}"/>
              </a:ext>
            </a:extLst>
          </p:cNvPr>
          <p:cNvCxnSpPr>
            <a:cxnSpLocks/>
          </p:cNvCxnSpPr>
          <p:nvPr/>
        </p:nvCxnSpPr>
        <p:spPr>
          <a:xfrm>
            <a:off x="3785784" y="2400309"/>
            <a:ext cx="89487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642FC05D-E668-4472-99E3-65EFC28FE664}"/>
              </a:ext>
            </a:extLst>
          </p:cNvPr>
          <p:cNvCxnSpPr>
            <a:cxnSpLocks/>
          </p:cNvCxnSpPr>
          <p:nvPr/>
        </p:nvCxnSpPr>
        <p:spPr>
          <a:xfrm>
            <a:off x="5424337" y="2400309"/>
            <a:ext cx="89487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692D9436-D5B4-4392-9D89-9B98F5CC0809}"/>
              </a:ext>
            </a:extLst>
          </p:cNvPr>
          <p:cNvCxnSpPr>
            <a:cxnSpLocks/>
          </p:cNvCxnSpPr>
          <p:nvPr/>
        </p:nvCxnSpPr>
        <p:spPr>
          <a:xfrm>
            <a:off x="7123612" y="2400309"/>
            <a:ext cx="89487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36FA9C48-2E4A-4315-9B0F-E13517236B46}"/>
              </a:ext>
            </a:extLst>
          </p:cNvPr>
          <p:cNvSpPr txBox="1"/>
          <p:nvPr/>
        </p:nvSpPr>
        <p:spPr>
          <a:xfrm>
            <a:off x="8185534" y="1905664"/>
            <a:ext cx="5088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920C017-02F4-4B09-A85F-ABA6F8562601}"/>
                  </a:ext>
                </a:extLst>
              </p:cNvPr>
              <p:cNvSpPr txBox="1"/>
              <p:nvPr/>
            </p:nvSpPr>
            <p:spPr>
              <a:xfrm>
                <a:off x="8715604" y="1905664"/>
                <a:ext cx="114721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aces</a:t>
                </a: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920C017-02F4-4B09-A85F-ABA6F85626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15604" y="1905664"/>
                <a:ext cx="1147219" cy="523220"/>
              </a:xfrm>
              <a:prstGeom prst="rect">
                <a:avLst/>
              </a:prstGeom>
              <a:blipFill>
                <a:blip r:embed="rId37"/>
                <a:stretch>
                  <a:fillRect t="-11765" r="-7979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11D79110-4FAE-4B52-B64B-B022DAEA86C6}"/>
              </a:ext>
            </a:extLst>
          </p:cNvPr>
          <p:cNvCxnSpPr>
            <a:cxnSpLocks/>
          </p:cNvCxnSpPr>
          <p:nvPr/>
        </p:nvCxnSpPr>
        <p:spPr>
          <a:xfrm>
            <a:off x="8837513" y="2400309"/>
            <a:ext cx="894874" cy="0"/>
          </a:xfrm>
          <a:prstGeom prst="line">
            <a:avLst/>
          </a:prstGeom>
          <a:ln w="38100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492F9903-82D2-4A4F-A2FB-F7BDD5853B2D}"/>
                  </a:ext>
                </a:extLst>
              </p:cNvPr>
              <p:cNvSpPr txBox="1"/>
              <p:nvPr/>
            </p:nvSpPr>
            <p:spPr>
              <a:xfrm>
                <a:off x="8167520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492F9903-82D2-4A4F-A2FB-F7BDD5853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7520" y="2798163"/>
                <a:ext cx="484456" cy="528093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15E963AD-FFA3-41E7-9372-5422F9C3FECA}"/>
                  </a:ext>
                </a:extLst>
              </p:cNvPr>
              <p:cNvSpPr txBox="1"/>
              <p:nvPr/>
            </p:nvSpPr>
            <p:spPr>
              <a:xfrm>
                <a:off x="8632376" y="2798163"/>
                <a:ext cx="205124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             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15E963AD-FFA3-41E7-9372-5422F9C3F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32376" y="2798163"/>
                <a:ext cx="2051240" cy="528093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8575C538-522A-49F1-9CE1-F7C73C42F198}"/>
                  </a:ext>
                </a:extLst>
              </p:cNvPr>
              <p:cNvSpPr txBox="1"/>
              <p:nvPr/>
            </p:nvSpPr>
            <p:spPr>
              <a:xfrm>
                <a:off x="8803615" y="2798163"/>
                <a:ext cx="72932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8575C538-522A-49F1-9CE1-F7C73C42F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03615" y="2798163"/>
                <a:ext cx="729320" cy="528093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DF955A08-B5CF-4B92-ADAF-C46C3B46245A}"/>
                  </a:ext>
                </a:extLst>
              </p:cNvPr>
              <p:cNvSpPr txBox="1"/>
              <p:nvPr/>
            </p:nvSpPr>
            <p:spPr>
              <a:xfrm>
                <a:off x="9412094" y="2798163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DF955A08-B5CF-4B92-ADAF-C46C3B4624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12094" y="2798163"/>
                <a:ext cx="484456" cy="528093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A71ADB3B-17E1-4D14-AD0E-7D892416FCFF}"/>
                  </a:ext>
                </a:extLst>
              </p:cNvPr>
              <p:cNvSpPr txBox="1"/>
              <p:nvPr/>
            </p:nvSpPr>
            <p:spPr>
              <a:xfrm>
                <a:off x="9749213" y="2798163"/>
                <a:ext cx="828000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A71ADB3B-17E1-4D14-AD0E-7D892416FC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49213" y="2798163"/>
                <a:ext cx="828000" cy="528093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C6A9B27-C799-4EEC-AC53-9FFB6EAB0C20}"/>
                  </a:ext>
                </a:extLst>
              </p:cNvPr>
              <p:cNvSpPr txBox="1"/>
              <p:nvPr/>
            </p:nvSpPr>
            <p:spPr>
              <a:xfrm>
                <a:off x="6044622" y="3412394"/>
                <a:ext cx="1174578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C6A9B27-C799-4EEC-AC53-9FFB6EAB0C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622" y="3412394"/>
                <a:ext cx="1174578" cy="528093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659E5767-6672-4C1E-9102-8077E8FA5810}"/>
                  </a:ext>
                </a:extLst>
              </p:cNvPr>
              <p:cNvSpPr txBox="1"/>
              <p:nvPr/>
            </p:nvSpPr>
            <p:spPr>
              <a:xfrm>
                <a:off x="5914149" y="3412394"/>
                <a:ext cx="484456" cy="5280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659E5767-6672-4C1E-9102-8077E8FA58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4149" y="3412394"/>
                <a:ext cx="484456" cy="528093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5" name="Rectangle: Rounded Corners 124">
            <a:extLst>
              <a:ext uri="{FF2B5EF4-FFF2-40B4-BE49-F238E27FC236}">
                <a16:creationId xmlns:a16="http://schemas.microsoft.com/office/drawing/2014/main" id="{86767169-0CB0-4E12-A444-458BE3FC0984}"/>
              </a:ext>
            </a:extLst>
          </p:cNvPr>
          <p:cNvSpPr/>
          <p:nvPr/>
        </p:nvSpPr>
        <p:spPr>
          <a:xfrm>
            <a:off x="9862823" y="736307"/>
            <a:ext cx="2268446" cy="434200"/>
          </a:xfrm>
          <a:prstGeom prst="roundRect">
            <a:avLst/>
          </a:prstGeom>
          <a:ln w="28575" cap="rnd">
            <a:solidFill>
              <a:srgbClr val="C25956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4453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500"/>
                            </p:stCondLst>
                            <p:childTnLst>
                              <p:par>
                                <p:cTn id="7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000"/>
                            </p:stCondLst>
                            <p:childTnLst>
                              <p:par>
                                <p:cTn id="7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"/>
                            </p:stCondLst>
                            <p:childTnLst>
                              <p:par>
                                <p:cTn id="8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5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34" grpId="0"/>
      <p:bldP spid="38" grpId="0"/>
      <p:bldP spid="39" grpId="0"/>
      <p:bldP spid="40" grpId="0"/>
      <p:bldP spid="41" grpId="0"/>
      <p:bldP spid="48" grpId="0"/>
      <p:bldP spid="49" grpId="0"/>
      <p:bldP spid="50" grpId="0"/>
      <p:bldP spid="61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9" grpId="0"/>
      <p:bldP spid="110" grpId="0"/>
      <p:bldP spid="112" grpId="0"/>
      <p:bldP spid="113" grpId="0"/>
      <p:bldP spid="114" grpId="0"/>
      <p:bldP spid="115" grpId="0"/>
      <p:bldP spid="116" grpId="0"/>
      <p:bldP spid="123" grpId="0"/>
      <p:bldP spid="124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224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Consider a poker hand of five cards. Find the probability of getting four of a kind (i.e., four cards of the same face value) assuming the five cards are chosen random.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16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484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86DF7E2-687A-4110-9D71-A3760BFADB44}"/>
                  </a:ext>
                </a:extLst>
              </p:cNvPr>
              <p:cNvSpPr txBox="1"/>
              <p:nvPr/>
            </p:nvSpPr>
            <p:spPr>
              <a:xfrm>
                <a:off x="1594216" y="2296677"/>
                <a:ext cx="6739044" cy="12003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>
                        <a:lumMod val="90000"/>
                        <a:lumOff val="1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cards </a:t>
                </a:r>
                <a14:m>
                  <m:oMath xmlns:m="http://schemas.openxmlformats.org/officeDocument/2006/math">
                    <m:r>
                      <a:rPr kumimoji="0" lang="en-IN" sz="24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212121">
                            <a:lumMod val="90000"/>
                            <a:lumOff val="10000"/>
                          </a:srgbClr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=52</m:t>
                    </m:r>
                  </m:oMath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>
                      <a:lumMod val="90000"/>
                      <a:lumOff val="10000"/>
                    </a:srgbClr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>
                        <a:lumMod val="90000"/>
                        <a:lumOff val="1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Face value </a:t>
                </a:r>
                <a14:m>
                  <m:oMath xmlns:m="http://schemas.openxmlformats.org/officeDocument/2006/math">
                    <m:r>
                      <a:rPr kumimoji="0" lang="fr-FR" sz="24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212121">
                            <a:lumMod val="90000"/>
                            <a:lumOff val="10000"/>
                          </a:srgbClr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12121">
                            <a:lumMod val="90000"/>
                            <a:lumOff val="10000"/>
                          </a:srgbClr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13</m:t>
                    </m:r>
                  </m:oMath>
                </a14:m>
                <a:r>
                  <a:rPr kumimoji="0" lang="fr-FR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>
                        <a:lumMod val="90000"/>
                        <a:lumOff val="1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(A, 2, 3, …, 10, J, Q, K)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>
                        <a:lumMod val="90000"/>
                        <a:lumOff val="10000"/>
                      </a:srgbClr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For each face value, there are 4 suits </a:t>
                </a: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(♠ ♥ ♦ ♣)</a:t>
                </a:r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86DF7E2-687A-4110-9D71-A3760BFADB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296677"/>
                <a:ext cx="6739044" cy="1200329"/>
              </a:xfrm>
              <a:prstGeom prst="rect">
                <a:avLst/>
              </a:prstGeom>
              <a:blipFill>
                <a:blip r:embed="rId2"/>
                <a:stretch>
                  <a:fillRect l="-1448" t="-3553" b="-1116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4308C970-8F68-3F5C-7897-2FE40977E26E}"/>
                  </a:ext>
                </a:extLst>
              </p:cNvPr>
              <p:cNvSpPr txBox="1"/>
              <p:nvPr/>
            </p:nvSpPr>
            <p:spPr>
              <a:xfrm>
                <a:off x="1594216" y="3701844"/>
                <a:ext cx="10597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total number of ways to choose </a:t>
                </a:r>
                <a14:m>
                  <m:oMath xmlns:m="http://schemas.openxmlformats.org/officeDocument/2006/math">
                    <m: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cards from a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52−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card deck is: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4308C970-8F68-3F5C-7897-2FE40977E2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701844"/>
                <a:ext cx="10597784" cy="523220"/>
              </a:xfrm>
              <a:prstGeom prst="rect">
                <a:avLst/>
              </a:prstGeom>
              <a:blipFill>
                <a:blip r:embed="rId3"/>
                <a:stretch>
                  <a:fillRect l="-1208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2D00C30-FD96-C721-CF8B-AF7D1DD5D7B1}"/>
                  </a:ext>
                </a:extLst>
              </p:cNvPr>
              <p:cNvSpPr txBox="1"/>
              <p:nvPr/>
            </p:nvSpPr>
            <p:spPr>
              <a:xfrm>
                <a:off x="4367508" y="4351833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2D00C30-FD96-C721-CF8B-AF7D1DD5D7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7508" y="4351833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7D16716-07DD-E890-2F6C-12A5BF7E065E}"/>
                  </a:ext>
                </a:extLst>
              </p:cNvPr>
              <p:cNvSpPr txBox="1"/>
              <p:nvPr/>
            </p:nvSpPr>
            <p:spPr>
              <a:xfrm>
                <a:off x="5160892" y="4351833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52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7D16716-07DD-E890-2F6C-12A5BF7E06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0892" y="4351833"/>
                <a:ext cx="12499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F4E3742-0E15-D6E4-4A59-C57AEEDF8917}"/>
                  </a:ext>
                </a:extLst>
              </p:cNvPr>
              <p:cNvSpPr txBox="1"/>
              <p:nvPr/>
            </p:nvSpPr>
            <p:spPr>
              <a:xfrm>
                <a:off x="6333010" y="4351833"/>
                <a:ext cx="20002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2598960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F4E3742-0E15-D6E4-4A59-C57AEEDF89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3010" y="4351833"/>
                <a:ext cx="20002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86DA434-8071-3430-7EA0-A75A9FB6EC1A}"/>
                  </a:ext>
                </a:extLst>
              </p:cNvPr>
              <p:cNvSpPr txBox="1"/>
              <p:nvPr/>
            </p:nvSpPr>
            <p:spPr>
              <a:xfrm>
                <a:off x="1594216" y="5235603"/>
                <a:ext cx="48166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face values </a:t>
                </a: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=13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86DA434-8071-3430-7EA0-A75A9FB6EC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235603"/>
                <a:ext cx="4816615" cy="523220"/>
              </a:xfrm>
              <a:prstGeom prst="rect">
                <a:avLst/>
              </a:prstGeom>
              <a:blipFill>
                <a:blip r:embed="rId7"/>
                <a:stretch>
                  <a:fillRect l="-265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2758DA2-EF65-F85B-4922-85CDF12B64B7}"/>
                  </a:ext>
                </a:extLst>
              </p:cNvPr>
              <p:cNvSpPr txBox="1"/>
              <p:nvPr/>
            </p:nvSpPr>
            <p:spPr>
              <a:xfrm>
                <a:off x="4822490" y="5459919"/>
                <a:ext cx="251064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ar-AE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13</m:t>
                              </m:r>
                            </m:num>
                            <m:den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13</m:t>
                      </m:r>
                    </m:oMath>
                  </m:oMathPara>
                </a14:m>
                <a:endParaRPr kumimoji="0" lang="ar-AE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2758DA2-EF65-F85B-4922-85CDF12B64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2490" y="5459919"/>
                <a:ext cx="2510645" cy="106048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76554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9" grpId="0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E0D205-5D5F-F242-AA47-18CC0A3DC4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5BF15C-4875-030C-0ACD-00B16A5354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951D844-A73B-F03B-C076-F084CCF47AF5}"/>
                  </a:ext>
                </a:extLst>
              </p:cNvPr>
              <p:cNvSpPr txBox="1"/>
              <p:nvPr/>
            </p:nvSpPr>
            <p:spPr>
              <a:xfrm>
                <a:off x="115611" y="828973"/>
                <a:ext cx="48166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face values </a:t>
                </a: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=13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951D844-A73B-F03B-C076-F084CCF47A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611" y="828973"/>
                <a:ext cx="4816615" cy="523220"/>
              </a:xfrm>
              <a:prstGeom prst="rect">
                <a:avLst/>
              </a:prstGeom>
              <a:blipFill>
                <a:blip r:embed="rId2"/>
                <a:stretch>
                  <a:fillRect l="-265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7B9ADAD-BF82-0FF7-041A-D4A53AAB7DFB}"/>
                  </a:ext>
                </a:extLst>
              </p:cNvPr>
              <p:cNvSpPr txBox="1"/>
              <p:nvPr/>
            </p:nvSpPr>
            <p:spPr>
              <a:xfrm>
                <a:off x="4840678" y="1218719"/>
                <a:ext cx="251064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ar-AE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13</m:t>
                              </m:r>
                            </m:num>
                            <m:den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13</m:t>
                      </m:r>
                    </m:oMath>
                  </m:oMathPara>
                </a14:m>
                <a:endParaRPr kumimoji="0" lang="ar-AE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7B9ADAD-BF82-0FF7-041A-D4A53AAB7D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0678" y="1218719"/>
                <a:ext cx="2510645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B57EA755-0329-21E7-BB30-91C59D60B510}"/>
              </a:ext>
            </a:extLst>
          </p:cNvPr>
          <p:cNvSpPr txBox="1"/>
          <p:nvPr/>
        </p:nvSpPr>
        <p:spPr>
          <a:xfrm>
            <a:off x="115610" y="2338088"/>
            <a:ext cx="101762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For one face value, exactly 4 cards exist and all four must be chosen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78F1E17-9D94-EA5A-7FA6-B323041E58B8}"/>
                  </a:ext>
                </a:extLst>
              </p:cNvPr>
              <p:cNvSpPr txBox="1"/>
              <p:nvPr/>
            </p:nvSpPr>
            <p:spPr>
              <a:xfrm>
                <a:off x="4835707" y="2979080"/>
                <a:ext cx="252058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ar-AE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num>
                            <m:den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den>
                          </m:f>
                        </m:e>
                      </m:d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ar-AE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78F1E17-9D94-EA5A-7FA6-B323041E58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5707" y="2979080"/>
                <a:ext cx="2520587" cy="106048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6AD6B640-35BA-E650-8E30-5D05ED7B396A}"/>
              </a:ext>
            </a:extLst>
          </p:cNvPr>
          <p:cNvSpPr txBox="1"/>
          <p:nvPr/>
        </p:nvSpPr>
        <p:spPr>
          <a:xfrm>
            <a:off x="115610" y="4157335"/>
            <a:ext cx="101762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Fifth card must be different.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B2542B7E-4429-CB76-295A-FE54F201B934}"/>
                  </a:ext>
                </a:extLst>
              </p:cNvPr>
              <p:cNvSpPr txBox="1"/>
              <p:nvPr/>
            </p:nvSpPr>
            <p:spPr>
              <a:xfrm>
                <a:off x="3257642" y="4798327"/>
                <a:ext cx="47384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Remaining cards: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IN" sz="28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48</m:t>
                    </m:r>
                  </m:oMath>
                </a14:m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B2542B7E-4429-CB76-295A-FE54F201B9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7642" y="4798327"/>
                <a:ext cx="4738493" cy="523220"/>
              </a:xfrm>
              <a:prstGeom prst="rect">
                <a:avLst/>
              </a:prstGeom>
              <a:blipFill>
                <a:blip r:embed="rId5"/>
                <a:stretch>
                  <a:fillRect l="-257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22B828E-AA99-0E5B-9512-44D93A3F2484}"/>
                  </a:ext>
                </a:extLst>
              </p:cNvPr>
              <p:cNvSpPr txBox="1"/>
              <p:nvPr/>
            </p:nvSpPr>
            <p:spPr>
              <a:xfrm>
                <a:off x="4835707" y="5439319"/>
                <a:ext cx="252058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kumimoji="0" lang="ar-AE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8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  <m:r>
                        <a:rPr kumimoji="0" lang="ar-AE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48</m:t>
                      </m:r>
                    </m:oMath>
                  </m:oMathPara>
                </a14:m>
                <a:endParaRPr kumimoji="0" lang="ar-AE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22B828E-AA99-0E5B-9512-44D93A3F24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5707" y="5439319"/>
                <a:ext cx="2520587" cy="106048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05774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3" grpId="0"/>
      <p:bldP spid="5" grpId="0"/>
      <p:bldP spid="12" grpId="0"/>
      <p:bldP spid="13" grpId="0"/>
      <p:bldP spid="14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5F6F40-9544-2273-8DC1-B2F582297A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587943-D1D9-7AE6-EC51-F7BB0981E0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EC77261B-62BB-8BCF-205F-9C91D751B57C}"/>
                  </a:ext>
                </a:extLst>
              </p:cNvPr>
              <p:cNvSpPr txBox="1"/>
              <p:nvPr/>
            </p:nvSpPr>
            <p:spPr>
              <a:xfrm>
                <a:off x="115610" y="78992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EC77261B-62BB-8BCF-205F-9C91D751B5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610" y="789928"/>
                <a:ext cx="1463040" cy="523220"/>
              </a:xfrm>
              <a:prstGeom prst="rect">
                <a:avLst/>
              </a:prstGeom>
              <a:blipFill>
                <a:blip r:embed="rId2"/>
                <a:stretch>
                  <a:fillRect l="-8750" t="-11765" r="-3750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C71FEF28-F174-AC67-1FCC-CD6C42F4B159}"/>
              </a:ext>
            </a:extLst>
          </p:cNvPr>
          <p:cNvSpPr txBox="1"/>
          <p:nvPr/>
        </p:nvSpPr>
        <p:spPr>
          <a:xfrm>
            <a:off x="1462813" y="789928"/>
            <a:ext cx="7842693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four out of the five cards have the same face value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3B8E90B-0B02-E369-89E7-41DDDC7C9FC2}"/>
                  </a:ext>
                </a:extLst>
              </p:cNvPr>
              <p:cNvSpPr txBox="1"/>
              <p:nvPr/>
            </p:nvSpPr>
            <p:spPr>
              <a:xfrm>
                <a:off x="3843140" y="1506919"/>
                <a:ext cx="5913701" cy="106048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ctrlPr>
                            <a:rPr kumimoji="0" lang="ar-AE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13</m:t>
                              </m:r>
                            </m:num>
                            <m:den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  <m:d>
                        <m:dPr>
                          <m:ctrlPr>
                            <a:rPr kumimoji="0" lang="ar-AE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den>
                          </m:f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×</m:t>
                      </m:r>
                      <m:d>
                        <m:dPr>
                          <m:ctrlPr>
                            <a:rPr kumimoji="0" lang="ar-AE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type m:val="noBar"/>
                              <m:ctrlPr>
                                <a:rPr kumimoji="0" lang="ar-AE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ar-AE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8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3B8E90B-0B02-E369-89E7-41DDDC7C9F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3140" y="1506919"/>
                <a:ext cx="5913701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428B46-B33C-3FD1-9248-8ABEE52E3C7A}"/>
                  </a:ext>
                </a:extLst>
              </p:cNvPr>
              <p:cNvSpPr txBox="1"/>
              <p:nvPr/>
            </p:nvSpPr>
            <p:spPr>
              <a:xfrm>
                <a:off x="4577041" y="2905780"/>
                <a:ext cx="12195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624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428B46-B33C-3FD1-9248-8ABEE52E3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041" y="2905780"/>
                <a:ext cx="121952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B99C7635-EEF1-0D31-55E2-74D81D506F6E}"/>
                  </a:ext>
                </a:extLst>
              </p:cNvPr>
              <p:cNvSpPr txBox="1"/>
              <p:nvPr/>
            </p:nvSpPr>
            <p:spPr>
              <a:xfrm>
                <a:off x="562244" y="4028989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B99C7635-EEF1-0D31-55E2-74D81D506F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2244" y="4028989"/>
                <a:ext cx="90057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40555EA-BDE2-F58F-5EC3-B7CA0D67C88C}"/>
                  </a:ext>
                </a:extLst>
              </p:cNvPr>
              <p:cNvSpPr txBox="1"/>
              <p:nvPr/>
            </p:nvSpPr>
            <p:spPr>
              <a:xfrm>
                <a:off x="115610" y="4028989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40555EA-BDE2-F58F-5EC3-B7CA0D67C8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610" y="4028989"/>
                <a:ext cx="53412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B2916B7C-97A8-932C-53DA-3C4349D995C6}"/>
                  </a:ext>
                </a:extLst>
              </p:cNvPr>
              <p:cNvSpPr txBox="1"/>
              <p:nvPr/>
            </p:nvSpPr>
            <p:spPr>
              <a:xfrm>
                <a:off x="1348974" y="3795880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X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B2916B7C-97A8-932C-53DA-3C4349D995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8974" y="3795880"/>
                <a:ext cx="1502185" cy="98943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D46DBE0-9F51-DAC6-18F2-41FA8F3599DE}"/>
                  </a:ext>
                </a:extLst>
              </p:cNvPr>
              <p:cNvSpPr txBox="1"/>
              <p:nvPr/>
            </p:nvSpPr>
            <p:spPr>
              <a:xfrm>
                <a:off x="2725368" y="3839707"/>
                <a:ext cx="216000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624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2598960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D46DBE0-9F51-DAC6-18F2-41FA8F3599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5368" y="3839707"/>
                <a:ext cx="2160000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A13382F-80B5-3343-FA98-267CEA946F9F}"/>
                  </a:ext>
                </a:extLst>
              </p:cNvPr>
              <p:cNvSpPr txBox="1"/>
              <p:nvPr/>
            </p:nvSpPr>
            <p:spPr>
              <a:xfrm>
                <a:off x="4885368" y="3839707"/>
                <a:ext cx="1822400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4165</m:t>
                          </m:r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A13382F-80B5-3343-FA98-267CEA946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85368" y="3839707"/>
                <a:ext cx="1822400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2184260-7CE7-E200-9A45-3F05C3A14069}"/>
                  </a:ext>
                </a:extLst>
              </p14:cNvPr>
              <p14:cNvContentPartPr/>
              <p14:nvPr/>
            </p14:nvContentPartPr>
            <p14:xfrm>
              <a:off x="3897720" y="5555520"/>
              <a:ext cx="3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2184260-7CE7-E200-9A45-3F05C3A1406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888360" y="554616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9877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16" grpId="0"/>
      <p:bldP spid="17" grpId="0" animBg="1"/>
      <p:bldP spid="18" grpId="0" animBg="1"/>
      <p:bldP spid="19" grpId="0" animBg="1"/>
      <p:bldP spid="20" grpId="0" animBg="1"/>
      <p:bldP spid="21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 integer is chosen at random from the first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positive integers. What is the probability that the integer is divisible by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?</a:t>
                </a:r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24000"/>
              </a:xfrm>
              <a:prstGeom prst="rect">
                <a:avLst/>
              </a:prstGeom>
              <a:blipFill>
                <a:blip r:embed="rId2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17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484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86DF7E2-687A-4110-9D71-A3760BFADB44}"/>
                  </a:ext>
                </a:extLst>
              </p:cNvPr>
              <p:cNvSpPr txBox="1"/>
              <p:nvPr/>
            </p:nvSpPr>
            <p:spPr>
              <a:xfrm>
                <a:off x="1594215" y="2248477"/>
                <a:ext cx="42668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Total integers from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to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86DF7E2-687A-4110-9D71-A3760BFADB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248477"/>
                <a:ext cx="4266835" cy="523220"/>
              </a:xfrm>
              <a:prstGeom prst="rect">
                <a:avLst/>
              </a:prstGeom>
              <a:blipFill>
                <a:blip r:embed="rId3"/>
                <a:stretch>
                  <a:fillRect l="-3004" t="-11628" r="-157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1C11A8F-DC44-48A4-8F1F-83D3E17670A0}"/>
                  </a:ext>
                </a:extLst>
              </p:cNvPr>
              <p:cNvSpPr txBox="1"/>
              <p:nvPr/>
            </p:nvSpPr>
            <p:spPr>
              <a:xfrm>
                <a:off x="1592773" y="2762186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1C11A8F-DC44-48A4-8F1F-83D3E17670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2773" y="2762186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C7F9C32-AD9A-4647-8A9C-30E1C24A27CD}"/>
                  </a:ext>
                </a:extLst>
              </p:cNvPr>
              <p:cNvSpPr txBox="1"/>
              <p:nvPr/>
            </p:nvSpPr>
            <p:spPr>
              <a:xfrm>
                <a:off x="2383190" y="2758236"/>
                <a:ext cx="11665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200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C7F9C32-AD9A-4647-8A9C-30E1C24A27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3190" y="2758236"/>
                <a:ext cx="116653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9A05E71A-AFC5-4430-8D7C-E80194FB2B12}"/>
                  </a:ext>
                </a:extLst>
              </p:cNvPr>
              <p:cNvSpPr txBox="1"/>
              <p:nvPr/>
            </p:nvSpPr>
            <p:spPr>
              <a:xfrm>
                <a:off x="1594218" y="3289304"/>
                <a:ext cx="6530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9A05E71A-AFC5-4430-8D7C-E80194FB2B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289304"/>
                <a:ext cx="653080" cy="523220"/>
              </a:xfrm>
              <a:prstGeom prst="rect">
                <a:avLst/>
              </a:prstGeom>
              <a:blipFill>
                <a:blip r:embed="rId6"/>
                <a:stretch>
                  <a:fillRect t="-11765" r="-467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4DA4023-4F8E-48BC-8D99-701CEDF2A832}"/>
                  </a:ext>
                </a:extLst>
              </p:cNvPr>
              <p:cNvSpPr txBox="1"/>
              <p:nvPr/>
            </p:nvSpPr>
            <p:spPr>
              <a:xfrm>
                <a:off x="2113868" y="3289018"/>
                <a:ext cx="351494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number is divisible by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4DA4023-4F8E-48BC-8D99-701CEDF2A8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3868" y="3289018"/>
                <a:ext cx="3514949" cy="523220"/>
              </a:xfrm>
              <a:prstGeom prst="rect">
                <a:avLst/>
              </a:prstGeom>
              <a:blipFill>
                <a:blip r:embed="rId7"/>
                <a:stretch>
                  <a:fillRect l="-3646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5BD57E2-C3E3-4CFB-9D3B-54FC8D393048}"/>
                  </a:ext>
                </a:extLst>
              </p:cNvPr>
              <p:cNvSpPr txBox="1"/>
              <p:nvPr/>
            </p:nvSpPr>
            <p:spPr>
              <a:xfrm>
                <a:off x="2040850" y="4629962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5BD57E2-C3E3-4CFB-9D3B-54FC8D3930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0850" y="4629962"/>
                <a:ext cx="90057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5E33BD1B-A76B-407E-8622-005C53568820}"/>
                  </a:ext>
                </a:extLst>
              </p:cNvPr>
              <p:cNvSpPr txBox="1"/>
              <p:nvPr/>
            </p:nvSpPr>
            <p:spPr>
              <a:xfrm>
                <a:off x="1594216" y="4629962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5E33BD1B-A76B-407E-8622-005C535688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629962"/>
                <a:ext cx="53412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18CAA0D-B8BA-48CA-89DF-09865F6519E0}"/>
                  </a:ext>
                </a:extLst>
              </p:cNvPr>
              <p:cNvSpPr txBox="1"/>
              <p:nvPr/>
            </p:nvSpPr>
            <p:spPr>
              <a:xfrm>
                <a:off x="2831711" y="4629962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18CAA0D-B8BA-48CA-89DF-09865F6519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1711" y="4629962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6E1D30E8-1B2E-4501-84C7-61402E8E419A}"/>
                  </a:ext>
                </a:extLst>
              </p:cNvPr>
              <p:cNvSpPr txBox="1"/>
              <p:nvPr/>
            </p:nvSpPr>
            <p:spPr>
              <a:xfrm>
                <a:off x="6178665" y="4629962"/>
                <a:ext cx="9850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6E1D30E8-1B2E-4501-84C7-61402E8E41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5" y="4629962"/>
                <a:ext cx="98503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3D9EB35-26E8-40E1-AFA7-BBCAAFCBB1CB}"/>
                  </a:ext>
                </a:extLst>
              </p:cNvPr>
              <p:cNvSpPr txBox="1"/>
              <p:nvPr/>
            </p:nvSpPr>
            <p:spPr>
              <a:xfrm>
                <a:off x="4456520" y="4629962"/>
                <a:ext cx="18265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.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3D9EB35-26E8-40E1-AFA7-BBCAAFCBB1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6520" y="4629962"/>
                <a:ext cx="182656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B897876-09F9-415C-9D54-B15A4345CD69}"/>
                  </a:ext>
                </a:extLst>
              </p:cNvPr>
              <p:cNvSpPr txBox="1"/>
              <p:nvPr/>
            </p:nvSpPr>
            <p:spPr>
              <a:xfrm>
                <a:off x="3256127" y="4366075"/>
                <a:ext cx="1304812" cy="10509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200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6</m:t>
                                  </m:r>
                                </m:den>
                              </m:f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B897876-09F9-415C-9D54-B15A4345CD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6127" y="4366075"/>
                <a:ext cx="1304812" cy="105099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18335E4-B10B-4650-BE79-AD44042D1482}"/>
                  </a:ext>
                </a:extLst>
              </p:cNvPr>
              <p:cNvSpPr txBox="1"/>
              <p:nvPr/>
            </p:nvSpPr>
            <p:spPr>
              <a:xfrm>
                <a:off x="1594218" y="3806625"/>
                <a:ext cx="6530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18335E4-B10B-4650-BE79-AD44042D1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806625"/>
                <a:ext cx="653080" cy="523220"/>
              </a:xfrm>
              <a:prstGeom prst="rect">
                <a:avLst/>
              </a:prstGeom>
              <a:blipFill>
                <a:blip r:embed="rId14"/>
                <a:stretch>
                  <a:fillRect t="-10465" r="-4673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57A542-0F4C-4ED9-B36C-DFA0DF7AB251}"/>
                  </a:ext>
                </a:extLst>
              </p:cNvPr>
              <p:cNvSpPr txBox="1"/>
              <p:nvPr/>
            </p:nvSpPr>
            <p:spPr>
              <a:xfrm>
                <a:off x="2113868" y="3806339"/>
                <a:ext cx="351494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number is divisible by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57A542-0F4C-4ED9-B36C-DFA0DF7AB2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3868" y="3806339"/>
                <a:ext cx="3514949" cy="523220"/>
              </a:xfrm>
              <a:prstGeom prst="rect">
                <a:avLst/>
              </a:prstGeom>
              <a:blipFill>
                <a:blip r:embed="rId15"/>
                <a:stretch>
                  <a:fillRect l="-3646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A6FFE17-141F-4625-8534-310BB2B376E1}"/>
                  </a:ext>
                </a:extLst>
              </p:cNvPr>
              <p:cNvSpPr txBox="1"/>
              <p:nvPr/>
            </p:nvSpPr>
            <p:spPr>
              <a:xfrm>
                <a:off x="2040850" y="583613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A6FFE17-141F-4625-8534-310BB2B376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0850" y="5836137"/>
                <a:ext cx="90057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7557392-6218-46FC-9C1C-1AC05227048F}"/>
                  </a:ext>
                </a:extLst>
              </p:cNvPr>
              <p:cNvSpPr txBox="1"/>
              <p:nvPr/>
            </p:nvSpPr>
            <p:spPr>
              <a:xfrm>
                <a:off x="1594216" y="5836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7557392-6218-46FC-9C1C-1AC0522704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836137"/>
                <a:ext cx="53412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1718AAB-153A-4E47-87C2-F80B99786B06}"/>
                  </a:ext>
                </a:extLst>
              </p:cNvPr>
              <p:cNvSpPr txBox="1"/>
              <p:nvPr/>
            </p:nvSpPr>
            <p:spPr>
              <a:xfrm>
                <a:off x="2831711" y="5836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1718AAB-153A-4E47-87C2-F80B99786B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1711" y="5836137"/>
                <a:ext cx="53412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F8F87FC-33B8-40DF-9CB0-89A3E3DACFC1}"/>
                  </a:ext>
                </a:extLst>
              </p:cNvPr>
              <p:cNvSpPr txBox="1"/>
              <p:nvPr/>
            </p:nvSpPr>
            <p:spPr>
              <a:xfrm>
                <a:off x="5761332" y="5836137"/>
                <a:ext cx="9850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F8F87FC-33B8-40DF-9CB0-89A3E3DACF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1332" y="5836137"/>
                <a:ext cx="985034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1E42060-DB8F-44A0-9E54-E33D5A333BA7}"/>
                  </a:ext>
                </a:extLst>
              </p:cNvPr>
              <p:cNvSpPr txBox="1"/>
              <p:nvPr/>
            </p:nvSpPr>
            <p:spPr>
              <a:xfrm>
                <a:off x="4456520" y="5836137"/>
                <a:ext cx="13048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1E42060-DB8F-44A0-9E54-E33D5A333B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6520" y="5836137"/>
                <a:ext cx="130481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6DD0885E-FE0C-400E-807F-36E5E7B0AB7A}"/>
                  </a:ext>
                </a:extLst>
              </p:cNvPr>
              <p:cNvSpPr txBox="1"/>
              <p:nvPr/>
            </p:nvSpPr>
            <p:spPr>
              <a:xfrm>
                <a:off x="3256127" y="5541473"/>
                <a:ext cx="1304812" cy="10509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200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8</m:t>
                                  </m:r>
                                </m:den>
                              </m:f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6DD0885E-FE0C-400E-807F-36E5E7B0AB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6127" y="5541473"/>
                <a:ext cx="1304812" cy="105099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BA261CE-94CB-4838-A96B-C453A567DB2D}"/>
                  </a:ext>
                </a:extLst>
              </p:cNvPr>
              <p:cNvSpPr txBox="1"/>
              <p:nvPr/>
            </p:nvSpPr>
            <p:spPr>
              <a:xfrm>
                <a:off x="6395909" y="2248477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BA261CE-94CB-4838-A96B-C453A567D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5909" y="2248477"/>
                <a:ext cx="153557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71849A1A-624E-40E5-8A53-F2EB9E485E1F}"/>
                  </a:ext>
                </a:extLst>
              </p:cNvPr>
              <p:cNvSpPr txBox="1"/>
              <p:nvPr/>
            </p:nvSpPr>
            <p:spPr>
              <a:xfrm>
                <a:off x="7802182" y="2248477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71849A1A-624E-40E5-8A53-F2EB9E485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2182" y="2248477"/>
                <a:ext cx="423181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BED6F6C-4B2E-4175-ADD6-2E48CA4B1529}"/>
                  </a:ext>
                </a:extLst>
              </p:cNvPr>
              <p:cNvSpPr txBox="1"/>
              <p:nvPr/>
            </p:nvSpPr>
            <p:spPr>
              <a:xfrm>
                <a:off x="8160982" y="2248477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BED6F6C-4B2E-4175-ADD6-2E48CA4B15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0982" y="2248477"/>
                <a:ext cx="423181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0CD21A9-6724-42FF-9E66-62649CFFEB98}"/>
                  </a:ext>
                </a:extLst>
              </p:cNvPr>
              <p:cNvSpPr txBox="1"/>
              <p:nvPr/>
            </p:nvSpPr>
            <p:spPr>
              <a:xfrm>
                <a:off x="7856715" y="4629962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0CD21A9-6724-42FF-9E66-62649CFFEB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6715" y="4629962"/>
                <a:ext cx="900571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EC3A8222-1DA4-42FE-ADC9-3B30CE275232}"/>
                  </a:ext>
                </a:extLst>
              </p:cNvPr>
              <p:cNvSpPr txBox="1"/>
              <p:nvPr/>
            </p:nvSpPr>
            <p:spPr>
              <a:xfrm>
                <a:off x="7345080" y="4629962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EC3A8222-1DA4-42FE-ADC9-3B30CE2752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5080" y="4629962"/>
                <a:ext cx="53412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1B0F73C-5EE9-43C3-B194-E714A3049647}"/>
                  </a:ext>
                </a:extLst>
              </p:cNvPr>
              <p:cNvSpPr txBox="1"/>
              <p:nvPr/>
            </p:nvSpPr>
            <p:spPr>
              <a:xfrm>
                <a:off x="8643445" y="4396853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1B0F73C-5EE9-43C3-B194-E714A30496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43445" y="4396853"/>
                <a:ext cx="1502185" cy="989438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0098D16-1F72-4AFB-9475-FD9EAC35CB05}"/>
                  </a:ext>
                </a:extLst>
              </p:cNvPr>
              <p:cNvSpPr txBox="1"/>
              <p:nvPr/>
            </p:nvSpPr>
            <p:spPr>
              <a:xfrm>
                <a:off x="10019839" y="4440680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0098D16-1F72-4AFB-9475-FD9EAC35C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9839" y="4440680"/>
                <a:ext cx="1330332" cy="90178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33BE9830-EA1E-4BE9-901D-78BDB50D122F}"/>
                  </a:ext>
                </a:extLst>
              </p:cNvPr>
              <p:cNvSpPr txBox="1"/>
              <p:nvPr/>
            </p:nvSpPr>
            <p:spPr>
              <a:xfrm>
                <a:off x="7856715" y="583613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33BE9830-EA1E-4BE9-901D-78BDB50D12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6715" y="5836137"/>
                <a:ext cx="900571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82D78E3-0AAA-470E-994E-153E64AEA905}"/>
                  </a:ext>
                </a:extLst>
              </p:cNvPr>
              <p:cNvSpPr txBox="1"/>
              <p:nvPr/>
            </p:nvSpPr>
            <p:spPr>
              <a:xfrm>
                <a:off x="7345080" y="583613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82D78E3-0AAA-470E-994E-153E64AEA9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5080" y="5836137"/>
                <a:ext cx="534127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E91E4FF5-00CB-44D6-8785-94051AEA46A1}"/>
                  </a:ext>
                </a:extLst>
              </p:cNvPr>
              <p:cNvSpPr txBox="1"/>
              <p:nvPr/>
            </p:nvSpPr>
            <p:spPr>
              <a:xfrm>
                <a:off x="8643445" y="5603028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E91E4FF5-00CB-44D6-8785-94051AEA46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43445" y="5603028"/>
                <a:ext cx="1502185" cy="989438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C58BEE3E-1DB8-42A6-A122-E16337380960}"/>
                  </a:ext>
                </a:extLst>
              </p:cNvPr>
              <p:cNvSpPr txBox="1"/>
              <p:nvPr/>
            </p:nvSpPr>
            <p:spPr>
              <a:xfrm>
                <a:off x="10019839" y="5646855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C58BEE3E-1DB8-42A6-A122-E16337380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9839" y="5646855"/>
                <a:ext cx="1330332" cy="901785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80951C9-C76A-4DFB-ACDC-58E9058FFA9A}"/>
                  </a:ext>
                </a:extLst>
              </p:cNvPr>
              <p:cNvSpPr txBox="1"/>
              <p:nvPr/>
            </p:nvSpPr>
            <p:spPr>
              <a:xfrm>
                <a:off x="8163723" y="2248477"/>
                <a:ext cx="384963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80951C9-C76A-4DFB-ACDC-58E9058FFA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3723" y="2248477"/>
                <a:ext cx="3849637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 flipV="1">
            <a:off x="2915478" y="1987826"/>
            <a:ext cx="4121426" cy="13252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11EC358-C49A-204B-B248-2DB7C5B0838B}"/>
                  </a:ext>
                </a:extLst>
              </p14:cNvPr>
              <p14:cNvContentPartPr/>
              <p14:nvPr/>
            </p14:nvContentPartPr>
            <p14:xfrm>
              <a:off x="9413640" y="4688640"/>
              <a:ext cx="63360" cy="385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11EC358-C49A-204B-B248-2DB7C5B0838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9404280" y="4679280"/>
                <a:ext cx="82080" cy="57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22378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9" grpId="0"/>
      <p:bldP spid="40" grpId="0"/>
      <p:bldP spid="42" grpId="0"/>
      <p:bldP spid="49" grpId="0" animBg="1"/>
      <p:bldP spid="51" grpId="0" animBg="1"/>
      <p:bldP spid="52" grpId="0" animBg="1"/>
      <p:bldP spid="53" grpId="0" animBg="1"/>
      <p:bldP spid="54" grpId="0"/>
      <p:bldP spid="55" grpId="0"/>
      <p:bldP spid="56" grpId="0"/>
      <p:bldP spid="57" grpId="0"/>
      <p:bldP spid="29" grpId="0" animBg="1"/>
      <p:bldP spid="30" grpId="0" animBg="1"/>
      <p:bldP spid="31" grpId="0" animBg="1"/>
      <p:bldP spid="32" grpId="0" animBg="1"/>
      <p:bldP spid="33" grpId="0"/>
      <p:bldP spid="34" grpId="0"/>
      <p:bldP spid="35" grpId="0"/>
      <p:bldP spid="36" grpId="0"/>
      <p:bldP spid="37" grpId="0" animBg="1"/>
      <p:bldP spid="38" grpId="0" animBg="1"/>
      <p:bldP spid="43" grpId="0" animBg="1"/>
      <p:bldP spid="43" grpId="1"/>
      <p:bldP spid="44" grpId="0" animBg="1"/>
      <p:bldP spid="45" grpId="0" animBg="1"/>
      <p:bldP spid="46" grpId="0" animBg="1"/>
      <p:bldP spid="47" grpId="0" animBg="1"/>
      <p:bldP spid="48" grpId="0" animBg="1"/>
      <p:bldP spid="50" grpId="0" animBg="1"/>
      <p:bldP spid="65" grpId="0" animBg="1"/>
      <p:bldP spid="66" grpId="0" animBg="1"/>
      <p:bldP spid="6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17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0CD21A9-6724-42FF-9E66-62649CFFEB98}"/>
                  </a:ext>
                </a:extLst>
              </p:cNvPr>
              <p:cNvSpPr txBox="1"/>
              <p:nvPr/>
            </p:nvSpPr>
            <p:spPr>
              <a:xfrm>
                <a:off x="4003587" y="1036769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0CD21A9-6724-42FF-9E66-62649CFFEB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3587" y="1036769"/>
                <a:ext cx="900571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0098D16-1F72-4AFB-9475-FD9EAC35CB05}"/>
                  </a:ext>
                </a:extLst>
              </p:cNvPr>
              <p:cNvSpPr txBox="1"/>
              <p:nvPr/>
            </p:nvSpPr>
            <p:spPr>
              <a:xfrm>
                <a:off x="4842980" y="847487"/>
                <a:ext cx="140542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  <m:r>
                        <a:rPr kumimoji="0" lang="en-US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,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0098D16-1F72-4AFB-9475-FD9EAC35C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2980" y="847487"/>
                <a:ext cx="1405422" cy="90178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33BE9830-EA1E-4BE9-901D-78BDB50D122F}"/>
                  </a:ext>
                </a:extLst>
              </p:cNvPr>
              <p:cNvSpPr txBox="1"/>
              <p:nvPr/>
            </p:nvSpPr>
            <p:spPr>
              <a:xfrm>
                <a:off x="6212326" y="1024324"/>
                <a:ext cx="154063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and</m:t>
                      </m:r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33BE9830-EA1E-4BE9-901D-78BDB50D12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12326" y="1024324"/>
                <a:ext cx="1540633" cy="523220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C58BEE3E-1DB8-42A6-A122-E16337380960}"/>
                  </a:ext>
                </a:extLst>
              </p:cNvPr>
              <p:cNvSpPr txBox="1"/>
              <p:nvPr/>
            </p:nvSpPr>
            <p:spPr>
              <a:xfrm>
                <a:off x="7645817" y="821170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C58BEE3E-1DB8-42A6-A122-E16337380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45817" y="821170"/>
                <a:ext cx="1330332" cy="901785"/>
              </a:xfrm>
              <a:prstGeom prst="rect">
                <a:avLst/>
              </a:prstGeom>
              <a:blipFill rotWithShape="0"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82C4E77A-157D-4844-95A1-AA38F53F9167}"/>
                  </a:ext>
                </a:extLst>
              </p:cNvPr>
              <p:cNvSpPr txBox="1"/>
              <p:nvPr/>
            </p:nvSpPr>
            <p:spPr>
              <a:xfrm>
                <a:off x="644257" y="2494562"/>
                <a:ext cx="119252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∩</m:t>
                    </m:r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82C4E77A-157D-4844-95A1-AA38F53F91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257" y="2494562"/>
                <a:ext cx="1192528" cy="523220"/>
              </a:xfrm>
              <a:prstGeom prst="rect">
                <a:avLst/>
              </a:prstGeom>
              <a:blipFill>
                <a:blip r:embed="rId6"/>
                <a:stretch>
                  <a:fillRect t="-11628" r="-1025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E5192E5B-DFE9-41D0-A004-AC8A7ADE6420}"/>
                  </a:ext>
                </a:extLst>
              </p:cNvPr>
              <p:cNvSpPr txBox="1"/>
              <p:nvPr/>
            </p:nvSpPr>
            <p:spPr>
              <a:xfrm>
                <a:off x="1792602" y="2494564"/>
                <a:ext cx="555646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number is divisible by both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6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E5192E5B-DFE9-41D0-A004-AC8A7ADE64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2602" y="2494564"/>
                <a:ext cx="5556466" cy="523220"/>
              </a:xfrm>
              <a:prstGeom prst="rect">
                <a:avLst/>
              </a:prstGeom>
              <a:blipFill>
                <a:blip r:embed="rId7"/>
                <a:stretch>
                  <a:fillRect l="-2193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TextBox 66">
            <a:extLst>
              <a:ext uri="{FF2B5EF4-FFF2-40B4-BE49-F238E27FC236}">
                <a16:creationId xmlns:a16="http://schemas.microsoft.com/office/drawing/2014/main" id="{D0BA8895-88D2-48AA-B78E-96AB878DB1D6}"/>
              </a:ext>
            </a:extLst>
          </p:cNvPr>
          <p:cNvSpPr txBox="1"/>
          <p:nvPr/>
        </p:nvSpPr>
        <p:spPr>
          <a:xfrm>
            <a:off x="681712" y="3040603"/>
            <a:ext cx="640447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i.e.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191129E-A6CC-40EE-AAE3-2AD5BB9CA4C9}"/>
                  </a:ext>
                </a:extLst>
              </p:cNvPr>
              <p:cNvSpPr txBox="1"/>
              <p:nvPr/>
            </p:nvSpPr>
            <p:spPr>
              <a:xfrm>
                <a:off x="1302953" y="3040604"/>
                <a:ext cx="558228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number is divisible by </a:t>
                </a: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24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[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lcm</m:t>
                    </m:r>
                    <m:d>
                      <m:dPr>
                        <m:ctrlPr>
                          <a:rPr kumimoji="0" lang="en-IN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a:rPr kumimoji="0" lang="en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  <m:r>
                          <a:rPr kumimoji="0" lang="en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, </m:t>
                        </m:r>
                        <m:r>
                          <a:rPr kumimoji="0" lang="en-IN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8</m:t>
                        </m:r>
                      </m:e>
                    </m:d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]</a:t>
                </a: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6191129E-A6CC-40EE-AAE3-2AD5BB9CA4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2953" y="3040604"/>
                <a:ext cx="5582289" cy="523220"/>
              </a:xfrm>
              <a:prstGeom prst="rect">
                <a:avLst/>
              </a:prstGeom>
              <a:blipFill rotWithShape="0">
                <a:blip r:embed="rId8"/>
                <a:stretch>
                  <a:fillRect l="-2295" t="-11628" r="-437" b="-3139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666F3515-9DA1-4B9D-A836-752DC025C137}"/>
                  </a:ext>
                </a:extLst>
              </p:cNvPr>
              <p:cNvSpPr txBox="1"/>
              <p:nvPr/>
            </p:nvSpPr>
            <p:spPr>
              <a:xfrm>
                <a:off x="1038682" y="3772129"/>
                <a:ext cx="153505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666F3515-9DA1-4B9D-A836-752DC025C1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8682" y="3772129"/>
                <a:ext cx="153505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74ABD6E-B370-4908-82B7-37D246993D14}"/>
                  </a:ext>
                </a:extLst>
              </p:cNvPr>
              <p:cNvSpPr txBox="1"/>
              <p:nvPr/>
            </p:nvSpPr>
            <p:spPr>
              <a:xfrm>
                <a:off x="611184" y="3772129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74ABD6E-B370-4908-82B7-37D246993D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184" y="3772129"/>
                <a:ext cx="53412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42FE4C38-D5ED-44A2-8248-B87A4BAE4910}"/>
                  </a:ext>
                </a:extLst>
              </p:cNvPr>
              <p:cNvSpPr txBox="1"/>
              <p:nvPr/>
            </p:nvSpPr>
            <p:spPr>
              <a:xfrm>
                <a:off x="2392214" y="3772129"/>
                <a:ext cx="5341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42FE4C38-D5ED-44A2-8248-B87A4BAE49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2214" y="3772129"/>
                <a:ext cx="53412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2E18839-F749-4E3F-AC70-04D12081DCA4}"/>
                  </a:ext>
                </a:extLst>
              </p:cNvPr>
              <p:cNvSpPr txBox="1"/>
              <p:nvPr/>
            </p:nvSpPr>
            <p:spPr>
              <a:xfrm>
                <a:off x="5195633" y="3772129"/>
                <a:ext cx="9850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2E18839-F749-4E3F-AC70-04D12081DC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5633" y="3772129"/>
                <a:ext cx="98503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BD83E6-D77B-4EAA-B020-873279DAFF11}"/>
                  </a:ext>
                </a:extLst>
              </p:cNvPr>
              <p:cNvSpPr txBox="1"/>
              <p:nvPr/>
            </p:nvSpPr>
            <p:spPr>
              <a:xfrm>
                <a:off x="3743473" y="3772129"/>
                <a:ext cx="18265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.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BD83E6-D77B-4EAA-B020-873279DAFF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3473" y="3772129"/>
                <a:ext cx="182656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3A4B8AEC-27D0-4BF4-B193-75EC93F6C6CE}"/>
                  </a:ext>
                </a:extLst>
              </p:cNvPr>
              <p:cNvSpPr txBox="1"/>
              <p:nvPr/>
            </p:nvSpPr>
            <p:spPr>
              <a:xfrm>
                <a:off x="2725680" y="3508243"/>
                <a:ext cx="1304812" cy="10509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⌊"/>
                          <m:endChr m:val="⌋"/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200</m:t>
                                  </m:r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24</m:t>
                                  </m:r>
                                </m:den>
                              </m:f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3A4B8AEC-27D0-4BF4-B193-75EC93F6C6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5680" y="3508243"/>
                <a:ext cx="1304812" cy="10509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/>
              <p:nvPr/>
            </p:nvSpPr>
            <p:spPr>
              <a:xfrm>
                <a:off x="1075585" y="4788129"/>
                <a:ext cx="163844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5585" y="4788129"/>
                <a:ext cx="163844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B9D1F98-DE2C-4A21-9504-96C9F75CF041}"/>
                  </a:ext>
                </a:extLst>
              </p:cNvPr>
              <p:cNvSpPr txBox="1"/>
              <p:nvPr/>
            </p:nvSpPr>
            <p:spPr>
              <a:xfrm>
                <a:off x="622588" y="4821995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B9D1F98-DE2C-4A21-9504-96C9F75CF0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588" y="4821995"/>
                <a:ext cx="53412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/>
              <p:nvPr/>
            </p:nvSpPr>
            <p:spPr>
              <a:xfrm>
                <a:off x="2505435" y="4555020"/>
                <a:ext cx="1997112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5435" y="4555020"/>
                <a:ext cx="1997112" cy="98943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3E914C5-C418-4D2B-B7E9-B4D7B30AD208}"/>
                  </a:ext>
                </a:extLst>
              </p:cNvPr>
              <p:cNvSpPr txBox="1"/>
              <p:nvPr/>
            </p:nvSpPr>
            <p:spPr>
              <a:xfrm>
                <a:off x="4427001" y="4632713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3E914C5-C418-4D2B-B7E9-B4D7B30AD2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27001" y="4632713"/>
                <a:ext cx="1330332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F4ADD4-6729-4093-BBB0-5CBF2FECE99D}"/>
                  </a:ext>
                </a:extLst>
              </p:cNvPr>
              <p:cNvSpPr txBox="1"/>
              <p:nvPr/>
            </p:nvSpPr>
            <p:spPr>
              <a:xfrm>
                <a:off x="1930364" y="1030399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F4ADD4-6729-4093-BBB0-5CBF2FECE9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0364" y="1030399"/>
                <a:ext cx="863234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631080D-BE0A-4161-90F5-4CB53491739F}"/>
                  </a:ext>
                </a:extLst>
              </p:cNvPr>
              <p:cNvSpPr txBox="1"/>
              <p:nvPr/>
            </p:nvSpPr>
            <p:spPr>
              <a:xfrm>
                <a:off x="2720781" y="1026449"/>
                <a:ext cx="13432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200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</a:t>
                </a: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631080D-BE0A-4161-90F5-4CB534917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0781" y="1026449"/>
                <a:ext cx="1343220" cy="523220"/>
              </a:xfrm>
              <a:prstGeom prst="rect">
                <a:avLst/>
              </a:prstGeom>
              <a:blipFill>
                <a:blip r:embed="rId20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/>
          <p:cNvSpPr txBox="1"/>
          <p:nvPr/>
        </p:nvSpPr>
        <p:spPr>
          <a:xfrm>
            <a:off x="643468" y="1032932"/>
            <a:ext cx="27432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 have 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/>
              <p:nvPr/>
            </p:nvSpPr>
            <p:spPr>
              <a:xfrm>
                <a:off x="2429001" y="1742384"/>
                <a:ext cx="38871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a:rPr kumimoji="0" lang="en-IN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𝐏</m:t>
                      </m:r>
                      <m:d>
                        <m:dPr>
                          <m:ctrlPr>
                            <a:rPr kumimoji="0" lang="en-GB" sz="2800" b="1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1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𝐀</m:t>
                          </m:r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9001" y="1742384"/>
                <a:ext cx="3887132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/>
              <p:nvPr/>
            </p:nvSpPr>
            <p:spPr>
              <a:xfrm>
                <a:off x="661187" y="1742384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2057F9B0-99D7-4E5F-9BDC-5C99051925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187" y="1742384"/>
                <a:ext cx="1535579" cy="523220"/>
              </a:xfrm>
              <a:prstGeom prst="rect">
                <a:avLst/>
              </a:prstGeom>
              <a:blipFill rotWithShape="0"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/>
              <p:nvPr/>
            </p:nvSpPr>
            <p:spPr>
              <a:xfrm>
                <a:off x="2067460" y="1742384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7460" y="1742384"/>
                <a:ext cx="423181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/>
              <p:nvPr/>
            </p:nvSpPr>
            <p:spPr>
              <a:xfrm>
                <a:off x="8304868" y="3724320"/>
                <a:ext cx="38871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43ACF430-E667-4EF8-8F4B-5267826EB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4868" y="3724320"/>
                <a:ext cx="3887132" cy="523220"/>
              </a:xfrm>
              <a:prstGeom prst="rect">
                <a:avLst/>
              </a:prstGeom>
              <a:blipFill rotWithShape="0"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/>
              <p:nvPr/>
            </p:nvSpPr>
            <p:spPr>
              <a:xfrm>
                <a:off x="6537054" y="3724320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2057F9B0-99D7-4E5F-9BDC-5C99051925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7054" y="3724320"/>
                <a:ext cx="1535579" cy="523220"/>
              </a:xfrm>
              <a:prstGeom prst="rect">
                <a:avLst/>
              </a:prstGeom>
              <a:blipFill rotWithShape="0"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/>
              <p:nvPr/>
            </p:nvSpPr>
            <p:spPr>
              <a:xfrm>
                <a:off x="7943327" y="3724320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D2DFC866-E077-46DA-AB6F-A23A39EC8F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3327" y="3724320"/>
                <a:ext cx="423181" cy="523220"/>
              </a:xfrm>
              <a:prstGeom prst="rect">
                <a:avLst/>
              </a:prstGeom>
              <a:blipFill rotWithShape="0"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19E0277-D9FB-4FD0-AB65-545D4DD62608}"/>
                  </a:ext>
                </a:extLst>
              </p:cNvPr>
              <p:cNvSpPr txBox="1"/>
              <p:nvPr/>
            </p:nvSpPr>
            <p:spPr>
              <a:xfrm>
                <a:off x="7909461" y="4218585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33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219E0277-D9FB-4FD0-AB65-545D4DD626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09461" y="4218585"/>
                <a:ext cx="1330332" cy="901785"/>
              </a:xfrm>
              <a:prstGeom prst="rect">
                <a:avLst/>
              </a:prstGeom>
              <a:blipFill rotWithShape="0"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DA11076-6569-4B09-8920-A5746ACA567D}"/>
                  </a:ext>
                </a:extLst>
              </p:cNvPr>
              <p:cNvSpPr txBox="1"/>
              <p:nvPr/>
            </p:nvSpPr>
            <p:spPr>
              <a:xfrm>
                <a:off x="9112346" y="4218585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DA11076-6569-4B09-8920-A5746ACA56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12346" y="4218585"/>
                <a:ext cx="1330332" cy="901785"/>
              </a:xfrm>
              <a:prstGeom prst="rect">
                <a:avLst/>
              </a:prstGeom>
              <a:blipFill rotWithShape="0"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2755B8E-6FDF-4469-AA5F-63C4AC523C95}"/>
                  </a:ext>
                </a:extLst>
              </p:cNvPr>
              <p:cNvSpPr txBox="1"/>
              <p:nvPr/>
            </p:nvSpPr>
            <p:spPr>
              <a:xfrm>
                <a:off x="10422472" y="4218585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F2755B8E-6FDF-4469-AA5F-63C4AC523C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22472" y="4218585"/>
                <a:ext cx="1330332" cy="901785"/>
              </a:xfrm>
              <a:prstGeom prst="rect">
                <a:avLst/>
              </a:prstGeom>
              <a:blipFill rotWithShape="0"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1301190-AA15-4C32-BE42-6D91438DE8CC}"/>
                  </a:ext>
                </a:extLst>
              </p:cNvPr>
              <p:cNvSpPr txBox="1"/>
              <p:nvPr/>
            </p:nvSpPr>
            <p:spPr>
              <a:xfrm>
                <a:off x="7909461" y="5345408"/>
                <a:ext cx="1005455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51301190-AA15-4C32-BE42-6D91438DE8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09461" y="5345408"/>
                <a:ext cx="1005455" cy="901785"/>
              </a:xfrm>
              <a:prstGeom prst="rect">
                <a:avLst/>
              </a:prstGeom>
              <a:blipFill rotWithShape="0"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/>
              <p:nvPr/>
            </p:nvSpPr>
            <p:spPr>
              <a:xfrm>
                <a:off x="8221452" y="2011062"/>
                <a:ext cx="1638442" cy="52322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1452" y="2011062"/>
                <a:ext cx="1638442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/>
              <p:nvPr/>
            </p:nvSpPr>
            <p:spPr>
              <a:xfrm>
                <a:off x="9651302" y="1777953"/>
                <a:ext cx="1997112" cy="9894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51302" y="1777953"/>
                <a:ext cx="1997112" cy="989438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6334541" y="3843130"/>
            <a:ext cx="0" cy="2345635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492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4" grpId="0"/>
      <p:bldP spid="67" grpId="0"/>
      <p:bldP spid="68" grpId="0"/>
      <p:bldP spid="69" grpId="0" animBg="1"/>
      <p:bldP spid="70" grpId="0" animBg="1"/>
      <p:bldP spid="71" grpId="0"/>
      <p:bldP spid="72" grpId="0"/>
      <p:bldP spid="73" grpId="0"/>
      <p:bldP spid="74" grpId="0"/>
      <p:bldP spid="75" grpId="0" animBg="1"/>
      <p:bldP spid="76" grpId="0" animBg="1"/>
      <p:bldP spid="77" grpId="0" animBg="1"/>
      <p:bldP spid="78" grpId="0" animBg="1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 animBg="1"/>
      <p:bldP spid="42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 10">
            <a:extLst>
              <a:ext uri="{FF2B5EF4-FFF2-40B4-BE49-F238E27FC236}">
                <a16:creationId xmlns:a16="http://schemas.microsoft.com/office/drawing/2014/main" id="{BA7294AA-E6C5-41C1-B532-88AC16486AAA}"/>
              </a:ext>
            </a:extLst>
          </p:cNvPr>
          <p:cNvGraphicFramePr>
            <a:graphicFrameLocks noGrp="1"/>
          </p:cNvGraphicFramePr>
          <p:nvPr/>
        </p:nvGraphicFramePr>
        <p:xfrm>
          <a:off x="1689466" y="2681765"/>
          <a:ext cx="4618421" cy="2448000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306421">
                  <a:extLst>
                    <a:ext uri="{9D8B030D-6E8A-4147-A177-3AD203B41FA5}">
                      <a16:colId xmlns:a16="http://schemas.microsoft.com/office/drawing/2014/main" val="3207154094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val="1971944706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val="157226433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758617350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7206059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4314181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518612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0013488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65728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basket contains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apples and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10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oranges of which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apples and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oranges are bad. If a person takes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at random, what is the probability that either both are apples or both are good?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657288"/>
              </a:xfrm>
              <a:prstGeom prst="rect">
                <a:avLst/>
              </a:prstGeom>
              <a:blipFill>
                <a:blip r:embed="rId2"/>
                <a:stretch>
                  <a:fillRect l="-1074" r="-1074" b="-992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18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68176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2DB7561-9A87-421C-8825-F8CFCEB7DB05}"/>
              </a:ext>
            </a:extLst>
          </p:cNvPr>
          <p:cNvSpPr txBox="1"/>
          <p:nvPr/>
        </p:nvSpPr>
        <p:spPr>
          <a:xfrm>
            <a:off x="1719990" y="3342017"/>
            <a:ext cx="12568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Apples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0B5E069-2DED-4CFC-B96B-99CF0D5098BB}"/>
              </a:ext>
            </a:extLst>
          </p:cNvPr>
          <p:cNvSpPr txBox="1"/>
          <p:nvPr/>
        </p:nvSpPr>
        <p:spPr>
          <a:xfrm>
            <a:off x="1594216" y="3954690"/>
            <a:ext cx="145722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Oranges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CB397B6E-EA5E-4ED2-9F5D-2F477A7A6420}"/>
                  </a:ext>
                </a:extLst>
              </p:cNvPr>
              <p:cNvSpPr txBox="1"/>
              <p:nvPr/>
            </p:nvSpPr>
            <p:spPr>
              <a:xfrm>
                <a:off x="1556116" y="5356250"/>
                <a:ext cx="52311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Ways to choose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fruits from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30</m:t>
                    </m:r>
                  </m:oMath>
                </a14:m>
                <a:r>
                  <a:rPr kumimoji="0" lang="en-I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:</a:t>
                </a: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CB397B6E-EA5E-4ED2-9F5D-2F477A7A64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56116" y="5356250"/>
                <a:ext cx="5231108" cy="523220"/>
              </a:xfrm>
              <a:prstGeom prst="rect">
                <a:avLst/>
              </a:prstGeom>
              <a:blipFill>
                <a:blip r:embed="rId3"/>
                <a:stretch>
                  <a:fillRect l="-2331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102DCFCD-EF39-4F7A-AE26-D9A477F644A6}"/>
                  </a:ext>
                </a:extLst>
              </p:cNvPr>
              <p:cNvSpPr txBox="1"/>
              <p:nvPr/>
            </p:nvSpPr>
            <p:spPr>
              <a:xfrm>
                <a:off x="1594216" y="5943787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102DCFCD-EF39-4F7A-AE26-D9A477F644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943787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A0988970-2DEE-4529-B1E6-12DF77FE9979}"/>
                  </a:ext>
                </a:extLst>
              </p:cNvPr>
              <p:cNvSpPr txBox="1"/>
              <p:nvPr/>
            </p:nvSpPr>
            <p:spPr>
              <a:xfrm>
                <a:off x="2422525" y="5943787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30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A0988970-2DEE-4529-B1E6-12DF77FE99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2525" y="5943787"/>
                <a:ext cx="12499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D41260E-DF05-4916-AAF7-6CEC57E63221}"/>
                  </a:ext>
                </a:extLst>
              </p:cNvPr>
              <p:cNvSpPr txBox="1"/>
              <p:nvPr/>
            </p:nvSpPr>
            <p:spPr>
              <a:xfrm>
                <a:off x="3637539" y="5943787"/>
                <a:ext cx="11546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435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D41260E-DF05-4916-AAF7-6CEC57E632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7539" y="5943787"/>
                <a:ext cx="115462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3" name="TextBox 82">
            <a:extLst>
              <a:ext uri="{FF2B5EF4-FFF2-40B4-BE49-F238E27FC236}">
                <a16:creationId xmlns:a16="http://schemas.microsoft.com/office/drawing/2014/main" id="{C18F06B3-FE1D-4C42-807E-D66E88BC977F}"/>
              </a:ext>
            </a:extLst>
          </p:cNvPr>
          <p:cNvSpPr txBox="1"/>
          <p:nvPr/>
        </p:nvSpPr>
        <p:spPr>
          <a:xfrm>
            <a:off x="2976834" y="2738767"/>
            <a:ext cx="12568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Bad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50F0D7F4-522D-4E57-9BBC-6CBB91C131A5}"/>
              </a:ext>
            </a:extLst>
          </p:cNvPr>
          <p:cNvSpPr txBox="1"/>
          <p:nvPr/>
        </p:nvSpPr>
        <p:spPr>
          <a:xfrm>
            <a:off x="4142416" y="2738767"/>
            <a:ext cx="12568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Good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E0576BD5-FFD0-407A-8894-8C3E7927587E}"/>
                  </a:ext>
                </a:extLst>
              </p:cNvPr>
              <p:cNvSpPr txBox="1"/>
              <p:nvPr/>
            </p:nvSpPr>
            <p:spPr>
              <a:xfrm>
                <a:off x="5511955" y="3340861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E0576BD5-FFD0-407A-8894-8C3E792758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1955" y="3340861"/>
                <a:ext cx="70945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E79986F-1758-43AE-831D-23298070F292}"/>
                  </a:ext>
                </a:extLst>
              </p:cNvPr>
              <p:cNvSpPr txBox="1"/>
              <p:nvPr/>
            </p:nvSpPr>
            <p:spPr>
              <a:xfrm>
                <a:off x="3250529" y="3340861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E79986F-1758-43AE-831D-23298070F2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0529" y="3340861"/>
                <a:ext cx="70945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E528FEF0-03EC-47D8-8768-68734C6F4B9F}"/>
                  </a:ext>
                </a:extLst>
              </p:cNvPr>
              <p:cNvSpPr txBox="1"/>
              <p:nvPr/>
            </p:nvSpPr>
            <p:spPr>
              <a:xfrm>
                <a:off x="4416111" y="3340861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E528FEF0-03EC-47D8-8768-68734C6F4B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6111" y="3340861"/>
                <a:ext cx="70945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C79CB996-462A-47EE-9174-436D4BBD17CC}"/>
                  </a:ext>
                </a:extLst>
              </p:cNvPr>
              <p:cNvSpPr txBox="1"/>
              <p:nvPr/>
            </p:nvSpPr>
            <p:spPr>
              <a:xfrm>
                <a:off x="5511955" y="3954690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C79CB996-462A-47EE-9174-436D4BBD17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1955" y="3954690"/>
                <a:ext cx="70945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1FE14EAD-8D02-43A9-95FF-1246478EAF30}"/>
                  </a:ext>
                </a:extLst>
              </p:cNvPr>
              <p:cNvSpPr txBox="1"/>
              <p:nvPr/>
            </p:nvSpPr>
            <p:spPr>
              <a:xfrm>
                <a:off x="3250529" y="3954690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1FE14EAD-8D02-43A9-95FF-1246478EAF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0529" y="3954690"/>
                <a:ext cx="70945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20CBBAAE-D0D8-4F16-912A-0C9B4E926AC5}"/>
                  </a:ext>
                </a:extLst>
              </p:cNvPr>
              <p:cNvSpPr txBox="1"/>
              <p:nvPr/>
            </p:nvSpPr>
            <p:spPr>
              <a:xfrm>
                <a:off x="4416111" y="3954690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20CBBAAE-D0D8-4F16-912A-0C9B4E926A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6111" y="3954690"/>
                <a:ext cx="70945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E7D077F-83C0-4661-ADB7-1FC914E47245}"/>
                  </a:ext>
                </a:extLst>
              </p:cNvPr>
              <p:cNvSpPr txBox="1"/>
              <p:nvPr/>
            </p:nvSpPr>
            <p:spPr>
              <a:xfrm>
                <a:off x="3250529" y="4566139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E7D077F-83C0-4661-ADB7-1FC914E472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0529" y="4566139"/>
                <a:ext cx="7094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C629518-95DB-4ABE-B09B-FA58F73F0209}"/>
                  </a:ext>
                </a:extLst>
              </p:cNvPr>
              <p:cNvSpPr txBox="1"/>
              <p:nvPr/>
            </p:nvSpPr>
            <p:spPr>
              <a:xfrm>
                <a:off x="4416111" y="4568519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C629518-95DB-4ABE-B09B-FA58F73F02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6111" y="4568519"/>
                <a:ext cx="7094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BAAE082F-E5DE-450A-A45F-55BC684DD670}"/>
                  </a:ext>
                </a:extLst>
              </p:cNvPr>
              <p:cNvSpPr txBox="1"/>
              <p:nvPr/>
            </p:nvSpPr>
            <p:spPr>
              <a:xfrm>
                <a:off x="5511954" y="4568519"/>
                <a:ext cx="7094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BAAE082F-E5DE-450A-A45F-55BC684DD6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1954" y="4568519"/>
                <a:ext cx="7094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E7CFEDE0-9E27-4D23-9633-F2319DB793D8}"/>
                  </a:ext>
                </a:extLst>
              </p:cNvPr>
              <p:cNvSpPr txBox="1"/>
              <p:nvPr/>
            </p:nvSpPr>
            <p:spPr>
              <a:xfrm>
                <a:off x="6580661" y="2744952"/>
                <a:ext cx="6530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E7CFEDE0-9E27-4D23-9633-F2319DB793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0661" y="2744952"/>
                <a:ext cx="653080" cy="523220"/>
              </a:xfrm>
              <a:prstGeom prst="rect">
                <a:avLst/>
              </a:prstGeom>
              <a:blipFill>
                <a:blip r:embed="rId16"/>
                <a:stretch>
                  <a:fillRect t="-10465" r="-4673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TextBox 94">
            <a:extLst>
              <a:ext uri="{FF2B5EF4-FFF2-40B4-BE49-F238E27FC236}">
                <a16:creationId xmlns:a16="http://schemas.microsoft.com/office/drawing/2014/main" id="{1708CA5B-4479-4371-AA2D-862FA12E5684}"/>
              </a:ext>
            </a:extLst>
          </p:cNvPr>
          <p:cNvSpPr txBox="1"/>
          <p:nvPr/>
        </p:nvSpPr>
        <p:spPr>
          <a:xfrm>
            <a:off x="7100311" y="2744666"/>
            <a:ext cx="351494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Both fruits are apples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EDA4923C-D898-4E1A-A853-BF61BCFCEF85}"/>
                  </a:ext>
                </a:extLst>
              </p:cNvPr>
              <p:cNvSpPr txBox="1"/>
              <p:nvPr/>
            </p:nvSpPr>
            <p:spPr>
              <a:xfrm>
                <a:off x="6580661" y="3262273"/>
                <a:ext cx="6530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EDA4923C-D898-4E1A-A853-BF61BCFCEF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0661" y="3262273"/>
                <a:ext cx="653080" cy="523220"/>
              </a:xfrm>
              <a:prstGeom prst="rect">
                <a:avLst/>
              </a:prstGeom>
              <a:blipFill>
                <a:blip r:embed="rId17"/>
                <a:stretch>
                  <a:fillRect t="-10465" r="-4673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7" name="TextBox 96">
            <a:extLst>
              <a:ext uri="{FF2B5EF4-FFF2-40B4-BE49-F238E27FC236}">
                <a16:creationId xmlns:a16="http://schemas.microsoft.com/office/drawing/2014/main" id="{982BCC15-0F6F-4101-9957-AF9E0D6CC7C2}"/>
              </a:ext>
            </a:extLst>
          </p:cNvPr>
          <p:cNvSpPr txBox="1"/>
          <p:nvPr/>
        </p:nvSpPr>
        <p:spPr>
          <a:xfrm>
            <a:off x="7100311" y="3261987"/>
            <a:ext cx="351494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Both fruits are good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DA84445E-C1BA-4411-A53E-EA97CA4D0AC8}"/>
                  </a:ext>
                </a:extLst>
              </p:cNvPr>
              <p:cNvSpPr txBox="1"/>
              <p:nvPr/>
            </p:nvSpPr>
            <p:spPr>
              <a:xfrm>
                <a:off x="6578994" y="4810717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DA84445E-C1BA-4411-A53E-EA97CA4D0A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8994" y="4810717"/>
                <a:ext cx="863234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6247CAB-FE09-42A8-92AF-724C0251D5BB}"/>
                  </a:ext>
                </a:extLst>
              </p:cNvPr>
              <p:cNvSpPr txBox="1"/>
              <p:nvPr/>
            </p:nvSpPr>
            <p:spPr>
              <a:xfrm>
                <a:off x="7328745" y="4810717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16247CAB-FE09-42A8-92AF-724C0251D5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8745" y="4810717"/>
                <a:ext cx="124993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B5B3AF1-5623-44A4-8F3E-077A71A488AF}"/>
                  </a:ext>
                </a:extLst>
              </p:cNvPr>
              <p:cNvSpPr txBox="1"/>
              <p:nvPr/>
            </p:nvSpPr>
            <p:spPr>
              <a:xfrm>
                <a:off x="8458271" y="4810717"/>
                <a:ext cx="11546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190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B5B3AF1-5623-44A4-8F3E-077A71A488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58271" y="4810717"/>
                <a:ext cx="115462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C6A4AB81-81EC-4C30-AF1F-5BB6B2377ECD}"/>
                  </a:ext>
                </a:extLst>
              </p:cNvPr>
              <p:cNvSpPr txBox="1"/>
              <p:nvPr/>
            </p:nvSpPr>
            <p:spPr>
              <a:xfrm>
                <a:off x="6578994" y="5880494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C6A4AB81-81EC-4C30-AF1F-5BB6B2377E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8994" y="5880494"/>
                <a:ext cx="86323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E18B293E-3BC9-457B-A968-1767F0409C51}"/>
                  </a:ext>
                </a:extLst>
              </p:cNvPr>
              <p:cNvSpPr txBox="1"/>
              <p:nvPr/>
            </p:nvSpPr>
            <p:spPr>
              <a:xfrm>
                <a:off x="7342338" y="5880494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22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E18B293E-3BC9-457B-A968-1767F0409C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2338" y="5880494"/>
                <a:ext cx="124993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6BAAFE5F-195D-4C3A-80E9-280D45EA1984}"/>
                  </a:ext>
                </a:extLst>
              </p:cNvPr>
              <p:cNvSpPr txBox="1"/>
              <p:nvPr/>
            </p:nvSpPr>
            <p:spPr>
              <a:xfrm>
                <a:off x="8458271" y="5880494"/>
                <a:ext cx="11546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231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6BAAFE5F-195D-4C3A-80E9-280D45EA19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58271" y="5880494"/>
                <a:ext cx="115462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AC4400A9-9D16-4BC0-AD5B-4C81A2290488}"/>
                  </a:ext>
                </a:extLst>
              </p:cNvPr>
              <p:cNvSpPr txBox="1"/>
              <p:nvPr/>
            </p:nvSpPr>
            <p:spPr>
              <a:xfrm>
                <a:off x="6574549" y="3864081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AC4400A9-9D16-4BC0-AD5B-4C81A22904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4549" y="3864081"/>
                <a:ext cx="1535579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1D56564-A5DC-4EDE-A083-0F3882DF2600}"/>
                  </a:ext>
                </a:extLst>
              </p:cNvPr>
              <p:cNvSpPr txBox="1"/>
              <p:nvPr/>
            </p:nvSpPr>
            <p:spPr>
              <a:xfrm>
                <a:off x="7980822" y="3864081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1D56564-A5DC-4EDE-A083-0F3882DF26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80822" y="3864081"/>
                <a:ext cx="423181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05A78CD4-6419-4078-A5DE-39BB3EBB001B}"/>
                  </a:ext>
                </a:extLst>
              </p:cNvPr>
              <p:cNvSpPr txBox="1"/>
              <p:nvPr/>
            </p:nvSpPr>
            <p:spPr>
              <a:xfrm>
                <a:off x="8339622" y="3864081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05A78CD4-6419-4078-A5DE-39BB3EBB00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39622" y="3864081"/>
                <a:ext cx="423181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17941F0D-2C71-4EB0-B955-6B4337201549}"/>
                  </a:ext>
                </a:extLst>
              </p:cNvPr>
              <p:cNvSpPr txBox="1"/>
              <p:nvPr/>
            </p:nvSpPr>
            <p:spPr>
              <a:xfrm>
                <a:off x="8342363" y="3864081"/>
                <a:ext cx="384963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17941F0D-2C71-4EB0-B955-6B43372015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42363" y="3864081"/>
                <a:ext cx="3849637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DF753F28-D129-4829-AB74-B71098E22ABE}"/>
              </a:ext>
            </a:extLst>
          </p:cNvPr>
          <p:cNvCxnSpPr>
            <a:cxnSpLocks/>
          </p:cNvCxnSpPr>
          <p:nvPr/>
        </p:nvCxnSpPr>
        <p:spPr>
          <a:xfrm>
            <a:off x="6505969" y="2681765"/>
            <a:ext cx="0" cy="3838731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5513B1AB-742E-4911-A113-FC73724341D6}"/>
                  </a:ext>
                </a:extLst>
              </p:cNvPr>
              <p:cNvSpPr txBox="1"/>
              <p:nvPr/>
            </p:nvSpPr>
            <p:spPr>
              <a:xfrm>
                <a:off x="9937019" y="481300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5513B1AB-742E-4911-A113-FC73724341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7019" y="4813007"/>
                <a:ext cx="900571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77B9C682-13DB-4C63-8526-FE83B574FD99}"/>
                  </a:ext>
                </a:extLst>
              </p:cNvPr>
              <p:cNvSpPr txBox="1"/>
              <p:nvPr/>
            </p:nvSpPr>
            <p:spPr>
              <a:xfrm>
                <a:off x="9531312" y="481071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77B9C682-13DB-4C63-8526-FE83B574FD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312" y="4810717"/>
                <a:ext cx="534127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3D2464F4-B01F-4646-AA2D-D9023718823B}"/>
                  </a:ext>
                </a:extLst>
              </p:cNvPr>
              <p:cNvSpPr txBox="1"/>
              <p:nvPr/>
            </p:nvSpPr>
            <p:spPr>
              <a:xfrm>
                <a:off x="10730489" y="4580175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190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3D2464F4-B01F-4646-AA2D-D902371882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0489" y="4580175"/>
                <a:ext cx="1330332" cy="901785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36E61D6-A4C4-471F-A7FE-EF5A6E422950}"/>
                  </a:ext>
                </a:extLst>
              </p:cNvPr>
              <p:cNvSpPr txBox="1"/>
              <p:nvPr/>
            </p:nvSpPr>
            <p:spPr>
              <a:xfrm>
                <a:off x="9937019" y="5880494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36E61D6-A4C4-471F-A7FE-EF5A6E4229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7019" y="5880494"/>
                <a:ext cx="900571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4E45D24F-82DD-4F7F-B134-5CDDF7D5B093}"/>
                  </a:ext>
                </a:extLst>
              </p:cNvPr>
              <p:cNvSpPr txBox="1"/>
              <p:nvPr/>
            </p:nvSpPr>
            <p:spPr>
              <a:xfrm>
                <a:off x="9531312" y="5880494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4E45D24F-82DD-4F7F-B134-5CDDF7D5B0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312" y="5880494"/>
                <a:ext cx="53412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1BB33860-0780-490E-B829-06E324F947D3}"/>
                  </a:ext>
                </a:extLst>
              </p:cNvPr>
              <p:cNvSpPr txBox="1"/>
              <p:nvPr/>
            </p:nvSpPr>
            <p:spPr>
              <a:xfrm>
                <a:off x="10730489" y="5691212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231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1BB33860-0780-490E-B829-06E324F947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0489" y="5691212"/>
                <a:ext cx="1330332" cy="901785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8899CCC1-1DA4-42B8-B3FA-728A9AC5A4FB}"/>
              </a:ext>
            </a:extLst>
          </p:cNvPr>
          <p:cNvSpPr/>
          <p:nvPr/>
        </p:nvSpPr>
        <p:spPr>
          <a:xfrm>
            <a:off x="5521047" y="3384931"/>
            <a:ext cx="700362" cy="435081"/>
          </a:xfrm>
          <a:prstGeom prst="roundRect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15" name="Rectangle: Rounded Corners 114">
            <a:extLst>
              <a:ext uri="{FF2B5EF4-FFF2-40B4-BE49-F238E27FC236}">
                <a16:creationId xmlns:a16="http://schemas.microsoft.com/office/drawing/2014/main" id="{6DD8604B-B0CC-4A4F-B2D3-67F9B7D36729}"/>
              </a:ext>
            </a:extLst>
          </p:cNvPr>
          <p:cNvSpPr/>
          <p:nvPr/>
        </p:nvSpPr>
        <p:spPr>
          <a:xfrm>
            <a:off x="4422112" y="4623783"/>
            <a:ext cx="700362" cy="435081"/>
          </a:xfrm>
          <a:prstGeom prst="roundRect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36658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58" grpId="0"/>
      <p:bldP spid="78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 animBg="1"/>
      <p:bldP spid="95" grpId="0" animBg="1"/>
      <p:bldP spid="96" grpId="0" animBg="1"/>
      <p:bldP spid="97" grpId="0" animBg="1"/>
      <p:bldP spid="98" grpId="0"/>
      <p:bldP spid="99" grpId="0"/>
      <p:bldP spid="100" grpId="0"/>
      <p:bldP spid="101" grpId="0"/>
      <p:bldP spid="102" grpId="0"/>
      <p:bldP spid="103" grpId="0"/>
      <p:bldP spid="104" grpId="0" animBg="1"/>
      <p:bldP spid="105" grpId="0" animBg="1"/>
      <p:bldP spid="106" grpId="0" animBg="1"/>
      <p:bldP spid="106" grpId="1"/>
      <p:bldP spid="107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21" grpId="0" animBg="1"/>
      <p:bldP spid="21" grpId="1" animBg="1"/>
      <p:bldP spid="115" grpId="0" animBg="1"/>
      <p:bldP spid="115" grpId="1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18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82C4E77A-157D-4844-95A1-AA38F53F9167}"/>
                  </a:ext>
                </a:extLst>
              </p:cNvPr>
              <p:cNvSpPr txBox="1"/>
              <p:nvPr/>
            </p:nvSpPr>
            <p:spPr>
              <a:xfrm>
                <a:off x="457988" y="3454265"/>
                <a:ext cx="119252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∩</m:t>
                    </m:r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B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82C4E77A-157D-4844-95A1-AA38F53F91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988" y="3454265"/>
                <a:ext cx="1192528" cy="523220"/>
              </a:xfrm>
              <a:prstGeom prst="rect">
                <a:avLst/>
              </a:prstGeom>
              <a:blipFill>
                <a:blip r:embed="rId2"/>
                <a:stretch>
                  <a:fillRect t="-11765" r="-10204" b="-3294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TextBox 63">
            <a:extLst>
              <a:ext uri="{FF2B5EF4-FFF2-40B4-BE49-F238E27FC236}">
                <a16:creationId xmlns:a16="http://schemas.microsoft.com/office/drawing/2014/main" id="{E5192E5B-DFE9-41D0-A004-AC8A7ADE6420}"/>
              </a:ext>
            </a:extLst>
          </p:cNvPr>
          <p:cNvSpPr txBox="1"/>
          <p:nvPr/>
        </p:nvSpPr>
        <p:spPr>
          <a:xfrm>
            <a:off x="1606334" y="3454267"/>
            <a:ext cx="410127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both fruits are good apples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666F3515-9DA1-4B9D-A836-752DC025C137}"/>
                  </a:ext>
                </a:extLst>
              </p:cNvPr>
              <p:cNvSpPr txBox="1"/>
              <p:nvPr/>
            </p:nvSpPr>
            <p:spPr>
              <a:xfrm>
                <a:off x="457988" y="4204167"/>
                <a:ext cx="153505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666F3515-9DA1-4B9D-A836-752DC025C1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988" y="4204167"/>
                <a:ext cx="153505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2E18839-F749-4E3F-AC70-04D12081DCA4}"/>
                  </a:ext>
                </a:extLst>
              </p:cNvPr>
              <p:cNvSpPr txBox="1"/>
              <p:nvPr/>
            </p:nvSpPr>
            <p:spPr>
              <a:xfrm>
                <a:off x="3005996" y="4204167"/>
                <a:ext cx="111214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2E18839-F749-4E3F-AC70-04D12081DC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05996" y="4204167"/>
                <a:ext cx="111214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BD83E6-D77B-4EAA-B020-873279DAFF11}"/>
                  </a:ext>
                </a:extLst>
              </p:cNvPr>
              <p:cNvSpPr txBox="1"/>
              <p:nvPr/>
            </p:nvSpPr>
            <p:spPr>
              <a:xfrm>
                <a:off x="1883912" y="4204167"/>
                <a:ext cx="1290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C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29BD83E6-D77B-4EAA-B020-873279DAFF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3912" y="4204167"/>
                <a:ext cx="129053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/>
              <p:nvPr/>
            </p:nvSpPr>
            <p:spPr>
              <a:xfrm>
                <a:off x="910985" y="5141771"/>
                <a:ext cx="163844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0985" y="5141771"/>
                <a:ext cx="163844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B9D1F98-DE2C-4A21-9504-96C9F75CF041}"/>
                  </a:ext>
                </a:extLst>
              </p:cNvPr>
              <p:cNvSpPr txBox="1"/>
              <p:nvPr/>
            </p:nvSpPr>
            <p:spPr>
              <a:xfrm>
                <a:off x="457988" y="5141771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B9D1F98-DE2C-4A21-9504-96C9F75CF0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988" y="5141771"/>
                <a:ext cx="53412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3E914C5-C418-4D2B-B7E9-B4D7B30AD208}"/>
                  </a:ext>
                </a:extLst>
              </p:cNvPr>
              <p:cNvSpPr txBox="1"/>
              <p:nvPr/>
            </p:nvSpPr>
            <p:spPr>
              <a:xfrm>
                <a:off x="2309371" y="4911138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3E914C5-C418-4D2B-B7E9-B4D7B30AD2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9371" y="4911138"/>
                <a:ext cx="1330332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71ADF38-9BFE-4DD6-9747-43B3610DC3A2}"/>
                  </a:ext>
                </a:extLst>
              </p:cNvPr>
              <p:cNvSpPr txBox="1"/>
              <p:nvPr/>
            </p:nvSpPr>
            <p:spPr>
              <a:xfrm>
                <a:off x="3434623" y="1003008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71ADF38-9BFE-4DD6-9747-43B3610DC3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4623" y="1003008"/>
                <a:ext cx="90057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4CD42AF-FC01-45C8-BB8E-BFC81D80D745}"/>
                  </a:ext>
                </a:extLst>
              </p:cNvPr>
              <p:cNvSpPr txBox="1"/>
              <p:nvPr/>
            </p:nvSpPr>
            <p:spPr>
              <a:xfrm>
                <a:off x="4228093" y="804042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190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4CD42AF-FC01-45C8-BB8E-BFC81D80D7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28093" y="804042"/>
                <a:ext cx="1330332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6575C17-7738-43A5-934D-E367C146DCE6}"/>
                  </a:ext>
                </a:extLst>
              </p:cNvPr>
              <p:cNvSpPr txBox="1"/>
              <p:nvPr/>
            </p:nvSpPr>
            <p:spPr>
              <a:xfrm>
                <a:off x="5469470" y="986760"/>
                <a:ext cx="152425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and</m:t>
                      </m:r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6575C17-7738-43A5-934D-E367C146DC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69470" y="986760"/>
                <a:ext cx="152425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3F549D3-88F2-4351-8E57-9104E5EC9EEB}"/>
                  </a:ext>
                </a:extLst>
              </p:cNvPr>
              <p:cNvSpPr txBox="1"/>
              <p:nvPr/>
            </p:nvSpPr>
            <p:spPr>
              <a:xfrm>
                <a:off x="6886626" y="797478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231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3F549D3-88F2-4351-8E57-9104E5EC9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86626" y="797478"/>
                <a:ext cx="1330332" cy="9017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6E8A021-EC7F-49B8-A73E-324283156F11}"/>
                  </a:ext>
                </a:extLst>
              </p:cNvPr>
              <p:cNvSpPr txBox="1"/>
              <p:nvPr/>
            </p:nvSpPr>
            <p:spPr>
              <a:xfrm>
                <a:off x="1652641" y="1007682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6E8A021-EC7F-49B8-A73E-324283156F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2641" y="1007682"/>
                <a:ext cx="86323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F0ACF4C-2DC8-4511-9892-B5DA2443795E}"/>
                  </a:ext>
                </a:extLst>
              </p:cNvPr>
              <p:cNvSpPr txBox="1"/>
              <p:nvPr/>
            </p:nvSpPr>
            <p:spPr>
              <a:xfrm>
                <a:off x="2363477" y="1007682"/>
                <a:ext cx="1395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IN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435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,</a:t>
                </a: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F0ACF4C-2DC8-4511-9892-B5DA244379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3477" y="1007682"/>
                <a:ext cx="1395725" cy="523220"/>
              </a:xfrm>
              <a:prstGeom prst="rect">
                <a:avLst/>
              </a:prstGeom>
              <a:blipFill>
                <a:blip r:embed="rId14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50" name="Table 10">
            <a:extLst>
              <a:ext uri="{FF2B5EF4-FFF2-40B4-BE49-F238E27FC236}">
                <a16:creationId xmlns:a16="http://schemas.microsoft.com/office/drawing/2014/main" id="{FE8DB707-7421-4435-B5DF-064CC00067A6}"/>
              </a:ext>
            </a:extLst>
          </p:cNvPr>
          <p:cNvGraphicFramePr>
            <a:graphicFrameLocks noGrp="1"/>
          </p:cNvGraphicFramePr>
          <p:nvPr/>
        </p:nvGraphicFramePr>
        <p:xfrm>
          <a:off x="8342363" y="749411"/>
          <a:ext cx="3849637" cy="1835196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088954">
                  <a:extLst>
                    <a:ext uri="{9D8B030D-6E8A-4147-A177-3AD203B41FA5}">
                      <a16:colId xmlns:a16="http://schemas.microsoft.com/office/drawing/2014/main" val="3207154094"/>
                    </a:ext>
                  </a:extLst>
                </a:gridCol>
                <a:gridCol w="990245">
                  <a:extLst>
                    <a:ext uri="{9D8B030D-6E8A-4147-A177-3AD203B41FA5}">
                      <a16:colId xmlns:a16="http://schemas.microsoft.com/office/drawing/2014/main" val="1971944706"/>
                    </a:ext>
                  </a:extLst>
                </a:gridCol>
                <a:gridCol w="990245">
                  <a:extLst>
                    <a:ext uri="{9D8B030D-6E8A-4147-A177-3AD203B41FA5}">
                      <a16:colId xmlns:a16="http://schemas.microsoft.com/office/drawing/2014/main" val="1572264338"/>
                    </a:ext>
                  </a:extLst>
                </a:gridCol>
                <a:gridCol w="780193">
                  <a:extLst>
                    <a:ext uri="{9D8B030D-6E8A-4147-A177-3AD203B41FA5}">
                      <a16:colId xmlns:a16="http://schemas.microsoft.com/office/drawing/2014/main" val="2758617350"/>
                    </a:ext>
                  </a:extLst>
                </a:gridCol>
              </a:tblGrid>
              <a:tr h="510126"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7206059"/>
                  </a:ext>
                </a:extLst>
              </a:tr>
              <a:tr h="510126"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4314181"/>
                  </a:ext>
                </a:extLst>
              </a:tr>
              <a:tr h="510126"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5186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sz="1500" dirty="0"/>
                    </a:p>
                  </a:txBody>
                  <a:tcPr marL="76219" marR="76219" marT="38109" marB="3810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0013488"/>
                  </a:ext>
                </a:extLst>
              </a:tr>
            </a:tbl>
          </a:graphicData>
        </a:graphic>
      </p:graphicFrame>
      <p:sp>
        <p:nvSpPr>
          <p:cNvPr id="51" name="TextBox 50">
            <a:extLst>
              <a:ext uri="{FF2B5EF4-FFF2-40B4-BE49-F238E27FC236}">
                <a16:creationId xmlns:a16="http://schemas.microsoft.com/office/drawing/2014/main" id="{090D9964-8CF6-4B12-9B6A-D2675CA893E6}"/>
              </a:ext>
            </a:extLst>
          </p:cNvPr>
          <p:cNvSpPr txBox="1"/>
          <p:nvPr/>
        </p:nvSpPr>
        <p:spPr>
          <a:xfrm>
            <a:off x="8370104" y="1261804"/>
            <a:ext cx="1038714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Apples</a:t>
            </a:r>
            <a:endParaRPr kumimoji="0" lang="en-IN" sz="2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0C2C14A-BE4E-4226-81DC-8A7D2AD47DE8}"/>
              </a:ext>
            </a:extLst>
          </p:cNvPr>
          <p:cNvSpPr txBox="1"/>
          <p:nvPr/>
        </p:nvSpPr>
        <p:spPr>
          <a:xfrm>
            <a:off x="8261718" y="1779558"/>
            <a:ext cx="1204314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Oranges</a:t>
            </a:r>
            <a:endParaRPr kumimoji="0" lang="en-IN" sz="2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F82E117-48C6-44AA-9C60-568178355B0C}"/>
              </a:ext>
            </a:extLst>
          </p:cNvPr>
          <p:cNvSpPr txBox="1"/>
          <p:nvPr/>
        </p:nvSpPr>
        <p:spPr>
          <a:xfrm>
            <a:off x="9479437" y="772547"/>
            <a:ext cx="858441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Bad</a:t>
            </a:r>
            <a:endParaRPr kumimoji="0" lang="en-IN" sz="2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6E5D93B-CCFF-4E00-A161-EFF36DD090AC}"/>
              </a:ext>
            </a:extLst>
          </p:cNvPr>
          <p:cNvSpPr txBox="1"/>
          <p:nvPr/>
        </p:nvSpPr>
        <p:spPr>
          <a:xfrm>
            <a:off x="10464003" y="772547"/>
            <a:ext cx="858441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Good</a:t>
            </a:r>
            <a:endParaRPr kumimoji="0" lang="en-IN" sz="2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8495760-C095-47CA-B349-70BF3C0CCC77}"/>
                  </a:ext>
                </a:extLst>
              </p:cNvPr>
              <p:cNvSpPr txBox="1"/>
              <p:nvPr/>
            </p:nvSpPr>
            <p:spPr>
              <a:xfrm>
                <a:off x="11444784" y="1261804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US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20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8495760-C095-47CA-B349-70BF3C0CCC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44784" y="1261804"/>
                <a:ext cx="709455" cy="430887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1F19DEF6-D701-437F-937A-70253C2BE448}"/>
                  </a:ext>
                </a:extLst>
              </p:cNvPr>
              <p:cNvSpPr txBox="1"/>
              <p:nvPr/>
            </p:nvSpPr>
            <p:spPr>
              <a:xfrm>
                <a:off x="9553930" y="1289653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1F19DEF6-D701-437F-937A-70253C2BE4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3930" y="1289653"/>
                <a:ext cx="709455" cy="430887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86A88C5-BA46-436B-A785-A48AA19BB2A8}"/>
                  </a:ext>
                </a:extLst>
              </p:cNvPr>
              <p:cNvSpPr txBox="1"/>
              <p:nvPr/>
            </p:nvSpPr>
            <p:spPr>
              <a:xfrm>
                <a:off x="10538496" y="1289653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15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86A88C5-BA46-436B-A785-A48AA19BB2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496" y="1289653"/>
                <a:ext cx="709455" cy="430887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83780AD-4668-4320-84FD-B7A7FA738429}"/>
                  </a:ext>
                </a:extLst>
              </p:cNvPr>
              <p:cNvSpPr txBox="1"/>
              <p:nvPr/>
            </p:nvSpPr>
            <p:spPr>
              <a:xfrm>
                <a:off x="11444784" y="1779559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  <m:r>
                        <a:rPr kumimoji="0" lang="en-US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383780AD-4668-4320-84FD-B7A7FA7384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44784" y="1779559"/>
                <a:ext cx="709455" cy="430887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0CDFF921-865C-4EFB-896F-651BE4D881CD}"/>
                  </a:ext>
                </a:extLst>
              </p:cNvPr>
              <p:cNvSpPr txBox="1"/>
              <p:nvPr/>
            </p:nvSpPr>
            <p:spPr>
              <a:xfrm>
                <a:off x="9553930" y="1781364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0CDFF921-865C-4EFB-896F-651BE4D881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3930" y="1781364"/>
                <a:ext cx="709455" cy="430887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92E17059-AA58-4DF5-8CAF-F493EE8231ED}"/>
                  </a:ext>
                </a:extLst>
              </p:cNvPr>
              <p:cNvSpPr txBox="1"/>
              <p:nvPr/>
            </p:nvSpPr>
            <p:spPr>
              <a:xfrm>
                <a:off x="10538496" y="1779557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92E17059-AA58-4DF5-8CAF-F493EE8231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496" y="1779557"/>
                <a:ext cx="709455" cy="430887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618E9ABE-900C-4147-AD43-57EA08D7011C}"/>
                  </a:ext>
                </a:extLst>
              </p:cNvPr>
              <p:cNvSpPr txBox="1"/>
              <p:nvPr/>
            </p:nvSpPr>
            <p:spPr>
              <a:xfrm>
                <a:off x="9553930" y="2292188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618E9ABE-900C-4147-AD43-57EA08D701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3930" y="2292188"/>
                <a:ext cx="709455" cy="430887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2B22EB55-FF26-46F9-9CE0-31F9EE849C68}"/>
                  </a:ext>
                </a:extLst>
              </p:cNvPr>
              <p:cNvSpPr txBox="1"/>
              <p:nvPr/>
            </p:nvSpPr>
            <p:spPr>
              <a:xfrm>
                <a:off x="10538496" y="2284613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22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2B22EB55-FF26-46F9-9CE0-31F9EE849C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496" y="2284613"/>
                <a:ext cx="709455" cy="430887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42683D65-A15D-4CE8-915F-836BC2E01843}"/>
                  </a:ext>
                </a:extLst>
              </p:cNvPr>
              <p:cNvSpPr txBox="1"/>
              <p:nvPr/>
            </p:nvSpPr>
            <p:spPr>
              <a:xfrm>
                <a:off x="11448569" y="2284614"/>
                <a:ext cx="709455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30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42683D65-A15D-4CE8-915F-836BC2E018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48569" y="2284614"/>
                <a:ext cx="709455" cy="430887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FD014A75-1FB8-4D50-B4DB-92AB1DEA1092}"/>
              </a:ext>
            </a:extLst>
          </p:cNvPr>
          <p:cNvSpPr/>
          <p:nvPr/>
        </p:nvSpPr>
        <p:spPr>
          <a:xfrm>
            <a:off x="10598748" y="1319998"/>
            <a:ext cx="577194" cy="358568"/>
          </a:xfrm>
          <a:prstGeom prst="roundRect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212121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38667" y="1016001"/>
            <a:ext cx="14393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 have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/>
              <p:nvPr/>
            </p:nvSpPr>
            <p:spPr>
              <a:xfrm>
                <a:off x="8135535" y="3445933"/>
                <a:ext cx="384963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5535" y="3445933"/>
                <a:ext cx="3849637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/>
              <p:nvPr/>
            </p:nvSpPr>
            <p:spPr>
              <a:xfrm>
                <a:off x="6367721" y="3445933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7721" y="3445933"/>
                <a:ext cx="1535579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/>
              <p:nvPr/>
            </p:nvSpPr>
            <p:spPr>
              <a:xfrm>
                <a:off x="7773994" y="3445933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3994" y="3445933"/>
                <a:ext cx="423181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19E0277-D9FB-4FD0-AB65-545D4DD62608}"/>
                  </a:ext>
                </a:extLst>
              </p:cNvPr>
              <p:cNvSpPr txBox="1"/>
              <p:nvPr/>
            </p:nvSpPr>
            <p:spPr>
              <a:xfrm>
                <a:off x="7773994" y="4194191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190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19E0277-D9FB-4FD0-AB65-545D4DD626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3994" y="4194191"/>
                <a:ext cx="1330332" cy="901785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DA11076-6569-4B09-8920-A5746ACA567D}"/>
                  </a:ext>
                </a:extLst>
              </p:cNvPr>
              <p:cNvSpPr txBox="1"/>
              <p:nvPr/>
            </p:nvSpPr>
            <p:spPr>
              <a:xfrm>
                <a:off x="8976879" y="4194191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231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DA11076-6569-4B09-8920-A5746ACA56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6879" y="4194191"/>
                <a:ext cx="1330332" cy="901785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755B8E-6FDF-4469-AA5F-63C4AC523C95}"/>
                  </a:ext>
                </a:extLst>
              </p:cNvPr>
              <p:cNvSpPr txBox="1"/>
              <p:nvPr/>
            </p:nvSpPr>
            <p:spPr>
              <a:xfrm>
                <a:off x="10287005" y="4194191"/>
                <a:ext cx="133033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105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755B8E-6FDF-4469-AA5F-63C4AC523C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87005" y="4194191"/>
                <a:ext cx="1330332" cy="901785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1301190-AA15-4C32-BE42-6D91438DE8CC}"/>
                  </a:ext>
                </a:extLst>
              </p:cNvPr>
              <p:cNvSpPr txBox="1"/>
              <p:nvPr/>
            </p:nvSpPr>
            <p:spPr>
              <a:xfrm>
                <a:off x="7773994" y="5321014"/>
                <a:ext cx="1310182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316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435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1301190-AA15-4C32-BE42-6D91438DE8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3994" y="5321014"/>
                <a:ext cx="1310182" cy="901785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/>
              <p:nvPr/>
            </p:nvSpPr>
            <p:spPr>
              <a:xfrm>
                <a:off x="2158069" y="1769534"/>
                <a:ext cx="388713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a:rPr kumimoji="0" lang="en-IN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𝐏</m:t>
                      </m:r>
                      <m:d>
                        <m:dPr>
                          <m:ctrlPr>
                            <a:rPr kumimoji="0" lang="en-GB" sz="2800" b="1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1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𝐀</m:t>
                          </m:r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43ACF430-E667-4EF8-8F4B-5267826EB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8069" y="1769534"/>
                <a:ext cx="3887131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/>
              <p:nvPr/>
            </p:nvSpPr>
            <p:spPr>
              <a:xfrm>
                <a:off x="390255" y="1769534"/>
                <a:ext cx="153557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057F9B0-99D7-4E5F-9BDC-5C99051925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0255" y="1769534"/>
                <a:ext cx="153557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/>
              <p:nvPr/>
            </p:nvSpPr>
            <p:spPr>
              <a:xfrm>
                <a:off x="1796528" y="1769534"/>
                <a:ext cx="42318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D2DFC866-E077-46DA-AB6F-A23A39EC8F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6528" y="1769534"/>
                <a:ext cx="423181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/>
              <p:nvPr/>
            </p:nvSpPr>
            <p:spPr>
              <a:xfrm>
                <a:off x="398252" y="2620662"/>
                <a:ext cx="1638442" cy="52322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6DB8E3D-6324-4B71-892C-914D2B08B0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252" y="2620662"/>
                <a:ext cx="1638442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/>
              <p:nvPr/>
            </p:nvSpPr>
            <p:spPr>
              <a:xfrm>
                <a:off x="1828102" y="2387553"/>
                <a:ext cx="1997112" cy="9894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98E02D72-D11B-4C5F-A4A8-E2418A5667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8102" y="2387553"/>
                <a:ext cx="1997112" cy="989438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6068422" y="3402282"/>
            <a:ext cx="0" cy="3179635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272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4" grpId="0"/>
      <p:bldP spid="69" grpId="0" animBg="1"/>
      <p:bldP spid="72" grpId="0"/>
      <p:bldP spid="73" grpId="0"/>
      <p:bldP spid="75" grpId="0" animBg="1"/>
      <p:bldP spid="76" grpId="0" animBg="1"/>
      <p:bldP spid="78" grpId="0" animBg="1"/>
      <p:bldP spid="86" grpId="0" animBg="1"/>
      <p:bldP spid="86" grpId="1" animBg="1"/>
      <p:bldP spid="40" grpId="0"/>
      <p:bldP spid="41" grpId="0"/>
      <p:bldP spid="42" grpId="0"/>
      <p:bldP spid="43" grpId="0"/>
      <p:bldP spid="44" grpId="0"/>
      <p:bldP spid="45" grpId="0"/>
      <p:bldP spid="46" grpId="0"/>
      <p:bldP spid="67" grpId="0" animBg="1"/>
      <p:bldP spid="68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Do as directed: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19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E5E95C3B-5201-4265-8BE5-C987B594AD37}"/>
              </a:ext>
            </a:extLst>
          </p:cNvPr>
          <p:cNvSpPr txBox="1"/>
          <p:nvPr/>
        </p:nvSpPr>
        <p:spPr>
          <a:xfrm>
            <a:off x="1594216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Sun, Mon, Tue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DD11E37-770D-430F-B968-513B08F6CFCC}"/>
              </a:ext>
            </a:extLst>
          </p:cNvPr>
          <p:cNvSpPr txBox="1"/>
          <p:nvPr/>
        </p:nvSpPr>
        <p:spPr>
          <a:xfrm>
            <a:off x="1594215" y="3872040"/>
            <a:ext cx="270685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Mon, Tue, </a:t>
            </a: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Wed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DCD8326-7803-44BF-A62A-6B015D807F01}"/>
              </a:ext>
            </a:extLst>
          </p:cNvPr>
          <p:cNvSpPr txBox="1"/>
          <p:nvPr/>
        </p:nvSpPr>
        <p:spPr>
          <a:xfrm>
            <a:off x="1594217" y="443966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Tue, Wed, Thu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A4378F3-64FA-4EA6-BCDC-6AD7D656369E}"/>
              </a:ext>
            </a:extLst>
          </p:cNvPr>
          <p:cNvSpPr txBox="1"/>
          <p:nvPr/>
        </p:nvSpPr>
        <p:spPr>
          <a:xfrm>
            <a:off x="4394416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Wed, Thu, Fri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2406068-ECE0-434D-8627-9EDA703EDD12}"/>
              </a:ext>
            </a:extLst>
          </p:cNvPr>
          <p:cNvSpPr txBox="1"/>
          <p:nvPr/>
        </p:nvSpPr>
        <p:spPr>
          <a:xfrm>
            <a:off x="4394416" y="387204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Thu, Fri, Sat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4538728-3447-4D01-983A-CD081A8ED643}"/>
              </a:ext>
            </a:extLst>
          </p:cNvPr>
          <p:cNvSpPr txBox="1"/>
          <p:nvPr/>
        </p:nvSpPr>
        <p:spPr>
          <a:xfrm>
            <a:off x="4394416" y="443966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Fri, Sat, Sun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1D23BBB-7989-4446-A940-E6649018EFED}"/>
              </a:ext>
            </a:extLst>
          </p:cNvPr>
          <p:cNvSpPr txBox="1"/>
          <p:nvPr/>
        </p:nvSpPr>
        <p:spPr>
          <a:xfrm>
            <a:off x="7090389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Sat, Sun, Mon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4CAEFBC-9D0C-42D6-A5F2-7F08100D2343}"/>
                  </a:ext>
                </a:extLst>
              </p:cNvPr>
              <p:cNvSpPr txBox="1"/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Month July has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4CAEFBC-9D0C-42D6-A5F2-7F08100D23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blipFill>
                <a:blip r:embed="rId2"/>
                <a:stretch>
                  <a:fillRect l="-3344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6E219125-8244-472A-985A-71CF2C0A8512}"/>
                  </a:ext>
                </a:extLst>
              </p:cNvPr>
              <p:cNvSpPr txBox="1"/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6E219125-8244-472A-985A-71CF2C0A85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9E23AA-B95C-47BA-95B6-5A83227460A4}"/>
                  </a:ext>
                </a:extLst>
              </p:cNvPr>
              <p:cNvSpPr txBox="1"/>
              <p:nvPr/>
            </p:nvSpPr>
            <p:spPr>
              <a:xfrm>
                <a:off x="5111481" y="2175158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Which Consist of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weeks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9E23AA-B95C-47BA-95B6-5A83227460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1481" y="2175158"/>
                <a:ext cx="6548293" cy="523220"/>
              </a:xfrm>
              <a:prstGeom prst="rect">
                <a:avLst/>
              </a:prstGeom>
              <a:blipFill>
                <a:blip r:embed="rId4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03C5867A-891A-4259-8FD0-6CDCDB17F2C0}"/>
              </a:ext>
            </a:extLst>
          </p:cNvPr>
          <p:cNvCxnSpPr/>
          <p:nvPr/>
        </p:nvCxnSpPr>
        <p:spPr>
          <a:xfrm flipV="1">
            <a:off x="10722066" y="3560350"/>
            <a:ext cx="0" cy="52322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7A413899-8207-48BF-B012-C030E1C7F0E6}"/>
              </a:ext>
            </a:extLst>
          </p:cNvPr>
          <p:cNvCxnSpPr>
            <a:cxnSpLocks/>
          </p:cNvCxnSpPr>
          <p:nvPr/>
        </p:nvCxnSpPr>
        <p:spPr>
          <a:xfrm>
            <a:off x="10722066" y="3560350"/>
            <a:ext cx="854707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40D3FF6-9BBD-4296-A3C8-F250640BE607}"/>
                  </a:ext>
                </a:extLst>
              </p:cNvPr>
              <p:cNvSpPr txBox="1"/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40D3FF6-9BBD-4296-A3C8-F250640BE6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063428F-6692-43D4-9EDD-459D248B0BB4}"/>
                  </a:ext>
                </a:extLst>
              </p:cNvPr>
              <p:cNvSpPr txBox="1"/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063428F-6692-43D4-9EDD-459D248B0B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23A6F6D8-E970-4C9F-B691-3C9DD20B6284}"/>
                  </a:ext>
                </a:extLst>
              </p:cNvPr>
              <p:cNvSpPr txBox="1"/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23A6F6D8-E970-4C9F-B691-3C9DD20B62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365966-E9DC-467D-B9E9-7FE90F5855FB}"/>
                  </a:ext>
                </a:extLst>
              </p:cNvPr>
              <p:cNvSpPr txBox="1"/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365966-E9DC-467D-B9E9-7FE90F5855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FBC6C321-472A-4FBB-9E49-CA5CE8555AB4}"/>
              </a:ext>
            </a:extLst>
          </p:cNvPr>
          <p:cNvCxnSpPr>
            <a:cxnSpLocks/>
          </p:cNvCxnSpPr>
          <p:nvPr/>
        </p:nvCxnSpPr>
        <p:spPr>
          <a:xfrm>
            <a:off x="10835099" y="4482360"/>
            <a:ext cx="741674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C3C7372-ABDF-4AC8-94FA-ED3D66EDBEA0}"/>
                  </a:ext>
                </a:extLst>
              </p:cNvPr>
              <p:cNvSpPr txBox="1"/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C3C7372-ABDF-4AC8-94FA-ED3D66EDBE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149704E-AFA9-48FE-AFF2-209E2AD420EC}"/>
                  </a:ext>
                </a:extLst>
              </p:cNvPr>
              <p:cNvSpPr txBox="1"/>
              <p:nvPr/>
            </p:nvSpPr>
            <p:spPr>
              <a:xfrm>
                <a:off x="1594215" y="2696508"/>
                <a:ext cx="401152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>
                    <a:tab pos="205740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These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 can be </a:t>
                </a: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149704E-AFA9-48FE-AFF2-209E2AD420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96508"/>
                <a:ext cx="4011521" cy="523220"/>
              </a:xfrm>
              <a:prstGeom prst="rect">
                <a:avLst/>
              </a:prstGeom>
              <a:blipFill>
                <a:blip r:embed="rId10"/>
                <a:stretch>
                  <a:fillRect l="-319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43D337E-A84A-4277-8F15-63FD7B842748}"/>
                  </a:ext>
                </a:extLst>
              </p:cNvPr>
              <p:cNvSpPr txBox="1"/>
              <p:nvPr/>
            </p:nvSpPr>
            <p:spPr>
              <a:xfrm>
                <a:off x="1630182" y="5131064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there are total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possibilities out of which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43D337E-A84A-4277-8F15-63FD7B842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182" y="5131064"/>
                <a:ext cx="6548293" cy="523220"/>
              </a:xfrm>
              <a:prstGeom prst="rect">
                <a:avLst/>
              </a:prstGeom>
              <a:blipFill>
                <a:blip r:embed="rId11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C883CB6-E5AA-4203-B97E-3295CE51C7B0}"/>
                  </a:ext>
                </a:extLst>
              </p:cNvPr>
              <p:cNvSpPr txBox="1"/>
              <p:nvPr/>
            </p:nvSpPr>
            <p:spPr>
              <a:xfrm>
                <a:off x="8085403" y="5131064"/>
                <a:ext cx="258589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have a Sunday.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C883CB6-E5AA-4203-B97E-3295CE51C7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85403" y="5131064"/>
                <a:ext cx="2585897" cy="523220"/>
              </a:xfrm>
              <a:prstGeom prst="rect">
                <a:avLst/>
              </a:prstGeom>
              <a:blipFill>
                <a:blip r:embed="rId12"/>
                <a:stretch>
                  <a:fillRect t="-11628" r="-282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ectangle: Rounded Corners 73">
            <a:extLst>
              <a:ext uri="{FF2B5EF4-FFF2-40B4-BE49-F238E27FC236}">
                <a16:creationId xmlns:a16="http://schemas.microsoft.com/office/drawing/2014/main" id="{1611AED6-43A7-46C8-AD57-83F095674FD0}"/>
              </a:ext>
            </a:extLst>
          </p:cNvPr>
          <p:cNvSpPr/>
          <p:nvPr/>
        </p:nvSpPr>
        <p:spPr>
          <a:xfrm>
            <a:off x="1684216" y="3348494"/>
            <a:ext cx="2412000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B6B4F5E7-A8A3-4E49-BE13-A04E80EB19F4}"/>
              </a:ext>
            </a:extLst>
          </p:cNvPr>
          <p:cNvSpPr/>
          <p:nvPr/>
        </p:nvSpPr>
        <p:spPr>
          <a:xfrm>
            <a:off x="4484416" y="4482360"/>
            <a:ext cx="2412000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5390119-F8B1-422F-BD88-6FD1F2076493}"/>
                  </a:ext>
                </a:extLst>
              </p:cNvPr>
              <p:cNvSpPr txBox="1"/>
              <p:nvPr/>
            </p:nvSpPr>
            <p:spPr>
              <a:xfrm>
                <a:off x="1594217" y="5876442"/>
                <a:ext cx="566383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 probability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 in July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5390119-F8B1-422F-BD88-6FD1F20764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876442"/>
                <a:ext cx="5663833" cy="523220"/>
              </a:xfrm>
              <a:prstGeom prst="rect">
                <a:avLst/>
              </a:prstGeom>
              <a:blipFill>
                <a:blip r:embed="rId13"/>
                <a:stretch>
                  <a:fillRect l="-2260" t="-11628" r="-32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ACAD871F-836C-45CD-9ECE-4E29DE778147}"/>
                  </a:ext>
                </a:extLst>
              </p:cNvPr>
              <p:cNvSpPr txBox="1"/>
              <p:nvPr/>
            </p:nvSpPr>
            <p:spPr>
              <a:xfrm>
                <a:off x="7185200" y="5667924"/>
                <a:ext cx="979281" cy="9402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ACAD871F-836C-45CD-9ECE-4E29DE7781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85200" y="5667924"/>
                <a:ext cx="979281" cy="94025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DF151772-D2E5-46B7-A404-2564A6BEF0C0}"/>
              </a:ext>
            </a:extLst>
          </p:cNvPr>
          <p:cNvSpPr/>
          <p:nvPr/>
        </p:nvSpPr>
        <p:spPr>
          <a:xfrm>
            <a:off x="7150600" y="3348494"/>
            <a:ext cx="2412000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AABC6740-4D9A-4BF9-A128-EC23459AF4EF}"/>
                  </a:ext>
                </a:extLst>
              </p:cNvPr>
              <p:cNvSpPr txBox="1"/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(1)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Find the probability that there will be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 in the month of July.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AABC6740-4D9A-4BF9-A128-EC23459AF4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blipFill>
                <a:blip r:embed="rId15"/>
                <a:stretch>
                  <a:fillRect l="-107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96939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75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75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7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1500"/>
                            </p:stCondLst>
                            <p:childTnLst>
                              <p:par>
                                <p:cTn id="1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3" grpId="0"/>
      <p:bldP spid="54" grpId="0" animBg="1"/>
      <p:bldP spid="54" grpId="1"/>
      <p:bldP spid="55" grpId="0"/>
      <p:bldP spid="59" grpId="0" animBg="1"/>
      <p:bldP spid="59" grpId="1"/>
      <p:bldP spid="60" grpId="0" animBg="1"/>
      <p:bldP spid="60" grpId="1"/>
      <p:bldP spid="61" grpId="0" animBg="1"/>
      <p:bldP spid="61" grpId="1"/>
      <p:bldP spid="62" grpId="0" animBg="1"/>
      <p:bldP spid="62" grpId="1"/>
      <p:bldP spid="64" grpId="0" animBg="1"/>
      <p:bldP spid="64" grpId="1"/>
      <p:bldP spid="72" grpId="0"/>
      <p:bldP spid="73" grpId="0"/>
      <p:bldP spid="74" grpId="0" animBg="1"/>
      <p:bldP spid="75" grpId="0" animBg="1"/>
      <p:bldP spid="76" grpId="0"/>
      <p:bldP spid="77" grpId="0"/>
      <p:bldP spid="118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Do as directed: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19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E5E95C3B-5201-4265-8BE5-C987B594AD37}"/>
              </a:ext>
            </a:extLst>
          </p:cNvPr>
          <p:cNvSpPr txBox="1"/>
          <p:nvPr/>
        </p:nvSpPr>
        <p:spPr>
          <a:xfrm>
            <a:off x="1594216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Sun, Mon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DD11E37-770D-430F-B968-513B08F6CFCC}"/>
              </a:ext>
            </a:extLst>
          </p:cNvPr>
          <p:cNvSpPr txBox="1"/>
          <p:nvPr/>
        </p:nvSpPr>
        <p:spPr>
          <a:xfrm>
            <a:off x="1594216" y="387204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Mon, Tue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DCD8326-7803-44BF-A62A-6B015D807F01}"/>
              </a:ext>
            </a:extLst>
          </p:cNvPr>
          <p:cNvSpPr txBox="1"/>
          <p:nvPr/>
        </p:nvSpPr>
        <p:spPr>
          <a:xfrm>
            <a:off x="1594217" y="443966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Tue, Wed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A4378F3-64FA-4EA6-BCDC-6AD7D656369E}"/>
              </a:ext>
            </a:extLst>
          </p:cNvPr>
          <p:cNvSpPr txBox="1"/>
          <p:nvPr/>
        </p:nvSpPr>
        <p:spPr>
          <a:xfrm>
            <a:off x="4394416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Wed, Thu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2406068-ECE0-434D-8627-9EDA703EDD12}"/>
              </a:ext>
            </a:extLst>
          </p:cNvPr>
          <p:cNvSpPr txBox="1"/>
          <p:nvPr/>
        </p:nvSpPr>
        <p:spPr>
          <a:xfrm>
            <a:off x="4394416" y="387204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Thu, Fri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4538728-3447-4D01-983A-CD081A8ED643}"/>
              </a:ext>
            </a:extLst>
          </p:cNvPr>
          <p:cNvSpPr txBox="1"/>
          <p:nvPr/>
        </p:nvSpPr>
        <p:spPr>
          <a:xfrm>
            <a:off x="4394416" y="443966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Fri, Sat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1D23BBB-7989-4446-A940-E6649018EFED}"/>
              </a:ext>
            </a:extLst>
          </p:cNvPr>
          <p:cNvSpPr txBox="1"/>
          <p:nvPr/>
        </p:nvSpPr>
        <p:spPr>
          <a:xfrm>
            <a:off x="7090389" y="3304410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Sat, Sun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4CAEFBC-9D0C-42D6-A5F2-7F08100D2343}"/>
                  </a:ext>
                </a:extLst>
              </p:cNvPr>
              <p:cNvSpPr txBox="1"/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Month June has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4CAEFBC-9D0C-42D6-A5F2-7F08100D23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blipFill>
                <a:blip r:embed="rId2"/>
                <a:stretch>
                  <a:fillRect l="-3344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6E219125-8244-472A-985A-71CF2C0A8512}"/>
                  </a:ext>
                </a:extLst>
              </p:cNvPr>
              <p:cNvSpPr txBox="1"/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6E219125-8244-472A-985A-71CF2C0A85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9E23AA-B95C-47BA-95B6-5A83227460A4}"/>
                  </a:ext>
                </a:extLst>
              </p:cNvPr>
              <p:cNvSpPr txBox="1"/>
              <p:nvPr/>
            </p:nvSpPr>
            <p:spPr>
              <a:xfrm>
                <a:off x="5111481" y="2175158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Which Consist of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weeks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D9E23AA-B95C-47BA-95B6-5A83227460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1481" y="2175158"/>
                <a:ext cx="6548293" cy="523220"/>
              </a:xfrm>
              <a:prstGeom prst="rect">
                <a:avLst/>
              </a:prstGeom>
              <a:blipFill>
                <a:blip r:embed="rId4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03C5867A-891A-4259-8FD0-6CDCDB17F2C0}"/>
              </a:ext>
            </a:extLst>
          </p:cNvPr>
          <p:cNvCxnSpPr/>
          <p:nvPr/>
        </p:nvCxnSpPr>
        <p:spPr>
          <a:xfrm flipV="1">
            <a:off x="10722066" y="3560350"/>
            <a:ext cx="0" cy="52322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7A413899-8207-48BF-B012-C030E1C7F0E6}"/>
              </a:ext>
            </a:extLst>
          </p:cNvPr>
          <p:cNvCxnSpPr>
            <a:cxnSpLocks/>
          </p:cNvCxnSpPr>
          <p:nvPr/>
        </p:nvCxnSpPr>
        <p:spPr>
          <a:xfrm>
            <a:off x="10722066" y="3560350"/>
            <a:ext cx="854707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40D3FF6-9BBD-4296-A3C8-F250640BE607}"/>
                  </a:ext>
                </a:extLst>
              </p:cNvPr>
              <p:cNvSpPr txBox="1"/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40D3FF6-9BBD-4296-A3C8-F250640BE6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063428F-6692-43D4-9EDD-459D248B0BB4}"/>
                  </a:ext>
                </a:extLst>
              </p:cNvPr>
              <p:cNvSpPr txBox="1"/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063428F-6692-43D4-9EDD-459D248B0B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23A6F6D8-E970-4C9F-B691-3C9DD20B6284}"/>
                  </a:ext>
                </a:extLst>
              </p:cNvPr>
              <p:cNvSpPr txBox="1"/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23A6F6D8-E970-4C9F-B691-3C9DD20B62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365966-E9DC-467D-B9E9-7FE90F5855FB}"/>
                  </a:ext>
                </a:extLst>
              </p:cNvPr>
              <p:cNvSpPr txBox="1"/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365966-E9DC-467D-B9E9-7FE90F5855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FBC6C321-472A-4FBB-9E49-CA5CE8555AB4}"/>
              </a:ext>
            </a:extLst>
          </p:cNvPr>
          <p:cNvCxnSpPr>
            <a:cxnSpLocks/>
          </p:cNvCxnSpPr>
          <p:nvPr/>
        </p:nvCxnSpPr>
        <p:spPr>
          <a:xfrm>
            <a:off x="10835099" y="4482360"/>
            <a:ext cx="741674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C3C7372-ABDF-4AC8-94FA-ED3D66EDBEA0}"/>
                  </a:ext>
                </a:extLst>
              </p:cNvPr>
              <p:cNvSpPr txBox="1"/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C3C7372-ABDF-4AC8-94FA-ED3D66EDBE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149704E-AFA9-48FE-AFF2-209E2AD420EC}"/>
                  </a:ext>
                </a:extLst>
              </p:cNvPr>
              <p:cNvSpPr txBox="1"/>
              <p:nvPr/>
            </p:nvSpPr>
            <p:spPr>
              <a:xfrm>
                <a:off x="1594215" y="2696508"/>
                <a:ext cx="401152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>
                    <a:tab pos="205740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These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 can be </a:t>
                </a: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B149704E-AFA9-48FE-AFF2-209E2AD420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96508"/>
                <a:ext cx="4011521" cy="523220"/>
              </a:xfrm>
              <a:prstGeom prst="rect">
                <a:avLst/>
              </a:prstGeom>
              <a:blipFill>
                <a:blip r:embed="rId10"/>
                <a:stretch>
                  <a:fillRect l="-319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43D337E-A84A-4277-8F15-63FD7B842748}"/>
                  </a:ext>
                </a:extLst>
              </p:cNvPr>
              <p:cNvSpPr txBox="1"/>
              <p:nvPr/>
            </p:nvSpPr>
            <p:spPr>
              <a:xfrm>
                <a:off x="1630182" y="5131064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there are total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possibilities out of which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43D337E-A84A-4277-8F15-63FD7B842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182" y="5131064"/>
                <a:ext cx="6548293" cy="523220"/>
              </a:xfrm>
              <a:prstGeom prst="rect">
                <a:avLst/>
              </a:prstGeom>
              <a:blipFill>
                <a:blip r:embed="rId11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C883CB6-E5AA-4203-B97E-3295CE51C7B0}"/>
                  </a:ext>
                </a:extLst>
              </p:cNvPr>
              <p:cNvSpPr txBox="1"/>
              <p:nvPr/>
            </p:nvSpPr>
            <p:spPr>
              <a:xfrm>
                <a:off x="8085403" y="5131064"/>
                <a:ext cx="258589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have a Sunday.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9C883CB6-E5AA-4203-B97E-3295CE51C7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85403" y="5131064"/>
                <a:ext cx="2585897" cy="523220"/>
              </a:xfrm>
              <a:prstGeom prst="rect">
                <a:avLst/>
              </a:prstGeom>
              <a:blipFill>
                <a:blip r:embed="rId12"/>
                <a:stretch>
                  <a:fillRect t="-11628" r="-282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ectangle: Rounded Corners 73">
            <a:extLst>
              <a:ext uri="{FF2B5EF4-FFF2-40B4-BE49-F238E27FC236}">
                <a16:creationId xmlns:a16="http://schemas.microsoft.com/office/drawing/2014/main" id="{1611AED6-43A7-46C8-AD57-83F095674FD0}"/>
              </a:ext>
            </a:extLst>
          </p:cNvPr>
          <p:cNvSpPr/>
          <p:nvPr/>
        </p:nvSpPr>
        <p:spPr>
          <a:xfrm>
            <a:off x="1984130" y="3352535"/>
            <a:ext cx="1812171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5390119-F8B1-422F-BD88-6FD1F2076493}"/>
                  </a:ext>
                </a:extLst>
              </p:cNvPr>
              <p:cNvSpPr txBox="1"/>
              <p:nvPr/>
            </p:nvSpPr>
            <p:spPr>
              <a:xfrm>
                <a:off x="1594218" y="5876442"/>
                <a:ext cx="57400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 probability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 in June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15390119-F8B1-422F-BD88-6FD1F20764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5876442"/>
                <a:ext cx="5740032" cy="523220"/>
              </a:xfrm>
              <a:prstGeom prst="rect">
                <a:avLst/>
              </a:prstGeom>
              <a:blipFill>
                <a:blip r:embed="rId13"/>
                <a:stretch>
                  <a:fillRect l="-2232" t="-11628" r="-74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ACAD871F-836C-45CD-9ECE-4E29DE778147}"/>
                  </a:ext>
                </a:extLst>
              </p:cNvPr>
              <p:cNvSpPr txBox="1"/>
              <p:nvPr/>
            </p:nvSpPr>
            <p:spPr>
              <a:xfrm>
                <a:off x="7176644" y="5667924"/>
                <a:ext cx="979281" cy="9402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ACAD871F-836C-45CD-9ECE-4E29DE7781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76644" y="5667924"/>
                <a:ext cx="979281" cy="94025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/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(2)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Find the probability that there will be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 in the month of June.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blipFill>
                <a:blip r:embed="rId15"/>
                <a:stretch>
                  <a:fillRect l="-107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DF151772-D2E5-46B7-A404-2564A6BEF0C0}"/>
              </a:ext>
            </a:extLst>
          </p:cNvPr>
          <p:cNvSpPr/>
          <p:nvPr/>
        </p:nvSpPr>
        <p:spPr>
          <a:xfrm>
            <a:off x="7450515" y="3348494"/>
            <a:ext cx="1812171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2058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75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75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3" grpId="0"/>
      <p:bldP spid="54" grpId="0" animBg="1"/>
      <p:bldP spid="54" grpId="1"/>
      <p:bldP spid="55" grpId="0"/>
      <p:bldP spid="59" grpId="0" animBg="1"/>
      <p:bldP spid="59" grpId="1"/>
      <p:bldP spid="60" grpId="0" animBg="1"/>
      <p:bldP spid="60" grpId="1"/>
      <p:bldP spid="61" grpId="0" animBg="1"/>
      <p:bldP spid="61" grpId="1"/>
      <p:bldP spid="62" grpId="0" animBg="1"/>
      <p:bldP spid="62" grpId="1"/>
      <p:bldP spid="64" grpId="0" animBg="1"/>
      <p:bldP spid="64" grpId="1"/>
      <p:bldP spid="72" grpId="0"/>
      <p:bldP spid="73" grpId="0"/>
      <p:bldP spid="74" grpId="0" animBg="1"/>
      <p:bldP spid="76" grpId="0"/>
      <p:bldP spid="77" grpId="0"/>
      <p:bldP spid="118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Do as directed: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19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/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(3)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What is the probability that a non-leap year contains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Sundays?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blipFill>
                <a:blip r:embed="rId2"/>
                <a:stretch>
                  <a:fillRect l="-107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83F9F049-B335-4EC8-9B12-99A6B0ED6B78}"/>
              </a:ext>
            </a:extLst>
          </p:cNvPr>
          <p:cNvSpPr txBox="1"/>
          <p:nvPr/>
        </p:nvSpPr>
        <p:spPr>
          <a:xfrm>
            <a:off x="1594217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Sun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05146D7-A2C1-4EBE-BFC9-56129DBF454B}"/>
              </a:ext>
            </a:extLst>
          </p:cNvPr>
          <p:cNvSpPr txBox="1"/>
          <p:nvPr/>
        </p:nvSpPr>
        <p:spPr>
          <a:xfrm>
            <a:off x="1594217" y="387009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Mon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B631B6F-951F-4771-8683-999B3D67913D}"/>
              </a:ext>
            </a:extLst>
          </p:cNvPr>
          <p:cNvSpPr txBox="1"/>
          <p:nvPr/>
        </p:nvSpPr>
        <p:spPr>
          <a:xfrm>
            <a:off x="1594217" y="4441458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Tue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6BD1E5C-9A66-4A37-843F-A67EC0B62E9D}"/>
              </a:ext>
            </a:extLst>
          </p:cNvPr>
          <p:cNvSpPr txBox="1"/>
          <p:nvPr/>
        </p:nvSpPr>
        <p:spPr>
          <a:xfrm>
            <a:off x="4393586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Wed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8D2258F-2741-437A-A81B-8ED3C1132227}"/>
              </a:ext>
            </a:extLst>
          </p:cNvPr>
          <p:cNvSpPr txBox="1"/>
          <p:nvPr/>
        </p:nvSpPr>
        <p:spPr>
          <a:xfrm>
            <a:off x="4393586" y="3870617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Thu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40799EC-AC9E-4400-8393-6F7F624A70E2}"/>
              </a:ext>
            </a:extLst>
          </p:cNvPr>
          <p:cNvSpPr txBox="1"/>
          <p:nvPr/>
        </p:nvSpPr>
        <p:spPr>
          <a:xfrm>
            <a:off x="4393586" y="4441976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Fri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D074148-F7B5-4C96-BC8C-FAD4E54F806D}"/>
              </a:ext>
            </a:extLst>
          </p:cNvPr>
          <p:cNvSpPr txBox="1"/>
          <p:nvPr/>
        </p:nvSpPr>
        <p:spPr>
          <a:xfrm>
            <a:off x="6979291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Sat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875EC91-B5B3-48F4-87D5-0F0CFD7BC681}"/>
                  </a:ext>
                </a:extLst>
              </p:cNvPr>
              <p:cNvSpPr txBox="1"/>
              <p:nvPr/>
            </p:nvSpPr>
            <p:spPr>
              <a:xfrm>
                <a:off x="1594215" y="2173288"/>
                <a:ext cx="467111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non-leap year has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36</m:t>
                    </m:r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875EC91-B5B3-48F4-87D5-0F0CFD7BC6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173288"/>
                <a:ext cx="4671117" cy="523220"/>
              </a:xfrm>
              <a:prstGeom prst="rect">
                <a:avLst/>
              </a:prstGeom>
              <a:blipFill>
                <a:blip r:embed="rId3"/>
                <a:stretch>
                  <a:fillRect l="-2742" t="-12941" b="-3294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AAEF94C-17F2-4F00-B450-AF0F2501E532}"/>
                  </a:ext>
                </a:extLst>
              </p:cNvPr>
              <p:cNvSpPr txBox="1"/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AAEF94C-17F2-4F00-B450-AF0F2501E5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D3EA94D-5D21-4EE4-9DC6-667B9416D270}"/>
                  </a:ext>
                </a:extLst>
              </p:cNvPr>
              <p:cNvSpPr txBox="1"/>
              <p:nvPr/>
            </p:nvSpPr>
            <p:spPr>
              <a:xfrm>
                <a:off x="5865107" y="2175158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Which Consist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weeks and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D3EA94D-5D21-4EE4-9DC6-667B9416D2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5107" y="2175158"/>
                <a:ext cx="6548293" cy="523220"/>
              </a:xfrm>
              <a:prstGeom prst="rect">
                <a:avLst/>
              </a:prstGeom>
              <a:blipFill>
                <a:blip r:embed="rId5"/>
                <a:stretch>
                  <a:fillRect l="-1862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383E100B-2C23-4873-89E0-4C6551757AD4}"/>
              </a:ext>
            </a:extLst>
          </p:cNvPr>
          <p:cNvCxnSpPr/>
          <p:nvPr/>
        </p:nvCxnSpPr>
        <p:spPr>
          <a:xfrm flipV="1">
            <a:off x="10722066" y="3560350"/>
            <a:ext cx="0" cy="52322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46FABF10-9614-48D6-9DB0-4E382C40ED18}"/>
              </a:ext>
            </a:extLst>
          </p:cNvPr>
          <p:cNvCxnSpPr>
            <a:cxnSpLocks/>
          </p:cNvCxnSpPr>
          <p:nvPr/>
        </p:nvCxnSpPr>
        <p:spPr>
          <a:xfrm>
            <a:off x="10722066" y="3560350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D37FDAF-0E9F-4DC3-9AA4-AF06471B6240}"/>
                  </a:ext>
                </a:extLst>
              </p:cNvPr>
              <p:cNvSpPr txBox="1"/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D37FDAF-0E9F-4DC3-9AA4-AF06471B62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B0800FD-B568-4C42-807A-7E2E0849EAA1}"/>
                  </a:ext>
                </a:extLst>
              </p:cNvPr>
              <p:cNvSpPr txBox="1"/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B0800FD-B568-4C42-807A-7E2E0849EA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CD1115-0638-4B0F-B457-B951A01E4844}"/>
                  </a:ext>
                </a:extLst>
              </p:cNvPr>
              <p:cNvSpPr txBox="1"/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CD1115-0638-4B0F-B457-B951A01E48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8EBFE28-9D9E-48C8-AA3D-2A1BE51DF3FE}"/>
                  </a:ext>
                </a:extLst>
              </p:cNvPr>
              <p:cNvSpPr txBox="1"/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8EBFE28-9D9E-48C8-AA3D-2A1BE51DF3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C8EDF1D7-659D-4001-96E1-A5CC79CCDA85}"/>
              </a:ext>
            </a:extLst>
          </p:cNvPr>
          <p:cNvCxnSpPr>
            <a:cxnSpLocks/>
          </p:cNvCxnSpPr>
          <p:nvPr/>
        </p:nvCxnSpPr>
        <p:spPr>
          <a:xfrm>
            <a:off x="10835099" y="4482360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B516D70-1CEE-43DF-99B1-5F22618F093E}"/>
                  </a:ext>
                </a:extLst>
              </p:cNvPr>
              <p:cNvSpPr txBox="1"/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B516D70-1CEE-43DF-99B1-5F22618F0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A0CE94D5-7688-480E-B260-D18E9F9D7D67}"/>
                  </a:ext>
                </a:extLst>
              </p:cNvPr>
              <p:cNvSpPr txBox="1"/>
              <p:nvPr/>
            </p:nvSpPr>
            <p:spPr>
              <a:xfrm>
                <a:off x="11263082" y="4468398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A0CE94D5-7688-480E-B260-D18E9F9D7D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63082" y="4468398"/>
                <a:ext cx="37465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95E9C082-E56A-4183-910E-1F0F1124BD79}"/>
                  </a:ext>
                </a:extLst>
              </p:cNvPr>
              <p:cNvSpPr txBox="1"/>
              <p:nvPr/>
            </p:nvSpPr>
            <p:spPr>
              <a:xfrm>
                <a:off x="11103964" y="3032529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95E9C082-E56A-4183-910E-1F0F1124BD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03964" y="3032529"/>
                <a:ext cx="37465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4ABC897F-054F-4BE9-AF09-EE0AA3F13FDC}"/>
                  </a:ext>
                </a:extLst>
              </p:cNvPr>
              <p:cNvSpPr txBox="1"/>
              <p:nvPr/>
            </p:nvSpPr>
            <p:spPr>
              <a:xfrm>
                <a:off x="11095528" y="4858290"/>
                <a:ext cx="59077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4ABC897F-054F-4BE9-AF09-EE0AA3F13F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95528" y="4858290"/>
                <a:ext cx="59077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44DCF3B0-68B3-45B6-A88C-11121BF8FAA2}"/>
                  </a:ext>
                </a:extLst>
              </p:cNvPr>
              <p:cNvSpPr txBox="1"/>
              <p:nvPr/>
            </p:nvSpPr>
            <p:spPr>
              <a:xfrm>
                <a:off x="10817918" y="4849407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44DCF3B0-68B3-45B6-A88C-11121BF8FA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17918" y="4849407"/>
                <a:ext cx="42798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CAC06192-0B46-4563-A736-15A860923718}"/>
              </a:ext>
            </a:extLst>
          </p:cNvPr>
          <p:cNvCxnSpPr>
            <a:cxnSpLocks/>
          </p:cNvCxnSpPr>
          <p:nvPr/>
        </p:nvCxnSpPr>
        <p:spPr>
          <a:xfrm>
            <a:off x="10835099" y="5362467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809CBA6F-BF57-460F-9954-F0DA3365C22A}"/>
                  </a:ext>
                </a:extLst>
              </p:cNvPr>
              <p:cNvSpPr txBox="1"/>
              <p:nvPr/>
            </p:nvSpPr>
            <p:spPr>
              <a:xfrm>
                <a:off x="11311647" y="5381510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809CBA6F-BF57-460F-9954-F0DA3365C2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11647" y="5381510"/>
                <a:ext cx="37465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D843C875-76E0-4127-B10F-55061D0589E9}"/>
                  </a:ext>
                </a:extLst>
              </p:cNvPr>
              <p:cNvSpPr txBox="1"/>
              <p:nvPr/>
            </p:nvSpPr>
            <p:spPr>
              <a:xfrm>
                <a:off x="1594215" y="2690493"/>
                <a:ext cx="388492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>
                    <a:tab pos="205740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These </a:t>
                </a: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 can be </a:t>
                </a: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D843C875-76E0-4127-B10F-55061D0589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90493"/>
                <a:ext cx="3884923" cy="523220"/>
              </a:xfrm>
              <a:prstGeom prst="rect">
                <a:avLst/>
              </a:prstGeom>
              <a:blipFill>
                <a:blip r:embed="rId16"/>
                <a:stretch>
                  <a:fillRect l="-3297" t="-10465" r="-235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14F4BD6-4AE7-45E0-9AFE-3D83C8272599}"/>
                  </a:ext>
                </a:extLst>
              </p:cNvPr>
              <p:cNvSpPr txBox="1"/>
              <p:nvPr/>
            </p:nvSpPr>
            <p:spPr>
              <a:xfrm>
                <a:off x="1630182" y="5100385"/>
                <a:ext cx="587020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there are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possibilities out of which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14F4BD6-4AE7-45E0-9AFE-3D83C82725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182" y="5100385"/>
                <a:ext cx="5870209" cy="523220"/>
              </a:xfrm>
              <a:prstGeom prst="rect">
                <a:avLst/>
              </a:prstGeom>
              <a:blipFill>
                <a:blip r:embed="rId17"/>
                <a:stretch>
                  <a:fillRect l="-2077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859D26-B041-4258-8BA1-015A4A383FEC}"/>
                  </a:ext>
                </a:extLst>
              </p:cNvPr>
              <p:cNvSpPr txBox="1"/>
              <p:nvPr/>
            </p:nvSpPr>
            <p:spPr>
              <a:xfrm>
                <a:off x="7281200" y="5100385"/>
                <a:ext cx="258589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IN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is a Sunday.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859D26-B041-4258-8BA1-015A4A383F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1200" y="5100385"/>
                <a:ext cx="2585897" cy="523220"/>
              </a:xfrm>
              <a:prstGeom prst="rect">
                <a:avLst/>
              </a:prstGeom>
              <a:blipFill>
                <a:blip r:embed="rId18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14BD9D70-3EFB-46C2-B184-E181E8595745}"/>
              </a:ext>
            </a:extLst>
          </p:cNvPr>
          <p:cNvSpPr/>
          <p:nvPr/>
        </p:nvSpPr>
        <p:spPr>
          <a:xfrm>
            <a:off x="2473989" y="3348902"/>
            <a:ext cx="844752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A0E5F39E-26E3-4EC0-BCC8-F46D9AEEF00B}"/>
                  </a:ext>
                </a:extLst>
              </p:cNvPr>
              <p:cNvSpPr txBox="1"/>
              <p:nvPr/>
            </p:nvSpPr>
            <p:spPr>
              <a:xfrm>
                <a:off x="1594217" y="5829997"/>
                <a:ext cx="74459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 probability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53</m:t>
                    </m:r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Sundays in a non-leap year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A0E5F39E-26E3-4EC0-BCC8-F46D9AEEF0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829997"/>
                <a:ext cx="7445955" cy="523220"/>
              </a:xfrm>
              <a:prstGeom prst="rect">
                <a:avLst/>
              </a:prstGeom>
              <a:blipFill>
                <a:blip r:embed="rId19"/>
                <a:stretch>
                  <a:fillRect l="-172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FD5BA070-E6C5-487C-9467-A9290FB9DE94}"/>
                  </a:ext>
                </a:extLst>
              </p:cNvPr>
              <p:cNvSpPr txBox="1"/>
              <p:nvPr/>
            </p:nvSpPr>
            <p:spPr>
              <a:xfrm>
                <a:off x="8848913" y="5621479"/>
                <a:ext cx="979281" cy="9402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FD5BA070-E6C5-487C-9467-A9290FB9DE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48913" y="5621479"/>
                <a:ext cx="979281" cy="940257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68316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75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0" grpId="0"/>
      <p:bldP spid="41" grpId="0" animBg="1"/>
      <p:bldP spid="41" grpId="1"/>
      <p:bldP spid="42" grpId="0"/>
      <p:bldP spid="45" grpId="0" animBg="1"/>
      <p:bldP spid="45" grpId="1"/>
      <p:bldP spid="58" grpId="0" animBg="1"/>
      <p:bldP spid="58" grpId="1"/>
      <p:bldP spid="65" grpId="0" animBg="1"/>
      <p:bldP spid="65" grpId="1"/>
      <p:bldP spid="66" grpId="0" animBg="1"/>
      <p:bldP spid="66" grpId="1"/>
      <p:bldP spid="68" grpId="0" animBg="1"/>
      <p:bldP spid="68" grpId="1"/>
      <p:bldP spid="69" grpId="0" animBg="1"/>
      <p:bldP spid="69" grpId="1"/>
      <p:bldP spid="70" grpId="0" animBg="1"/>
      <p:bldP spid="70" grpId="1"/>
      <p:bldP spid="78" grpId="0" animBg="1"/>
      <p:bldP spid="78" grpId="1"/>
      <p:bldP spid="79" grpId="0" animBg="1"/>
      <p:bldP spid="79" grpId="1"/>
      <p:bldP spid="81" grpId="0" animBg="1"/>
      <p:bldP spid="81" grpId="1"/>
      <p:bldP spid="83" grpId="0"/>
      <p:bldP spid="84" grpId="0"/>
      <p:bldP spid="85" grpId="0" animBg="1"/>
      <p:bldP spid="87" grpId="0"/>
      <p:bldP spid="88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Do as directed: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19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/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(4)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 What is the probability that a leap year contains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Sundays?</a:t>
                </a: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D785888-0CD1-44F6-807C-047DDC30C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1386496"/>
                <a:ext cx="11929645" cy="523220"/>
              </a:xfrm>
              <a:prstGeom prst="rect">
                <a:avLst/>
              </a:prstGeom>
              <a:blipFill>
                <a:blip r:embed="rId2"/>
                <a:stretch>
                  <a:fillRect l="-107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E5766293-38C2-487B-9AAA-5E1CC27DD59B}"/>
              </a:ext>
            </a:extLst>
          </p:cNvPr>
          <p:cNvSpPr txBox="1"/>
          <p:nvPr/>
        </p:nvSpPr>
        <p:spPr>
          <a:xfrm>
            <a:off x="1594217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Sun, Mon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162F5ED-6A3D-417B-895A-7CA525DB237C}"/>
              </a:ext>
            </a:extLst>
          </p:cNvPr>
          <p:cNvSpPr txBox="1"/>
          <p:nvPr/>
        </p:nvSpPr>
        <p:spPr>
          <a:xfrm>
            <a:off x="1594217" y="3870099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Mon, Tue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0C6FE49-27E2-4343-A7D0-E552636F307D}"/>
              </a:ext>
            </a:extLst>
          </p:cNvPr>
          <p:cNvSpPr txBox="1"/>
          <p:nvPr/>
        </p:nvSpPr>
        <p:spPr>
          <a:xfrm>
            <a:off x="1594217" y="4441458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Tue, Wed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0CE0D23-6FFB-4066-AFE8-7FDEB924E957}"/>
              </a:ext>
            </a:extLst>
          </p:cNvPr>
          <p:cNvSpPr txBox="1"/>
          <p:nvPr/>
        </p:nvSpPr>
        <p:spPr>
          <a:xfrm>
            <a:off x="4393586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Wed, Thu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594EE42-7707-4E4D-8ED6-3A8F77BB5FC2}"/>
              </a:ext>
            </a:extLst>
          </p:cNvPr>
          <p:cNvSpPr txBox="1"/>
          <p:nvPr/>
        </p:nvSpPr>
        <p:spPr>
          <a:xfrm>
            <a:off x="4393586" y="3870617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Thu, Fri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AAF0C4B-F004-4499-B193-184FF053E633}"/>
              </a:ext>
            </a:extLst>
          </p:cNvPr>
          <p:cNvSpPr txBox="1"/>
          <p:nvPr/>
        </p:nvSpPr>
        <p:spPr>
          <a:xfrm>
            <a:off x="4393586" y="4441976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Fri, Sat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045E74A-0CC0-4777-9272-4CE58533466C}"/>
              </a:ext>
            </a:extLst>
          </p:cNvPr>
          <p:cNvSpPr txBox="1"/>
          <p:nvPr/>
        </p:nvSpPr>
        <p:spPr>
          <a:xfrm>
            <a:off x="6979291" y="3299344"/>
            <a:ext cx="25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2057400" algn="l"/>
                <a:tab pos="4130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{ Sat, Sun }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5BCCCB0-9063-40FC-BE7A-217CA4EC63A1}"/>
                  </a:ext>
                </a:extLst>
              </p:cNvPr>
              <p:cNvSpPr txBox="1"/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leap year has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366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5BCCCB0-9063-40FC-BE7A-217CA4EC63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73288"/>
                <a:ext cx="3834125" cy="523220"/>
              </a:xfrm>
              <a:prstGeom prst="rect">
                <a:avLst/>
              </a:prstGeom>
              <a:blipFill>
                <a:blip r:embed="rId3"/>
                <a:stretch>
                  <a:fillRect l="-3344" t="-11765" r="-111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F28F1A0-8E3F-492C-A53D-7E2AE979178B}"/>
                  </a:ext>
                </a:extLst>
              </p:cNvPr>
              <p:cNvSpPr txBox="1"/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366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F28F1A0-8E3F-492C-A53D-7E2AE97917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546390"/>
                <a:ext cx="74167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72342D0-32E8-4ABF-892E-204B7F31F774}"/>
                  </a:ext>
                </a:extLst>
              </p:cNvPr>
              <p:cNvSpPr txBox="1"/>
              <p:nvPr/>
            </p:nvSpPr>
            <p:spPr>
              <a:xfrm>
                <a:off x="5300001" y="2175158"/>
                <a:ext cx="654829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Which Consist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weeks and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72342D0-32E8-4ABF-892E-204B7F31F7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0001" y="2175158"/>
                <a:ext cx="6548293" cy="523220"/>
              </a:xfrm>
              <a:prstGeom prst="rect">
                <a:avLst/>
              </a:prstGeom>
              <a:blipFill>
                <a:blip r:embed="rId5"/>
                <a:stretch>
                  <a:fillRect l="-186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2AB9854-9AA6-40D2-B217-8C61464D8368}"/>
              </a:ext>
            </a:extLst>
          </p:cNvPr>
          <p:cNvCxnSpPr/>
          <p:nvPr/>
        </p:nvCxnSpPr>
        <p:spPr>
          <a:xfrm flipV="1">
            <a:off x="10722066" y="3560350"/>
            <a:ext cx="0" cy="52322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F82CAE4B-CB4A-474D-92F7-8AD2C3AE2F6E}"/>
              </a:ext>
            </a:extLst>
          </p:cNvPr>
          <p:cNvCxnSpPr>
            <a:cxnSpLocks/>
          </p:cNvCxnSpPr>
          <p:nvPr/>
        </p:nvCxnSpPr>
        <p:spPr>
          <a:xfrm>
            <a:off x="10722066" y="3560350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614B0686-3DBC-4A0D-962D-2F16188F61FE}"/>
                  </a:ext>
                </a:extLst>
              </p:cNvPr>
              <p:cNvSpPr txBox="1"/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7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614B0686-3DBC-4A0D-962D-2F16188F61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97890" y="3560350"/>
                <a:ext cx="3676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47E0A83A-C4B2-4BA2-8EE0-E0B3CC81067B}"/>
                  </a:ext>
                </a:extLst>
              </p:cNvPr>
              <p:cNvSpPr txBox="1"/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47E0A83A-C4B2-4BA2-8EE0-E0B3CC8106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7490" y="3032039"/>
                <a:ext cx="32702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11A2FF2-30DC-4020-80B7-59A6FD845D05}"/>
                  </a:ext>
                </a:extLst>
              </p:cNvPr>
              <p:cNvSpPr txBox="1"/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35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11A2FF2-30DC-4020-80B7-59A6FD845D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5099" y="3975645"/>
                <a:ext cx="74167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D13A97A-C3C5-4089-9E14-8B5DCC250476}"/>
                  </a:ext>
                </a:extLst>
              </p:cNvPr>
              <p:cNvSpPr txBox="1"/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D13A97A-C3C5-4089-9E14-8B5DCC2504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6653" y="3959140"/>
                <a:ext cx="42798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86DE74F9-B52E-48F4-ACA2-5D88A46AA040}"/>
              </a:ext>
            </a:extLst>
          </p:cNvPr>
          <p:cNvCxnSpPr>
            <a:cxnSpLocks/>
          </p:cNvCxnSpPr>
          <p:nvPr/>
        </p:nvCxnSpPr>
        <p:spPr>
          <a:xfrm>
            <a:off x="10835099" y="4482360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B3F5A80F-EB25-464F-9757-371329F39009}"/>
                  </a:ext>
                </a:extLst>
              </p:cNvPr>
              <p:cNvSpPr txBox="1"/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B3F5A80F-EB25-464F-9757-371329F390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61166" y="4468399"/>
                <a:ext cx="2947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46CC01B2-838E-46C4-8B7E-936BFE07E8A4}"/>
                  </a:ext>
                </a:extLst>
              </p:cNvPr>
              <p:cNvSpPr txBox="1"/>
              <p:nvPr/>
            </p:nvSpPr>
            <p:spPr>
              <a:xfrm>
                <a:off x="11263082" y="4468398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6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46CC01B2-838E-46C4-8B7E-936BFE07E8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63082" y="4468398"/>
                <a:ext cx="37465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C65A32B-6B8F-461B-A274-BA46292BC509}"/>
                  </a:ext>
                </a:extLst>
              </p:cNvPr>
              <p:cNvSpPr txBox="1"/>
              <p:nvPr/>
            </p:nvSpPr>
            <p:spPr>
              <a:xfrm>
                <a:off x="11103964" y="3032529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C65A32B-6B8F-461B-A274-BA46292BC5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03964" y="3032529"/>
                <a:ext cx="37465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30F3EA91-842C-4EDC-BAB2-9692FEA01434}"/>
                  </a:ext>
                </a:extLst>
              </p:cNvPr>
              <p:cNvSpPr txBox="1"/>
              <p:nvPr/>
            </p:nvSpPr>
            <p:spPr>
              <a:xfrm>
                <a:off x="11095528" y="4858290"/>
                <a:ext cx="59077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30F3EA91-842C-4EDC-BAB2-9692FEA014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95528" y="4858290"/>
                <a:ext cx="59077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B5FA0652-2FA9-4A52-AE79-D55899B51633}"/>
                  </a:ext>
                </a:extLst>
              </p:cNvPr>
              <p:cNvSpPr txBox="1"/>
              <p:nvPr/>
            </p:nvSpPr>
            <p:spPr>
              <a:xfrm>
                <a:off x="10817918" y="4849407"/>
                <a:ext cx="4279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B5FA0652-2FA9-4A52-AE79-D55899B516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17918" y="4849407"/>
                <a:ext cx="42798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DD7DFCD-47D3-45A6-AA58-3620B1EA8495}"/>
              </a:ext>
            </a:extLst>
          </p:cNvPr>
          <p:cNvCxnSpPr>
            <a:cxnSpLocks/>
          </p:cNvCxnSpPr>
          <p:nvPr/>
        </p:nvCxnSpPr>
        <p:spPr>
          <a:xfrm>
            <a:off x="10835099" y="5362467"/>
            <a:ext cx="967740" cy="0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4416DE15-07CC-48B1-A37A-5AB6A6D62702}"/>
                  </a:ext>
                </a:extLst>
              </p:cNvPr>
              <p:cNvSpPr txBox="1"/>
              <p:nvPr/>
            </p:nvSpPr>
            <p:spPr>
              <a:xfrm>
                <a:off x="11311647" y="5381510"/>
                <a:ext cx="3746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4416DE15-07CC-48B1-A37A-5AB6A6D627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11647" y="5381510"/>
                <a:ext cx="37465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B92D066-5361-4511-BDD8-3F61CE86B9D2}"/>
                  </a:ext>
                </a:extLst>
              </p:cNvPr>
              <p:cNvSpPr txBox="1"/>
              <p:nvPr/>
            </p:nvSpPr>
            <p:spPr>
              <a:xfrm>
                <a:off x="1594215" y="2690493"/>
                <a:ext cx="388492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>
                    <a:tab pos="2057400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These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extra days can be </a:t>
                </a: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B92D066-5361-4511-BDD8-3F61CE86B9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90493"/>
                <a:ext cx="3884923" cy="523220"/>
              </a:xfrm>
              <a:prstGeom prst="rect">
                <a:avLst/>
              </a:prstGeom>
              <a:blipFill>
                <a:blip r:embed="rId16"/>
                <a:stretch>
                  <a:fillRect l="-3297" t="-10465" r="-235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AFC3D9F-1A3B-48D1-829E-2959B64E24D0}"/>
                  </a:ext>
                </a:extLst>
              </p:cNvPr>
              <p:cNvSpPr txBox="1"/>
              <p:nvPr/>
            </p:nvSpPr>
            <p:spPr>
              <a:xfrm>
                <a:off x="1630182" y="5100385"/>
                <a:ext cx="587020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there are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7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possibilities out of which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AFC3D9F-1A3B-48D1-829E-2959B64E24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0182" y="5100385"/>
                <a:ext cx="5870209" cy="523220"/>
              </a:xfrm>
              <a:prstGeom prst="rect">
                <a:avLst/>
              </a:prstGeom>
              <a:blipFill>
                <a:blip r:embed="rId17"/>
                <a:stretch>
                  <a:fillRect l="-2077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FE7FBAB7-8FC4-4C65-A369-A43441FB8A5B}"/>
                  </a:ext>
                </a:extLst>
              </p:cNvPr>
              <p:cNvSpPr txBox="1"/>
              <p:nvPr/>
            </p:nvSpPr>
            <p:spPr>
              <a:xfrm>
                <a:off x="7281200" y="5100385"/>
                <a:ext cx="258589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have a Sunday.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FE7FBAB7-8FC4-4C65-A369-A43441FB8A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1200" y="5100385"/>
                <a:ext cx="2585897" cy="523220"/>
              </a:xfrm>
              <a:prstGeom prst="rect">
                <a:avLst/>
              </a:prstGeom>
              <a:blipFill>
                <a:blip r:embed="rId18"/>
                <a:stretch>
                  <a:fillRect t="-11628" r="-282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6449E5BA-92F7-44FE-A67D-2673AD438F5A}"/>
              </a:ext>
            </a:extLst>
          </p:cNvPr>
          <p:cNvSpPr/>
          <p:nvPr/>
        </p:nvSpPr>
        <p:spPr>
          <a:xfrm>
            <a:off x="1990965" y="3348902"/>
            <a:ext cx="1810800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BFE41AF7-8583-4A96-B859-0A06FFB23391}"/>
              </a:ext>
            </a:extLst>
          </p:cNvPr>
          <p:cNvSpPr/>
          <p:nvPr/>
        </p:nvSpPr>
        <p:spPr>
          <a:xfrm>
            <a:off x="7411328" y="3339382"/>
            <a:ext cx="1727926" cy="44495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7ABC1E9D-5057-4280-88C6-297405000DF0}"/>
                  </a:ext>
                </a:extLst>
              </p:cNvPr>
              <p:cNvSpPr txBox="1"/>
              <p:nvPr/>
            </p:nvSpPr>
            <p:spPr>
              <a:xfrm>
                <a:off x="1594217" y="5829997"/>
                <a:ext cx="67623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So, the probability of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53</m:t>
                    </m:r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Sundays in a leap year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7ABC1E9D-5057-4280-88C6-297405000D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829997"/>
                <a:ext cx="6762383" cy="523220"/>
              </a:xfrm>
              <a:prstGeom prst="rect">
                <a:avLst/>
              </a:prstGeom>
              <a:blipFill>
                <a:blip r:embed="rId19"/>
                <a:stretch>
                  <a:fillRect l="-1894" t="-10465" r="-54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6E701FB-02FD-438B-8FFC-2A39B68B96B3}"/>
                  </a:ext>
                </a:extLst>
              </p:cNvPr>
              <p:cNvSpPr txBox="1"/>
              <p:nvPr/>
            </p:nvSpPr>
            <p:spPr>
              <a:xfrm>
                <a:off x="8152019" y="5621479"/>
                <a:ext cx="979281" cy="9402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  <m:r>
                            <a:rPr kumimoji="0" lang="en-GB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6E701FB-02FD-438B-8FFC-2A39B68B96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2019" y="5621479"/>
                <a:ext cx="979281" cy="940257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61574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75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750"/>
                            </p:stCondLst>
                            <p:childTnLst>
                              <p:par>
                                <p:cTn id="1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0" grpId="0"/>
      <p:bldP spid="41" grpId="0" animBg="1"/>
      <p:bldP spid="41" grpId="1"/>
      <p:bldP spid="42" grpId="0"/>
      <p:bldP spid="45" grpId="0" animBg="1"/>
      <p:bldP spid="45" grpId="1"/>
      <p:bldP spid="58" grpId="0" animBg="1"/>
      <p:bldP spid="58" grpId="1"/>
      <p:bldP spid="65" grpId="0" animBg="1"/>
      <p:bldP spid="65" grpId="1"/>
      <p:bldP spid="66" grpId="0" animBg="1"/>
      <p:bldP spid="66" grpId="1"/>
      <p:bldP spid="68" grpId="0" animBg="1"/>
      <p:bldP spid="68" grpId="1"/>
      <p:bldP spid="69" grpId="0" animBg="1"/>
      <p:bldP spid="69" grpId="1"/>
      <p:bldP spid="70" grpId="0" animBg="1"/>
      <p:bldP spid="70" grpId="1"/>
      <p:bldP spid="78" grpId="0" animBg="1"/>
      <p:bldP spid="78" grpId="1"/>
      <p:bldP spid="79" grpId="0" animBg="1"/>
      <p:bldP spid="79" grpId="1"/>
      <p:bldP spid="81" grpId="0" animBg="1"/>
      <p:bldP spid="81" grpId="1"/>
      <p:bldP spid="83" grpId="0"/>
      <p:bldP spid="84" grpId="0"/>
      <p:bldP spid="85" grpId="0" animBg="1"/>
      <p:bldP spid="86" grpId="0" animBg="1"/>
      <p:bldP spid="87" grpId="0"/>
      <p:bldP spid="88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114881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5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3000"/>
              </a:lnSpc>
              <a:spcBef>
                <a:spcPts val="10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Four letters of the word “THURSDAY” are arranged in all possible ways. Find the probability that the word formed is “HURT”.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1.2 ⇝ Example 9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1751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5BCCCB0-9063-40FC-BE7A-217CA4EC63A1}"/>
                  </a:ext>
                </a:extLst>
              </p:cNvPr>
              <p:cNvSpPr txBox="1"/>
              <p:nvPr/>
            </p:nvSpPr>
            <p:spPr>
              <a:xfrm>
                <a:off x="1594217" y="2173288"/>
                <a:ext cx="6170926" cy="95410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total number of </a:t>
                </a: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arrangement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of any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letters from the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8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letters in "THURSDAY"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5BCCCB0-9063-40FC-BE7A-217CA4EC63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2173288"/>
                <a:ext cx="6170926" cy="954107"/>
              </a:xfrm>
              <a:prstGeom prst="rect">
                <a:avLst/>
              </a:prstGeom>
              <a:blipFill>
                <a:blip r:embed="rId2"/>
                <a:stretch>
                  <a:fillRect l="-2075" t="-6410" b="-1794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A525064-30B7-4746-AC3B-C7940AC577E6}"/>
                  </a:ext>
                </a:extLst>
              </p:cNvPr>
              <p:cNvSpPr txBox="1"/>
              <p:nvPr/>
            </p:nvSpPr>
            <p:spPr>
              <a:xfrm>
                <a:off x="8271277" y="2388731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A525064-30B7-4746-AC3B-C7940AC577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71277" y="2388731"/>
                <a:ext cx="86323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DC28C07D-D54F-427B-8D17-A3DADD7209C1}"/>
                  </a:ext>
                </a:extLst>
              </p:cNvPr>
              <p:cNvSpPr txBox="1"/>
              <p:nvPr/>
            </p:nvSpPr>
            <p:spPr>
              <a:xfrm>
                <a:off x="9064661" y="2388731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Pre>
                        <m:sPre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PrePr>
                        <m:sub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</m:sup>
                        <m:e>
                          <m:sSub>
                            <m:sSub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P</m:t>
                              </m:r>
                            </m:e>
                            <m:sub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DC28C07D-D54F-427B-8D17-A3DADD7209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4661" y="2388731"/>
                <a:ext cx="124993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163BC179-0E2B-4C01-B10C-31278EF60409}"/>
                  </a:ext>
                </a:extLst>
              </p:cNvPr>
              <p:cNvSpPr txBox="1"/>
              <p:nvPr/>
            </p:nvSpPr>
            <p:spPr>
              <a:xfrm>
                <a:off x="10107859" y="2388731"/>
                <a:ext cx="1547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1680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163BC179-0E2B-4C01-B10C-31278EF604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07859" y="2388731"/>
                <a:ext cx="154711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0F24379-5A99-4082-AA72-A0110332E40A}"/>
                  </a:ext>
                </a:extLst>
              </p:cNvPr>
              <p:cNvSpPr txBox="1"/>
              <p:nvPr/>
            </p:nvSpPr>
            <p:spPr>
              <a:xfrm>
                <a:off x="7760672" y="2388731"/>
                <a:ext cx="5896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0F24379-5A99-4082-AA72-A0110332E4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0672" y="2388731"/>
                <a:ext cx="5896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258E344-76B5-4B68-AB87-F1AE9D0DA5FB}"/>
                  </a:ext>
                </a:extLst>
              </p:cNvPr>
              <p:cNvSpPr txBox="1"/>
              <p:nvPr/>
            </p:nvSpPr>
            <p:spPr>
              <a:xfrm>
                <a:off x="1594217" y="3253552"/>
                <a:ext cx="6003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</a:t>
                </a: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258E344-76B5-4B68-AB87-F1AE9D0DA5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3253552"/>
                <a:ext cx="600343" cy="523220"/>
              </a:xfrm>
              <a:prstGeom prst="rect">
                <a:avLst/>
              </a:prstGeom>
              <a:blipFill>
                <a:blip r:embed="rId7"/>
                <a:stretch>
                  <a:fillRect t="-11628" r="-1428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A38DC4C5-421B-444D-9C95-BACB1D0A3DF9}"/>
              </a:ext>
            </a:extLst>
          </p:cNvPr>
          <p:cNvSpPr txBox="1"/>
          <p:nvPr/>
        </p:nvSpPr>
        <p:spPr>
          <a:xfrm>
            <a:off x="2148283" y="3253552"/>
            <a:ext cx="362826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word “HURT” is formed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C1A7ED2-B43D-429E-9075-A93E57653A7F}"/>
              </a:ext>
            </a:extLst>
          </p:cNvPr>
          <p:cNvSpPr txBox="1"/>
          <p:nvPr/>
        </p:nvSpPr>
        <p:spPr>
          <a:xfrm>
            <a:off x="1594216" y="3898928"/>
            <a:ext cx="616645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The word "HURT" can be formed in exactly 1 way from the letters in "THURSDAY."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442CD9F-F5F5-410D-BBB8-B10CA5ACD3A4}"/>
                  </a:ext>
                </a:extLst>
              </p:cNvPr>
              <p:cNvSpPr txBox="1"/>
              <p:nvPr/>
            </p:nvSpPr>
            <p:spPr>
              <a:xfrm>
                <a:off x="8271277" y="4112501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442CD9F-F5F5-410D-BBB8-B10CA5ACD3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71277" y="4112501"/>
                <a:ext cx="86323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B713E8D-5A62-4FBD-8F59-01EB801227DB}"/>
                  </a:ext>
                </a:extLst>
              </p:cNvPr>
              <p:cNvSpPr txBox="1"/>
              <p:nvPr/>
            </p:nvSpPr>
            <p:spPr>
              <a:xfrm>
                <a:off x="7760672" y="4112501"/>
                <a:ext cx="5896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B713E8D-5A62-4FBD-8F59-01EB801227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0672" y="4112501"/>
                <a:ext cx="5896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328C103F-0ECD-4C52-9D27-2F931DBC3CB9}"/>
                  </a:ext>
                </a:extLst>
              </p:cNvPr>
              <p:cNvSpPr txBox="1"/>
              <p:nvPr/>
            </p:nvSpPr>
            <p:spPr>
              <a:xfrm>
                <a:off x="9064661" y="4108882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328C103F-0ECD-4C52-9D27-2F931DBC3C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4661" y="4108882"/>
                <a:ext cx="1249939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7BEDF28-E890-4229-9331-9F501D01B4F8}"/>
                  </a:ext>
                </a:extLst>
              </p:cNvPr>
              <p:cNvSpPr txBox="1"/>
              <p:nvPr/>
            </p:nvSpPr>
            <p:spPr>
              <a:xfrm>
                <a:off x="2105851" y="5420017"/>
                <a:ext cx="90057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7BEDF28-E890-4229-9331-9F501D01B4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5851" y="5420017"/>
                <a:ext cx="90057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9697A05-E191-4244-A50E-EA66645283CA}"/>
                  </a:ext>
                </a:extLst>
              </p:cNvPr>
              <p:cNvSpPr txBox="1"/>
              <p:nvPr/>
            </p:nvSpPr>
            <p:spPr>
              <a:xfrm>
                <a:off x="1594216" y="5420017"/>
                <a:ext cx="5341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9697A05-E191-4244-A50E-EA66645283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20017"/>
                <a:ext cx="534127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A25A1E0-08E6-4795-B6E5-445A39A6C29B}"/>
                  </a:ext>
                </a:extLst>
              </p:cNvPr>
              <p:cNvSpPr txBox="1"/>
              <p:nvPr/>
            </p:nvSpPr>
            <p:spPr>
              <a:xfrm>
                <a:off x="2892581" y="5186908"/>
                <a:ext cx="1502185" cy="989438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GB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A25A1E0-08E6-4795-B6E5-445A39A6C2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2581" y="5186908"/>
                <a:ext cx="1502185" cy="989438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8DB484C-995E-4379-A196-363F66DDE8A0}"/>
                  </a:ext>
                </a:extLst>
              </p:cNvPr>
              <p:cNvSpPr txBox="1"/>
              <p:nvPr/>
            </p:nvSpPr>
            <p:spPr>
              <a:xfrm>
                <a:off x="4268974" y="5230735"/>
                <a:ext cx="1502185" cy="90178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1680</m:t>
                          </m:r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8DB484C-995E-4379-A196-363F66DDE8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8974" y="5230735"/>
                <a:ext cx="1502185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 flipV="1">
            <a:off x="2266121" y="2637929"/>
            <a:ext cx="4121426" cy="13252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340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0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5" grpId="0"/>
      <p:bldP spid="59" grpId="0"/>
      <p:bldP spid="61" grpId="0" animBg="1"/>
      <p:bldP spid="62" grpId="0" animBg="1"/>
      <p:bldP spid="63" grpId="0" animBg="1"/>
      <p:bldP spid="64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Method 2</a:t>
            </a:r>
            <a:br>
              <a:rPr lang="en-US" dirty="0"/>
            </a:br>
            <a:r>
              <a:rPr lang="en-GB" dirty="0"/>
              <a:t>Conditional Probability and</a:t>
            </a:r>
            <a:br>
              <a:rPr lang="en-GB" dirty="0"/>
            </a:br>
            <a:r>
              <a:rPr lang="en-GB" dirty="0"/>
              <a:t>Independent Events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369679C-2DF0-466B-B15C-CBAFD44B60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3719130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766167"/>
            <a:ext cx="11929641" cy="5590565"/>
          </a:xfrm>
        </p:spPr>
        <p:txBody>
          <a:bodyPr/>
          <a:lstStyle/>
          <a:p>
            <a:pPr lvl="0"/>
            <a:r>
              <a:rPr lang="en-US" dirty="0"/>
              <a:t>The probability of an event occurring given that another event has already occurred is known as </a:t>
            </a:r>
            <a:r>
              <a:rPr lang="en-US" b="1" dirty="0"/>
              <a:t>conditional probability.</a:t>
            </a:r>
          </a:p>
          <a:p>
            <a:pPr lvl="1"/>
            <a:r>
              <a:rPr lang="en-US" b="1" dirty="0">
                <a:solidFill>
                  <a:srgbClr val="301B92"/>
                </a:solidFill>
              </a:rPr>
              <a:t>Example:</a:t>
            </a:r>
          </a:p>
          <a:p>
            <a:pPr lvl="2"/>
            <a:r>
              <a:rPr lang="en-US" dirty="0"/>
              <a:t>A card is drawn from a deck. What is the chance that the card is a King, given that the card is a face card?</a:t>
            </a:r>
          </a:p>
          <a:p>
            <a:pPr lvl="2"/>
            <a:r>
              <a:rPr lang="en-US" dirty="0"/>
              <a:t>So, we are no longer thinking about all cards — we are thinking only inside the face cards.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66188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4D64DEE-EE3B-8F9B-E760-DBD47657F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4678DCD-FD2E-0659-61A9-D62D2B7C6EE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Normally, when you calculate probability, your "universe" (Sample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/>
                  <a:t>) is everything that could possibly happen. </a:t>
                </a:r>
              </a:p>
              <a:p>
                <a:pPr marL="0" lv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IN" b="0" i="0" smtClean="0">
                              <a:latin typeface="+mj-lt"/>
                            </a:rPr>
                            <m:t>Outcomes</m:t>
                          </m:r>
                          <m:r>
                            <m:rPr>
                              <m:nor/>
                            </m:rPr>
                            <a:rPr lang="en-IN" b="0" i="0" smtClean="0"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>
                              <a:latin typeface="+mj-lt"/>
                            </a:rPr>
                            <m:t>in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IN"/>
                            <m:t>Outcomes</m:t>
                          </m:r>
                          <m:r>
                            <m:rPr>
                              <m:nor/>
                            </m:rPr>
                            <a:rPr lang="en-IN"/>
                            <m:t> </m:t>
                          </m:r>
                          <m:r>
                            <m:rPr>
                              <m:nor/>
                            </m:rPr>
                            <a:rPr lang="en-IN"/>
                            <m:t>in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S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 lvl="0"/>
                <a:r>
                  <a:rPr lang="en-US" dirty="0"/>
                  <a:t>But when we say "given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," we are stating that B has definitely happened. </a:t>
                </a:r>
              </a:p>
              <a:p>
                <a:pPr lvl="1"/>
                <a:r>
                  <a:rPr lang="en-US" dirty="0"/>
                  <a:t>This means everything out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is now impossible. Our universe has shrunk S to just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1"/>
                <a:r>
                  <a:rPr lang="en-US" dirty="0"/>
                  <a:t>Now that our universe is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, how can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still happen? The only way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can occur now is if the outcome falls in the part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overlap. This overlap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94678DCD-FD2E-0659-61A9-D62D2B7C6EE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7"/>
                <a:ext cx="11929641" cy="5590565"/>
              </a:xfrm>
              <a:blipFill>
                <a:blip r:embed="rId2"/>
                <a:stretch>
                  <a:fillRect l="-971" r="-1074" b="-578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17E8AB59-D1A8-0241-06E0-21261858D4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5021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E278175-E10D-5B99-6F1B-5CF9130215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75FD941-5473-56E4-8435-3757AC82D08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46712"/>
                <a:ext cx="11929641" cy="5877824"/>
              </a:xfrm>
            </p:spPr>
            <p:txBody>
              <a:bodyPr/>
              <a:lstStyle/>
              <a:p>
                <a:pPr lvl="1"/>
                <a:r>
                  <a:rPr lang="en-US" dirty="0"/>
                  <a:t>Now that our universe is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, how can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still happen? The only way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can occur now is if the outcome falls in the part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overlap. This overlap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 marL="271463" lvl="1" indent="0">
                  <a:lnSpc>
                    <a:spcPct val="13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 smtClean="0"/>
                        <m:t>Probability</m:t>
                      </m:r>
                      <m:r>
                        <m:rPr>
                          <m:nor/>
                        </m:rPr>
                        <a:rPr lang="en-US" i="0" dirty="0" smtClean="0"/>
                        <m:t> </m:t>
                      </m:r>
                      <m:r>
                        <m:rPr>
                          <m:nor/>
                        </m:rPr>
                        <a:rPr lang="en-US" i="0" dirty="0" smtClean="0"/>
                        <m:t>of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/>
                        <m:t>given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 dirty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IN" b="0" i="0" smtClean="0"/>
                            <m:t>The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part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of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that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is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in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IN" b="0" i="0" smtClean="0"/>
                            <m:t>The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whole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den>
                      </m:f>
                    </m:oMath>
                  </m:oMathPara>
                </a14:m>
                <a:endParaRPr lang="en-IN" b="0" dirty="0"/>
              </a:p>
              <a:p>
                <a:pPr marL="271463" lvl="1" indent="0">
                  <a:lnSpc>
                    <a:spcPct val="13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                     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US" dirty="0"/>
              </a:p>
              <a:p>
                <a:pPr marL="4932363" lvl="1" indent="-4660900" algn="ctr">
                  <a:lnSpc>
                    <a:spcPct val="13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d>
                                <m:d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i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  <m:r>
                                    <a:rPr lang="en-IN" i="0">
                                      <a:latin typeface="Cambria Math" panose="02040503050406030204" pitchFamily="18" charset="0"/>
                                    </a:rPr>
                                    <m:t>∩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i="0"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</m:d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d>
                                <m:dPr>
                                  <m:ctrlPr>
                                    <a:rPr lang="en-IN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b="0" i="0" smtClean="0">
                                      <a:latin typeface="Cambria Math" panose="02040503050406030204" pitchFamily="18" charset="0"/>
                                    </a:rPr>
                                    <m:t>s</m:t>
                                  </m:r>
                                </m:e>
                              </m:d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d>
                                <m:d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</m:d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d>
                                <m:d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s</m:t>
                                  </m:r>
                                </m:e>
                              </m:d>
                            </m:den>
                          </m:f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n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75FD941-5473-56E4-8435-3757AC82D08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46712"/>
                <a:ext cx="11929641" cy="5877824"/>
              </a:xfrm>
              <a:blipFill>
                <a:blip r:embed="rId3"/>
                <a:stretch>
                  <a:fillRect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FDFAA71C-89A1-D394-FA16-43D9D6F6D6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5519502-E733-5931-74E3-D77086848C32}"/>
              </a:ext>
            </a:extLst>
          </p:cNvPr>
          <p:cNvGrpSpPr/>
          <p:nvPr/>
        </p:nvGrpSpPr>
        <p:grpSpPr>
          <a:xfrm>
            <a:off x="229626" y="3543854"/>
            <a:ext cx="5086312" cy="2873132"/>
            <a:chOff x="229626" y="3543854"/>
            <a:chExt cx="5086312" cy="2873132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9F58FD9-2C85-5C74-F265-18632A837837}"/>
                </a:ext>
              </a:extLst>
            </p:cNvPr>
            <p:cNvSpPr/>
            <p:nvPr/>
          </p:nvSpPr>
          <p:spPr>
            <a:xfrm>
              <a:off x="1939611" y="4326766"/>
              <a:ext cx="592833" cy="1312030"/>
            </a:xfrm>
            <a:custGeom>
              <a:avLst/>
              <a:gdLst>
                <a:gd name="csX0" fmla="*/ 425658 w 592833"/>
                <a:gd name="csY0" fmla="*/ 0 h 1312030"/>
                <a:gd name="csX1" fmla="*/ 440664 w 592833"/>
                <a:gd name="csY1" fmla="*/ 18187 h 1312030"/>
                <a:gd name="csX2" fmla="*/ 592833 w 592833"/>
                <a:gd name="csY2" fmla="*/ 516354 h 1312030"/>
                <a:gd name="csX3" fmla="*/ 126537 w 592833"/>
                <a:gd name="csY3" fmla="*/ 1299815 h 1312030"/>
                <a:gd name="csX4" fmla="*/ 101182 w 592833"/>
                <a:gd name="csY4" fmla="*/ 1312030 h 1312030"/>
                <a:gd name="csX5" fmla="*/ 84872 w 592833"/>
                <a:gd name="csY5" fmla="*/ 1278172 h 1312030"/>
                <a:gd name="csX6" fmla="*/ 0 w 592833"/>
                <a:gd name="csY6" fmla="*/ 857787 h 1312030"/>
                <a:gd name="csX7" fmla="*/ 393020 w 592833"/>
                <a:gd name="csY7" fmla="*/ 24406 h 1312030"/>
                <a:gd name="csX8" fmla="*/ 425658 w 592833"/>
                <a:gd name="csY8" fmla="*/ 0 h 1312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92833" h="1312030">
                  <a:moveTo>
                    <a:pt x="425658" y="0"/>
                  </a:moveTo>
                  <a:lnTo>
                    <a:pt x="440664" y="18187"/>
                  </a:lnTo>
                  <a:cubicBezTo>
                    <a:pt x="536736" y="160392"/>
                    <a:pt x="592833" y="331822"/>
                    <a:pt x="592833" y="516354"/>
                  </a:cubicBezTo>
                  <a:cubicBezTo>
                    <a:pt x="592833" y="854663"/>
                    <a:pt x="404284" y="1148934"/>
                    <a:pt x="126537" y="1299815"/>
                  </a:cubicBezTo>
                  <a:lnTo>
                    <a:pt x="101182" y="1312030"/>
                  </a:lnTo>
                  <a:lnTo>
                    <a:pt x="84872" y="1278172"/>
                  </a:lnTo>
                  <a:cubicBezTo>
                    <a:pt x="30221" y="1148963"/>
                    <a:pt x="0" y="1006904"/>
                    <a:pt x="0" y="857787"/>
                  </a:cubicBezTo>
                  <a:cubicBezTo>
                    <a:pt x="0" y="522274"/>
                    <a:pt x="152993" y="222494"/>
                    <a:pt x="393020" y="24406"/>
                  </a:cubicBezTo>
                  <a:lnTo>
                    <a:pt x="425658" y="0"/>
                  </a:lnTo>
                  <a:close/>
                </a:path>
              </a:pathLst>
            </a:custGeom>
            <a:pattFill prst="trellis">
              <a:fgClr>
                <a:schemeClr val="tx1">
                  <a:lumMod val="50000"/>
                  <a:lumOff val="50000"/>
                </a:schemeClr>
              </a:fgClr>
              <a:bgClr>
                <a:schemeClr val="bg1"/>
              </a:bgClr>
            </a:pattFill>
            <a:ln w="381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0BCA450-C676-3115-DB73-A7381733AA9B}"/>
                </a:ext>
              </a:extLst>
            </p:cNvPr>
            <p:cNvSpPr/>
            <p:nvPr/>
          </p:nvSpPr>
          <p:spPr>
            <a:xfrm>
              <a:off x="750444" y="3952120"/>
              <a:ext cx="1614825" cy="1782000"/>
            </a:xfrm>
            <a:custGeom>
              <a:avLst/>
              <a:gdLst>
                <a:gd name="csX0" fmla="*/ 891000 w 1614825"/>
                <a:gd name="csY0" fmla="*/ 0 h 1782000"/>
                <a:gd name="csX1" fmla="*/ 1521032 w 1614825"/>
                <a:gd name="csY1" fmla="*/ 260968 h 1782000"/>
                <a:gd name="csX2" fmla="*/ 1614825 w 1614825"/>
                <a:gd name="csY2" fmla="*/ 374646 h 1782000"/>
                <a:gd name="csX3" fmla="*/ 1582187 w 1614825"/>
                <a:gd name="csY3" fmla="*/ 399052 h 1782000"/>
                <a:gd name="csX4" fmla="*/ 1189167 w 1614825"/>
                <a:gd name="csY4" fmla="*/ 1232433 h 1782000"/>
                <a:gd name="csX5" fmla="*/ 1274039 w 1614825"/>
                <a:gd name="csY5" fmla="*/ 1652818 h 1782000"/>
                <a:gd name="csX6" fmla="*/ 1290349 w 1614825"/>
                <a:gd name="csY6" fmla="*/ 1686676 h 1782000"/>
                <a:gd name="csX7" fmla="*/ 1237818 w 1614825"/>
                <a:gd name="csY7" fmla="*/ 1711981 h 1782000"/>
                <a:gd name="csX8" fmla="*/ 891000 w 1614825"/>
                <a:gd name="csY8" fmla="*/ 1782000 h 1782000"/>
                <a:gd name="csX9" fmla="*/ 0 w 1614825"/>
                <a:gd name="csY9" fmla="*/ 891000 h 1782000"/>
                <a:gd name="csX10" fmla="*/ 891000 w 1614825"/>
                <a:gd name="csY10" fmla="*/ 0 h 178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614825" h="1782000">
                  <a:moveTo>
                    <a:pt x="891000" y="0"/>
                  </a:moveTo>
                  <a:cubicBezTo>
                    <a:pt x="1137043" y="0"/>
                    <a:pt x="1359793" y="99728"/>
                    <a:pt x="1521032" y="260968"/>
                  </a:cubicBezTo>
                  <a:lnTo>
                    <a:pt x="1614825" y="374646"/>
                  </a:lnTo>
                  <a:lnTo>
                    <a:pt x="1582187" y="399052"/>
                  </a:lnTo>
                  <a:cubicBezTo>
                    <a:pt x="1342160" y="597140"/>
                    <a:pt x="1189167" y="896920"/>
                    <a:pt x="1189167" y="1232433"/>
                  </a:cubicBezTo>
                  <a:cubicBezTo>
                    <a:pt x="1189167" y="1381550"/>
                    <a:pt x="1219388" y="1523609"/>
                    <a:pt x="1274039" y="1652818"/>
                  </a:cubicBezTo>
                  <a:lnTo>
                    <a:pt x="1290349" y="1686676"/>
                  </a:lnTo>
                  <a:lnTo>
                    <a:pt x="1237818" y="1711981"/>
                  </a:lnTo>
                  <a:cubicBezTo>
                    <a:pt x="1131220" y="1757068"/>
                    <a:pt x="1014021" y="1782000"/>
                    <a:pt x="891000" y="1782000"/>
                  </a:cubicBezTo>
                  <a:cubicBezTo>
                    <a:pt x="398914" y="1782000"/>
                    <a:pt x="0" y="1383086"/>
                    <a:pt x="0" y="891000"/>
                  </a:cubicBezTo>
                  <a:cubicBezTo>
                    <a:pt x="0" y="398914"/>
                    <a:pt x="398914" y="0"/>
                    <a:pt x="891000" y="0"/>
                  </a:cubicBezTo>
                  <a:close/>
                </a:path>
              </a:pathLst>
            </a:custGeom>
            <a:solidFill>
              <a:srgbClr val="00B050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01B7682-9E4C-B0A0-BE53-62BE81C7F56B}"/>
                </a:ext>
              </a:extLst>
            </p:cNvPr>
            <p:cNvSpPr/>
            <p:nvPr/>
          </p:nvSpPr>
          <p:spPr>
            <a:xfrm>
              <a:off x="229626" y="3751345"/>
              <a:ext cx="4605635" cy="2665641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BA084D5-E835-D93B-29BC-2EAA8FAC78B3}"/>
                </a:ext>
              </a:extLst>
            </p:cNvPr>
            <p:cNvSpPr/>
            <p:nvPr/>
          </p:nvSpPr>
          <p:spPr>
            <a:xfrm>
              <a:off x="2040792" y="4104553"/>
              <a:ext cx="2058818" cy="2160000"/>
            </a:xfrm>
            <a:custGeom>
              <a:avLst/>
              <a:gdLst>
                <a:gd name="csX0" fmla="*/ 978818 w 2058818"/>
                <a:gd name="csY0" fmla="*/ 0 h 2160000"/>
                <a:gd name="csX1" fmla="*/ 2058818 w 2058818"/>
                <a:gd name="csY1" fmla="*/ 1080000 h 2160000"/>
                <a:gd name="csX2" fmla="*/ 978818 w 2058818"/>
                <a:gd name="csY2" fmla="*/ 2160000 h 2160000"/>
                <a:gd name="csX3" fmla="*/ 29168 w 2058818"/>
                <a:gd name="csY3" fmla="*/ 1594792 h 2160000"/>
                <a:gd name="csX4" fmla="*/ 0 w 2058818"/>
                <a:gd name="csY4" fmla="*/ 1534243 h 2160000"/>
                <a:gd name="csX5" fmla="*/ 25355 w 2058818"/>
                <a:gd name="csY5" fmla="*/ 1522028 h 2160000"/>
                <a:gd name="csX6" fmla="*/ 491651 w 2058818"/>
                <a:gd name="csY6" fmla="*/ 738567 h 2160000"/>
                <a:gd name="csX7" fmla="*/ 339482 w 2058818"/>
                <a:gd name="csY7" fmla="*/ 240400 h 2160000"/>
                <a:gd name="csX8" fmla="*/ 324476 w 2058818"/>
                <a:gd name="csY8" fmla="*/ 222213 h 2160000"/>
                <a:gd name="csX9" fmla="*/ 374980 w 2058818"/>
                <a:gd name="csY9" fmla="*/ 184447 h 2160000"/>
                <a:gd name="csX10" fmla="*/ 978818 w 2058818"/>
                <a:gd name="csY10" fmla="*/ 0 h 216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058818" h="2160000">
                  <a:moveTo>
                    <a:pt x="978818" y="0"/>
                  </a:moveTo>
                  <a:cubicBezTo>
                    <a:pt x="1575286" y="0"/>
                    <a:pt x="2058818" y="483532"/>
                    <a:pt x="2058818" y="1080000"/>
                  </a:cubicBezTo>
                  <a:cubicBezTo>
                    <a:pt x="2058818" y="1676468"/>
                    <a:pt x="1575286" y="2160000"/>
                    <a:pt x="978818" y="2160000"/>
                  </a:cubicBezTo>
                  <a:cubicBezTo>
                    <a:pt x="568746" y="2160000"/>
                    <a:pt x="212055" y="1931456"/>
                    <a:pt x="29168" y="1594792"/>
                  </a:cubicBezTo>
                  <a:lnTo>
                    <a:pt x="0" y="1534243"/>
                  </a:lnTo>
                  <a:lnTo>
                    <a:pt x="25355" y="1522028"/>
                  </a:lnTo>
                  <a:cubicBezTo>
                    <a:pt x="303102" y="1371147"/>
                    <a:pt x="491651" y="1076876"/>
                    <a:pt x="491651" y="738567"/>
                  </a:cubicBezTo>
                  <a:cubicBezTo>
                    <a:pt x="491651" y="554035"/>
                    <a:pt x="435554" y="382605"/>
                    <a:pt x="339482" y="240400"/>
                  </a:cubicBezTo>
                  <a:lnTo>
                    <a:pt x="324476" y="222213"/>
                  </a:lnTo>
                  <a:lnTo>
                    <a:pt x="374980" y="184447"/>
                  </a:lnTo>
                  <a:cubicBezTo>
                    <a:pt x="547349" y="67997"/>
                    <a:pt x="755143" y="0"/>
                    <a:pt x="978818" y="0"/>
                  </a:cubicBezTo>
                  <a:close/>
                </a:path>
              </a:pathLst>
            </a:custGeom>
            <a:solidFill>
              <a:srgbClr val="E5004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D872EC59-7FE2-5355-0B0C-9ABEAECE9946}"/>
                    </a:ext>
                  </a:extLst>
                </p:cNvPr>
                <p:cNvSpPr txBox="1"/>
                <p:nvPr/>
              </p:nvSpPr>
              <p:spPr>
                <a:xfrm>
                  <a:off x="372443" y="384500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D872EC59-7FE2-5355-0B0C-9ABEAECE9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443" y="3845007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F6130B5E-6854-3B85-5232-5E1863100BB7}"/>
                    </a:ext>
                  </a:extLst>
                </p:cNvPr>
                <p:cNvSpPr txBox="1"/>
                <p:nvPr/>
              </p:nvSpPr>
              <p:spPr>
                <a:xfrm>
                  <a:off x="3564580" y="3845008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F6130B5E-6854-3B85-5232-5E1863100B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64580" y="3845008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33984CF2-5904-9525-16A2-4EF32BDF06A6}"/>
                    </a:ext>
                  </a:extLst>
                </p:cNvPr>
                <p:cNvSpPr txBox="1"/>
                <p:nvPr/>
              </p:nvSpPr>
              <p:spPr>
                <a:xfrm>
                  <a:off x="4745073" y="3543854"/>
                  <a:ext cx="570865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33984CF2-5904-9525-16A2-4EF32BDF06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45073" y="3543854"/>
                  <a:ext cx="570865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354507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1AC8A2-4E4B-89FB-2E21-12D457045C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A1DEEED-A295-D005-CB49-99B95E12B4C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2717798"/>
              </a:xfrm>
            </p:spPr>
            <p:txBody>
              <a:bodyPr/>
              <a:lstStyle/>
              <a:p>
                <a:r>
                  <a:rPr lang="en-US" dirty="0"/>
                  <a:t>Suppose </a:t>
                </a:r>
                <a14:m>
                  <m:oMath xmlns:m="http://schemas.openxmlformats.org/officeDocument/2006/math"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 apply for a job.</a:t>
                </a:r>
              </a:p>
              <a:p>
                <a:r>
                  <a:rPr lang="en-US" dirty="0"/>
                  <a:t>The company follows two stages: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b="0" i="0" dirty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Student clears the Written Test </a:t>
                </a:r>
                <a14:m>
                  <m:oMath xmlns:m="http://schemas.openxmlformats.org/officeDocument/2006/math">
                    <m:r>
                      <a:rPr lang="en-IN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lang="en-US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b="0" i="0" dirty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Student clears the Interview (only those who clear written test can attend)</a:t>
                </a:r>
              </a:p>
              <a:p>
                <a:pPr marL="271463" lvl="1" indent="0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A1DEEED-A295-D005-CB49-99B95E12B4C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2717798"/>
              </a:xfrm>
              <a:blipFill>
                <a:blip r:embed="rId2"/>
                <a:stretch>
                  <a:fillRect l="-971" b="-67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84ED6E1-3995-3D16-C7B9-FBEA4F3C96AD}"/>
                  </a:ext>
                </a:extLst>
              </p:cNvPr>
              <p:cNvSpPr txBox="1"/>
              <p:nvPr/>
            </p:nvSpPr>
            <p:spPr>
              <a:xfrm>
                <a:off x="4644735" y="3522684"/>
                <a:ext cx="263929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84ED6E1-3995-3D16-C7B9-FBEA4F3C96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4735" y="3522684"/>
                <a:ext cx="2639292" cy="90178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C42ABF3A-8CCA-B4B9-8946-7D4ACAC64D8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4518153"/>
                <a:ext cx="11929641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/>
                      <m:t>S</m:t>
                    </m:r>
                    <m:r>
                      <m:rPr>
                        <m:nor/>
                      </m:rPr>
                      <a:rPr lang="en-US"/>
                      <m:t>tudents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who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clear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 b="1"/>
                      <m:t>both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written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test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and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interview</m:t>
                    </m:r>
                  </m:oMath>
                </a14:m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a:rPr lang="en-IN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dirty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 dirty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C42ABF3A-8CCA-B4B9-8946-7D4ACAC64D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4518153"/>
                <a:ext cx="11929641" cy="7112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377A308-92EE-EB1D-88AB-1D316CD8223E}"/>
                  </a:ext>
                </a:extLst>
              </p:cNvPr>
              <p:cNvSpPr txBox="1"/>
              <p:nvPr/>
            </p:nvSpPr>
            <p:spPr>
              <a:xfrm>
                <a:off x="4644735" y="5323037"/>
                <a:ext cx="324196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377A308-92EE-EB1D-88AB-1D316CD822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4735" y="5323037"/>
                <a:ext cx="3241965" cy="9017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86505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  <p:bldP spid="9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C86E91-8611-5D7E-7DB3-A0E0737FFD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40923F-B893-6C04-3EB5-9BE7523ECA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2A2E9D1-5509-0BBE-D987-6B68AEFF742C}"/>
                  </a:ext>
                </a:extLst>
              </p:cNvPr>
              <p:cNvSpPr txBox="1"/>
              <p:nvPr/>
            </p:nvSpPr>
            <p:spPr>
              <a:xfrm>
                <a:off x="436417" y="2978571"/>
                <a:ext cx="3553692" cy="12858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30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100</m:t>
                              </m:r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60</m:t>
                              </m:r>
                            </m:num>
                            <m:den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100</m:t>
                              </m:r>
                            </m:den>
                          </m:f>
                        </m:den>
                      </m:f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2A2E9D1-5509-0BBE-D987-6B68AEFF74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417" y="2978571"/>
                <a:ext cx="3553692" cy="128586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A50F658-D331-8C08-38D7-C57616F44AAC}"/>
                  </a:ext>
                </a:extLst>
              </p:cNvPr>
              <p:cNvSpPr txBox="1"/>
              <p:nvPr/>
            </p:nvSpPr>
            <p:spPr>
              <a:xfrm>
                <a:off x="436417" y="5092770"/>
                <a:ext cx="3751120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𝟔𝟎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A50F658-D331-8C08-38D7-C57616F44A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417" y="5092770"/>
                <a:ext cx="3751120" cy="90178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6C916C6-4648-D0F8-4509-02577F9C4CE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1962882"/>
              </a:xfrm>
            </p:spPr>
            <p:txBody>
              <a:bodyPr/>
              <a:lstStyle/>
              <a:p>
                <a:r>
                  <a:rPr lang="en-US" dirty="0"/>
                  <a:t>Out of those who cleared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how many also cleared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?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6C916C6-4648-D0F8-4509-02577F9C4CE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1962882"/>
              </a:xfrm>
              <a:blipFill>
                <a:blip r:embed="rId4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2">
                <a:extLst>
                  <a:ext uri="{FF2B5EF4-FFF2-40B4-BE49-F238E27FC236}">
                    <a16:creationId xmlns:a16="http://schemas.microsoft.com/office/drawing/2014/main" id="{441956ED-6403-F02D-D311-7C66E40BCF3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1228" y="3545452"/>
                <a:ext cx="8129593" cy="30946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/>
                  <a:t>So conditional probability changes the reference group/Sample Space:</a:t>
                </a:r>
              </a:p>
              <a:p>
                <a:pPr lvl="1"/>
                <a:r>
                  <a:rPr lang="en-US" dirty="0"/>
                  <a:t>We are no longer thinking about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</a:t>
                </a:r>
              </a:p>
              <a:p>
                <a:pPr lvl="1"/>
                <a:r>
                  <a:rPr lang="en-US" dirty="0"/>
                  <a:t>We are thinking only about the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lang="en-US" dirty="0"/>
                  <a:t> students who cleared the written test.</a:t>
                </a:r>
              </a:p>
            </p:txBody>
          </p:sp>
        </mc:Choice>
        <mc:Fallback xmlns="">
          <p:sp>
            <p:nvSpPr>
              <p:cNvPr id="11" name="Content Placeholder 2">
                <a:extLst>
                  <a:ext uri="{FF2B5EF4-FFF2-40B4-BE49-F238E27FC236}">
                    <a16:creationId xmlns:a16="http://schemas.microsoft.com/office/drawing/2014/main" id="{441956ED-6403-F02D-D311-7C66E40BC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1228" y="3545452"/>
                <a:ext cx="8129593" cy="3094636"/>
              </a:xfrm>
              <a:prstGeom prst="rect">
                <a:avLst/>
              </a:prstGeom>
              <a:blipFill>
                <a:blip r:embed="rId5"/>
                <a:stretch>
                  <a:fillRect l="-1425" r="-1500" b="-157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43957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9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03E48DF-CBCB-9D8C-AD86-2F28D3759D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336848D-0701-3B5B-2810-062F51525C5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92325"/>
                <a:ext cx="11929641" cy="5456076"/>
              </a:xfrm>
            </p:spPr>
            <p:txBody>
              <a:bodyPr/>
              <a:lstStyle/>
              <a:p>
                <a:r>
                  <a:rPr lang="en-IN" b="1" dirty="0">
                    <a:solidFill>
                      <a:srgbClr val="301B92"/>
                    </a:solidFill>
                  </a:rPr>
                  <a:t>Example:</a:t>
                </a:r>
                <a:r>
                  <a:rPr lang="en-IN" dirty="0"/>
                  <a:t> </a:t>
                </a:r>
                <a:r>
                  <a:rPr lang="en-US" dirty="0"/>
                  <a:t>In a class of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students: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/>
                  <a:t> students are wearing a Red shirt. –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/>
                  <a:t> students are wearing a Red shirt and a Hat -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US" dirty="0"/>
              </a:p>
              <a:p>
                <a:pPr lvl="1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 students are wearing a Hat –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IN" dirty="0"/>
              </a:p>
              <a:p>
                <a:pPr lvl="1"/>
                <a:r>
                  <a:rPr lang="en-US" dirty="0"/>
                  <a:t>Question: If I pick a student and tell you, "They are wearing a Hat," what is the probability they also have a Red shirt?</a:t>
                </a:r>
              </a:p>
              <a:p>
                <a:pPr lvl="2"/>
                <a:r>
                  <a:rPr lang="en-US" dirty="0"/>
                  <a:t>Old Sample Space: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students.</a:t>
                </a:r>
              </a:p>
              <a:p>
                <a:pPr lvl="2"/>
                <a:r>
                  <a:rPr lang="en-US" dirty="0"/>
                  <a:t>New Sample Space (Given B): Only the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 students wearing hats.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336848D-0701-3B5B-2810-062F51525C5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92325"/>
                <a:ext cx="11929641" cy="5456076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55198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01019C-5C93-9070-6181-855A386AA2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FB4216-BDC8-28C9-97CE-3D00BBC925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7894CC6-0395-705D-FF83-AEB1B5DC337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92325"/>
                <a:ext cx="11929641" cy="3871115"/>
              </a:xfrm>
            </p:spPr>
            <p:txBody>
              <a:bodyPr/>
              <a:lstStyle/>
              <a:p>
                <a:pPr lvl="2"/>
                <a:r>
                  <a:rPr lang="en-US" dirty="0"/>
                  <a:t>Old Sample Space: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students.</a:t>
                </a:r>
              </a:p>
              <a:p>
                <a:pPr lvl="2"/>
                <a:r>
                  <a:rPr lang="en-US" dirty="0"/>
                  <a:t>New Sample Space (Given B): Only the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 students wearing hats.</a:t>
                </a:r>
              </a:p>
              <a:p>
                <a:pPr lvl="2"/>
                <a:r>
                  <a:rPr lang="en-US" dirty="0"/>
                  <a:t>Favorable outcomes (A within B): Out of those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 hat-wearers, only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/>
                  <a:t> are wearing red shirts.</a:t>
                </a:r>
                <a:endParaRPr lang="en-IN" dirty="0"/>
              </a:p>
              <a:p>
                <a:pPr marL="671513" lvl="2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7894CC6-0395-705D-FF83-AEB1B5DC337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92325"/>
                <a:ext cx="11929641" cy="3871115"/>
              </a:xfrm>
              <a:blipFill>
                <a:blip r:embed="rId2"/>
                <a:stretch>
                  <a:fillRect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537041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8DA8450-3876-ECD5-A8E0-0FC82E9725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3ECB881-A826-BF78-B03D-6B1FEB58E0C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lvl="0">
                  <a:lnSpc>
                    <a:spcPct val="114000"/>
                  </a:lnSpc>
                </a:pPr>
                <a:r>
                  <a:rPr lang="en-US" dirty="0"/>
                  <a:t>Normally, probability looks at all possible outcomes.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But in conditional probability, some outcomes are removed.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We focus only on the situation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has happened.</a:t>
                </a:r>
              </a:p>
              <a:p>
                <a:pPr lvl="2">
                  <a:lnSpc>
                    <a:spcPct val="114000"/>
                  </a:lnSpc>
                </a:pPr>
                <a:r>
                  <a:rPr lang="en-US" dirty="0"/>
                  <a:t>Therefore, the sample space becomes smaller.</a:t>
                </a:r>
              </a:p>
              <a:p>
                <a:pPr lvl="0"/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be any two events in same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/>
                  <a:t>. Then</a:t>
                </a:r>
              </a:p>
              <a:p>
                <a:pPr lvl="1"/>
                <a:r>
                  <a:rPr lang="en-US" dirty="0"/>
                  <a:t>Conditional Probability is denoted as </a:t>
                </a:r>
                <a14:m>
                  <m:oMath xmlns:m="http://schemas.openxmlformats.org/officeDocument/2006/math"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r>
                  <a:rPr lang="en-US" dirty="0"/>
                  <a:t> and read as “conditional probability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” and defined as follow:</a:t>
                </a:r>
                <a:endParaRPr lang="en-IN" dirty="0"/>
              </a:p>
              <a:p>
                <a:pPr marL="26670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US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US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US" b="1" i="1">
                          <a:latin typeface="Cambria Math" panose="02040503050406030204" pitchFamily="18" charset="0"/>
                        </a:rPr>
                        <m:t> </m:t>
                      </m:r>
                      <m:r>
                        <a:rPr lang="en-US" b="1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 b="1">
                          <a:latin typeface="Cambria Math" panose="02040503050406030204" pitchFamily="18" charset="0"/>
                        </a:rPr>
                        <m:t>≠</m:t>
                      </m:r>
                      <m:r>
                        <a:rPr lang="en-US" b="1"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b="1" dirty="0"/>
              </a:p>
              <a:p>
                <a:pPr marL="0" indent="0">
                  <a:lnSpc>
                    <a:spcPct val="114000"/>
                  </a:lnSpc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3ECB881-A826-BF78-B03D-6B1FEB58E0C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t="-637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039E17BA-40BD-6D23-F578-0ABA2DFD06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Conditional Probability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1192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78778"/>
                <a:ext cx="11929641" cy="5812096"/>
              </a:xfrm>
            </p:spPr>
            <p:txBody>
              <a:bodyPr/>
              <a:lstStyle/>
              <a:p>
                <a:r>
                  <a:rPr lang="en-US" dirty="0"/>
                  <a:t>Consider the experiment of tossing three fair coins. To find probability of “getting </a:t>
                </a:r>
                <a:r>
                  <a:rPr lang="en-US" b="1" dirty="0"/>
                  <a:t>at least two heads </a:t>
                </a:r>
                <a:r>
                  <a:rPr lang="en-US" dirty="0"/>
                  <a:t>given that </a:t>
                </a:r>
                <a:r>
                  <a:rPr lang="en-US" b="1" dirty="0"/>
                  <a:t>first coin shows tail</a:t>
                </a:r>
                <a:r>
                  <a:rPr lang="en-US" dirty="0"/>
                  <a:t>” is conditional probability.</a:t>
                </a:r>
                <a:endParaRPr lang="en-IN" dirty="0"/>
              </a:p>
              <a:p>
                <a:pPr marL="266700" lvl="1" indent="0">
                  <a:lnSpc>
                    <a:spcPct val="100000"/>
                  </a:lnSpc>
                  <a:buNone/>
                </a:pPr>
                <a:r>
                  <a:rPr lang="en-US" dirty="0"/>
                  <a:t>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HHH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HHT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HTH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THH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HTT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THT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TTH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, 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TTT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marL="266700" lvl="1" indent="0">
                  <a:lnSpc>
                    <a:spcPct val="100000"/>
                  </a:lnSpc>
                  <a:buNone/>
                </a:pPr>
                <a:endParaRPr lang="en-US" dirty="0"/>
              </a:p>
              <a:p>
                <a:pPr marL="266700" lvl="1" indent="0">
                  <a:lnSpc>
                    <a:spcPct val="100000"/>
                  </a:lnSpc>
                  <a:buNone/>
                </a:pPr>
                <a:r>
                  <a:rPr lang="en-US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E</m:t>
                    </m:r>
                  </m:oMath>
                </a14:m>
                <a:r>
                  <a:rPr lang="en-US" dirty="0"/>
                  <a:t> : at least two head appear</a:t>
                </a:r>
              </a:p>
              <a:p>
                <a:pPr marL="266700" lvl="1" indent="0">
                  <a:lnSpc>
                    <a:spcPct val="100000"/>
                  </a:lnSpc>
                  <a:buNone/>
                </a:pPr>
                <a:endParaRPr lang="en-IN" dirty="0"/>
              </a:p>
              <a:p>
                <a:pPr marL="266700" lvl="1" indent="0">
                  <a:lnSpc>
                    <a:spcPct val="100000"/>
                  </a:lnSpc>
                  <a:buNone/>
                </a:pPr>
                <a:r>
                  <a:rPr lang="en-US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F</m:t>
                    </m:r>
                  </m:oMath>
                </a14:m>
                <a:r>
                  <a:rPr lang="en-US" dirty="0"/>
                  <a:t> : first coin shows tail </a:t>
                </a:r>
              </a:p>
              <a:p>
                <a:pPr marL="266700" lvl="1" indent="0">
                  <a:buNone/>
                </a:pPr>
                <a:endParaRPr lang="en-US" sz="1200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78778"/>
                <a:ext cx="11929641" cy="5812096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5C767B6-2784-416B-A6B0-52965A49765A}"/>
                  </a:ext>
                </a:extLst>
              </p:cNvPr>
              <p:cNvSpPr txBox="1"/>
              <p:nvPr/>
            </p:nvSpPr>
            <p:spPr>
              <a:xfrm>
                <a:off x="5217584" y="3113616"/>
                <a:ext cx="5048250" cy="6074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5C767B6-2784-416B-A6B0-52965A4976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7584" y="3113616"/>
                <a:ext cx="5048250" cy="60741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E1C3402-9234-4EE9-B43B-38E43309EEFD}"/>
                  </a:ext>
                </a:extLst>
              </p:cNvPr>
              <p:cNvSpPr txBox="1"/>
              <p:nvPr/>
            </p:nvSpPr>
            <p:spPr>
              <a:xfrm>
                <a:off x="4489450" y="4196140"/>
                <a:ext cx="5048250" cy="6074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US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E1C3402-9234-4EE9-B43B-38E43309EE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9450" y="4196140"/>
                <a:ext cx="5048250" cy="60741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754A610-1821-4442-A8D2-855DD524DDB5}"/>
                  </a:ext>
                </a:extLst>
              </p:cNvPr>
              <p:cNvSpPr txBox="1"/>
              <p:nvPr/>
            </p:nvSpPr>
            <p:spPr>
              <a:xfrm>
                <a:off x="2210801" y="5834545"/>
                <a:ext cx="1407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754A610-1821-4442-A8D2-855DD524DD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10801" y="5834545"/>
                <a:ext cx="140777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2E6941F-E662-42FF-A5F5-40327543EEC1}"/>
                  </a:ext>
                </a:extLst>
              </p:cNvPr>
              <p:cNvSpPr txBox="1"/>
              <p:nvPr/>
            </p:nvSpPr>
            <p:spPr>
              <a:xfrm>
                <a:off x="408759" y="2555551"/>
                <a:ext cx="24529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+mn-cs"/>
                        </a:rPr>
                        <m:t>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2E6941F-E662-42FF-A5F5-40327543EE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759" y="2555551"/>
                <a:ext cx="245297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AEAE62A-CA9F-47BB-AFDC-74376F238BEA}"/>
                  </a:ext>
                </a:extLst>
              </p:cNvPr>
              <p:cNvSpPr txBox="1"/>
              <p:nvPr/>
            </p:nvSpPr>
            <p:spPr>
              <a:xfrm>
                <a:off x="425693" y="3675796"/>
                <a:ext cx="20635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+mn-cs"/>
                        </a:rPr>
                        <m:t>⇒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AEAE62A-CA9F-47BB-AFDC-74376F238B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693" y="3675796"/>
                <a:ext cx="206350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4E91652F-262C-4A41-BC4A-F7642A4B5E45}"/>
                  </a:ext>
                </a:extLst>
              </p:cNvPr>
              <p:cNvSpPr txBox="1"/>
              <p:nvPr/>
            </p:nvSpPr>
            <p:spPr>
              <a:xfrm>
                <a:off x="408759" y="4718165"/>
                <a:ext cx="21651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+mn-cs"/>
                        </a:rPr>
                        <m:t>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4E91652F-262C-4A41-BC4A-F7642A4B5E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759" y="4718165"/>
                <a:ext cx="216510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1FBCBAC7-8603-4381-9DCD-D41255CE0FB4}"/>
                  </a:ext>
                </a:extLst>
              </p:cNvPr>
              <p:cNvSpPr txBox="1"/>
              <p:nvPr/>
            </p:nvSpPr>
            <p:spPr>
              <a:xfrm>
                <a:off x="3458919" y="5601436"/>
                <a:ext cx="2175043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P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P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1FBCBAC7-8603-4381-9DCD-D41255CE0F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8919" y="5601436"/>
                <a:ext cx="2175043" cy="98943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/>
              <p:cNvSpPr/>
              <p:nvPr/>
            </p:nvSpPr>
            <p:spPr>
              <a:xfrm>
                <a:off x="134552" y="5140109"/>
                <a:ext cx="6470361" cy="58605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265176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Here,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has occurred before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E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.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552" y="5140109"/>
                <a:ext cx="6470361" cy="586058"/>
              </a:xfrm>
              <a:prstGeom prst="rect">
                <a:avLst/>
              </a:prstGeom>
              <a:blipFill>
                <a:blip r:embed="rId10"/>
                <a:stretch>
                  <a:fillRect r="-1037" b="-2916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133851" y="5766643"/>
                <a:ext cx="2238433" cy="63094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265176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 panose="02000000000000000000" pitchFamily="2" charset="0"/>
                          <a:ea typeface="+mn-ea"/>
                          <a:cs typeface="+mn-cs"/>
                        </a:rPr>
                        <m:t>Now</m:t>
                      </m:r>
                      <m:r>
                        <m:rPr>
                          <m:nor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 panose="02000000000000000000" pitchFamily="2" charset="0"/>
                          <a:ea typeface="+mn-ea"/>
                          <a:cs typeface="+mn-cs"/>
                        </a:rPr>
                        <m:t>,</m:t>
                      </m:r>
                      <m:r>
                        <m:rPr>
                          <m:nor/>
                        </m:rPr>
                        <a: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 panose="02000000000000000000" pitchFamily="2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 panose="02000000000000000000" pitchFamily="2" charset="0"/>
                          <a:ea typeface="+mn-ea"/>
                          <a:cs typeface="+mn-cs"/>
                        </a:rPr>
                        <m:t>to</m:t>
                      </m:r>
                      <m:r>
                        <m:rPr>
                          <m:nor/>
                        </m:rPr>
                        <a: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 panose="02000000000000000000" pitchFamily="2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 panose="02000000000000000000" pitchFamily="2" charset="0"/>
                          <a:ea typeface="+mn-ea"/>
                          <a:cs typeface="+mn-cs"/>
                        </a:rPr>
                        <m:t>find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3851" y="5766643"/>
                <a:ext cx="2238433" cy="63094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63976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/>
      <p:bldP spid="6" grpId="0"/>
      <p:bldP spid="8" grpId="0"/>
      <p:bldP spid="9" grpId="0" uiExpand="1"/>
      <p:bldP spid="10" grpId="0" uiExpand="1"/>
      <p:bldP spid="11" grpId="0" uiExpand="1"/>
      <p:bldP spid="12" grpId="0"/>
      <p:bldP spid="3" grpId="0"/>
      <p:bldP spid="7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2BC1EFC-C2EE-484F-8442-9290B91B55CD}"/>
                  </a:ext>
                </a:extLst>
              </p:cNvPr>
              <p:cNvSpPr txBox="1"/>
              <p:nvPr/>
            </p:nvSpPr>
            <p:spPr>
              <a:xfrm>
                <a:off x="431800" y="732825"/>
                <a:ext cx="5048250" cy="6074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HHT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HTH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2BC1EFC-C2EE-484F-8442-9290B91B55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800" y="732825"/>
                <a:ext cx="5048250" cy="60741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B8F2812-EDD7-4C50-B944-6A07EB55AC0A}"/>
                  </a:ext>
                </a:extLst>
              </p:cNvPr>
              <p:cNvSpPr txBox="1"/>
              <p:nvPr/>
            </p:nvSpPr>
            <p:spPr>
              <a:xfrm>
                <a:off x="5839949" y="735555"/>
                <a:ext cx="5048250" cy="6074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US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, 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TTT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B8F2812-EDD7-4C50-B944-6A07EB55AC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9949" y="735555"/>
                <a:ext cx="5048250" cy="60741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AB5C232-0BD9-454E-87AC-14E4D27B43AB}"/>
                  </a:ext>
                </a:extLst>
              </p:cNvPr>
              <p:cNvSpPr txBox="1"/>
              <p:nvPr/>
            </p:nvSpPr>
            <p:spPr>
              <a:xfrm>
                <a:off x="431800" y="2345866"/>
                <a:ext cx="275907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∩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THH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kumimoji="0" lang="en-IN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AB5C232-0BD9-454E-87AC-14E4D27B43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800" y="2345866"/>
                <a:ext cx="275907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0DAFC79-B5BE-4E94-B43F-33ED3537D55A}"/>
                  </a:ext>
                </a:extLst>
              </p:cNvPr>
              <p:cNvSpPr txBox="1"/>
              <p:nvPr/>
            </p:nvSpPr>
            <p:spPr>
              <a:xfrm>
                <a:off x="431801" y="5422995"/>
                <a:ext cx="2175043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kumimoji="0" lang="en-IN" sz="5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0DAFC79-B5BE-4E94-B43F-33ED3537D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801" y="5422995"/>
                <a:ext cx="2175043" cy="98943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4781D67-1BED-4F7F-A4FA-ECB4DA8073FF}"/>
                  </a:ext>
                </a:extLst>
              </p:cNvPr>
              <p:cNvSpPr txBox="1"/>
              <p:nvPr/>
            </p:nvSpPr>
            <p:spPr>
              <a:xfrm>
                <a:off x="431800" y="3919857"/>
                <a:ext cx="3569687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  <m: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n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S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4781D67-1BED-4F7F-A4FA-ECB4DA8073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800" y="3919857"/>
                <a:ext cx="3569687" cy="98943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E0CD2F5-4721-44F3-92BB-2E434FDEB833}"/>
                  </a:ext>
                </a:extLst>
              </p:cNvPr>
              <p:cNvSpPr txBox="1"/>
              <p:nvPr/>
            </p:nvSpPr>
            <p:spPr>
              <a:xfrm>
                <a:off x="6965439" y="3587874"/>
                <a:ext cx="1539654" cy="12775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num>
                            <m:den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8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den>
                          </m:f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num>
                            <m:den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den>
                          </m:f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E0CD2F5-4721-44F3-92BB-2E434FDEB8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5439" y="3587874"/>
                <a:ext cx="1539654" cy="127759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16D262-3FB9-4B8B-B3FD-381582E43079}"/>
                  </a:ext>
                </a:extLst>
              </p:cNvPr>
              <p:cNvSpPr txBox="1"/>
              <p:nvPr/>
            </p:nvSpPr>
            <p:spPr>
              <a:xfrm>
                <a:off x="6965439" y="5119451"/>
                <a:ext cx="97209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16D262-3FB9-4B8B-B3FD-381582E430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5439" y="5119451"/>
                <a:ext cx="972095" cy="89915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E50E2E9-5476-4A1F-AAE9-E436FC693B67}"/>
                  </a:ext>
                </a:extLst>
              </p:cNvPr>
              <p:cNvSpPr txBox="1"/>
              <p:nvPr/>
            </p:nvSpPr>
            <p:spPr>
              <a:xfrm>
                <a:off x="5601894" y="2578975"/>
                <a:ext cx="1407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E50E2E9-5476-4A1F-AAE9-E436FC693B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01894" y="2578975"/>
                <a:ext cx="140777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89613D3-5F9D-47B4-BAEE-6496C8B64749}"/>
                  </a:ext>
                </a:extLst>
              </p:cNvPr>
              <p:cNvSpPr txBox="1"/>
              <p:nvPr/>
            </p:nvSpPr>
            <p:spPr>
              <a:xfrm>
                <a:off x="6962055" y="2345866"/>
                <a:ext cx="2175043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P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E</m:t>
                              </m:r>
                              <m: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P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US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F</m:t>
                              </m:r>
                            </m:e>
                          </m:d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89613D3-5F9D-47B4-BAEE-6496C8B647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2055" y="2345866"/>
                <a:ext cx="2175043" cy="989438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7368A49-F75C-4150-ABB2-3214BC8F23DF}"/>
                  </a:ext>
                </a:extLst>
              </p:cNvPr>
              <p:cNvSpPr txBox="1"/>
              <p:nvPr/>
            </p:nvSpPr>
            <p:spPr>
              <a:xfrm>
                <a:off x="515951" y="1517108"/>
                <a:ext cx="1656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S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8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7368A49-F75C-4150-ABB2-3214BC8F23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5951" y="1517108"/>
                <a:ext cx="1656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75F693A-2420-40F9-BAFD-9B2734ADE518}"/>
                  </a:ext>
                </a:extLst>
              </p:cNvPr>
              <p:cNvSpPr txBox="1"/>
              <p:nvPr/>
            </p:nvSpPr>
            <p:spPr>
              <a:xfrm>
                <a:off x="2435941" y="1517108"/>
                <a:ext cx="1656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75F693A-2420-40F9-BAFD-9B2734ADE5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5941" y="1517108"/>
                <a:ext cx="1656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F102A2E-735F-409A-B0AA-8859C2C002E2}"/>
                  </a:ext>
                </a:extLst>
              </p:cNvPr>
              <p:cNvSpPr txBox="1"/>
              <p:nvPr/>
            </p:nvSpPr>
            <p:spPr>
              <a:xfrm>
                <a:off x="4355930" y="1519086"/>
                <a:ext cx="1656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F102A2E-735F-409A-B0AA-8859C2C002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5930" y="1519086"/>
                <a:ext cx="1656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A3F467A-04A5-47C8-9A9A-529D2CCF601D}"/>
                  </a:ext>
                </a:extLst>
              </p:cNvPr>
              <p:cNvSpPr txBox="1"/>
              <p:nvPr/>
            </p:nvSpPr>
            <p:spPr>
              <a:xfrm>
                <a:off x="431800" y="3042269"/>
                <a:ext cx="23447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n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E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A3F467A-04A5-47C8-9A9A-529D2CCF60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800" y="3042269"/>
                <a:ext cx="234474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9F99E8-FFD7-4906-9E04-16F96F3BA9B7}"/>
                  </a:ext>
                </a:extLst>
              </p:cNvPr>
              <p:cNvSpPr txBox="1"/>
              <p:nvPr/>
            </p:nvSpPr>
            <p:spPr>
              <a:xfrm>
                <a:off x="2606843" y="5438761"/>
                <a:ext cx="217504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num>
                        <m:den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5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9F99E8-FFD7-4906-9E04-16F96F3BA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6843" y="5438761"/>
                <a:ext cx="2175043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BB30558-DB72-4F68-B09E-2E93A82E2398}"/>
                  </a:ext>
                </a:extLst>
              </p:cNvPr>
              <p:cNvSpPr txBox="1"/>
              <p:nvPr/>
            </p:nvSpPr>
            <p:spPr>
              <a:xfrm>
                <a:off x="3723599" y="3963683"/>
                <a:ext cx="95351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5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BB30558-DB72-4F68-B09E-2E93A82E23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3599" y="3963683"/>
                <a:ext cx="953512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636C98A6-DC2E-43AB-8448-DA8D9D506AA8}"/>
              </a:ext>
            </a:extLst>
          </p:cNvPr>
          <p:cNvCxnSpPr>
            <a:cxnSpLocks/>
          </p:cNvCxnSpPr>
          <p:nvPr/>
        </p:nvCxnSpPr>
        <p:spPr>
          <a:xfrm>
            <a:off x="5374430" y="2209800"/>
            <a:ext cx="0" cy="422500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01388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4" grpId="0"/>
      <p:bldP spid="25" grpId="0"/>
      <p:bldP spid="2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219AFE-AA8A-BDFA-2B5B-06F5C02DFF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Conditional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93DA8F0-70AA-C99B-913D-3814032FA2E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>
                  <a:lnSpc>
                    <a:spcPct val="150000"/>
                  </a:lnSpc>
                </a:pPr>
                <a:r>
                  <a:rPr lang="en-IN" dirty="0"/>
                  <a:t>Let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be any three events of a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dirty="0"/>
                  <a:t> then</a:t>
                </a:r>
              </a:p>
              <a:p>
                <a:pPr marL="0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∪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∩</m:t>
                          </m:r>
                          <m:sSub>
                            <m:sSub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&gt;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/>
              </a:p>
              <a:p>
                <a:pPr>
                  <a:lnSpc>
                    <a:spcPct val="150000"/>
                  </a:lnSpc>
                </a:pPr>
                <a:r>
                  <a:rPr lang="en-IN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be any two events of a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 i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dirty="0"/>
                  <a:t> then</a:t>
                </a:r>
              </a:p>
              <a:p>
                <a:pPr marL="0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&gt;</m:t>
                      </m:r>
                      <m:r>
                        <a:rPr lang="en-IN" i="0"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/>
              </a:p>
              <a:p>
                <a:pPr marL="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93DA8F0-70AA-C99B-913D-3814032FA2E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90109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41"/>
                <a:ext cx="11929645" cy="168646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and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6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then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find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  <m:oMath xmlns:m="http://schemas.openxmlformats.org/officeDocument/2006/math"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and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1"/>
                <a:ext cx="11929645" cy="168646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71094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F780B22-5592-46EE-A7C9-BD7C22132400}"/>
                  </a:ext>
                </a:extLst>
              </p:cNvPr>
              <p:cNvSpPr txBox="1"/>
              <p:nvPr/>
            </p:nvSpPr>
            <p:spPr>
              <a:xfrm>
                <a:off x="134997" y="3295024"/>
                <a:ext cx="655674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F780B22-5592-46EE-A7C9-BD7C221324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997" y="3295024"/>
                <a:ext cx="6556747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C4C4526-D3A3-421F-A237-855F89883808}"/>
                  </a:ext>
                </a:extLst>
              </p:cNvPr>
              <p:cNvSpPr txBox="1"/>
              <p:nvPr/>
            </p:nvSpPr>
            <p:spPr>
              <a:xfrm>
                <a:off x="344083" y="4913370"/>
                <a:ext cx="3915072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C4C4526-D3A3-421F-A237-855F898838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4083" y="4913370"/>
                <a:ext cx="3915072" cy="90178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DC0F378-DFB3-4B23-8533-4C93F74AFF41}"/>
                  </a:ext>
                </a:extLst>
              </p:cNvPr>
              <p:cNvSpPr txBox="1"/>
              <p:nvPr/>
            </p:nvSpPr>
            <p:spPr>
              <a:xfrm>
                <a:off x="7158096" y="2709855"/>
                <a:ext cx="252777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DC0F378-DFB3-4B23-8533-4C93F74AFF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58096" y="2709855"/>
                <a:ext cx="252777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D7118FD-62D5-4203-B93B-878018B0C778}"/>
                  </a:ext>
                </a:extLst>
              </p:cNvPr>
              <p:cNvSpPr txBox="1"/>
              <p:nvPr/>
            </p:nvSpPr>
            <p:spPr>
              <a:xfrm>
                <a:off x="7210478" y="4650649"/>
                <a:ext cx="227642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  <m:r>
                        <a:rPr lang="en-US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D7118FD-62D5-4203-B93B-878018B0C7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0478" y="4650649"/>
                <a:ext cx="227642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1B282EA-96A6-4324-BC04-435DB598E92D}"/>
                  </a:ext>
                </a:extLst>
              </p:cNvPr>
              <p:cNvSpPr txBox="1"/>
              <p:nvPr/>
            </p:nvSpPr>
            <p:spPr>
              <a:xfrm>
                <a:off x="9047822" y="4417539"/>
                <a:ext cx="2106382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1B282EA-96A6-4324-BC04-435DB598E9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7822" y="4417539"/>
                <a:ext cx="2106382" cy="989438"/>
              </a:xfrm>
              <a:prstGeom prst="rect">
                <a:avLst/>
              </a:prstGeom>
              <a:blipFill>
                <a:blip r:embed="rId7"/>
                <a:stretch>
                  <a:fillRect r="-289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2738213-638B-4C0A-BAFB-0904EE4988C5}"/>
                  </a:ext>
                </a:extLst>
              </p:cNvPr>
              <p:cNvSpPr txBox="1"/>
              <p:nvPr/>
            </p:nvSpPr>
            <p:spPr>
              <a:xfrm>
                <a:off x="9046758" y="4895025"/>
                <a:ext cx="1301920" cy="17039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US" sz="2800" b="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2738213-638B-4C0A-BAFB-0904EE4988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6758" y="4895025"/>
                <a:ext cx="1301920" cy="1703928"/>
              </a:xfrm>
              <a:prstGeom prst="rect">
                <a:avLst/>
              </a:prstGeom>
              <a:blipFill>
                <a:blip r:embed="rId8"/>
                <a:stretch>
                  <a:fillRect r="-32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59F240E-3BC9-43F8-8F56-438A2AEC5625}"/>
                  </a:ext>
                </a:extLst>
              </p:cNvPr>
              <p:cNvSpPr txBox="1"/>
              <p:nvPr/>
            </p:nvSpPr>
            <p:spPr>
              <a:xfrm>
                <a:off x="10521022" y="5057130"/>
                <a:ext cx="1086386" cy="13326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US" sz="2800" b="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59F240E-3BC9-43F8-8F56-438A2AEC56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21022" y="5057130"/>
                <a:ext cx="1086386" cy="13326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4BBD8EC7-4A22-4D8C-AC39-89BB77F70D53}"/>
              </a:ext>
            </a:extLst>
          </p:cNvPr>
          <p:cNvCxnSpPr>
            <a:cxnSpLocks/>
          </p:cNvCxnSpPr>
          <p:nvPr/>
        </p:nvCxnSpPr>
        <p:spPr>
          <a:xfrm>
            <a:off x="7153672" y="2709855"/>
            <a:ext cx="0" cy="375261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751A521-8697-483D-9338-72447AEACE93}"/>
                  </a:ext>
                </a:extLst>
              </p:cNvPr>
              <p:cNvSpPr txBox="1"/>
              <p:nvPr/>
            </p:nvSpPr>
            <p:spPr>
              <a:xfrm>
                <a:off x="4156283" y="4916191"/>
                <a:ext cx="1171163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751A521-8697-483D-9338-72447AEAC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6283" y="4916191"/>
                <a:ext cx="1171163" cy="89896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FEF29FC-4F30-428C-A2AB-8BFD80F00131}"/>
                  </a:ext>
                </a:extLst>
              </p:cNvPr>
              <p:cNvSpPr txBox="1"/>
              <p:nvPr/>
            </p:nvSpPr>
            <p:spPr>
              <a:xfrm>
                <a:off x="9194696" y="2726789"/>
                <a:ext cx="251591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FEF29FC-4F30-428C-A2AB-8BFD80F001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4696" y="2726789"/>
                <a:ext cx="251591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0547954-F584-4F25-AA60-5D21188F42B4}"/>
                  </a:ext>
                </a:extLst>
              </p:cNvPr>
              <p:cNvSpPr txBox="1"/>
              <p:nvPr/>
            </p:nvSpPr>
            <p:spPr>
              <a:xfrm>
                <a:off x="9212422" y="3352776"/>
                <a:ext cx="1827490" cy="8991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0547954-F584-4F25-AA60-5D21188F42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2422" y="3352776"/>
                <a:ext cx="1827490" cy="89915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A0AF8763-C4E3-4654-A2EC-B7E29B5420EA}"/>
                  </a:ext>
                </a:extLst>
              </p:cNvPr>
              <p:cNvSpPr txBox="1"/>
              <p:nvPr/>
            </p:nvSpPr>
            <p:spPr>
              <a:xfrm>
                <a:off x="10843866" y="3352776"/>
                <a:ext cx="1112222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A0AF8763-C4E3-4654-A2EC-B7E29B542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43866" y="3352776"/>
                <a:ext cx="1112222" cy="898964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F780B22-5592-46EE-A7C9-BD7C22132400}"/>
                  </a:ext>
                </a:extLst>
              </p:cNvPr>
              <p:cNvSpPr txBox="1"/>
              <p:nvPr/>
            </p:nvSpPr>
            <p:spPr>
              <a:xfrm>
                <a:off x="52410" y="4070996"/>
                <a:ext cx="77204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	           </a:t>
                </a:r>
                <a14:m>
                  <m:oMath xmlns:m="http://schemas.openxmlformats.org/officeDocument/2006/math"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 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′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))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F780B22-5592-46EE-A7C9-BD7C221324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0" y="4070996"/>
                <a:ext cx="772044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65997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7" grpId="0"/>
      <p:bldP spid="28" grpId="0"/>
      <p:bldP spid="32" grpId="0"/>
      <p:bldP spid="35" grpId="0"/>
      <p:bldP spid="36" grpId="0"/>
      <p:bldP spid="37" grpId="0"/>
      <p:bldP spid="38" grpId="0"/>
      <p:bldP spid="44" grpId="0"/>
      <p:bldP spid="47" grpId="0"/>
      <p:bldP spid="49" grpId="0"/>
      <p:bldP spid="50" grpId="0"/>
      <p:bldP spid="23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8FBF5C-04F8-0711-3DB9-1E927DA401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F101C4D1-08C6-3526-64C9-5AC1189FBEB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41"/>
                <a:ext cx="11929645" cy="126093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and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then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>
                          <a:latin typeface="+mj-lt"/>
                        </a:rPr>
                        <m:t>find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and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 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F101C4D1-08C6-3526-64C9-5AC1189FBE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1"/>
                <a:ext cx="11929645" cy="126093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921527BF-2C24-6695-43E7-BA4CC58BB8F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30D090E-AA40-B66C-3C39-F74EC8DCF57C}"/>
              </a:ext>
            </a:extLst>
          </p:cNvPr>
          <p:cNvSpPr txBox="1">
            <a:spLocks/>
          </p:cNvSpPr>
          <p:nvPr/>
        </p:nvSpPr>
        <p:spPr>
          <a:xfrm>
            <a:off x="131176" y="222306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algn="ctr"/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9A4661F-75F0-1F3F-DF15-3180E3A868C9}"/>
                  </a:ext>
                </a:extLst>
              </p:cNvPr>
              <p:cNvSpPr txBox="1"/>
              <p:nvPr/>
            </p:nvSpPr>
            <p:spPr>
              <a:xfrm>
                <a:off x="8150962" y="2285415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</m:num>
                        <m:den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9A4661F-75F0-1F3F-DF15-3180E3A868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962" y="2285415"/>
                <a:ext cx="4575906" cy="98943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0DAF186-B214-9DB2-D952-8708FC8C4250}"/>
                  </a:ext>
                </a:extLst>
              </p:cNvPr>
              <p:cNvSpPr txBox="1"/>
              <p:nvPr/>
            </p:nvSpPr>
            <p:spPr>
              <a:xfrm>
                <a:off x="1594216" y="2265646"/>
                <a:ext cx="655674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0DAF186-B214-9DB2-D952-8708FC8C42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265646"/>
                <a:ext cx="655674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FEDB9E5-4C04-B61A-5EFD-399282654106}"/>
                  </a:ext>
                </a:extLst>
              </p:cNvPr>
              <p:cNvSpPr txBox="1"/>
              <p:nvPr/>
            </p:nvSpPr>
            <p:spPr>
              <a:xfrm>
                <a:off x="1594214" y="3005020"/>
                <a:ext cx="5401345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FEDB9E5-4C04-B61A-5EFD-399282654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005020"/>
                <a:ext cx="5401345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6FA385A-40F3-E11C-A47C-EF27FBE59D1B}"/>
                  </a:ext>
                </a:extLst>
              </p:cNvPr>
              <p:cNvSpPr txBox="1"/>
              <p:nvPr/>
            </p:nvSpPr>
            <p:spPr>
              <a:xfrm>
                <a:off x="1594214" y="4292561"/>
                <a:ext cx="5222222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6FA385A-40F3-E11C-A47C-EF27FBE59D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4292561"/>
                <a:ext cx="5222222" cy="90178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DEC8837-9691-7204-4330-CAC8572ACAB9}"/>
                  </a:ext>
                </a:extLst>
              </p:cNvPr>
              <p:cNvSpPr txBox="1"/>
              <p:nvPr/>
            </p:nvSpPr>
            <p:spPr>
              <a:xfrm>
                <a:off x="1594214" y="5582923"/>
                <a:ext cx="4848150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DEC8837-9691-7204-4330-CAC8572ACA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5582923"/>
                <a:ext cx="4848150" cy="90178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2D893B6-8652-4301-C1A7-889F7C15A302}"/>
              </a:ext>
            </a:extLst>
          </p:cNvPr>
          <p:cNvCxnSpPr>
            <a:cxnSpLocks/>
          </p:cNvCxnSpPr>
          <p:nvPr/>
        </p:nvCxnSpPr>
        <p:spPr>
          <a:xfrm>
            <a:off x="7583651" y="2302349"/>
            <a:ext cx="0" cy="417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EDC2AD2-88B5-830D-B215-038ACC771A93}"/>
                  </a:ext>
                </a:extLst>
              </p:cNvPr>
              <p:cNvSpPr txBox="1"/>
              <p:nvPr/>
            </p:nvSpPr>
            <p:spPr>
              <a:xfrm>
                <a:off x="8150962" y="3616693"/>
                <a:ext cx="4575906" cy="127740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den>
                          </m:f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EDC2AD2-88B5-830D-B215-038ACC771A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962" y="3616693"/>
                <a:ext cx="4575906" cy="127740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28872EF-CB59-B014-97CC-DD81B148E7CE}"/>
                  </a:ext>
                </a:extLst>
              </p:cNvPr>
              <p:cNvSpPr txBox="1"/>
              <p:nvPr/>
            </p:nvSpPr>
            <p:spPr>
              <a:xfrm>
                <a:off x="8150962" y="5152825"/>
                <a:ext cx="4575906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28872EF-CB59-B014-97CC-DD81B148E7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962" y="5152825"/>
                <a:ext cx="4575906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13498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7" grpId="0"/>
      <p:bldP spid="3" grpId="0"/>
      <p:bldP spid="5" grpId="0"/>
      <p:bldP spid="6" grpId="0"/>
      <p:bldP spid="7" grpId="0"/>
      <p:bldP spid="10" grpId="0"/>
      <p:bldP spid="11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C5A166-A8FA-1FDF-94E2-4FF4F1B722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A3573-8750-449E-5BE7-DF66CBC32D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2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F8C42E0-3008-C29F-ED42-85C12D288B63}"/>
                  </a:ext>
                </a:extLst>
              </p:cNvPr>
              <p:cNvSpPr txBox="1"/>
              <p:nvPr/>
            </p:nvSpPr>
            <p:spPr>
              <a:xfrm>
                <a:off x="5766030" y="881043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num>
                        <m:den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F8C42E0-3008-C29F-ED42-85C12D288B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6030" y="881043"/>
                <a:ext cx="4575906" cy="98943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14B32E3-56F1-374E-60ED-1D7C34313054}"/>
                  </a:ext>
                </a:extLst>
              </p:cNvPr>
              <p:cNvSpPr txBox="1"/>
              <p:nvPr/>
            </p:nvSpPr>
            <p:spPr>
              <a:xfrm>
                <a:off x="173646" y="791621"/>
                <a:ext cx="555174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14B32E3-56F1-374E-60ED-1D7C343130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6" y="791621"/>
                <a:ext cx="555174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47AFF40-60F9-05AE-6085-BB7B900005D1}"/>
                  </a:ext>
                </a:extLst>
              </p:cNvPr>
              <p:cNvSpPr txBox="1"/>
              <p:nvPr/>
            </p:nvSpPr>
            <p:spPr>
              <a:xfrm>
                <a:off x="173645" y="1436682"/>
                <a:ext cx="4461485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47AFF40-60F9-05AE-6085-BB7B900005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1436682"/>
                <a:ext cx="4461485" cy="90178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66B6CD2-AD22-1157-C7B3-7EBCCD9614E0}"/>
                  </a:ext>
                </a:extLst>
              </p:cNvPr>
              <p:cNvSpPr txBox="1"/>
              <p:nvPr/>
            </p:nvSpPr>
            <p:spPr>
              <a:xfrm>
                <a:off x="173645" y="3715620"/>
                <a:ext cx="454382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Also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66B6CD2-AD22-1157-C7B3-7EBCCD9614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3715620"/>
                <a:ext cx="454382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1DE75B5E-9EA5-3A35-FC9F-F3B2E2C7637E}"/>
              </a:ext>
            </a:extLst>
          </p:cNvPr>
          <p:cNvCxnSpPr>
            <a:cxnSpLocks/>
          </p:cNvCxnSpPr>
          <p:nvPr/>
        </p:nvCxnSpPr>
        <p:spPr>
          <a:xfrm>
            <a:off x="5152179" y="881043"/>
            <a:ext cx="0" cy="417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1BA4EFA-8D51-0703-2C0F-AC4C718EF45E}"/>
                  </a:ext>
                </a:extLst>
              </p:cNvPr>
              <p:cNvSpPr txBox="1"/>
              <p:nvPr/>
            </p:nvSpPr>
            <p:spPr>
              <a:xfrm>
                <a:off x="173645" y="2570152"/>
                <a:ext cx="4120632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1BA4EFA-8D51-0703-2C0F-AC4C718EF4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2570152"/>
                <a:ext cx="4120632" cy="90178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2A3376B-59A5-7E90-5D3A-782236BFAD5F}"/>
                  </a:ext>
                </a:extLst>
              </p:cNvPr>
              <p:cNvSpPr txBox="1"/>
              <p:nvPr/>
            </p:nvSpPr>
            <p:spPr>
              <a:xfrm>
                <a:off x="173645" y="4471066"/>
                <a:ext cx="3847634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2A3376B-59A5-7E90-5D3A-782236BFAD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4471066"/>
                <a:ext cx="3847634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25F1869-49B6-BD9B-2755-E0E5E09B86F8}"/>
                  </a:ext>
                </a:extLst>
              </p:cNvPr>
              <p:cNvSpPr txBox="1"/>
              <p:nvPr/>
            </p:nvSpPr>
            <p:spPr>
              <a:xfrm>
                <a:off x="173645" y="5616897"/>
                <a:ext cx="3847632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25F1869-49B6-BD9B-2755-E0E5E09B8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645" y="5616897"/>
                <a:ext cx="3847632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B4AFAFF-2AE4-A7A7-4F26-BED98855F452}"/>
                  </a:ext>
                </a:extLst>
              </p:cNvPr>
              <p:cNvSpPr txBox="1"/>
              <p:nvPr/>
            </p:nvSpPr>
            <p:spPr>
              <a:xfrm>
                <a:off x="5766030" y="2482499"/>
                <a:ext cx="4575906" cy="127432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B4AFAFF-2AE4-A7A7-4F26-BED98855F4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6030" y="2482499"/>
                <a:ext cx="4575906" cy="127432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D91678F-E2B1-2F1B-4C12-3ECE514B7684}"/>
                  </a:ext>
                </a:extLst>
              </p:cNvPr>
              <p:cNvSpPr txBox="1"/>
              <p:nvPr/>
            </p:nvSpPr>
            <p:spPr>
              <a:xfrm>
                <a:off x="5766030" y="4238840"/>
                <a:ext cx="4575906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p>
                            <m:sSup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D91678F-E2B1-2F1B-4C12-3ECE514B76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66030" y="4238840"/>
                <a:ext cx="4575906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35994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3" grpId="0"/>
      <p:bldP spid="5" grpId="0"/>
      <p:bldP spid="7" grpId="0"/>
      <p:bldP spid="8" grpId="0"/>
      <p:bldP spid="12" grpId="0"/>
      <p:bldP spid="13" grpId="0"/>
      <p:bldP spid="14" grpId="0"/>
      <p:bldP spid="1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907808"/>
              </a:xfrm>
            </p:spPr>
            <p:txBody>
              <a:bodyPr/>
              <a:lstStyle/>
              <a:p>
                <a:pPr>
                  <a:lnSpc>
                    <a:spcPct val="114000"/>
                  </a:lnSpc>
                </a:pPr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be any two events in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dirty="0"/>
                  <a:t> then</a:t>
                </a:r>
              </a:p>
              <a:p>
                <a:pPr marL="271463" lvl="1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US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≠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dirty="0"/>
              </a:p>
              <a:p>
                <a:pPr marL="4302125" lvl="1" indent="-84138" algn="l">
                  <a:lnSpc>
                    <a:spcPct val="114000"/>
                  </a:lnSpc>
                  <a:buNone/>
                </a:pPr>
                <a:r>
                  <a:rPr lang="en-US" dirty="0"/>
                  <a:t>  </a:t>
                </a:r>
                <a14:m>
                  <m:oMath xmlns:m="http://schemas.openxmlformats.org/officeDocument/2006/math"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; 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≠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IN" dirty="0"/>
              </a:p>
              <a:p>
                <a:pPr lvl="1" indent="-354013" algn="l">
                  <a:lnSpc>
                    <a:spcPct val="114000"/>
                  </a:lnSpc>
                </a:pPr>
                <a:r>
                  <a:rPr lang="en-IN" dirty="0"/>
                  <a:t>Meaning: </a:t>
                </a:r>
              </a:p>
              <a:p>
                <a:pPr lvl="2" indent="-354013" algn="l">
                  <a:lnSpc>
                    <a:spcPct val="114000"/>
                  </a:lnSpc>
                </a:pPr>
                <a:r>
                  <a:rPr lang="en-US" dirty="0"/>
                  <a:t>Probability that both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occur </a:t>
                </a:r>
              </a:p>
              <a:p>
                <a:pPr marL="546100" lvl="2" indent="0" algn="l">
                  <a:lnSpc>
                    <a:spcPct val="114000"/>
                  </a:lnSpc>
                  <a:buNone/>
                </a:pP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(Probability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occurs)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lang="en-US" dirty="0"/>
                  <a:t> (Probability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occurs after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has occurred)</a:t>
                </a:r>
                <a:endParaRPr lang="en-IN" dirty="0"/>
              </a:p>
              <a:p>
                <a:pPr marL="727075" lvl="1" indent="-457200" algn="l">
                  <a:lnSpc>
                    <a:spcPct val="114000"/>
                  </a:lnSpc>
                </a:pPr>
                <a:r>
                  <a:rPr lang="en-IN" dirty="0"/>
                  <a:t>Example:</a:t>
                </a:r>
              </a:p>
              <a:p>
                <a:pPr marL="1003300" lvl="2" indent="-457200" algn="l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dirty="0"/>
                  <a:t> Student clears written test</a:t>
                </a:r>
              </a:p>
              <a:p>
                <a:pPr marL="1003300" lvl="2" indent="-457200" algn="l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dirty="0"/>
                  <a:t> Student clears interview	</a:t>
                </a:r>
              </a:p>
              <a:p>
                <a:pPr marL="622300" lvl="1" indent="-355600">
                  <a:lnSpc>
                    <a:spcPct val="114000"/>
                  </a:lnSpc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907808"/>
              </a:xfrm>
              <a:blipFill>
                <a:blip r:embed="rId2"/>
                <a:stretch>
                  <a:fillRect l="-971" t="-61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3963921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1A4E528-1A30-D8CB-E6BE-F320FE2C9D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E0F5C77E-0B2D-DEC1-D409-169690B5295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9710"/>
                <a:ext cx="11929641" cy="5829300"/>
              </a:xfrm>
            </p:spPr>
            <p:txBody>
              <a:bodyPr/>
              <a:lstStyle/>
              <a:p>
                <a:pPr marL="727075" lvl="1" indent="-457200" algn="l">
                  <a:lnSpc>
                    <a:spcPct val="114000"/>
                  </a:lnSpc>
                </a:pPr>
                <a:r>
                  <a:rPr lang="en-IN" dirty="0"/>
                  <a:t>Example:</a:t>
                </a:r>
              </a:p>
              <a:p>
                <a:pPr marL="1003300" lvl="2" indent="-457200" algn="l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dirty="0"/>
                  <a:t> Student clears written test</a:t>
                </a:r>
              </a:p>
              <a:p>
                <a:pPr marL="1003300" lvl="2" indent="-457200" algn="l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dirty="0"/>
                  <a:t> Student clears interview	</a:t>
                </a:r>
              </a:p>
              <a:p>
                <a:pPr marL="1003300" lvl="2" indent="-457200" algn="l">
                  <a:lnSpc>
                    <a:spcPct val="114000"/>
                  </a:lnSpc>
                </a:pPr>
                <a:r>
                  <a:rPr lang="en-US" dirty="0"/>
                  <a:t>Can a student clear the interview without clearing the written test?</a:t>
                </a:r>
              </a:p>
              <a:p>
                <a:pPr marL="1365250" lvl="3" indent="-457200" algn="l">
                  <a:lnSpc>
                    <a:spcPct val="114000"/>
                  </a:lnSpc>
                </a:pPr>
                <a:r>
                  <a:rPr lang="en-US" dirty="0"/>
                  <a:t>Answer : No</a:t>
                </a:r>
              </a:p>
              <a:p>
                <a:pPr marL="1365250" lvl="3" indent="-457200" algn="l">
                  <a:lnSpc>
                    <a:spcPct val="114000"/>
                  </a:lnSpc>
                </a:pPr>
                <a:r>
                  <a:rPr lang="en-US" dirty="0"/>
                  <a:t>So logically:</a:t>
                </a:r>
              </a:p>
              <a:p>
                <a:pPr marL="1716087" lvl="4" indent="-457200" algn="l">
                  <a:lnSpc>
                    <a:spcPct val="114000"/>
                  </a:lnSpc>
                </a:pPr>
                <a:r>
                  <a:rPr lang="en-US" dirty="0"/>
                  <a:t>First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must happen,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happens within those who passed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US" dirty="0"/>
              </a:p>
              <a:p>
                <a:pPr marL="908050" lvl="3" indent="0" algn="l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i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i="0"/>
                            <m:t>Written</m:t>
                          </m:r>
                          <m:r>
                            <m:rPr>
                              <m:nor/>
                            </m:rPr>
                            <a:rPr lang="en-IN" i="0"/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/>
                            <m:t>and</m:t>
                          </m:r>
                          <m:r>
                            <m:rPr>
                              <m:nor/>
                            </m:rPr>
                            <a:rPr lang="en-IN" i="0"/>
                            <m:t> </m:t>
                          </m:r>
                          <m:r>
                            <m:rPr>
                              <m:nor/>
                            </m:rPr>
                            <a:rPr lang="en-IN" i="0"/>
                            <m:t>Interview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b="0" i="0" smtClean="0"/>
                            <m:t>Writen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endChr m:val="|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b="0" i="0" smtClean="0"/>
                            <m:t>Interview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b="0" i="0" smtClean="0"/>
                        <m:t>Written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b="0" dirty="0"/>
              </a:p>
              <a:p>
                <a:pPr marL="908050" lvl="3" indent="0" algn="l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US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266700" lvl="1" indent="0">
                  <a:lnSpc>
                    <a:spcPct val="114000"/>
                  </a:lnSpc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E0F5C77E-0B2D-DEC1-D409-169690B5295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9710"/>
                <a:ext cx="11929641" cy="5829300"/>
              </a:xfrm>
              <a:blipFill>
                <a:blip r:embed="rId2"/>
                <a:stretch>
                  <a:fillRect t="-62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F730AB5F-02F5-A538-364E-7B67FD427E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34949360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3C98F23-3AAB-99D4-CB34-D3689560F1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6280DD4-4B3E-A1C3-2694-015D56A764B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9710"/>
                <a:ext cx="11929641" cy="5829300"/>
              </a:xfrm>
            </p:spPr>
            <p:txBody>
              <a:bodyPr/>
              <a:lstStyle/>
              <a:p>
                <a:pPr marL="908050" lvl="3" indent="0" algn="ctr">
                  <a:lnSpc>
                    <a:spcPct val="150000"/>
                  </a:lnSpc>
                  <a:buNone/>
                </a:pPr>
                <a:r>
                  <a:rPr lang="en-IN" b="0" dirty="0"/>
                  <a:t>Second Formula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IN" dirty="0"/>
                  <a:t>This expression looks at the same final event, but in reverse logical order.</a:t>
                </a:r>
              </a:p>
              <a:p>
                <a:pPr lvl="1"/>
                <a:r>
                  <a:rPr lang="en-IN" dirty="0"/>
                  <a:t>A student clears the interview →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ar-AE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ar-AE" dirty="0"/>
              </a:p>
              <a:p>
                <a:pPr lvl="1"/>
                <a:r>
                  <a:rPr lang="en-IN" dirty="0"/>
                  <a:t>Given that the student cleared the interview, the probability that they must have cleared the written test →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ar-AE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ar-AE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ar-AE" i="0">
                            <a:latin typeface="Cambria Math" panose="02040503050406030204" pitchFamily="18" charset="0"/>
                          </a:rPr>
                          <m:t>∣</m:t>
                        </m:r>
                        <m:r>
                          <m:rPr>
                            <m:sty m:val="p"/>
                          </m:rPr>
                          <a:rPr lang="ar-AE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ar-AE" dirty="0"/>
              </a:p>
              <a:p>
                <a:pPr lvl="1"/>
                <a:r>
                  <a:rPr lang="en-IN" dirty="0"/>
                  <a:t>Since no student can clear the interview without clearing the written test,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ar-A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ar-AE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ar-AE" i="0">
                              <a:latin typeface="Cambria Math" panose="02040503050406030204" pitchFamily="18" charset="0"/>
                            </a:rPr>
                            <m:t>∣</m:t>
                          </m:r>
                          <m:r>
                            <m:rPr>
                              <m:sty m:val="p"/>
                            </m:rPr>
                            <a:rPr lang="ar-AE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ar-AE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i="0"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/>
              </a:p>
              <a:p>
                <a:pPr marL="0" indent="0">
                  <a:buNone/>
                </a:pPr>
                <a:endParaRPr lang="ar-AE" dirty="0"/>
              </a:p>
              <a:p>
                <a:pPr marL="266700" lvl="1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IN" i="1" smtClean="0"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F6280DD4-4B3E-A1C3-2694-015D56A764B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9710"/>
                <a:ext cx="11929641" cy="5829300"/>
              </a:xfrm>
              <a:blipFill>
                <a:blip r:embed="rId2"/>
                <a:stretch>
                  <a:fillRect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899A7829-AF50-FF32-65E4-681E89FD41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3443510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AA33C77-1430-E7E2-F403-FE38FE8832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E3EDB6E4-C40E-39E0-A321-6DBE3DF354E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marL="263525" indent="-355600"/>
                <a:r>
                  <a:rPr lang="en-GB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/>
                  <a:t> be any three events in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GB" dirty="0"/>
                  <a:t>, then</a:t>
                </a:r>
              </a:p>
              <a:p>
                <a:pPr marL="625475" lvl="1" indent="0" algn="ctr">
                  <a:buNone/>
                </a:pPr>
                <a:r>
                  <a:rPr lang="en-GB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dirty="0"/>
              </a:p>
              <a:p>
                <a:pPr marL="893763" lvl="1" indent="-530225" algn="l"/>
                <a:r>
                  <a:rPr lang="en-US" dirty="0"/>
                  <a:t>Think in three stages:</a:t>
                </a:r>
              </a:p>
              <a:p>
                <a:pPr marL="1257300" lvl="2" indent="-363538" algn="l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happens</a:t>
                </a:r>
              </a:p>
              <a:p>
                <a:pPr marL="1257300" lvl="2" indent="-363538" algn="l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happens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US" dirty="0"/>
              </a:p>
              <a:p>
                <a:pPr marL="1257300" lvl="2" indent="-363538" algn="l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happens given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IN" dirty="0"/>
              </a:p>
              <a:p>
                <a:pPr marL="625475" lvl="1" indent="0" algn="ctr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E3EDB6E4-C40E-39E0-A321-6DBE3DF354E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C48BE6E2-1298-3E9D-179D-46E865AD30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2404666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7547F7D-8B4B-8933-D53B-11B7AB2B14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115C430-F686-33A7-3544-C4500FBD2B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pPr marL="263525" indent="-355600"/>
                <a:r>
                  <a:rPr lang="en-GB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/>
                  <a:t> be any three events in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GB" dirty="0"/>
                  <a:t>, then</a:t>
                </a:r>
              </a:p>
              <a:p>
                <a:pPr marL="625475" lvl="1" indent="0" algn="ctr">
                  <a:buNone/>
                </a:pPr>
                <a:r>
                  <a:rPr lang="en-GB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dirty="0"/>
              </a:p>
              <a:p>
                <a:pPr marL="363538" indent="-358775" algn="l"/>
                <a:r>
                  <a:rPr lang="en-IN" dirty="0"/>
                  <a:t>Example</a:t>
                </a:r>
              </a:p>
              <a:p>
                <a:pPr marL="722313" lvl="1" indent="-358775" algn="l"/>
                <a:r>
                  <a:rPr lang="en-US" dirty="0"/>
                  <a:t>Imagine a company selects candidates through three stages:</a:t>
                </a:r>
              </a:p>
              <a:p>
                <a:pPr marL="998538" lvl="2" indent="-358775" algn="l"/>
                <a:r>
                  <a:rPr lang="en-US" dirty="0"/>
                  <a:t>Written Test</a:t>
                </a:r>
              </a:p>
              <a:p>
                <a:pPr marL="998538" lvl="2" indent="-358775" algn="l"/>
                <a:r>
                  <a:rPr lang="en-US" dirty="0"/>
                  <a:t>Technical Interview</a:t>
                </a:r>
              </a:p>
              <a:p>
                <a:pPr marL="998538" lvl="2" indent="-358775" algn="l"/>
                <a:r>
                  <a:rPr lang="en-US" dirty="0"/>
                  <a:t>HR Interview</a:t>
                </a:r>
              </a:p>
              <a:p>
                <a:pPr marL="722313" lvl="1" indent="-358775" algn="l"/>
                <a:r>
                  <a:rPr lang="en-US" dirty="0"/>
                  <a:t>Only students who clear one stage are allowed to go to the next.</a:t>
                </a:r>
                <a:endParaRPr lang="en-IN" dirty="0"/>
              </a:p>
              <a:p>
                <a:pPr marL="625475" lvl="1" indent="0" algn="ctr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1115C430-F686-33A7-3544-C4500FBD2B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C9379D8-2225-D3E6-64AA-85E08FB89E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2034514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63C853B5-2C86-EE91-55C6-345020405B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4946C32D-E628-F253-8F9A-DF7D17A6F7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897416"/>
              </a:xfrm>
            </p:spPr>
            <p:txBody>
              <a:bodyPr/>
              <a:lstStyle/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Let total students </a:t>
                </a:r>
                <a14:m>
                  <m:oMath xmlns:m="http://schemas.openxmlformats.org/officeDocument/2006/math">
                    <m:r>
                      <a:rPr lang="en-IN" b="0" i="1" smtClean="0">
                        <a:latin typeface="Cambria Math" panose="02040503050406030204" pitchFamily="18" charset="0"/>
                      </a:rPr>
                      <m:t>=100</m:t>
                    </m:r>
                  </m:oMath>
                </a14:m>
                <a:endParaRPr lang="en-US" dirty="0"/>
              </a:p>
              <a:p>
                <a:pPr marL="622300" lvl="1" indent="-355600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Student clears Written Test</a:t>
                </a:r>
              </a:p>
              <a:p>
                <a:pPr marL="622300" lvl="1" indent="-355600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Student clears Technical Interview</a:t>
                </a:r>
              </a:p>
              <a:p>
                <a:pPr marL="622300" lvl="1" indent="-355600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Student clears HR Interview</a:t>
                </a:r>
              </a:p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Out of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clear the written test</a:t>
                </a:r>
              </a:p>
              <a:p>
                <a:pPr marL="0" indent="0" algn="ctr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b="0" i="0" smtClean="0"/>
                        <m:t>First</m:t>
                      </m:r>
                      <m:r>
                        <m:rPr>
                          <m:nor/>
                        </m:rPr>
                        <a:rPr lang="en-IN" b="0" i="0" smtClean="0"/>
                        <m:t> </m:t>
                      </m:r>
                      <m:r>
                        <m:rPr>
                          <m:nor/>
                        </m:rPr>
                        <a:rPr lang="en-IN" b="0" i="0" smtClean="0"/>
                        <m:t>Stage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: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80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Out of those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lang="en-US" dirty="0"/>
                  <a:t> clear the technical interview</a:t>
                </a:r>
              </a:p>
              <a:p>
                <a:pPr marL="0" indent="0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b="0" i="0" smtClean="0"/>
                        <m:t>Second</m:t>
                      </m:r>
                      <m:r>
                        <m:rPr>
                          <m:nor/>
                        </m:rPr>
                        <a:rPr lang="en-IN"/>
                        <m:t> </m:t>
                      </m:r>
                      <m:r>
                        <m:rPr>
                          <m:nor/>
                        </m:rPr>
                        <a:rPr lang="en-IN"/>
                        <m:t>Stage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IN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</a:rPr>
                            <m:t>depends</m:t>
                          </m:r>
                          <m:r>
                            <m:rPr>
                              <m:nor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</a:rPr>
                            <m:t>on</m:t>
                          </m:r>
                          <m: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: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40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80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4946C32D-E628-F253-8F9A-DF7D17A6F7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897416"/>
              </a:xfrm>
              <a:blipFill>
                <a:blip r:embed="rId2"/>
                <a:stretch>
                  <a:fillRect l="-971" t="-31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15DA4160-702B-7AE6-D588-36065C3F6E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378948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A49E9E9F-7D0E-6002-F560-BA9406CAFB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AE276A7-0267-938F-24ED-CCDC4FEC2A1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648035"/>
              </a:xfrm>
            </p:spPr>
            <p:txBody>
              <a:bodyPr/>
              <a:lstStyle/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Out of those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80</m:t>
                    </m:r>
                  </m:oMath>
                </a14:m>
                <a:r>
                  <a:rPr lang="en-US" dirty="0"/>
                  <a:t>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lang="en-US" dirty="0"/>
                  <a:t> clear the technical interview</a:t>
                </a:r>
              </a:p>
              <a:p>
                <a:pPr marL="0" indent="0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/>
                        <m:t>Second</m:t>
                      </m:r>
                      <m:r>
                        <m:rPr>
                          <m:nor/>
                        </m:rPr>
                        <a:rPr lang="en-IN"/>
                        <m:t> </m:t>
                      </m:r>
                      <m:r>
                        <m:rPr>
                          <m:nor/>
                        </m:rPr>
                        <a:rPr lang="en-IN"/>
                        <m:t>Stage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>
                              <a:solidFill>
                                <a:srgbClr val="FF0000"/>
                              </a:solidFill>
                            </a:rPr>
                            <m:t>depends</m:t>
                          </m:r>
                          <m:r>
                            <m:rPr>
                              <m:nor/>
                            </m:rPr>
                            <a:rPr lang="en-IN">
                              <a:solidFill>
                                <a:srgbClr val="FF000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>
                              <a:solidFill>
                                <a:srgbClr val="FF0000"/>
                              </a:solidFill>
                            </a:rPr>
                            <m:t>on</m:t>
                          </m:r>
                          <m:r>
                            <a:rPr lang="en-IN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 :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>
                              <a:latin typeface="Cambria Math" panose="02040503050406030204" pitchFamily="18" charset="0"/>
                            </a:rPr>
                            <m:t>40</m:t>
                          </m:r>
                        </m:num>
                        <m:den>
                          <m:r>
                            <a:rPr lang="en-IN">
                              <a:latin typeface="Cambria Math" panose="02040503050406030204" pitchFamily="18" charset="0"/>
                            </a:rPr>
                            <m:t>80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 marL="263525" indent="-355600">
                  <a:lnSpc>
                    <a:spcPct val="120000"/>
                  </a:lnSpc>
                </a:pPr>
                <a:r>
                  <a:rPr lang="en-US" dirty="0"/>
                  <a:t>Out of those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lang="en-US" dirty="0"/>
                  <a:t> students,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US" dirty="0"/>
                  <a:t> clear the HR interview</a:t>
                </a:r>
              </a:p>
              <a:p>
                <a:pPr marL="0" indent="0">
                  <a:lnSpc>
                    <a:spcPct val="12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b="0" i="0" smtClean="0"/>
                        <m:t>Third</m:t>
                      </m:r>
                      <m:r>
                        <m:rPr>
                          <m:nor/>
                        </m:rPr>
                        <a:rPr lang="en-IN"/>
                        <m:t> </m:t>
                      </m:r>
                      <m:r>
                        <m:rPr>
                          <m:nor/>
                        </m:rPr>
                        <a:rPr lang="en-IN"/>
                        <m:t>Stage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>
                              <a:solidFill>
                                <a:srgbClr val="FF0000"/>
                              </a:solidFill>
                            </a:rPr>
                            <m:t>depends</m:t>
                          </m:r>
                          <m:r>
                            <m:rPr>
                              <m:nor/>
                            </m:rPr>
                            <a:rPr lang="en-IN">
                              <a:solidFill>
                                <a:srgbClr val="FF0000"/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>
                              <a:solidFill>
                                <a:srgbClr val="FF0000"/>
                              </a:solidFill>
                            </a:rPr>
                            <m:t>on</m:t>
                          </m:r>
                          <m:r>
                            <a:rPr lang="en-IN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</a:rPr>
                            <m:t>and</m:t>
                          </m:r>
                          <m: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 :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0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0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>
                  <a:lnSpc>
                    <a:spcPct val="130000"/>
                  </a:lnSpc>
                </a:pPr>
                <a:r>
                  <a:rPr lang="en-US" dirty="0"/>
                  <a:t>The probability that the candidate gets finally selected is</a:t>
                </a:r>
              </a:p>
              <a:p>
                <a:pPr marL="0" indent="0">
                  <a:lnSpc>
                    <a:spcPct val="15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US" dirty="0">
                  <a:solidFill>
                    <a:srgbClr val="002060"/>
                  </a:solidFill>
                </a:endParaRPr>
              </a:p>
              <a:p>
                <a:pPr marL="4572000" indent="0">
                  <a:lnSpc>
                    <a:spcPct val="13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80</m:t>
                          </m:r>
                        </m:num>
                        <m:den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f>
                        <m:fPr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40</m:t>
                          </m:r>
                        </m:num>
                        <m:den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80</m:t>
                          </m:r>
                        </m:den>
                      </m:f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f>
                        <m:fPr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20</m:t>
                          </m:r>
                        </m:num>
                        <m:den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40</m:t>
                          </m:r>
                        </m:den>
                      </m:f>
                      <m:r>
                        <a:rPr lang="en-IN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20</m:t>
                          </m:r>
                        </m:num>
                        <m:den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  <m:r>
                        <a:rPr lang="en-IN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%</m:t>
                      </m:r>
                    </m:oMath>
                  </m:oMathPara>
                </a14:m>
                <a:endParaRPr lang="en-US" dirty="0"/>
              </a:p>
              <a:p>
                <a:pPr marL="0" indent="0">
                  <a:lnSpc>
                    <a:spcPct val="120000"/>
                  </a:lnSpc>
                  <a:buNone/>
                </a:pPr>
                <a:endParaRPr lang="en-US" dirty="0">
                  <a:solidFill>
                    <a:srgbClr val="002060"/>
                  </a:solidFill>
                </a:endParaRPr>
              </a:p>
              <a:p>
                <a:pPr marL="0" indent="0">
                  <a:lnSpc>
                    <a:spcPct val="120000"/>
                  </a:lnSpc>
                  <a:buNone/>
                </a:pPr>
                <a:endParaRPr lang="en-US" dirty="0">
                  <a:solidFill>
                    <a:srgbClr val="002060"/>
                  </a:solidFill>
                </a:endParaRPr>
              </a:p>
              <a:p>
                <a:pPr marL="0" indent="0">
                  <a:lnSpc>
                    <a:spcPct val="120000"/>
                  </a:lnSpc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DAE276A7-0267-938F-24ED-CCDC4FEC2A1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648035"/>
              </a:xfrm>
              <a:blipFill>
                <a:blip r:embed="rId2"/>
                <a:stretch>
                  <a:fillRect l="-971" t="-32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F49F8031-7826-229E-A10A-719556F977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Multiplicative Law of Probability</a:t>
            </a:r>
          </a:p>
        </p:txBody>
      </p:sp>
    </p:spTree>
    <p:extLst>
      <p:ext uri="{BB962C8B-B14F-4D97-AF65-F5344CB8AC3E}">
        <p14:creationId xmlns:p14="http://schemas.microsoft.com/office/powerpoint/2010/main" val="2234191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AAF87-E413-77F7-54F7-E4B0B92734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5B44ACA-73C1-6678-6F64-D6F9A4DA4E4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0100"/>
                <a:ext cx="11929641" cy="5653909"/>
              </a:xfrm>
            </p:spPr>
            <p:txBody>
              <a:bodyPr/>
              <a:lstStyle/>
              <a:p>
                <a:r>
                  <a:rPr lang="en-IN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be two events associated with the same random experiment,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are known as independent if and only if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lvl="1"/>
                <a:r>
                  <a:rPr lang="en-US" dirty="0"/>
                  <a:t>i.e., two events are independent if the happening of one does not affect the happening of the other.</a:t>
                </a:r>
              </a:p>
              <a:p>
                <a:pPr lvl="1"/>
                <a:r>
                  <a:rPr lang="en-US" dirty="0"/>
                  <a:t>Example:</a:t>
                </a:r>
              </a:p>
              <a:p>
                <a:pPr lvl="2"/>
                <a:r>
                  <a:rPr lang="en-US" dirty="0"/>
                  <a:t>Tossing a coin</a:t>
                </a:r>
              </a:p>
              <a:p>
                <a:pPr lvl="2"/>
                <a:r>
                  <a:rPr lang="en-US" dirty="0"/>
                  <a:t>Rolling a die</a:t>
                </a:r>
              </a:p>
              <a:p>
                <a:pPr lvl="3"/>
                <a:r>
                  <a:rPr lang="en-US" dirty="0"/>
                  <a:t>Getting Head does not affect getting 6.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5B44ACA-73C1-6678-6F64-D6F9A4DA4E4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0100"/>
                <a:ext cx="11929641" cy="565390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48807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2BD71A-41CF-EAC1-F9C4-A3292D3F9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295A58-4571-E7B0-86FF-793C2EA7DD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E513FBF-F4B3-0BF1-104E-389AC371D0F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r>
                  <a:rPr lang="en-IN" dirty="0"/>
                  <a:t>Also, </a:t>
                </a:r>
                <a:r>
                  <a:rPr lang="en-US" dirty="0"/>
                  <a:t>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are independent if knowing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happened does not change the probability of B.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["/>
                          <m:endChr m:val="]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or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lvl="1"/>
                <a:r>
                  <a:rPr lang="en-US" dirty="0"/>
                  <a:t>i.e., the probability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after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is the same as the probability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before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1"/>
                <a:r>
                  <a:rPr lang="en-US" dirty="0"/>
                  <a:t>Example : Define events: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Coin shows Head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Die shows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lang="en-US" dirty="0"/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dirty="0"/>
                        <m:t>We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know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that</m:t>
                      </m:r>
                      <m:r>
                        <m:rPr>
                          <m:nor/>
                        </m:rPr>
                        <a:rPr lang="en-IN" b="0" i="0" dirty="0" smtClean="0"/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6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  <a:p>
                <a:pPr lvl="1"/>
                <a:r>
                  <a:rPr lang="en-US" dirty="0"/>
                  <a:t>Given that the coin shows Head, what is the chance the die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?</a:t>
                </a:r>
              </a:p>
              <a:p>
                <a:pPr marL="271463" lvl="1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dirty="0"/>
                        <m:t>Still</m:t>
                      </m:r>
                      <m:r>
                        <m:rPr>
                          <m:nor/>
                        </m:rPr>
                        <a:rPr lang="en-IN" b="0" i="0" dirty="0" smtClean="0"/>
                        <m:t> 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6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1E513FBF-F4B3-0BF1-104E-389AC371D0F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97259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A0E961-F753-B3AE-3F23-8350508427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287922-61FA-9170-CAFA-45252E5CCE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Events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B5982F3-E5A1-3067-26DB-6EB296F2658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9926"/>
                <a:ext cx="6737211" cy="2814938"/>
              </a:xfrm>
            </p:spPr>
            <p:txBody>
              <a:bodyPr/>
              <a:lstStyle/>
              <a:p>
                <a:r>
                  <a:rPr lang="en-IN" dirty="0"/>
                  <a:t>So, if </a:t>
                </a:r>
                <a:r>
                  <a:rPr lang="en-US" dirty="0"/>
                  <a:t>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are independent, then</a:t>
                </a:r>
                <a:endParaRPr lang="en-IN" b="0" i="1" dirty="0">
                  <a:latin typeface="Cambria Math" panose="02040503050406030204" pitchFamily="18" charset="0"/>
                </a:endParaRP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b="0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endParaRPr lang="en-IN" dirty="0"/>
              </a:p>
              <a:p>
                <a:r>
                  <a:rPr lang="en-IN" dirty="0"/>
                  <a:t>From conditional probability: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B5982F3-E5A1-3067-26DB-6EB296F2658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9926"/>
                <a:ext cx="6737211" cy="2814938"/>
              </a:xfrm>
              <a:blipFill>
                <a:blip r:embed="rId2"/>
                <a:stretch>
                  <a:fillRect l="-171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075CF19-EBDC-A962-6073-359D55F2A9B1}"/>
                  </a:ext>
                </a:extLst>
              </p:cNvPr>
              <p:cNvSpPr txBox="1"/>
              <p:nvPr/>
            </p:nvSpPr>
            <p:spPr>
              <a:xfrm>
                <a:off x="1012407" y="3678383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</m:num>
                        <m:den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075CF19-EBDC-A962-6073-359D55F2A9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407" y="3678383"/>
                <a:ext cx="4575906" cy="98943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TextBox 6">
            <a:extLst>
              <a:ext uri="{FF2B5EF4-FFF2-40B4-BE49-F238E27FC236}">
                <a16:creationId xmlns:a16="http://schemas.microsoft.com/office/drawing/2014/main" id="{C2E087E5-A541-309A-A26E-C3E2CBC1F6AA}"/>
              </a:ext>
            </a:extLst>
          </p:cNvPr>
          <p:cNvSpPr txBox="1"/>
          <p:nvPr/>
        </p:nvSpPr>
        <p:spPr>
          <a:xfrm>
            <a:off x="406270" y="4920738"/>
            <a:ext cx="55373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If events A and B are independent</a:t>
            </a:r>
            <a:endParaRPr lang="en-IN" sz="2800" dirty="0">
              <a:solidFill>
                <a:srgbClr val="002060"/>
              </a:solidFill>
              <a:latin typeface="Cambria Math" panose="020405030504060302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8CD37D4-57B1-4ED8-C122-C9DE0D597B21}"/>
                  </a:ext>
                </a:extLst>
              </p:cNvPr>
              <p:cNvSpPr txBox="1"/>
              <p:nvPr/>
            </p:nvSpPr>
            <p:spPr>
              <a:xfrm>
                <a:off x="1012407" y="5724252"/>
                <a:ext cx="301926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8CD37D4-57B1-4ED8-C122-C9DE0D597B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407" y="5724252"/>
                <a:ext cx="301926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23ACACAA-DB59-5B31-E06C-74AC5C599710}"/>
                  </a:ext>
                </a:extLst>
              </p:cNvPr>
              <p:cNvSpPr txBox="1"/>
              <p:nvPr/>
            </p:nvSpPr>
            <p:spPr>
              <a:xfrm>
                <a:off x="6248402" y="2833256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23ACACAA-DB59-5B31-E06C-74AC5C5997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8402" y="2833256"/>
                <a:ext cx="4575906" cy="98943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CF8796F-18BD-7839-2755-B8FECD44BB37}"/>
                  </a:ext>
                </a:extLst>
              </p:cNvPr>
              <p:cNvSpPr txBox="1"/>
              <p:nvPr/>
            </p:nvSpPr>
            <p:spPr>
              <a:xfrm>
                <a:off x="6248402" y="4278754"/>
                <a:ext cx="4575906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CF8796F-18BD-7839-2755-B8FECD44BB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8402" y="4278754"/>
                <a:ext cx="4575906" cy="98943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76E3D80-622D-0411-7784-AC3298AF21A4}"/>
                  </a:ext>
                </a:extLst>
              </p:cNvPr>
              <p:cNvSpPr txBox="1"/>
              <p:nvPr/>
            </p:nvSpPr>
            <p:spPr>
              <a:xfrm>
                <a:off x="6248402" y="5724252"/>
                <a:ext cx="457590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 sz="2800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76E3D80-622D-0411-7784-AC3298AF21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8402" y="5724252"/>
                <a:ext cx="457590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15245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0995A3-BEDE-A710-5991-9223BA0B61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Summary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AC3D3F42-04E6-4E26-FDA1-6D8F831B867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4373574"/>
              </a:xfrm>
            </p:spPr>
            <p:txBody>
              <a:bodyPr/>
              <a:lstStyle/>
              <a:p>
                <a:r>
                  <a:rPr lang="en-IN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be two events associated with the same random experiment,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are known as independent if and only if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r>
                  <a:rPr lang="en-IN" dirty="0"/>
                  <a:t>So, if </a:t>
                </a:r>
                <a:r>
                  <a:rPr lang="en-US" dirty="0"/>
                  <a:t>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are independent, then</a:t>
                </a:r>
                <a:endParaRPr lang="en-IN" i="1" dirty="0">
                  <a:latin typeface="Cambria Math" panose="02040503050406030204" pitchFamily="18" charset="0"/>
                </a:endParaRP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endParaRPr lang="en-IN" dirty="0"/>
              </a:p>
              <a:p>
                <a:pPr marL="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AC3D3F42-04E6-4E26-FDA1-6D8F831B867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4373574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0232839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ECBA44-AC62-F908-BDCE-DBE1E91C7D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5B3E25-06FA-35E3-2FCC-32211B0D52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Events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4CD678-AD6F-A5D5-AD7A-08E6077F173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Whenever you are confused, ask:</a:t>
            </a:r>
          </a:p>
          <a:p>
            <a:pPr lvl="1"/>
            <a:r>
              <a:rPr lang="en-US" dirty="0"/>
              <a:t>If Event A happens, does it change the chances of Event B?</a:t>
            </a:r>
          </a:p>
          <a:p>
            <a:pPr lvl="2"/>
            <a:r>
              <a:rPr lang="en-US" dirty="0"/>
              <a:t>No → Independent events</a:t>
            </a:r>
          </a:p>
          <a:p>
            <a:pPr lvl="2"/>
            <a:r>
              <a:rPr lang="en-US" dirty="0"/>
              <a:t>Yes → Dependent events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816638281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dirty="0"/>
                  <a:t>Three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dirty="0"/>
                  <a:t> are known as </a:t>
                </a:r>
                <a:r>
                  <a:rPr lang="en-US" b="1" dirty="0"/>
                  <a:t>mutually independent </a:t>
                </a:r>
                <a:r>
                  <a:rPr lang="en-US" dirty="0"/>
                  <a:t>if</a:t>
                </a:r>
                <a:endParaRPr lang="en-IN" dirty="0"/>
              </a:p>
              <a:p>
                <a:pPr marL="174625" indent="0" algn="l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/>
              </a:p>
              <a:p>
                <a:pPr marL="174625" indent="0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174625" indent="0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174625" indent="0"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GB" dirty="0"/>
              </a:p>
              <a:p>
                <a:pPr marL="274638" indent="-274638"/>
                <a:r>
                  <a:rPr lang="en-GB" dirty="0"/>
                  <a:t>If the last condition is not satisfied, the events are said to be </a:t>
                </a:r>
                <a:r>
                  <a:rPr lang="en-GB" b="1" dirty="0"/>
                  <a:t>pairwise independent.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Mutually Independent Events</a:t>
            </a:r>
          </a:p>
        </p:txBody>
      </p:sp>
    </p:spTree>
    <p:extLst>
      <p:ext uri="{BB962C8B-B14F-4D97-AF65-F5344CB8AC3E}">
        <p14:creationId xmlns:p14="http://schemas.microsoft.com/office/powerpoint/2010/main" val="2426346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6467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algn="l">
                  <a:lnSpc>
                    <a:spcPct val="114000"/>
                  </a:lnSpc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If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and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are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independent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events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,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with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i="0">
                          <a:latin typeface="Cambria Math" panose="02040503050406030204" pitchFamily="18" charset="0"/>
                        </a:rPr>
                        <m:t>, 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i="0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i="0" dirty="0">
                  <a:latin typeface="+mj-lt"/>
                </a:endParaRPr>
              </a:p>
              <a:p>
                <a:pPr algn="l">
                  <a:lnSpc>
                    <a:spcPct val="114000"/>
                  </a:lnSpc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>
                          <a:latin typeface="+mj-lt"/>
                        </a:rPr>
                        <m:t>Find</m:t>
                      </m:r>
                      <m:r>
                        <a:rPr lang="en-US" i="0" dirty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, 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and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64676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67123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DBB86788-4E93-4C45-BD2E-B399F8B13909}"/>
                  </a:ext>
                </a:extLst>
              </p:cNvPr>
              <p:cNvSpPr txBox="1"/>
              <p:nvPr/>
            </p:nvSpPr>
            <p:spPr>
              <a:xfrm>
                <a:off x="1594216" y="2671237"/>
                <a:ext cx="627562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(1)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b="1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sz="2800" b="1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1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a:rPr lang="en-IN" sz="2800" b="1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DBB86788-4E93-4C45-BD2E-B399F8B139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671237"/>
                <a:ext cx="6275620" cy="523220"/>
              </a:xfrm>
              <a:prstGeom prst="rect">
                <a:avLst/>
              </a:prstGeom>
              <a:blipFill rotWithShape="0">
                <a:blip r:embed="rId3"/>
                <a:stretch>
                  <a:fillRect l="-2041" t="-10465" b="-3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5800E8E7-E162-4553-A4DC-112701301B7C}"/>
                  </a:ext>
                </a:extLst>
              </p:cNvPr>
              <p:cNvSpPr txBox="1"/>
              <p:nvPr/>
            </p:nvSpPr>
            <p:spPr>
              <a:xfrm>
                <a:off x="3455036" y="4281609"/>
                <a:ext cx="3566578" cy="106048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5800E8E7-E162-4553-A4DC-112701301B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5036" y="4281609"/>
                <a:ext cx="3566578" cy="106048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E54987FF-390C-4CDB-85CE-1748AE7FF2C2}"/>
              </a:ext>
            </a:extLst>
          </p:cNvPr>
          <p:cNvCxnSpPr>
            <a:cxnSpLocks/>
          </p:cNvCxnSpPr>
          <p:nvPr/>
        </p:nvCxnSpPr>
        <p:spPr>
          <a:xfrm>
            <a:off x="481177" y="1730379"/>
            <a:ext cx="4424652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43EB467-8AF9-4EB2-876D-6176AAEC3E4B}"/>
                  </a:ext>
                </a:extLst>
              </p:cNvPr>
              <p:cNvSpPr txBox="1"/>
              <p:nvPr/>
            </p:nvSpPr>
            <p:spPr>
              <a:xfrm>
                <a:off x="3455036" y="5504483"/>
                <a:ext cx="1175973" cy="91057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59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64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43EB467-8AF9-4EB2-876D-6176AAEC3E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5036" y="5504483"/>
                <a:ext cx="1175973" cy="91057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8F0D1E3-1D1A-4D58-B76C-3A65EA68090F}"/>
                  </a:ext>
                </a:extLst>
              </p:cNvPr>
              <p:cNvSpPr txBox="1"/>
              <p:nvPr/>
            </p:nvSpPr>
            <p:spPr>
              <a:xfrm>
                <a:off x="8565572" y="2671237"/>
                <a:ext cx="214609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r>
                  <a:rPr lang="en-GB" b="0" dirty="0">
                    <a:solidFill>
                      <a:srgbClr val="002060"/>
                    </a:solidFill>
                  </a:rPr>
                  <a:t>(2)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8F0D1E3-1D1A-4D58-B76C-3A65EA6809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65572" y="2671237"/>
                <a:ext cx="2146093" cy="523220"/>
              </a:xfrm>
              <a:prstGeom prst="rect">
                <a:avLst/>
              </a:prstGeom>
              <a:blipFill>
                <a:blip r:embed="rId6"/>
                <a:stretch>
                  <a:fillRect l="-5682" t="-12791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08CF7CB-D2F5-4356-83EF-3D1F1B020BF1}"/>
                  </a:ext>
                </a:extLst>
              </p:cNvPr>
              <p:cNvSpPr txBox="1"/>
              <p:nvPr/>
            </p:nvSpPr>
            <p:spPr>
              <a:xfrm>
                <a:off x="10415110" y="2671237"/>
                <a:ext cx="128176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08CF7CB-D2F5-4356-83EF-3D1F1B020B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15110" y="2671237"/>
                <a:ext cx="128176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8F78FBE-9A9A-4E33-A2F6-6EDAC93F0CE7}"/>
                  </a:ext>
                </a:extLst>
              </p:cNvPr>
              <p:cNvSpPr txBox="1"/>
              <p:nvPr/>
            </p:nvSpPr>
            <p:spPr>
              <a:xfrm>
                <a:off x="10382808" y="3473131"/>
                <a:ext cx="961881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8F78FBE-9A9A-4E33-A2F6-6EDAC93F0C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82808" y="3473131"/>
                <a:ext cx="961881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203C8BC-64FA-4A05-A1C6-181383D4507D}"/>
                  </a:ext>
                </a:extLst>
              </p:cNvPr>
              <p:cNvSpPr txBox="1"/>
              <p:nvPr/>
            </p:nvSpPr>
            <p:spPr>
              <a:xfrm>
                <a:off x="8582507" y="4772882"/>
                <a:ext cx="205420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r>
                  <a:rPr lang="en-GB" dirty="0"/>
                  <a:t>(3)</a:t>
                </a:r>
                <a:r>
                  <a:rPr lang="en-GB" b="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203C8BC-64FA-4A05-A1C6-181383D450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82507" y="4772882"/>
                <a:ext cx="2054207" cy="523220"/>
              </a:xfrm>
              <a:prstGeom prst="rect">
                <a:avLst/>
              </a:prstGeom>
              <a:blipFill>
                <a:blip r:embed="rId9"/>
                <a:stretch>
                  <a:fillRect l="-6231" t="-12791" b="-302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CE3D066-B26C-431C-8AF3-197A68CC96BE}"/>
                  </a:ext>
                </a:extLst>
              </p:cNvPr>
              <p:cNvSpPr txBox="1"/>
              <p:nvPr/>
            </p:nvSpPr>
            <p:spPr>
              <a:xfrm>
                <a:off x="10430100" y="4772882"/>
                <a:ext cx="128176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CE3D066-B26C-431C-8AF3-197A68CC96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30100" y="4772882"/>
                <a:ext cx="128176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8C7DB3-C64A-411F-86E9-C48370BAFCC0}"/>
                  </a:ext>
                </a:extLst>
              </p:cNvPr>
              <p:cNvSpPr txBox="1"/>
              <p:nvPr/>
            </p:nvSpPr>
            <p:spPr>
              <a:xfrm>
                <a:off x="10415110" y="5513268"/>
                <a:ext cx="961881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8C7DB3-C64A-411F-86E9-C48370BAFC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15110" y="5513268"/>
                <a:ext cx="961881" cy="90178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5A915F0-8326-4310-8E6F-F99F9DB562DD}"/>
                  </a:ext>
                </a:extLst>
              </p:cNvPr>
              <p:cNvSpPr txBox="1"/>
              <p:nvPr/>
            </p:nvSpPr>
            <p:spPr>
              <a:xfrm>
                <a:off x="3455036" y="3473131"/>
                <a:ext cx="290158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5A915F0-8326-4310-8E6F-F99F9DB562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5036" y="3473131"/>
                <a:ext cx="290158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F2E0A2C-9178-4F54-8FD4-15F3262F45B8}"/>
                  </a:ext>
                </a:extLst>
              </p:cNvPr>
              <p:cNvSpPr txBox="1"/>
              <p:nvPr/>
            </p:nvSpPr>
            <p:spPr>
              <a:xfrm>
                <a:off x="6114190" y="3476423"/>
                <a:ext cx="205466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IN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b="1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F2E0A2C-9178-4F54-8FD4-15F3262F45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4190" y="3476423"/>
                <a:ext cx="205466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7C1E2105-65F8-4953-8DE6-0660BEA0721E}"/>
              </a:ext>
            </a:extLst>
          </p:cNvPr>
          <p:cNvCxnSpPr>
            <a:cxnSpLocks/>
          </p:cNvCxnSpPr>
          <p:nvPr/>
        </p:nvCxnSpPr>
        <p:spPr>
          <a:xfrm>
            <a:off x="8288879" y="2671237"/>
            <a:ext cx="0" cy="3831247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48474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7" grpId="0"/>
      <p:bldP spid="24" grpId="0"/>
      <p:bldP spid="18" grpId="0"/>
      <p:bldP spid="34" grpId="0"/>
      <p:bldP spid="35" grpId="0"/>
      <p:bldP spid="39" grpId="0"/>
      <p:bldP spid="40" grpId="0"/>
      <p:bldP spid="41" grpId="0"/>
      <p:bldP spid="42" grpId="0"/>
      <p:bldP spid="21" grpId="0"/>
      <p:bldP spid="23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27842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3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A person is known to hit the target in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out of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4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shots, whereas another person is known to hit the target in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out of </a:t>
                </a:r>
                <a14:m>
                  <m:oMath xmlns:m="http://schemas.openxmlformats.org/officeDocument/2006/math">
                    <m:r>
                      <a:rPr kumimoji="0" lang="en-US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3</m:t>
                    </m:r>
                  </m:oMath>
                </a14:m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shots. What is probability that target will be hit?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78422"/>
              </a:xfrm>
              <a:prstGeom prst="rect">
                <a:avLst/>
              </a:prstGeom>
              <a:blipFill>
                <a:blip r:embed="rId2"/>
                <a:stretch>
                  <a:fillRect l="-1074" r="-1074" b="-619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230289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125161-A7C4-4F5D-93B1-42B909DCD2C4}"/>
                  </a:ext>
                </a:extLst>
              </p:cNvPr>
              <p:cNvSpPr txBox="1"/>
              <p:nvPr/>
            </p:nvSpPr>
            <p:spPr>
              <a:xfrm>
                <a:off x="1594215" y="2345316"/>
                <a:ext cx="645874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Let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IN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: 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Person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A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hits the target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125161-A7C4-4F5D-93B1-42B909DCD2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345316"/>
                <a:ext cx="6458740" cy="523220"/>
              </a:xfrm>
              <a:prstGeom prst="rect">
                <a:avLst/>
              </a:prstGeom>
              <a:blipFill>
                <a:blip r:embed="rId3"/>
                <a:stretch>
                  <a:fillRect l="-1983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0B74DA1-E627-4C1A-A2D7-A1ECC25A4F16}"/>
                  </a:ext>
                </a:extLst>
              </p:cNvPr>
              <p:cNvSpPr txBox="1"/>
              <p:nvPr/>
            </p:nvSpPr>
            <p:spPr>
              <a:xfrm>
                <a:off x="1594214" y="3989463"/>
                <a:ext cx="60431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:r>
                  <a:rPr lang="en-IN" sz="2800" dirty="0">
                    <a:solidFill>
                      <a:srgbClr val="002060"/>
                    </a:solidFill>
                  </a:rPr>
                  <a:t>and let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Person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hits the target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0B74DA1-E627-4C1A-A2D7-A1ECC25A4F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989463"/>
                <a:ext cx="6043103" cy="523220"/>
              </a:xfrm>
              <a:prstGeom prst="rect">
                <a:avLst/>
              </a:prstGeom>
              <a:blipFill>
                <a:blip r:embed="rId4"/>
                <a:stretch>
                  <a:fillRect l="-211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5AF495F1-0A60-D9E1-E55D-4F9B207E2BE8}"/>
                  </a:ext>
                </a:extLst>
              </p:cNvPr>
              <p:cNvSpPr txBox="1"/>
              <p:nvPr/>
            </p:nvSpPr>
            <p:spPr>
              <a:xfrm>
                <a:off x="1594215" y="2979421"/>
                <a:ext cx="8786303" cy="8991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Person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A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hits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the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target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in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3 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out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4 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shots</m:t>
                          </m:r>
                        </m:e>
                      </m:d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5AF495F1-0A60-D9E1-E55D-4F9B207E2B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979421"/>
                <a:ext cx="8786303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EB0657-D263-D6C0-4512-450CE19E77CF}"/>
                  </a:ext>
                </a:extLst>
              </p:cNvPr>
              <p:cNvSpPr txBox="1"/>
              <p:nvPr/>
            </p:nvSpPr>
            <p:spPr>
              <a:xfrm>
                <a:off x="1594215" y="4713878"/>
                <a:ext cx="8786303" cy="8991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Person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B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hits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the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target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in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2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out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3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shots</m:t>
                          </m:r>
                        </m:e>
                      </m:d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EB0657-D263-D6C0-4512-450CE19E77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713878"/>
                <a:ext cx="8786303" cy="89915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TextBox 6">
            <a:extLst>
              <a:ext uri="{FF2B5EF4-FFF2-40B4-BE49-F238E27FC236}">
                <a16:creationId xmlns:a16="http://schemas.microsoft.com/office/drawing/2014/main" id="{B3382F46-9FDC-5B8D-01B2-708C4BF0BBF8}"/>
              </a:ext>
            </a:extLst>
          </p:cNvPr>
          <p:cNvSpPr txBox="1"/>
          <p:nvPr/>
        </p:nvSpPr>
        <p:spPr>
          <a:xfrm>
            <a:off x="1594214" y="5676027"/>
            <a:ext cx="900451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28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Probability that the target will be hit means </a:t>
            </a:r>
            <a:r>
              <a:rPr lang="en-US" sz="2800" b="1" i="0" dirty="0">
                <a:solidFill>
                  <a:srgbClr val="FF0000"/>
                </a:solidFill>
                <a:latin typeface="+mj-lt"/>
              </a:rPr>
              <a:t>at least one</a:t>
            </a:r>
            <a:r>
              <a:rPr lang="en-US" sz="28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 of them hits the target.</a:t>
            </a:r>
            <a:endParaRPr kumimoji="0" lang="en-IN" sz="2800" b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0000"/>
                  <a:lumOff val="10000"/>
                </a:schemeClr>
              </a:solidFill>
              <a:effectLst/>
              <a:uLnTx/>
              <a:uFillTx/>
              <a:latin typeface="Roboto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152490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4" grpId="0"/>
      <p:bldP spid="35" grpId="0"/>
      <p:bldP spid="3" grpId="0"/>
      <p:bldP spid="5" grpId="0"/>
      <p:bldP spid="7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4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E545C03-B501-4B8C-ADF8-5BF508A35868}"/>
                  </a:ext>
                </a:extLst>
              </p:cNvPr>
              <p:cNvSpPr txBox="1"/>
              <p:nvPr/>
            </p:nvSpPr>
            <p:spPr>
              <a:xfrm>
                <a:off x="166488" y="1349653"/>
                <a:ext cx="71902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E545C03-B501-4B8C-ADF8-5BF508A358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488" y="1349653"/>
                <a:ext cx="7190275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4AC945DF-31DE-4695-82B8-3C533BF587F7}"/>
              </a:ext>
            </a:extLst>
          </p:cNvPr>
          <p:cNvSpPr txBox="1"/>
          <p:nvPr/>
        </p:nvSpPr>
        <p:spPr>
          <a:xfrm>
            <a:off x="158969" y="2014210"/>
            <a:ext cx="1110439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Since, the probability of one person hitting the target does not affect the other,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50E92AF-B223-45F0-A8B1-0034D6136A9B}"/>
                  </a:ext>
                </a:extLst>
              </p:cNvPr>
              <p:cNvSpPr txBox="1"/>
              <p:nvPr/>
            </p:nvSpPr>
            <p:spPr>
              <a:xfrm>
                <a:off x="1917543" y="4032624"/>
                <a:ext cx="3566578" cy="106048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den>
                          </m:f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⋅</m:t>
                          </m:r>
                          <m:f>
                            <m:fPr>
                              <m:ctrlP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50E92AF-B223-45F0-A8B1-0034D6136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17543" y="4032624"/>
                <a:ext cx="3566578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D3D9298-BE81-47F2-9ECF-F9FA563340AB}"/>
                  </a:ext>
                </a:extLst>
              </p:cNvPr>
              <p:cNvSpPr txBox="1"/>
              <p:nvPr/>
            </p:nvSpPr>
            <p:spPr>
              <a:xfrm>
                <a:off x="1917543" y="5398188"/>
                <a:ext cx="1175973" cy="91057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12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D3D9298-BE81-47F2-9ECF-F9FA563340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17543" y="5398188"/>
                <a:ext cx="1175973" cy="9105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823AF8D-A078-457A-9CD1-A624F3BC5D5E}"/>
                  </a:ext>
                </a:extLst>
              </p:cNvPr>
              <p:cNvSpPr txBox="1"/>
              <p:nvPr/>
            </p:nvSpPr>
            <p:spPr>
              <a:xfrm>
                <a:off x="166487" y="3204323"/>
                <a:ext cx="649983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A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B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212121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823AF8D-A078-457A-9CD1-A624F3BC5D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487" y="3204323"/>
                <a:ext cx="649983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6B2ED7C-4629-485B-8D21-D07566DFFEC2}"/>
                  </a:ext>
                </a:extLst>
              </p:cNvPr>
              <p:cNvSpPr txBox="1"/>
              <p:nvPr/>
            </p:nvSpPr>
            <p:spPr>
              <a:xfrm>
                <a:off x="158968" y="2565871"/>
                <a:ext cx="47588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A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and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B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are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independent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events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.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6B2ED7C-4629-485B-8D21-D07566DFFE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968" y="2565871"/>
                <a:ext cx="47588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extBox 3">
            <a:extLst>
              <a:ext uri="{FF2B5EF4-FFF2-40B4-BE49-F238E27FC236}">
                <a16:creationId xmlns:a16="http://schemas.microsoft.com/office/drawing/2014/main" id="{C9597EFD-49A7-B2E2-48B2-8119AC79C94B}"/>
              </a:ext>
            </a:extLst>
          </p:cNvPr>
          <p:cNvSpPr txBox="1"/>
          <p:nvPr/>
        </p:nvSpPr>
        <p:spPr>
          <a:xfrm>
            <a:off x="166487" y="739642"/>
            <a:ext cx="114609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28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Probability that the target will be hit means </a:t>
            </a:r>
            <a:r>
              <a:rPr lang="en-US" sz="2800" b="1" i="0" dirty="0">
                <a:solidFill>
                  <a:srgbClr val="FF0000"/>
                </a:solidFill>
                <a:latin typeface="+mj-lt"/>
              </a:rPr>
              <a:t>at least one</a:t>
            </a:r>
            <a:r>
              <a:rPr lang="en-US" sz="2800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 of them hits the target.</a:t>
            </a:r>
            <a:endParaRPr kumimoji="0" lang="en-IN" sz="2800" b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0000"/>
                  <a:lumOff val="10000"/>
                </a:schemeClr>
              </a:solidFill>
              <a:effectLst/>
              <a:uLnTx/>
              <a:uFillTx/>
              <a:latin typeface="Roboto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4220976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15" grpId="0"/>
      <p:bldP spid="16" grpId="0"/>
      <p:bldP spid="17" grpId="0"/>
      <p:bldP spid="18" grpId="0"/>
      <p:bldP spid="21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8"/>
            <a:ext cx="11929645" cy="510624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00000"/>
              </a:lnSpc>
            </a:pPr>
            <a:r>
              <a:rPr lang="en-US" dirty="0"/>
              <a:t>A market survey was conducted in four cities to find out the preference for brand X soap. The responses are shown below: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8D342469-8C84-4EAD-B1BE-4F5A830D0D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3259267"/>
              </p:ext>
            </p:extLst>
          </p:nvPr>
        </p:nvGraphicFramePr>
        <p:xfrm>
          <a:off x="350251" y="1858729"/>
          <a:ext cx="7941518" cy="230400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758428">
                  <a:extLst>
                    <a:ext uri="{9D8B030D-6E8A-4147-A177-3AD203B41FA5}">
                      <a16:colId xmlns:a16="http://schemas.microsoft.com/office/drawing/2014/main" val="2433329078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3464893450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3857945437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3606347837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1244922438"/>
                    </a:ext>
                  </a:extLst>
                </a:gridCol>
                <a:gridCol w="1236618">
                  <a:extLst>
                    <a:ext uri="{9D8B030D-6E8A-4147-A177-3AD203B41FA5}">
                      <a16:colId xmlns:a16="http://schemas.microsoft.com/office/drawing/2014/main" val="82967320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 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Delhi 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Kolkata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Chennai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Mumbai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46817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Yes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60</a:t>
                      </a:r>
                      <a:endParaRPr lang="en-IN" sz="260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50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17482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</a:t>
                      </a:r>
                      <a:endParaRPr lang="en-IN" sz="260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84729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 opinion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854905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782991"/>
                  </a:ext>
                </a:extLst>
              </a:tr>
            </a:tbl>
          </a:graphicData>
        </a:graphic>
      </p:graphicFrame>
      <p:sp>
        <p:nvSpPr>
          <p:cNvPr id="57" name="TextBox 56">
            <a:extLst>
              <a:ext uri="{FF2B5EF4-FFF2-40B4-BE49-F238E27FC236}">
                <a16:creationId xmlns:a16="http://schemas.microsoft.com/office/drawing/2014/main" id="{1F69D3D2-4BE7-495C-80D9-493C02ABD29E}"/>
              </a:ext>
            </a:extLst>
          </p:cNvPr>
          <p:cNvSpPr txBox="1"/>
          <p:nvPr/>
        </p:nvSpPr>
        <p:spPr>
          <a:xfrm>
            <a:off x="2193808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85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99D11EA-8535-4E85-A63F-C701F2493245}"/>
              </a:ext>
            </a:extLst>
          </p:cNvPr>
          <p:cNvSpPr txBox="1"/>
          <p:nvPr/>
        </p:nvSpPr>
        <p:spPr>
          <a:xfrm>
            <a:off x="3422980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105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B2682-B675-4779-A744-D0CDB8E35551}"/>
              </a:ext>
            </a:extLst>
          </p:cNvPr>
          <p:cNvSpPr txBox="1"/>
          <p:nvPr/>
        </p:nvSpPr>
        <p:spPr>
          <a:xfrm>
            <a:off x="4661192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E1D16DF-1CD6-4918-8994-622AD608C02B}"/>
              </a:ext>
            </a:extLst>
          </p:cNvPr>
          <p:cNvSpPr txBox="1"/>
          <p:nvPr/>
        </p:nvSpPr>
        <p:spPr>
          <a:xfrm>
            <a:off x="5871705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FF0BE5-51F9-484B-89AA-9EC0E3C7CE3D}"/>
              </a:ext>
            </a:extLst>
          </p:cNvPr>
          <p:cNvSpPr txBox="1"/>
          <p:nvPr/>
        </p:nvSpPr>
        <p:spPr>
          <a:xfrm>
            <a:off x="7109828" y="2297350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210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05F102F1-88CF-47C6-9923-573232C0D6E9}"/>
              </a:ext>
            </a:extLst>
          </p:cNvPr>
          <p:cNvSpPr txBox="1"/>
          <p:nvPr/>
        </p:nvSpPr>
        <p:spPr>
          <a:xfrm>
            <a:off x="7109828" y="276195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160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AF7133B-7AED-41B4-B850-FB033E885593}"/>
              </a:ext>
            </a:extLst>
          </p:cNvPr>
          <p:cNvSpPr txBox="1"/>
          <p:nvPr/>
        </p:nvSpPr>
        <p:spPr>
          <a:xfrm>
            <a:off x="7109828" y="3235689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5AAFE973-16C7-4D84-9569-F25C19769E25}"/>
              </a:ext>
            </a:extLst>
          </p:cNvPr>
          <p:cNvSpPr txBox="1"/>
          <p:nvPr/>
        </p:nvSpPr>
        <p:spPr>
          <a:xfrm>
            <a:off x="7109828" y="3719174"/>
            <a:ext cx="1115263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chemeClr val="bg2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390</a:t>
            </a:r>
            <a:endParaRPr lang="en-IN" sz="2600" dirty="0">
              <a:solidFill>
                <a:schemeClr val="bg2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5</a:t>
            </a:r>
            <a:endParaRPr lang="en-US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0368568-3F56-4E52-A5A6-3600816F37AB}"/>
              </a:ext>
            </a:extLst>
          </p:cNvPr>
          <p:cNvSpPr txBox="1"/>
          <p:nvPr/>
        </p:nvSpPr>
        <p:spPr>
          <a:xfrm>
            <a:off x="131177" y="4149302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/>
            </a:pPr>
            <a:r>
              <a:rPr lang="en-US" sz="2800" dirty="0">
                <a:solidFill>
                  <a:schemeClr val="bg2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What is the probability that a consumer preferred brand X, given that he was from Chennai?</a:t>
            </a:r>
            <a:endParaRPr lang="en-IN" sz="2800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267FD73-C427-4CF4-8AA5-6CF428A5A142}"/>
              </a:ext>
            </a:extLst>
          </p:cNvPr>
          <p:cNvSpPr txBox="1"/>
          <p:nvPr/>
        </p:nvSpPr>
        <p:spPr>
          <a:xfrm>
            <a:off x="131177" y="5035045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 startAt="2"/>
            </a:pPr>
            <a:r>
              <a:rPr lang="en-GB" sz="2800" dirty="0">
                <a:solidFill>
                  <a:schemeClr val="bg2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 a consumer preferred brand X, what is the probability that he was from Mumbai</a:t>
            </a:r>
            <a:r>
              <a:rPr lang="en-US" sz="2800" dirty="0">
                <a:solidFill>
                  <a:schemeClr val="bg2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?</a:t>
            </a:r>
            <a:endParaRPr lang="en-IN" sz="2800" dirty="0">
              <a:solidFill>
                <a:schemeClr val="bg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32944920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5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0368568-3F56-4E52-A5A6-3600816F37AB}"/>
              </a:ext>
            </a:extLst>
          </p:cNvPr>
          <p:cNvSpPr txBox="1"/>
          <p:nvPr/>
        </p:nvSpPr>
        <p:spPr>
          <a:xfrm>
            <a:off x="202748" y="3125618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/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What is the probability that a consumer preferred brand X, given that he was from Chennai?</a:t>
            </a:r>
            <a:endParaRPr lang="en-IN" sz="2800" b="1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267FD73-C427-4CF4-8AA5-6CF428A5A142}"/>
              </a:ext>
            </a:extLst>
          </p:cNvPr>
          <p:cNvSpPr txBox="1"/>
          <p:nvPr/>
        </p:nvSpPr>
        <p:spPr>
          <a:xfrm>
            <a:off x="202747" y="6884788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 startAt="2"/>
            </a:pPr>
            <a:r>
              <a:rPr lang="en-GB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 a consumer preferred brand X, what is the probability that he was from Mumbai</a:t>
            </a: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?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F78A630D-E57B-4B75-9D87-40FB4683EB37}"/>
              </a:ext>
            </a:extLst>
          </p:cNvPr>
          <p:cNvGraphicFramePr>
            <a:graphicFrameLocks noGrp="1"/>
          </p:cNvGraphicFramePr>
          <p:nvPr/>
        </p:nvGraphicFramePr>
        <p:xfrm>
          <a:off x="2029848" y="855291"/>
          <a:ext cx="7630617" cy="21634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689587">
                  <a:extLst>
                    <a:ext uri="{9D8B030D-6E8A-4147-A177-3AD203B41FA5}">
                      <a16:colId xmlns:a16="http://schemas.microsoft.com/office/drawing/2014/main" val="2433329078"/>
                    </a:ext>
                  </a:extLst>
                </a:gridCol>
                <a:gridCol w="1188206">
                  <a:extLst>
                    <a:ext uri="{9D8B030D-6E8A-4147-A177-3AD203B41FA5}">
                      <a16:colId xmlns:a16="http://schemas.microsoft.com/office/drawing/2014/main" val="3464893450"/>
                    </a:ext>
                  </a:extLst>
                </a:gridCol>
                <a:gridCol w="1188206">
                  <a:extLst>
                    <a:ext uri="{9D8B030D-6E8A-4147-A177-3AD203B41FA5}">
                      <a16:colId xmlns:a16="http://schemas.microsoft.com/office/drawing/2014/main" val="3857945437"/>
                    </a:ext>
                  </a:extLst>
                </a:gridCol>
                <a:gridCol w="1287086">
                  <a:extLst>
                    <a:ext uri="{9D8B030D-6E8A-4147-A177-3AD203B41FA5}">
                      <a16:colId xmlns:a16="http://schemas.microsoft.com/office/drawing/2014/main" val="3606347837"/>
                    </a:ext>
                  </a:extLst>
                </a:gridCol>
                <a:gridCol w="1270000">
                  <a:extLst>
                    <a:ext uri="{9D8B030D-6E8A-4147-A177-3AD203B41FA5}">
                      <a16:colId xmlns:a16="http://schemas.microsoft.com/office/drawing/2014/main" val="1244922438"/>
                    </a:ext>
                  </a:extLst>
                </a:gridCol>
                <a:gridCol w="1007532">
                  <a:extLst>
                    <a:ext uri="{9D8B030D-6E8A-4147-A177-3AD203B41FA5}">
                      <a16:colId xmlns:a16="http://schemas.microsoft.com/office/drawing/2014/main" val="829673207"/>
                    </a:ext>
                  </a:extLst>
                </a:gridCol>
              </a:tblGrid>
              <a:tr h="578503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 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Delhi 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Kolkata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Chennai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Mumbai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468173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Yes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60</a:t>
                      </a:r>
                      <a:endParaRPr lang="en-IN" sz="26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50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174820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</a:t>
                      </a:r>
                      <a:endParaRPr lang="en-IN" sz="26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8472993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 opinion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8549054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782991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DD447B1F-E793-417E-99A6-FE5CF24FB768}"/>
              </a:ext>
            </a:extLst>
          </p:cNvPr>
          <p:cNvSpPr txBox="1"/>
          <p:nvPr/>
        </p:nvSpPr>
        <p:spPr>
          <a:xfrm>
            <a:off x="3809065" y="2589174"/>
            <a:ext cx="106773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85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E382470-ACDD-42ED-AE10-D84F11F11E14}"/>
              </a:ext>
            </a:extLst>
          </p:cNvPr>
          <p:cNvSpPr txBox="1"/>
          <p:nvPr/>
        </p:nvSpPr>
        <p:spPr>
          <a:xfrm>
            <a:off x="4994327" y="2601323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105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37F7F7E-EE35-4A09-8745-ABFDFFBCACBB}"/>
              </a:ext>
            </a:extLst>
          </p:cNvPr>
          <p:cNvSpPr txBox="1"/>
          <p:nvPr/>
        </p:nvSpPr>
        <p:spPr>
          <a:xfrm>
            <a:off x="6207715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215E840-890A-4A1C-8186-D4FA8F90AE86}"/>
              </a:ext>
            </a:extLst>
          </p:cNvPr>
          <p:cNvSpPr txBox="1"/>
          <p:nvPr/>
        </p:nvSpPr>
        <p:spPr>
          <a:xfrm>
            <a:off x="7413701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62F231-163B-4559-9BB1-22077C891EFD}"/>
              </a:ext>
            </a:extLst>
          </p:cNvPr>
          <p:cNvSpPr txBox="1"/>
          <p:nvPr/>
        </p:nvSpPr>
        <p:spPr>
          <a:xfrm>
            <a:off x="8484221" y="1373483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210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34C3A0B-9082-4909-9D90-81828C1C58CC}"/>
              </a:ext>
            </a:extLst>
          </p:cNvPr>
          <p:cNvSpPr txBox="1"/>
          <p:nvPr/>
        </p:nvSpPr>
        <p:spPr>
          <a:xfrm>
            <a:off x="8450356" y="1744846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160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9AFD8C1-CC69-48E8-8ED7-C5E07AD8142C}"/>
              </a:ext>
            </a:extLst>
          </p:cNvPr>
          <p:cNvSpPr txBox="1"/>
          <p:nvPr/>
        </p:nvSpPr>
        <p:spPr>
          <a:xfrm>
            <a:off x="8450355" y="2167010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BED8145-5085-448D-A924-F98226305DF8}"/>
              </a:ext>
            </a:extLst>
          </p:cNvPr>
          <p:cNvSpPr txBox="1"/>
          <p:nvPr/>
        </p:nvSpPr>
        <p:spPr>
          <a:xfrm>
            <a:off x="8518088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390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150D260-974F-4B2E-ABA3-2EDCDF01554E}"/>
              </a:ext>
            </a:extLst>
          </p:cNvPr>
          <p:cNvSpPr txBox="1">
            <a:spLocks/>
          </p:cNvSpPr>
          <p:nvPr/>
        </p:nvSpPr>
        <p:spPr>
          <a:xfrm>
            <a:off x="131176" y="80894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03DEF67-291F-4DD6-A8C0-BBB8B9259418}"/>
                  </a:ext>
                </a:extLst>
              </p:cNvPr>
              <p:cNvSpPr txBox="1"/>
              <p:nvPr/>
            </p:nvSpPr>
            <p:spPr>
              <a:xfrm>
                <a:off x="9945928" y="808947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b="0" i="0" dirty="0" smtClean="0">
                          <a:latin typeface="Cambria Math" panose="02040503050406030204" pitchFamily="18" charset="0"/>
                        </a:rPr>
                        <m:t>n</m:t>
                      </m:r>
                      <m:d>
                        <m:dPr>
                          <m:ctrlPr>
                            <a:rPr lang="en-GB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b="0" i="0" dirty="0" smtClean="0">
                              <a:latin typeface="Cambria Math" panose="02040503050406030204" pitchFamily="18" charset="0"/>
                            </a:rPr>
                            <m:t>S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+mn-lt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03DEF67-291F-4DD6-A8C0-BBB8B92594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45928" y="808947"/>
                <a:ext cx="863234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7A84687-3719-42D3-8228-7AC2F7D6B0D9}"/>
                  </a:ext>
                </a:extLst>
              </p:cNvPr>
              <p:cNvSpPr txBox="1"/>
              <p:nvPr/>
            </p:nvSpPr>
            <p:spPr>
              <a:xfrm>
                <a:off x="10739312" y="808947"/>
                <a:ext cx="12499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7A84687-3719-42D3-8228-7AC2F7D6B0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9312" y="808947"/>
                <a:ext cx="124993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7CC18B4-124A-4C5D-9487-7B6D191B66C1}"/>
                  </a:ext>
                </a:extLst>
              </p:cNvPr>
              <p:cNvSpPr txBox="1"/>
              <p:nvPr/>
            </p:nvSpPr>
            <p:spPr>
              <a:xfrm>
                <a:off x="1594215" y="4063693"/>
                <a:ext cx="518495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consumer is from Chennai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7CC18B4-124A-4C5D-9487-7B6D191B6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063693"/>
                <a:ext cx="5184955" cy="523220"/>
              </a:xfrm>
              <a:prstGeom prst="rect">
                <a:avLst/>
              </a:prstGeom>
              <a:blipFill>
                <a:blip r:embed="rId4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A6EE28F-94EA-4D81-A369-D6B0BDCB7C96}"/>
                  </a:ext>
                </a:extLst>
              </p:cNvPr>
              <p:cNvSpPr txBox="1"/>
              <p:nvPr/>
            </p:nvSpPr>
            <p:spPr>
              <a:xfrm>
                <a:off x="6208687" y="4063693"/>
                <a:ext cx="539023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consumer preferred Brand X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A6EE28F-94EA-4D81-A369-D6B0BDCB7C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687" y="4063693"/>
                <a:ext cx="5390236" cy="523220"/>
              </a:xfrm>
              <a:prstGeom prst="rect">
                <a:avLst/>
              </a:prstGeom>
              <a:blipFill>
                <a:blip r:embed="rId5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E2487A5-C1B8-4C22-88CD-45D36BD6E65F}"/>
                  </a:ext>
                </a:extLst>
              </p:cNvPr>
              <p:cNvSpPr txBox="1"/>
              <p:nvPr/>
            </p:nvSpPr>
            <p:spPr>
              <a:xfrm>
                <a:off x="1594215" y="5263378"/>
                <a:ext cx="141345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E2487A5-C1B8-4C22-88CD-45D36BD6E6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5263378"/>
                <a:ext cx="14134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74EBF2-B522-458E-BBD2-5782E056B698}"/>
                  </a:ext>
                </a:extLst>
              </p:cNvPr>
              <p:cNvSpPr txBox="1"/>
              <p:nvPr/>
            </p:nvSpPr>
            <p:spPr>
              <a:xfrm>
                <a:off x="2887945" y="5030269"/>
                <a:ext cx="2106382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74EBF2-B522-458E-BBD2-5782E056B6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945" y="5030269"/>
                <a:ext cx="2106382" cy="98943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68FC1F1-443D-4BA8-9D96-F30360CCDA81}"/>
                  </a:ext>
                </a:extLst>
              </p:cNvPr>
              <p:cNvSpPr txBox="1"/>
              <p:nvPr/>
            </p:nvSpPr>
            <p:spPr>
              <a:xfrm>
                <a:off x="4921354" y="5263378"/>
                <a:ext cx="4199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68FC1F1-443D-4BA8-9D96-F30360CCDA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1354" y="5263378"/>
                <a:ext cx="4199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CBD8152-00D6-44E2-B3A5-1A7830C86E4F}"/>
              </a:ext>
            </a:extLst>
          </p:cNvPr>
          <p:cNvSpPr/>
          <p:nvPr/>
        </p:nvSpPr>
        <p:spPr>
          <a:xfrm>
            <a:off x="6139967" y="951442"/>
            <a:ext cx="1158300" cy="38629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906E703-B7FA-4ED3-8BC6-B14EBB91C6EE}"/>
                  </a:ext>
                </a:extLst>
              </p:cNvPr>
              <p:cNvSpPr txBox="1"/>
              <p:nvPr/>
            </p:nvSpPr>
            <p:spPr>
              <a:xfrm>
                <a:off x="5357546" y="4902253"/>
                <a:ext cx="1593150" cy="12830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60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390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100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90</m:t>
                              </m:r>
                            </m:den>
                          </m:f>
                          <m:r>
                            <a:rPr lang="en-IN" sz="2800" i="1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906E703-B7FA-4ED3-8BC6-B14EBB91C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7546" y="4902253"/>
                <a:ext cx="1593150" cy="1283044"/>
              </a:xfrm>
              <a:prstGeom prst="rect">
                <a:avLst/>
              </a:prstGeom>
              <a:blipFill>
                <a:blip r:embed="rId9"/>
                <a:stretch>
                  <a:fillRect r="-842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F681BE5-4C8F-49EA-994D-3126442D747C}"/>
                  </a:ext>
                </a:extLst>
              </p:cNvPr>
              <p:cNvSpPr txBox="1"/>
              <p:nvPr/>
            </p:nvSpPr>
            <p:spPr>
              <a:xfrm>
                <a:off x="5524149" y="4885646"/>
                <a:ext cx="1476172" cy="6581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type m:val="skw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390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F681BE5-4C8F-49EA-994D-3126442D74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4149" y="4885646"/>
                <a:ext cx="1476172" cy="65812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8019613-83BB-45A5-BFF3-4387B4E7994D}"/>
                  </a:ext>
                </a:extLst>
              </p:cNvPr>
              <p:cNvSpPr txBox="1"/>
              <p:nvPr/>
            </p:nvSpPr>
            <p:spPr>
              <a:xfrm>
                <a:off x="5524149" y="5560382"/>
                <a:ext cx="1476172" cy="6581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type m:val="skw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390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8019613-83BB-45A5-BFF3-4387B4E799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4149" y="5560382"/>
                <a:ext cx="1476172" cy="65812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2D8DE4A-6C89-4A2E-897A-12AD0E7822E0}"/>
                  </a:ext>
                </a:extLst>
              </p:cNvPr>
              <p:cNvSpPr txBox="1"/>
              <p:nvPr/>
            </p:nvSpPr>
            <p:spPr>
              <a:xfrm>
                <a:off x="7166924" y="5263378"/>
                <a:ext cx="124173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2D8DE4A-6C89-4A2E-897A-12AD0E7822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6924" y="5263378"/>
                <a:ext cx="124173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43EF5739-1940-476B-9C4F-4A10977F5600}"/>
              </a:ext>
            </a:extLst>
          </p:cNvPr>
          <p:cNvSpPr/>
          <p:nvPr/>
        </p:nvSpPr>
        <p:spPr>
          <a:xfrm>
            <a:off x="6387926" y="2665684"/>
            <a:ext cx="666539" cy="397588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4" name="Rectangle: Rounded Corners 63">
            <a:extLst>
              <a:ext uri="{FF2B5EF4-FFF2-40B4-BE49-F238E27FC236}">
                <a16:creationId xmlns:a16="http://schemas.microsoft.com/office/drawing/2014/main" id="{43EF5739-1940-476B-9C4F-4A10977F5600}"/>
              </a:ext>
            </a:extLst>
          </p:cNvPr>
          <p:cNvSpPr/>
          <p:nvPr/>
        </p:nvSpPr>
        <p:spPr>
          <a:xfrm>
            <a:off x="8703977" y="2663538"/>
            <a:ext cx="666539" cy="397588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5" name="Rectangle: Rounded Corners 2">
            <a:extLst>
              <a:ext uri="{FF2B5EF4-FFF2-40B4-BE49-F238E27FC236}">
                <a16:creationId xmlns:a16="http://schemas.microsoft.com/office/drawing/2014/main" id="{ECBD8152-00D6-44E2-B3A5-1A7830C86E4F}"/>
              </a:ext>
            </a:extLst>
          </p:cNvPr>
          <p:cNvSpPr/>
          <p:nvPr/>
        </p:nvSpPr>
        <p:spPr>
          <a:xfrm>
            <a:off x="6139967" y="1446742"/>
            <a:ext cx="1158300" cy="38629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Rectangle: Rounded Corners 2">
            <a:extLst>
              <a:ext uri="{FF2B5EF4-FFF2-40B4-BE49-F238E27FC236}">
                <a16:creationId xmlns:a16="http://schemas.microsoft.com/office/drawing/2014/main" id="{ECBD8152-00D6-44E2-B3A5-1A7830C86E4F}"/>
              </a:ext>
            </a:extLst>
          </p:cNvPr>
          <p:cNvSpPr/>
          <p:nvPr/>
        </p:nvSpPr>
        <p:spPr>
          <a:xfrm>
            <a:off x="2349017" y="1446742"/>
            <a:ext cx="1158300" cy="38629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176206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44" grpId="0"/>
      <p:bldP spid="45" grpId="0"/>
      <p:bldP spid="3" grpId="0" animBg="1"/>
      <p:bldP spid="3" grpId="1" animBg="1"/>
      <p:bldP spid="47" grpId="0"/>
      <p:bldP spid="46" grpId="0"/>
      <p:bldP spid="48" grpId="0"/>
      <p:bldP spid="50" grpId="0"/>
      <p:bldP spid="64" grpId="0" animBg="1"/>
      <p:bldP spid="64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extBox 62">
            <a:extLst>
              <a:ext uri="{FF2B5EF4-FFF2-40B4-BE49-F238E27FC236}">
                <a16:creationId xmlns:a16="http://schemas.microsoft.com/office/drawing/2014/main" id="{E267FD73-C427-4CF4-8AA5-6CF428A5A142}"/>
              </a:ext>
            </a:extLst>
          </p:cNvPr>
          <p:cNvSpPr txBox="1"/>
          <p:nvPr/>
        </p:nvSpPr>
        <p:spPr>
          <a:xfrm>
            <a:off x="202748" y="3117602"/>
            <a:ext cx="117865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buAutoNum type="arabicParenBoth" startAt="2"/>
            </a:pPr>
            <a:r>
              <a:rPr lang="en-GB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 a consumer preferred brand X, what is the probability that he was from Mumbai</a:t>
            </a: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?</a:t>
            </a:r>
            <a:endParaRPr lang="en-IN" sz="2800" b="1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5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150D260-974F-4B2E-ABA3-2EDCDF01554E}"/>
              </a:ext>
            </a:extLst>
          </p:cNvPr>
          <p:cNvSpPr txBox="1">
            <a:spLocks/>
          </p:cNvSpPr>
          <p:nvPr/>
        </p:nvSpPr>
        <p:spPr>
          <a:xfrm>
            <a:off x="131176" y="80894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7CC18B4-124A-4C5D-9487-7B6D191B66C1}"/>
                  </a:ext>
                </a:extLst>
              </p:cNvPr>
              <p:cNvSpPr txBox="1"/>
              <p:nvPr/>
            </p:nvSpPr>
            <p:spPr>
              <a:xfrm>
                <a:off x="6506005" y="4063693"/>
                <a:ext cx="518495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consumer is from Mumbai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7CC18B4-124A-4C5D-9487-7B6D191B6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6005" y="4063693"/>
                <a:ext cx="5184955" cy="523220"/>
              </a:xfrm>
              <a:prstGeom prst="rect">
                <a:avLst/>
              </a:prstGeom>
              <a:blipFill>
                <a:blip r:embed="rId4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A6EE28F-94EA-4D81-A369-D6B0BDCB7C96}"/>
                  </a:ext>
                </a:extLst>
              </p:cNvPr>
              <p:cNvSpPr txBox="1"/>
              <p:nvPr/>
            </p:nvSpPr>
            <p:spPr>
              <a:xfrm>
                <a:off x="1594215" y="4063693"/>
                <a:ext cx="46135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</a:rPr>
                  <a:t>consumer preferred Brand X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A6EE28F-94EA-4D81-A369-D6B0BDCB7C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063693"/>
                <a:ext cx="4613500" cy="523220"/>
              </a:xfrm>
              <a:prstGeom prst="rect">
                <a:avLst/>
              </a:prstGeom>
              <a:blipFill>
                <a:blip r:embed="rId5"/>
                <a:stretch>
                  <a:fillRect t="-11765" r="-661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E2487A5-C1B8-4C22-88CD-45D36BD6E65F}"/>
                  </a:ext>
                </a:extLst>
              </p:cNvPr>
              <p:cNvSpPr txBox="1"/>
              <p:nvPr/>
            </p:nvSpPr>
            <p:spPr>
              <a:xfrm>
                <a:off x="1594215" y="5263378"/>
                <a:ext cx="141345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E2487A5-C1B8-4C22-88CD-45D36BD6E6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5263378"/>
                <a:ext cx="14134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74EBF2-B522-458E-BBD2-5782E056B698}"/>
                  </a:ext>
                </a:extLst>
              </p:cNvPr>
              <p:cNvSpPr txBox="1"/>
              <p:nvPr/>
            </p:nvSpPr>
            <p:spPr>
              <a:xfrm>
                <a:off x="2887945" y="5030269"/>
                <a:ext cx="2106382" cy="9894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</m:d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74EBF2-B522-458E-BBD2-5782E056B6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945" y="5030269"/>
                <a:ext cx="2106382" cy="98943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68FC1F1-443D-4BA8-9D96-F30360CCDA81}"/>
                  </a:ext>
                </a:extLst>
              </p:cNvPr>
              <p:cNvSpPr txBox="1"/>
              <p:nvPr/>
            </p:nvSpPr>
            <p:spPr>
              <a:xfrm>
                <a:off x="4921354" y="5263378"/>
                <a:ext cx="4199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68FC1F1-443D-4BA8-9D96-F30360CCDA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1354" y="5263378"/>
                <a:ext cx="4199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906E703-B7FA-4ED3-8BC6-B14EBB91C6EE}"/>
                  </a:ext>
                </a:extLst>
              </p:cNvPr>
              <p:cNvSpPr txBox="1"/>
              <p:nvPr/>
            </p:nvSpPr>
            <p:spPr>
              <a:xfrm>
                <a:off x="5357546" y="4902253"/>
                <a:ext cx="1593150" cy="12830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60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390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100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90</m:t>
                              </m:r>
                            </m:den>
                          </m:f>
                          <m:r>
                            <a:rPr lang="en-IN" sz="2800" i="1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chemeClr val="bg2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906E703-B7FA-4ED3-8BC6-B14EBB91C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7546" y="4902253"/>
                <a:ext cx="1593150" cy="1283044"/>
              </a:xfrm>
              <a:prstGeom prst="rect">
                <a:avLst/>
              </a:prstGeom>
              <a:blipFill>
                <a:blip r:embed="rId9"/>
                <a:stretch>
                  <a:fillRect r="-842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F681BE5-4C8F-49EA-994D-3126442D747C}"/>
                  </a:ext>
                </a:extLst>
              </p:cNvPr>
              <p:cNvSpPr txBox="1"/>
              <p:nvPr/>
            </p:nvSpPr>
            <p:spPr>
              <a:xfrm>
                <a:off x="5524149" y="4885646"/>
                <a:ext cx="1476172" cy="66691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type m:val="skw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390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F681BE5-4C8F-49EA-994D-3126442D74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4149" y="4885646"/>
                <a:ext cx="1476172" cy="66691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8019613-83BB-45A5-BFF3-4387B4E7994D}"/>
                  </a:ext>
                </a:extLst>
              </p:cNvPr>
              <p:cNvSpPr txBox="1"/>
              <p:nvPr/>
            </p:nvSpPr>
            <p:spPr>
              <a:xfrm>
                <a:off x="5524149" y="5560382"/>
                <a:ext cx="1476172" cy="6581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type m:val="skw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390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8019613-83BB-45A5-BFF3-4387B4E799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4149" y="5560382"/>
                <a:ext cx="1476172" cy="65812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2D8DE4A-6C89-4A2E-897A-12AD0E7822E0}"/>
                  </a:ext>
                </a:extLst>
              </p:cNvPr>
              <p:cNvSpPr txBox="1"/>
              <p:nvPr/>
            </p:nvSpPr>
            <p:spPr>
              <a:xfrm>
                <a:off x="7166923" y="5263378"/>
                <a:ext cx="153137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2D8DE4A-6C89-4A2E-897A-12AD0E7822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6923" y="5263378"/>
                <a:ext cx="153137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F78A630D-E57B-4B75-9D87-40FB4683EB37}"/>
              </a:ext>
            </a:extLst>
          </p:cNvPr>
          <p:cNvGraphicFramePr>
            <a:graphicFrameLocks noGrp="1"/>
          </p:cNvGraphicFramePr>
          <p:nvPr/>
        </p:nvGraphicFramePr>
        <p:xfrm>
          <a:off x="2029848" y="855291"/>
          <a:ext cx="7630617" cy="21634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689587">
                  <a:extLst>
                    <a:ext uri="{9D8B030D-6E8A-4147-A177-3AD203B41FA5}">
                      <a16:colId xmlns:a16="http://schemas.microsoft.com/office/drawing/2014/main" val="2433329078"/>
                    </a:ext>
                  </a:extLst>
                </a:gridCol>
                <a:gridCol w="1188206">
                  <a:extLst>
                    <a:ext uri="{9D8B030D-6E8A-4147-A177-3AD203B41FA5}">
                      <a16:colId xmlns:a16="http://schemas.microsoft.com/office/drawing/2014/main" val="3464893450"/>
                    </a:ext>
                  </a:extLst>
                </a:gridCol>
                <a:gridCol w="1188206">
                  <a:extLst>
                    <a:ext uri="{9D8B030D-6E8A-4147-A177-3AD203B41FA5}">
                      <a16:colId xmlns:a16="http://schemas.microsoft.com/office/drawing/2014/main" val="3857945437"/>
                    </a:ext>
                  </a:extLst>
                </a:gridCol>
                <a:gridCol w="1287086">
                  <a:extLst>
                    <a:ext uri="{9D8B030D-6E8A-4147-A177-3AD203B41FA5}">
                      <a16:colId xmlns:a16="http://schemas.microsoft.com/office/drawing/2014/main" val="3606347837"/>
                    </a:ext>
                  </a:extLst>
                </a:gridCol>
                <a:gridCol w="1270000">
                  <a:extLst>
                    <a:ext uri="{9D8B030D-6E8A-4147-A177-3AD203B41FA5}">
                      <a16:colId xmlns:a16="http://schemas.microsoft.com/office/drawing/2014/main" val="1244922438"/>
                    </a:ext>
                  </a:extLst>
                </a:gridCol>
                <a:gridCol w="1007532">
                  <a:extLst>
                    <a:ext uri="{9D8B030D-6E8A-4147-A177-3AD203B41FA5}">
                      <a16:colId xmlns:a16="http://schemas.microsoft.com/office/drawing/2014/main" val="829673207"/>
                    </a:ext>
                  </a:extLst>
                </a:gridCol>
              </a:tblGrid>
              <a:tr h="578503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 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Delhi 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Kolkata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Chennai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Mumbai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468173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Yes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60</a:t>
                      </a:r>
                      <a:endParaRPr lang="en-IN" sz="26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50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174820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</a:t>
                      </a:r>
                      <a:endParaRPr lang="en-IN" sz="26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35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45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8472993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</a:rPr>
                        <a:t>No opinion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6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5</a:t>
                      </a: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8549054"/>
                  </a:ext>
                </a:extLst>
              </a:tr>
              <a:tr h="289252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IN" sz="26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4306" marR="64306" marT="0" marB="0" anchor="ctr">
                    <a:lnL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782991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DD447B1F-E793-417E-99A6-FE5CF24FB768}"/>
              </a:ext>
            </a:extLst>
          </p:cNvPr>
          <p:cNvSpPr txBox="1"/>
          <p:nvPr/>
        </p:nvSpPr>
        <p:spPr>
          <a:xfrm>
            <a:off x="3809065" y="2589174"/>
            <a:ext cx="106773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85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E382470-ACDD-42ED-AE10-D84F11F11E14}"/>
              </a:ext>
            </a:extLst>
          </p:cNvPr>
          <p:cNvSpPr txBox="1"/>
          <p:nvPr/>
        </p:nvSpPr>
        <p:spPr>
          <a:xfrm>
            <a:off x="4994327" y="2601323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105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37F7F7E-EE35-4A09-8745-ABFDFFBCACBB}"/>
              </a:ext>
            </a:extLst>
          </p:cNvPr>
          <p:cNvSpPr txBox="1"/>
          <p:nvPr/>
        </p:nvSpPr>
        <p:spPr>
          <a:xfrm>
            <a:off x="6207715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7215E840-890A-4A1C-8186-D4FA8F90AE86}"/>
              </a:ext>
            </a:extLst>
          </p:cNvPr>
          <p:cNvSpPr txBox="1"/>
          <p:nvPr/>
        </p:nvSpPr>
        <p:spPr>
          <a:xfrm>
            <a:off x="7413701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100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262F231-163B-4559-9BB1-22077C891EFD}"/>
              </a:ext>
            </a:extLst>
          </p:cNvPr>
          <p:cNvSpPr txBox="1"/>
          <p:nvPr/>
        </p:nvSpPr>
        <p:spPr>
          <a:xfrm>
            <a:off x="8484221" y="1373483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210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34C3A0B-9082-4909-9D90-81828C1C58CC}"/>
              </a:ext>
            </a:extLst>
          </p:cNvPr>
          <p:cNvSpPr txBox="1"/>
          <p:nvPr/>
        </p:nvSpPr>
        <p:spPr>
          <a:xfrm>
            <a:off x="8450356" y="1744846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160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9AFD8C1-CC69-48E8-8ED7-C5E07AD8142C}"/>
              </a:ext>
            </a:extLst>
          </p:cNvPr>
          <p:cNvSpPr txBox="1"/>
          <p:nvPr/>
        </p:nvSpPr>
        <p:spPr>
          <a:xfrm>
            <a:off x="8450355" y="2167010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20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BED8145-5085-448D-A924-F98226305DF8}"/>
              </a:ext>
            </a:extLst>
          </p:cNvPr>
          <p:cNvSpPr txBox="1"/>
          <p:nvPr/>
        </p:nvSpPr>
        <p:spPr>
          <a:xfrm>
            <a:off x="8518088" y="2606107"/>
            <a:ext cx="1045755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</a:rPr>
              <a:t>390</a:t>
            </a:r>
            <a:endParaRPr lang="en-IN" sz="26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467600" y="948267"/>
            <a:ext cx="1134533" cy="4064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1" name="Rounded Rectangle 60"/>
          <p:cNvSpPr/>
          <p:nvPr/>
        </p:nvSpPr>
        <p:spPr>
          <a:xfrm>
            <a:off x="8660296" y="1433444"/>
            <a:ext cx="711200" cy="3556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7" name="Rounded Rectangle 26"/>
          <p:cNvSpPr/>
          <p:nvPr/>
        </p:nvSpPr>
        <p:spPr>
          <a:xfrm>
            <a:off x="2266950" y="1443567"/>
            <a:ext cx="1134533" cy="4064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8" name="Rounded Rectangle 27"/>
          <p:cNvSpPr/>
          <p:nvPr/>
        </p:nvSpPr>
        <p:spPr>
          <a:xfrm>
            <a:off x="7467600" y="1424517"/>
            <a:ext cx="1134533" cy="4064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964365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43" grpId="0"/>
      <p:bldP spid="44" grpId="0"/>
      <p:bldP spid="45" grpId="0"/>
      <p:bldP spid="47" grpId="0"/>
      <p:bldP spid="46" grpId="0"/>
      <p:bldP spid="48" grpId="0"/>
      <p:bldP spid="50" grpId="0"/>
      <p:bldP spid="4" grpId="0" animBg="1"/>
      <p:bldP spid="61" grpId="0" animBg="1"/>
      <p:bldP spid="27" grpId="0" animBg="1"/>
      <p:bldP spid="27" grpId="1" animBg="1"/>
      <p:bldP spid="28" grpId="0" animBg="1"/>
      <p:bldP spid="28" grpId="1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3060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  <a:spcAft>
                    <a:spcPts val="600"/>
                  </a:spcAft>
                </a:pPr>
                <a:r>
                  <a:rPr lang="en-GB" dirty="0">
                    <a:latin typeface="+mj-lt"/>
                  </a:rPr>
                  <a:t>A problem in statistics is given to three students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dirty="0">
                    <a:latin typeface="+mj-lt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dirty="0">
                    <a:latin typeface="+mj-lt"/>
                  </a:rPr>
                  <a:t>, whose chances of</a:t>
                </a:r>
                <a:br>
                  <a:rPr lang="en-GB" dirty="0">
                    <a:latin typeface="+mj-lt"/>
                  </a:rPr>
                </a:b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solving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it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independently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are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 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and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respective</m:t>
                      </m:r>
                      <m:r>
                        <m:rPr>
                          <m:nor/>
                        </m:rPr>
                        <a:rPr lang="en-IN" b="0" i="0" dirty="0" smtClean="0">
                          <a:latin typeface="+mj-lt"/>
                        </a:rPr>
                        <m:t>y</m:t>
                      </m:r>
                      <m:r>
                        <m:rPr>
                          <m:nor/>
                        </m:rPr>
                        <a:rPr lang="en-IN" b="0" i="0" dirty="0" smtClean="0">
                          <a:latin typeface="+mj-lt"/>
                        </a:rPr>
                        <m:t>.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Find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the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probability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that</m:t>
                      </m:r>
                    </m:oMath>
                  </m:oMathPara>
                </a14:m>
                <a:endParaRPr lang="en-GB" i="0" dirty="0">
                  <a:latin typeface="+mj-lt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3060000"/>
              </a:xfrm>
              <a:prstGeom prst="rect">
                <a:avLst/>
              </a:prstGeom>
              <a:blipFill>
                <a:blip r:embed="rId2"/>
                <a:stretch>
                  <a:fillRect l="-1074" t="-1793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6 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403281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9FF0AE0-783F-44E9-A0DF-414688DC2F7A}"/>
                  </a:ext>
                </a:extLst>
              </p:cNvPr>
              <p:cNvSpPr txBox="1"/>
              <p:nvPr/>
            </p:nvSpPr>
            <p:spPr>
              <a:xfrm>
                <a:off x="1594216" y="4107540"/>
                <a:ext cx="65783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Probability that student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solves the problem: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9FF0AE0-783F-44E9-A0DF-414688DC2F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107540"/>
                <a:ext cx="6578374" cy="523220"/>
              </a:xfrm>
              <a:prstGeom prst="rect">
                <a:avLst/>
              </a:prstGeom>
              <a:blipFill>
                <a:blip r:embed="rId3"/>
                <a:stretch>
                  <a:fillRect l="-1946" t="-11628" r="-74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FCBE415-EB02-4684-B497-50822478B11C}"/>
                  </a:ext>
                </a:extLst>
              </p:cNvPr>
              <p:cNvSpPr txBox="1"/>
              <p:nvPr/>
            </p:nvSpPr>
            <p:spPr>
              <a:xfrm>
                <a:off x="1594216" y="5001191"/>
                <a:ext cx="65783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Probability that student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solves the problem: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FCBE415-EB02-4684-B497-50822478B1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001191"/>
                <a:ext cx="6578374" cy="523220"/>
              </a:xfrm>
              <a:prstGeom prst="rect">
                <a:avLst/>
              </a:prstGeom>
              <a:blipFill>
                <a:blip r:embed="rId4"/>
                <a:stretch>
                  <a:fillRect l="-1946" t="-10465" r="-74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FE525F6-D976-4C63-8A63-3D9CC9F687CE}"/>
                  </a:ext>
                </a:extLst>
              </p:cNvPr>
              <p:cNvSpPr txBox="1"/>
              <p:nvPr/>
            </p:nvSpPr>
            <p:spPr>
              <a:xfrm>
                <a:off x="1594216" y="5925099"/>
                <a:ext cx="65783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Probability that student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solves the problem: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FE525F6-D976-4C63-8A63-3D9CC9F687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925099"/>
                <a:ext cx="6578374" cy="523220"/>
              </a:xfrm>
              <a:prstGeom prst="rect">
                <a:avLst/>
              </a:prstGeom>
              <a:blipFill>
                <a:blip r:embed="rId5"/>
                <a:stretch>
                  <a:fillRect l="-1946" t="-11628" r="-46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1D0BB95-2D23-4A61-ADD6-60EB3A1CF16A}"/>
                  </a:ext>
                </a:extLst>
              </p:cNvPr>
              <p:cNvSpPr txBox="1"/>
              <p:nvPr/>
            </p:nvSpPr>
            <p:spPr>
              <a:xfrm>
                <a:off x="8106438" y="4107540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+mn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1D0BB95-2D23-4A61-ADD6-60EB3A1CF1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6438" y="4107540"/>
                <a:ext cx="86323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7AA2568-4E58-48E6-9FEE-D95AC81534E2}"/>
                  </a:ext>
                </a:extLst>
              </p:cNvPr>
              <p:cNvSpPr txBox="1"/>
              <p:nvPr/>
            </p:nvSpPr>
            <p:spPr>
              <a:xfrm>
                <a:off x="8899823" y="3919668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7AA2568-4E58-48E6-9FEE-D95AC81534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9823" y="3919668"/>
                <a:ext cx="985452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5DE991D-980F-464A-BC32-58713F134A9A}"/>
                  </a:ext>
                </a:extLst>
              </p:cNvPr>
              <p:cNvSpPr txBox="1"/>
              <p:nvPr/>
            </p:nvSpPr>
            <p:spPr>
              <a:xfrm>
                <a:off x="8106438" y="5001191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+mn-lt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F5DE991D-980F-464A-BC32-58713F134A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6438" y="5001191"/>
                <a:ext cx="86323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11C8EAF-390C-4CEA-BE47-3AA65A7626A2}"/>
                  </a:ext>
                </a:extLst>
              </p:cNvPr>
              <p:cNvSpPr txBox="1"/>
              <p:nvPr/>
            </p:nvSpPr>
            <p:spPr>
              <a:xfrm>
                <a:off x="8899823" y="4813319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11C8EAF-390C-4CEA-BE47-3AA65A7626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9823" y="4813319"/>
                <a:ext cx="985452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DFA9804-8BE0-4D45-95DA-C6DA03D533EA}"/>
                  </a:ext>
                </a:extLst>
              </p:cNvPr>
              <p:cNvSpPr txBox="1"/>
              <p:nvPr/>
            </p:nvSpPr>
            <p:spPr>
              <a:xfrm>
                <a:off x="8106438" y="5925099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+mn-lt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DFA9804-8BE0-4D45-95DA-C6DA03D533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6438" y="5925099"/>
                <a:ext cx="86323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567CEFA0-3C38-4E51-9EF7-E1E0E1795BD6}"/>
                  </a:ext>
                </a:extLst>
              </p:cNvPr>
              <p:cNvSpPr txBox="1"/>
              <p:nvPr/>
            </p:nvSpPr>
            <p:spPr>
              <a:xfrm>
                <a:off x="8899823" y="5737227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567CEFA0-3C38-4E51-9EF7-E1E0E1795B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9823" y="5737227"/>
                <a:ext cx="985452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2" name="TextBox 61">
            <a:extLst>
              <a:ext uri="{FF2B5EF4-FFF2-40B4-BE49-F238E27FC236}">
                <a16:creationId xmlns:a16="http://schemas.microsoft.com/office/drawing/2014/main" id="{87B00156-85EA-4755-A6AD-E26A8E752C2A}"/>
              </a:ext>
            </a:extLst>
          </p:cNvPr>
          <p:cNvSpPr txBox="1"/>
          <p:nvPr/>
        </p:nvSpPr>
        <p:spPr>
          <a:xfrm>
            <a:off x="127707" y="3336189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(4)  exactly one of them is able to solve the problem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51CA8E74-A257-4C3E-A3A6-6AAEA2181791}"/>
              </a:ext>
            </a:extLst>
          </p:cNvPr>
          <p:cNvSpPr txBox="1"/>
          <p:nvPr/>
        </p:nvSpPr>
        <p:spPr>
          <a:xfrm>
            <a:off x="127707" y="2799824"/>
            <a:ext cx="7983360" cy="56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(3)  exactly two of them are able to solve the problem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1D94DAD-3B53-4987-93E9-DAB25FEAD82C}"/>
              </a:ext>
            </a:extLst>
          </p:cNvPr>
          <p:cNvSpPr txBox="1"/>
          <p:nvPr/>
        </p:nvSpPr>
        <p:spPr>
          <a:xfrm>
            <a:off x="4076642" y="2269809"/>
            <a:ext cx="7861358" cy="56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(2)  at least two of them are able to solve the problem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0340344-A80C-4770-AF5F-CF7AA10F7C2B}"/>
              </a:ext>
            </a:extLst>
          </p:cNvPr>
          <p:cNvSpPr txBox="1"/>
          <p:nvPr/>
        </p:nvSpPr>
        <p:spPr>
          <a:xfrm>
            <a:off x="127706" y="2269809"/>
            <a:ext cx="3823546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(1)  the problem is solved</a:t>
            </a:r>
          </a:p>
        </p:txBody>
      </p:sp>
    </p:spTree>
    <p:extLst>
      <p:ext uri="{BB962C8B-B14F-4D97-AF65-F5344CB8AC3E}">
        <p14:creationId xmlns:p14="http://schemas.microsoft.com/office/powerpoint/2010/main" val="1178136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33" grpId="0"/>
      <p:bldP spid="34" grpId="0"/>
      <p:bldP spid="40" grpId="0"/>
      <p:bldP spid="41" grpId="0"/>
      <p:bldP spid="42" grpId="0"/>
      <p:bldP spid="43" grpId="0"/>
      <p:bldP spid="49" grpId="0"/>
      <p:bldP spid="5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5482D61-4BE0-64AB-D8A9-E0AF713E59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A68A6F-F108-6B23-9016-B2BE5A8585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B748BF2D-9D46-DD87-9B41-692FB63622B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At Least One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is the 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(or any combination of them) happens.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∪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94107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i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 i="0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00CBCEE8-685E-1696-13B6-EDC6F1A6C90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" name="Group 13">
            <a:extLst>
              <a:ext uri="{FF2B5EF4-FFF2-40B4-BE49-F238E27FC236}">
                <a16:creationId xmlns:a16="http://schemas.microsoft.com/office/drawing/2014/main" id="{0770B1B4-4C8A-80C1-B4F8-CB0E39ED8931}"/>
              </a:ext>
            </a:extLst>
          </p:cNvPr>
          <p:cNvGrpSpPr/>
          <p:nvPr/>
        </p:nvGrpSpPr>
        <p:grpSpPr>
          <a:xfrm>
            <a:off x="4187233" y="2984712"/>
            <a:ext cx="3656721" cy="3337368"/>
            <a:chOff x="4187233" y="2984712"/>
            <a:chExt cx="3656721" cy="3337368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E3E3C497-EA7C-A816-3A93-D0697D98F89E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665F06E4-C9A5-BF24-176A-FE0E2BDB0727}"/>
                    </a:ext>
                  </a:extLst>
                </p:cNvPr>
                <p:cNvSpPr txBox="1"/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B99B4B5C-BAAB-756D-E31A-DCF99D41E8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25FD780B-98BA-A4A9-5BAC-3B2AA043ED2D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7261E14-6DAF-C709-50D6-24FD0567BE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9352E4D2-D519-8CD9-5400-1A34420825DD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453C87B-5A2D-4E19-55C8-08A79D93EB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FA8175F3-E2BE-089E-D204-73499C7ACFB2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8D5EF0EF-CE8D-A8BF-FE58-DC26E8DB11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D1069DF6-4ED9-153B-F9DC-54B25CE45CD3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73DF7332-CA16-E7CD-33E9-F3BC537ECB82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C22D897C-53FB-B119-5542-F2A156D1CAB8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6697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BEAFFC6-C0CC-4FD7-A3E8-3688BFF2EADF}"/>
                  </a:ext>
                </a:extLst>
              </p:cNvPr>
              <p:cNvSpPr txBox="1"/>
              <p:nvPr/>
            </p:nvSpPr>
            <p:spPr>
              <a:xfrm>
                <a:off x="84907" y="2363609"/>
                <a:ext cx="716403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a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least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one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solve</m:t>
                          </m:r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BEAFFC6-C0CC-4FD7-A3E8-3688BFF2EA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2363609"/>
                <a:ext cx="716403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6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9FC66A8-6C45-406B-BB5A-DC47652F08ED}"/>
                  </a:ext>
                </a:extLst>
              </p:cNvPr>
              <p:cNvSpPr txBox="1"/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9FC66A8-6C45-406B-BB5A-DC47652F08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25B1688-EFA6-46AC-84FF-498954F0510E}"/>
                  </a:ext>
                </a:extLst>
              </p:cNvPr>
              <p:cNvSpPr txBox="1"/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25B1688-EFA6-46AC-84FF-498954F051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0DFAA2C0-9E80-4618-A0BB-E80A4938E585}"/>
                  </a:ext>
                </a:extLst>
              </p:cNvPr>
              <p:cNvSpPr txBox="1"/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0DFAA2C0-9E80-4618-A0BB-E80A4938E5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EFB57D9-3FCA-4604-8BAA-DD36C45D29F8}"/>
                  </a:ext>
                </a:extLst>
              </p:cNvPr>
              <p:cNvSpPr txBox="1"/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EFB57D9-3FCA-4604-8BAA-DD36C45D29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B46665D-F862-43FF-A78E-30F5901B76E0}"/>
                  </a:ext>
                </a:extLst>
              </p:cNvPr>
              <p:cNvSpPr txBox="1"/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B46665D-F862-43FF-A78E-30F5901B76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8984280-0AE5-4A8D-8278-12062D8508B0}"/>
                  </a:ext>
                </a:extLst>
              </p:cNvPr>
              <p:cNvSpPr txBox="1"/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8984280-0AE5-4A8D-8278-12062D850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C7C0092C-50E2-492A-B91D-F957BC051B86}"/>
              </a:ext>
            </a:extLst>
          </p:cNvPr>
          <p:cNvSpPr txBox="1"/>
          <p:nvPr/>
        </p:nvSpPr>
        <p:spPr>
          <a:xfrm>
            <a:off x="84907" y="7873580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(4)  exactly one of them is able to solve the problem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183BA5D-A6F1-45B3-9F37-6056261C1490}"/>
              </a:ext>
            </a:extLst>
          </p:cNvPr>
          <p:cNvSpPr txBox="1"/>
          <p:nvPr/>
        </p:nvSpPr>
        <p:spPr>
          <a:xfrm>
            <a:off x="84907" y="7337215"/>
            <a:ext cx="7628629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(3)  exactly two of them are able to solve the problem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4AB866A-063B-48A3-B81C-12F63E487723}"/>
              </a:ext>
            </a:extLst>
          </p:cNvPr>
          <p:cNvSpPr txBox="1"/>
          <p:nvPr/>
        </p:nvSpPr>
        <p:spPr>
          <a:xfrm>
            <a:off x="84907" y="6857999"/>
            <a:ext cx="7628630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(2)  at least two of them are able to solve the problem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B2DCC87-AE50-45DF-850C-956B43701CB4}"/>
              </a:ext>
            </a:extLst>
          </p:cNvPr>
          <p:cNvSpPr txBox="1"/>
          <p:nvPr/>
        </p:nvSpPr>
        <p:spPr>
          <a:xfrm>
            <a:off x="84907" y="1820884"/>
            <a:ext cx="382354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+mj-lt"/>
              </a:defRPr>
            </a:lvl1pPr>
          </a:lstStyle>
          <a:p>
            <a:r>
              <a:rPr lang="en-GB" b="1" dirty="0"/>
              <a:t>(1)  the problem is solved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4109E69-7401-4685-9A33-DEEC9A137649}"/>
                  </a:ext>
                </a:extLst>
              </p:cNvPr>
              <p:cNvSpPr txBox="1"/>
              <p:nvPr/>
            </p:nvSpPr>
            <p:spPr>
              <a:xfrm>
                <a:off x="7515634" y="762769"/>
                <a:ext cx="4676366" cy="830091"/>
              </a:xfrm>
              <a:prstGeom prst="rect">
                <a:avLst/>
              </a:prstGeom>
              <a:noFill/>
              <a:ln w="28575">
                <a:solidFill>
                  <a:srgbClr val="C25956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90000"/>
                  </a:lnSpc>
                </a:pPr>
                <a:r>
                  <a:rPr lang="en-GB" sz="2600" dirty="0">
                    <a:solidFill>
                      <a:srgbClr val="002060"/>
                    </a:solidFill>
                  </a:rPr>
                  <a:t>Note that here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6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sz="2600" dirty="0">
                    <a:solidFill>
                      <a:srgbClr val="002060"/>
                    </a:solidFill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6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600" dirty="0">
                    <a:solidFill>
                      <a:srgbClr val="002060"/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6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GB" sz="2600" dirty="0">
                    <a:solidFill>
                      <a:srgbClr val="002060"/>
                    </a:solidFill>
                  </a:rPr>
                  <a:t> are </a:t>
                </a:r>
                <a:r>
                  <a:rPr lang="en-GB" sz="2600" b="1" dirty="0">
                    <a:solidFill>
                      <a:srgbClr val="FF0000"/>
                    </a:solidFill>
                  </a:rPr>
                  <a:t>mutually </a:t>
                </a:r>
                <a:r>
                  <a:rPr lang="en-IN" sz="2600" b="1" dirty="0">
                    <a:solidFill>
                      <a:srgbClr val="FF0000"/>
                    </a:solidFill>
                  </a:rPr>
                  <a:t>independent</a:t>
                </a:r>
                <a:r>
                  <a:rPr lang="en-IN" sz="2600" dirty="0">
                    <a:solidFill>
                      <a:srgbClr val="002060"/>
                    </a:solidFill>
                  </a:rPr>
                  <a:t> events.</a:t>
                </a: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4109E69-7401-4685-9A33-DEEC9A1376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5634" y="762769"/>
                <a:ext cx="4676366" cy="830091"/>
              </a:xfrm>
              <a:prstGeom prst="rect">
                <a:avLst/>
              </a:prstGeom>
              <a:blipFill>
                <a:blip r:embed="rId9"/>
                <a:stretch>
                  <a:fillRect l="-2073" t="-7801" b="-14894"/>
                </a:stretch>
              </a:blipFill>
              <a:ln w="28575">
                <a:solidFill>
                  <a:srgbClr val="C25956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TextBox 66">
            <a:extLst>
              <a:ext uri="{FF2B5EF4-FFF2-40B4-BE49-F238E27FC236}">
                <a16:creationId xmlns:a16="http://schemas.microsoft.com/office/drawing/2014/main" id="{612CE7D0-AA0D-476B-A4C7-917B8EF41A4F}"/>
              </a:ext>
            </a:extLst>
          </p:cNvPr>
          <p:cNvSpPr txBox="1"/>
          <p:nvPr/>
        </p:nvSpPr>
        <p:spPr>
          <a:xfrm>
            <a:off x="4135416" y="1820884"/>
            <a:ext cx="60102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  <a:latin typeface="+mj-lt"/>
              </a:defRPr>
            </a:lvl1pPr>
          </a:lstStyle>
          <a:p>
            <a:r>
              <a:rPr lang="en-GB" dirty="0"/>
              <a:t>i.</a:t>
            </a:r>
            <a:r>
              <a:rPr lang="en-GB"/>
              <a:t>e.,</a:t>
            </a:r>
            <a:r>
              <a:rPr lang="en-GB" dirty="0"/>
              <a:t> at </a:t>
            </a:r>
            <a:r>
              <a:rPr lang="en-GB"/>
              <a:t>least one</a:t>
            </a:r>
            <a:r>
              <a:rPr lang="en-GB" dirty="0"/>
              <a:t> of the students </a:t>
            </a:r>
            <a:r>
              <a:rPr lang="en-GB"/>
              <a:t>solves it</a:t>
            </a:r>
            <a:endParaRPr lang="en-GB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584E93E0-912D-4989-849F-EBF97380DDDE}"/>
                  </a:ext>
                </a:extLst>
              </p:cNvPr>
              <p:cNvSpPr txBox="1"/>
              <p:nvPr/>
            </p:nvSpPr>
            <p:spPr>
              <a:xfrm>
                <a:off x="90605" y="2923912"/>
                <a:ext cx="5150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84E93E0-912D-4989-849F-EBF97380DD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05" y="2923912"/>
                <a:ext cx="515004" cy="523220"/>
              </a:xfrm>
              <a:prstGeom prst="rect">
                <a:avLst/>
              </a:prstGeom>
              <a:blipFill rotWithShape="0"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21208D8C-EF94-42C4-B46D-11F77643A294}"/>
                  </a:ext>
                </a:extLst>
              </p:cNvPr>
              <p:cNvSpPr txBox="1"/>
              <p:nvPr/>
            </p:nvSpPr>
            <p:spPr>
              <a:xfrm>
                <a:off x="524858" y="2925132"/>
                <a:ext cx="116954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21208D8C-EF94-42C4-B46D-11F77643A2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858" y="2925132"/>
                <a:ext cx="11695463" cy="523220"/>
              </a:xfrm>
              <a:prstGeom prst="rect">
                <a:avLst/>
              </a:prstGeom>
              <a:blipFill rotWithShape="0"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4CF52B82-3F94-449D-9DD2-964C930794B4}"/>
                  </a:ext>
                </a:extLst>
              </p:cNvPr>
              <p:cNvSpPr txBox="1"/>
              <p:nvPr/>
            </p:nvSpPr>
            <p:spPr>
              <a:xfrm>
                <a:off x="84907" y="3534263"/>
                <a:ext cx="520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CF52B82-3F94-449D-9DD2-964C930794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3534263"/>
                <a:ext cx="520701" cy="523220"/>
              </a:xfrm>
              <a:prstGeom prst="rect">
                <a:avLst/>
              </a:prstGeom>
              <a:blipFill rotWithShape="0"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2E5CDCF-29F3-4A7C-ADAE-611DCE869920}"/>
                  </a:ext>
                </a:extLst>
              </p:cNvPr>
              <p:cNvSpPr txBox="1"/>
              <p:nvPr/>
            </p:nvSpPr>
            <p:spPr>
              <a:xfrm>
                <a:off x="516524" y="3534263"/>
                <a:ext cx="31777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2E5CDCF-29F3-4A7C-ADAE-611DCE8699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524" y="3534263"/>
                <a:ext cx="3177788" cy="523220"/>
              </a:xfrm>
              <a:prstGeom prst="rect">
                <a:avLst/>
              </a:prstGeom>
              <a:blipFill rotWithShape="0"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8E064232-0571-4375-A99A-5FA02AD34FFC}"/>
                  </a:ext>
                </a:extLst>
              </p:cNvPr>
              <p:cNvSpPr txBox="1"/>
              <p:nvPr/>
            </p:nvSpPr>
            <p:spPr>
              <a:xfrm>
                <a:off x="3562115" y="3534263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8E064232-0571-4375-A99A-5FA02AD34F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62115" y="3534263"/>
                <a:ext cx="1114461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B087F567-1961-42A1-8DCA-0DF86DE40E3E}"/>
                  </a:ext>
                </a:extLst>
              </p:cNvPr>
              <p:cNvSpPr txBox="1"/>
              <p:nvPr/>
            </p:nvSpPr>
            <p:spPr>
              <a:xfrm>
                <a:off x="4606653" y="353426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B087F567-1961-42A1-8DCA-0DF86DE40E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06653" y="3534263"/>
                <a:ext cx="1114462" cy="523220"/>
              </a:xfrm>
              <a:prstGeom prst="rect">
                <a:avLst/>
              </a:prstGeom>
              <a:blipFill rotWithShape="0"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5280CA81-B736-483D-B24C-F85424842A7E}"/>
                  </a:ext>
                </a:extLst>
              </p:cNvPr>
              <p:cNvSpPr txBox="1"/>
              <p:nvPr/>
            </p:nvSpPr>
            <p:spPr>
              <a:xfrm>
                <a:off x="5554535" y="3534263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280CA81-B736-483D-B24C-F85424842A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4535" y="3534263"/>
                <a:ext cx="1114461" cy="52322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4242450C-C6C3-4C19-AAEF-1286BEC11D23}"/>
                  </a:ext>
                </a:extLst>
              </p:cNvPr>
              <p:cNvSpPr txBox="1"/>
              <p:nvPr/>
            </p:nvSpPr>
            <p:spPr>
              <a:xfrm>
                <a:off x="6599073" y="353426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242450C-C6C3-4C19-AAEF-1286BEC11D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99073" y="3534263"/>
                <a:ext cx="1114462" cy="523220"/>
              </a:xfrm>
              <a:prstGeom prst="rect">
                <a:avLst/>
              </a:prstGeom>
              <a:blipFill rotWithShape="0"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D4165E77-2AE6-41BB-AE39-9E6A70EB6221}"/>
                  </a:ext>
                </a:extLst>
              </p:cNvPr>
              <p:cNvSpPr txBox="1"/>
              <p:nvPr/>
            </p:nvSpPr>
            <p:spPr>
              <a:xfrm>
                <a:off x="7523695" y="3534263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D4165E77-2AE6-41BB-AE39-9E6A70EB62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3695" y="3534263"/>
                <a:ext cx="1114461" cy="523220"/>
              </a:xfrm>
              <a:prstGeom prst="rect">
                <a:avLst/>
              </a:prstGeom>
              <a:blipFill rotWithShape="0"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D281BDE-671F-49B4-86F3-846DCD0CDA8B}"/>
                  </a:ext>
                </a:extLst>
              </p:cNvPr>
              <p:cNvSpPr txBox="1"/>
              <p:nvPr/>
            </p:nvSpPr>
            <p:spPr>
              <a:xfrm>
                <a:off x="8568233" y="353426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ED281BDE-671F-49B4-86F3-846DCD0CDA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68233" y="3534263"/>
                <a:ext cx="1114462" cy="523220"/>
              </a:xfrm>
              <a:prstGeom prst="rect">
                <a:avLst/>
              </a:prstGeom>
              <a:blipFill rotWithShape="0"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D4F528A8-D429-43F2-A543-27BCCE3E537E}"/>
                  </a:ext>
                </a:extLst>
              </p:cNvPr>
              <p:cNvSpPr txBox="1"/>
              <p:nvPr/>
            </p:nvSpPr>
            <p:spPr>
              <a:xfrm>
                <a:off x="9081705" y="4034815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D4F528A8-D429-43F2-A543-27BCCE3E53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1705" y="4034815"/>
                <a:ext cx="1114461" cy="523220"/>
              </a:xfrm>
              <a:prstGeom prst="rect">
                <a:avLst/>
              </a:prstGeom>
              <a:blipFill rotWithShape="0"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4EC11AF8-7211-4948-BE88-81D2F0972326}"/>
                  </a:ext>
                </a:extLst>
              </p:cNvPr>
              <p:cNvSpPr txBox="1"/>
              <p:nvPr/>
            </p:nvSpPr>
            <p:spPr>
              <a:xfrm>
                <a:off x="10126243" y="4034815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EC11AF8-7211-4948-BE88-81D2F09723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6243" y="4034815"/>
                <a:ext cx="1114462" cy="523220"/>
              </a:xfrm>
              <a:prstGeom prst="rect">
                <a:avLst/>
              </a:prstGeom>
              <a:blipFill rotWithShape="0"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9FC4741F-3D0C-4781-99F6-6BE5EF650653}"/>
                  </a:ext>
                </a:extLst>
              </p:cNvPr>
              <p:cNvSpPr txBox="1"/>
              <p:nvPr/>
            </p:nvSpPr>
            <p:spPr>
              <a:xfrm>
                <a:off x="11037228" y="4034815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9FC4741F-3D0C-4781-99F6-6BE5EF6506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37228" y="4034815"/>
                <a:ext cx="1114462" cy="523220"/>
              </a:xfrm>
              <a:prstGeom prst="rect">
                <a:avLst/>
              </a:prstGeom>
              <a:blipFill rotWithShape="0"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0887551B-A38D-4FDA-AB17-1EA6E36FAF9D}"/>
                  </a:ext>
                </a:extLst>
              </p:cNvPr>
              <p:cNvSpPr txBox="1"/>
              <p:nvPr/>
            </p:nvSpPr>
            <p:spPr>
              <a:xfrm>
                <a:off x="84907" y="4795983"/>
                <a:ext cx="520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0887551B-A38D-4FDA-AB17-1EA6E36FA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4795983"/>
                <a:ext cx="520701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47EFCEDA-B950-43D2-8714-84799D72A04E}"/>
                  </a:ext>
                </a:extLst>
              </p:cNvPr>
              <p:cNvSpPr txBox="1"/>
              <p:nvPr/>
            </p:nvSpPr>
            <p:spPr>
              <a:xfrm>
                <a:off x="504126" y="4582887"/>
                <a:ext cx="31777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4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47EFCEDA-B950-43D2-8714-84799D72A0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126" y="4582887"/>
                <a:ext cx="3177788" cy="899157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93F281FB-7610-4717-9605-4206C5BA378A}"/>
                  </a:ext>
                </a:extLst>
              </p:cNvPr>
              <p:cNvSpPr txBox="1"/>
              <p:nvPr/>
            </p:nvSpPr>
            <p:spPr>
              <a:xfrm>
                <a:off x="2420417" y="4527351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93F281FB-7610-4717-9605-4206C5BA37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0417" y="4527351"/>
                <a:ext cx="2102141" cy="106048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660B37E9-E39C-4637-9C6E-55726BD5CF19}"/>
                  </a:ext>
                </a:extLst>
              </p:cNvPr>
              <p:cNvSpPr txBox="1"/>
              <p:nvPr/>
            </p:nvSpPr>
            <p:spPr>
              <a:xfrm>
                <a:off x="4159987" y="4527350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660B37E9-E39C-4637-9C6E-55726BD5CF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9987" y="4527350"/>
                <a:ext cx="2102141" cy="106048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36EC1243-EB21-4ABF-BED9-5077EEC47FE4}"/>
                  </a:ext>
                </a:extLst>
              </p:cNvPr>
              <p:cNvSpPr txBox="1"/>
              <p:nvPr/>
            </p:nvSpPr>
            <p:spPr>
              <a:xfrm>
                <a:off x="5938347" y="4527349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36EC1243-EB21-4ABF-BED9-5077EEC47F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8347" y="4527349"/>
                <a:ext cx="2102141" cy="106048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45508FB0-9699-491F-A1DE-8C2CC30F08F3}"/>
                  </a:ext>
                </a:extLst>
              </p:cNvPr>
              <p:cNvSpPr txBox="1"/>
              <p:nvPr/>
            </p:nvSpPr>
            <p:spPr>
              <a:xfrm>
                <a:off x="7796438" y="4527349"/>
                <a:ext cx="250195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4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45508FB0-9699-491F-A1DE-8C2CC30F08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6438" y="4527349"/>
                <a:ext cx="2501951" cy="106048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772B18E3-3681-436D-A62C-05EF5B2263D6}"/>
                  </a:ext>
                </a:extLst>
              </p:cNvPr>
              <p:cNvSpPr txBox="1"/>
              <p:nvPr/>
            </p:nvSpPr>
            <p:spPr>
              <a:xfrm>
                <a:off x="116080" y="5695140"/>
                <a:ext cx="91760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772B18E3-3681-436D-A62C-05EF5B2263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080" y="5695140"/>
                <a:ext cx="917603" cy="899157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33629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50"/>
                            </p:stCondLst>
                            <p:childTnLst>
                              <p:par>
                                <p:cTn id="6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" grpId="0"/>
      <p:bldP spid="45" grpId="0" animBg="1"/>
      <p:bldP spid="67" grpId="0"/>
      <p:bldP spid="68" grpId="0"/>
      <p:bldP spid="69" grpId="0"/>
      <p:bldP spid="78" grpId="0"/>
      <p:bldP spid="87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3" grpId="0"/>
      <p:bldP spid="104" grpId="0"/>
      <p:bldP spid="105" grpId="0"/>
      <p:bldP spid="107" grpId="0"/>
      <p:bldP spid="109" grpId="0"/>
      <p:bldP spid="111" grpId="0"/>
      <p:bldP spid="114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2EF2D8AB-5B41-DB0D-FD78-421AC96D6E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E634A15-7314-9449-732E-17D51DDE578F}"/>
              </a:ext>
            </a:extLst>
          </p:cNvPr>
          <p:cNvSpPr/>
          <p:nvPr/>
        </p:nvSpPr>
        <p:spPr>
          <a:xfrm>
            <a:off x="5611132" y="4418202"/>
            <a:ext cx="620245" cy="632002"/>
          </a:xfrm>
          <a:custGeom>
            <a:avLst/>
            <a:gdLst>
              <a:gd name="csX0" fmla="*/ 308774 w 620245"/>
              <a:gd name="csY0" fmla="*/ 0 h 632002"/>
              <a:gd name="csX1" fmla="*/ 550720 w 620245"/>
              <a:gd name="csY1" fmla="*/ 36579 h 632002"/>
              <a:gd name="csX2" fmla="*/ 620245 w 620245"/>
              <a:gd name="csY2" fmla="*/ 62025 h 632002"/>
              <a:gd name="csX3" fmla="*/ 619356 w 620245"/>
              <a:gd name="csY3" fmla="*/ 79617 h 632002"/>
              <a:gd name="csX4" fmla="*/ 385253 w 620245"/>
              <a:gd name="csY4" fmla="*/ 571744 h 632002"/>
              <a:gd name="csX5" fmla="*/ 312221 w 620245"/>
              <a:gd name="csY5" fmla="*/ 632002 h 632002"/>
              <a:gd name="csX6" fmla="*/ 234861 w 620245"/>
              <a:gd name="csY6" fmla="*/ 568173 h 632002"/>
              <a:gd name="csX7" fmla="*/ 758 w 620245"/>
              <a:gd name="csY7" fmla="*/ 76046 h 632002"/>
              <a:gd name="csX8" fmla="*/ 0 w 620245"/>
              <a:gd name="csY8" fmla="*/ 61038 h 632002"/>
              <a:gd name="csX9" fmla="*/ 66828 w 620245"/>
              <a:gd name="csY9" fmla="*/ 36579 h 632002"/>
              <a:gd name="csX10" fmla="*/ 308774 w 620245"/>
              <a:gd name="csY10" fmla="*/ 0 h 63200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0245" h="632002">
                <a:moveTo>
                  <a:pt x="308774" y="0"/>
                </a:moveTo>
                <a:cubicBezTo>
                  <a:pt x="393027" y="0"/>
                  <a:pt x="474289" y="12807"/>
                  <a:pt x="550720" y="36579"/>
                </a:cubicBezTo>
                <a:lnTo>
                  <a:pt x="620245" y="62025"/>
                </a:lnTo>
                <a:lnTo>
                  <a:pt x="619356" y="79617"/>
                </a:lnTo>
                <a:cubicBezTo>
                  <a:pt x="599913" y="271077"/>
                  <a:pt x="514085" y="442913"/>
                  <a:pt x="385253" y="571744"/>
                </a:cubicBezTo>
                <a:lnTo>
                  <a:pt x="312221" y="632002"/>
                </a:lnTo>
                <a:lnTo>
                  <a:pt x="234861" y="568173"/>
                </a:lnTo>
                <a:cubicBezTo>
                  <a:pt x="106029" y="439342"/>
                  <a:pt x="20202" y="267506"/>
                  <a:pt x="758" y="76046"/>
                </a:cubicBezTo>
                <a:lnTo>
                  <a:pt x="0" y="61038"/>
                </a:lnTo>
                <a:lnTo>
                  <a:pt x="66828" y="36579"/>
                </a:lnTo>
                <a:cubicBezTo>
                  <a:pt x="143259" y="12807"/>
                  <a:pt x="224521" y="0"/>
                  <a:pt x="30877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31558449-ADEC-3BBF-9E10-CDEC776F1F34}"/>
              </a:ext>
            </a:extLst>
          </p:cNvPr>
          <p:cNvSpPr/>
          <p:nvPr/>
        </p:nvSpPr>
        <p:spPr>
          <a:xfrm>
            <a:off x="5109598" y="4479240"/>
            <a:ext cx="813754" cy="749010"/>
          </a:xfrm>
          <a:custGeom>
            <a:avLst/>
            <a:gdLst>
              <a:gd name="csX0" fmla="*/ 501533 w 813754"/>
              <a:gd name="csY0" fmla="*/ 0 h 749010"/>
              <a:gd name="csX1" fmla="*/ 502291 w 813754"/>
              <a:gd name="csY1" fmla="*/ 15008 h 749010"/>
              <a:gd name="csX2" fmla="*/ 736394 w 813754"/>
              <a:gd name="csY2" fmla="*/ 507135 h 749010"/>
              <a:gd name="csX3" fmla="*/ 813754 w 813754"/>
              <a:gd name="csY3" fmla="*/ 570964 h 749010"/>
              <a:gd name="csX4" fmla="*/ 766373 w 813754"/>
              <a:gd name="csY4" fmla="*/ 610057 h 749010"/>
              <a:gd name="csX5" fmla="*/ 311470 w 813754"/>
              <a:gd name="csY5" fmla="*/ 749010 h 749010"/>
              <a:gd name="csX6" fmla="*/ 69524 w 813754"/>
              <a:gd name="csY6" fmla="*/ 712431 h 749010"/>
              <a:gd name="csX7" fmla="*/ 0 w 813754"/>
              <a:gd name="csY7" fmla="*/ 686986 h 749010"/>
              <a:gd name="csX8" fmla="*/ 888 w 813754"/>
              <a:gd name="csY8" fmla="*/ 669393 h 749010"/>
              <a:gd name="csX9" fmla="*/ 493609 w 813754"/>
              <a:gd name="csY9" fmla="*/ 2900 h 749010"/>
              <a:gd name="csX10" fmla="*/ 501533 w 813754"/>
              <a:gd name="csY10" fmla="*/ 0 h 7490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13754" h="749010">
                <a:moveTo>
                  <a:pt x="501533" y="0"/>
                </a:moveTo>
                <a:lnTo>
                  <a:pt x="502291" y="15008"/>
                </a:lnTo>
                <a:cubicBezTo>
                  <a:pt x="521735" y="206468"/>
                  <a:pt x="607562" y="378304"/>
                  <a:pt x="736394" y="507135"/>
                </a:cubicBezTo>
                <a:lnTo>
                  <a:pt x="813754" y="570964"/>
                </a:lnTo>
                <a:lnTo>
                  <a:pt x="766373" y="610057"/>
                </a:lnTo>
                <a:cubicBezTo>
                  <a:pt x="636518" y="697785"/>
                  <a:pt x="479976" y="749010"/>
                  <a:pt x="311470" y="749010"/>
                </a:cubicBezTo>
                <a:cubicBezTo>
                  <a:pt x="227217" y="749010"/>
                  <a:pt x="145955" y="736204"/>
                  <a:pt x="69524" y="712431"/>
                </a:cubicBezTo>
                <a:lnTo>
                  <a:pt x="0" y="686986"/>
                </a:lnTo>
                <a:lnTo>
                  <a:pt x="888" y="669393"/>
                </a:lnTo>
                <a:cubicBezTo>
                  <a:pt x="31443" y="368527"/>
                  <a:pt x="225924" y="116122"/>
                  <a:pt x="493609" y="2900"/>
                </a:cubicBezTo>
                <a:lnTo>
                  <a:pt x="501533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218706A9-C818-5743-AF6C-1F392F2E0286}"/>
              </a:ext>
            </a:extLst>
          </p:cNvPr>
          <p:cNvSpPr/>
          <p:nvPr/>
        </p:nvSpPr>
        <p:spPr>
          <a:xfrm>
            <a:off x="5923352" y="4480227"/>
            <a:ext cx="806730" cy="744452"/>
          </a:xfrm>
          <a:custGeom>
            <a:avLst/>
            <a:gdLst>
              <a:gd name="csX0" fmla="*/ 308024 w 806730"/>
              <a:gd name="csY0" fmla="*/ 0 h 744452"/>
              <a:gd name="csX1" fmla="*/ 313251 w 806730"/>
              <a:gd name="csY1" fmla="*/ 1913 h 744452"/>
              <a:gd name="csX2" fmla="*/ 805972 w 806730"/>
              <a:gd name="csY2" fmla="*/ 668406 h 744452"/>
              <a:gd name="csX3" fmla="*/ 806730 w 806730"/>
              <a:gd name="csY3" fmla="*/ 683414 h 744452"/>
              <a:gd name="csX4" fmla="*/ 739902 w 806730"/>
              <a:gd name="csY4" fmla="*/ 707873 h 744452"/>
              <a:gd name="csX5" fmla="*/ 497956 w 806730"/>
              <a:gd name="csY5" fmla="*/ 744452 h 744452"/>
              <a:gd name="csX6" fmla="*/ 43053 w 806730"/>
              <a:gd name="csY6" fmla="*/ 605499 h 744452"/>
              <a:gd name="csX7" fmla="*/ 0 w 806730"/>
              <a:gd name="csY7" fmla="*/ 569977 h 744452"/>
              <a:gd name="csX8" fmla="*/ 73032 w 806730"/>
              <a:gd name="csY8" fmla="*/ 509719 h 744452"/>
              <a:gd name="csX9" fmla="*/ 307135 w 806730"/>
              <a:gd name="csY9" fmla="*/ 17592 h 744452"/>
              <a:gd name="csX10" fmla="*/ 308024 w 806730"/>
              <a:gd name="csY10" fmla="*/ 0 h 7444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06730" h="744452">
                <a:moveTo>
                  <a:pt x="308024" y="0"/>
                </a:moveTo>
                <a:lnTo>
                  <a:pt x="313251" y="1913"/>
                </a:lnTo>
                <a:cubicBezTo>
                  <a:pt x="580936" y="115135"/>
                  <a:pt x="775418" y="367540"/>
                  <a:pt x="805972" y="668406"/>
                </a:cubicBezTo>
                <a:lnTo>
                  <a:pt x="806730" y="683414"/>
                </a:lnTo>
                <a:lnTo>
                  <a:pt x="739902" y="707873"/>
                </a:lnTo>
                <a:cubicBezTo>
                  <a:pt x="663471" y="731646"/>
                  <a:pt x="582209" y="744452"/>
                  <a:pt x="497956" y="744452"/>
                </a:cubicBezTo>
                <a:cubicBezTo>
                  <a:pt x="329450" y="744452"/>
                  <a:pt x="172908" y="693227"/>
                  <a:pt x="43053" y="605499"/>
                </a:cubicBezTo>
                <a:lnTo>
                  <a:pt x="0" y="569977"/>
                </a:lnTo>
                <a:lnTo>
                  <a:pt x="73032" y="509719"/>
                </a:lnTo>
                <a:cubicBezTo>
                  <a:pt x="201864" y="380888"/>
                  <a:pt x="287692" y="209052"/>
                  <a:pt x="307135" y="17592"/>
                </a:cubicBezTo>
                <a:lnTo>
                  <a:pt x="308024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351964F-451C-26CB-34B4-191A981462C9}"/>
              </a:ext>
            </a:extLst>
          </p:cNvPr>
          <p:cNvSpPr/>
          <p:nvPr/>
        </p:nvSpPr>
        <p:spPr>
          <a:xfrm>
            <a:off x="5604034" y="3763160"/>
            <a:ext cx="627000" cy="704739"/>
          </a:xfrm>
          <a:custGeom>
            <a:avLst/>
            <a:gdLst>
              <a:gd name="csX0" fmla="*/ 311336 w 627000"/>
              <a:gd name="csY0" fmla="*/ 0 h 704739"/>
              <a:gd name="csX1" fmla="*/ 388696 w 627000"/>
              <a:gd name="csY1" fmla="*/ 63828 h 704739"/>
              <a:gd name="csX2" fmla="*/ 627000 w 627000"/>
              <a:gd name="csY2" fmla="*/ 639143 h 704739"/>
              <a:gd name="csX3" fmla="*/ 623688 w 627000"/>
              <a:gd name="csY3" fmla="*/ 704739 h 704739"/>
              <a:gd name="csX4" fmla="*/ 554163 w 627000"/>
              <a:gd name="csY4" fmla="*/ 679293 h 704739"/>
              <a:gd name="csX5" fmla="*/ 312217 w 627000"/>
              <a:gd name="csY5" fmla="*/ 642714 h 704739"/>
              <a:gd name="csX6" fmla="*/ 70271 w 627000"/>
              <a:gd name="csY6" fmla="*/ 679293 h 704739"/>
              <a:gd name="csX7" fmla="*/ 3443 w 627000"/>
              <a:gd name="csY7" fmla="*/ 703752 h 704739"/>
              <a:gd name="csX8" fmla="*/ 0 w 627000"/>
              <a:gd name="csY8" fmla="*/ 635572 h 704739"/>
              <a:gd name="csX9" fmla="*/ 238304 w 627000"/>
              <a:gd name="csY9" fmla="*/ 60257 h 704739"/>
              <a:gd name="csX10" fmla="*/ 311336 w 627000"/>
              <a:gd name="csY10" fmla="*/ 0 h 7047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7000" h="704739">
                <a:moveTo>
                  <a:pt x="311336" y="0"/>
                </a:moveTo>
                <a:lnTo>
                  <a:pt x="388696" y="63828"/>
                </a:lnTo>
                <a:cubicBezTo>
                  <a:pt x="535933" y="211064"/>
                  <a:pt x="627000" y="414469"/>
                  <a:pt x="627000" y="639143"/>
                </a:cubicBezTo>
                <a:lnTo>
                  <a:pt x="623688" y="704739"/>
                </a:lnTo>
                <a:lnTo>
                  <a:pt x="554163" y="679293"/>
                </a:lnTo>
                <a:cubicBezTo>
                  <a:pt x="477732" y="655521"/>
                  <a:pt x="396470" y="642714"/>
                  <a:pt x="312217" y="642714"/>
                </a:cubicBezTo>
                <a:cubicBezTo>
                  <a:pt x="227964" y="642714"/>
                  <a:pt x="146702" y="655521"/>
                  <a:pt x="70271" y="679293"/>
                </a:cubicBezTo>
                <a:lnTo>
                  <a:pt x="3443" y="703752"/>
                </a:lnTo>
                <a:lnTo>
                  <a:pt x="0" y="635572"/>
                </a:lnTo>
                <a:cubicBezTo>
                  <a:pt x="0" y="410898"/>
                  <a:pt x="91068" y="207493"/>
                  <a:pt x="238304" y="60257"/>
                </a:cubicBezTo>
                <a:lnTo>
                  <a:pt x="311336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68CD985-A543-6A56-8848-E1B908177B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C5D69A85-C624-975E-A311-1AD421F5E70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At Least Two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looks for regions where 2 events happen, or all 3 events happen.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∪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</m:d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endParaRPr lang="en-IN" dirty="0"/>
              </a:p>
              <a:p>
                <a:pPr marL="933450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864EEE81-349C-2CB5-821F-CBA556BA993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518381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8BA4E399-D28A-F24B-F80E-39FEC4DA7080}"/>
              </a:ext>
            </a:extLst>
          </p:cNvPr>
          <p:cNvGrpSpPr/>
          <p:nvPr/>
        </p:nvGrpSpPr>
        <p:grpSpPr>
          <a:xfrm>
            <a:off x="4187233" y="2984712"/>
            <a:ext cx="3656721" cy="3337368"/>
            <a:chOff x="4187233" y="2984712"/>
            <a:chExt cx="3656721" cy="333736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E657919-C3CD-D412-8527-A1C3ACA236C9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FC552048-F2D3-AE05-13CB-68A809A54B71}"/>
                    </a:ext>
                  </a:extLst>
                </p:cNvPr>
                <p:cNvSpPr txBox="1"/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8AA75D4A-38CB-DEF3-B203-A2BB54529E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52838" y="2984712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A17AD7C1-7F46-FED4-CDE5-16CE7E7D4744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3B263130-6342-B34A-A4DC-B942DC33F8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CC264718-ADE7-5BF9-FF2C-A5270C4854E1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2072BF0A-3928-A52D-666A-88A07A5407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81B5F81-5D35-7FDA-245B-67A0A9A9FF2B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024DA892-E076-C8CF-00EF-A0F4DFAA63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7CCB6D2B-0154-1379-60B3-63F4609FFCA1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FF30430D-A215-8DAF-9EA2-341AC69247A4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71E580B8-0BB0-1262-A28D-C337B4C2D0C9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16439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  <p:bldP spid="4" grpId="0" uiExpand="1" build="p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6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7C0092C-50E2-492A-B91D-F957BC051B86}"/>
              </a:ext>
            </a:extLst>
          </p:cNvPr>
          <p:cNvSpPr txBox="1"/>
          <p:nvPr/>
        </p:nvSpPr>
        <p:spPr>
          <a:xfrm>
            <a:off x="84907" y="7394365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(4)  exactly one of them is able to solve the problem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183BA5D-A6F1-45B3-9F37-6056261C1490}"/>
              </a:ext>
            </a:extLst>
          </p:cNvPr>
          <p:cNvSpPr txBox="1"/>
          <p:nvPr/>
        </p:nvSpPr>
        <p:spPr>
          <a:xfrm>
            <a:off x="84907" y="6858000"/>
            <a:ext cx="7628629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(3)  exactly two of them are able to solve the problem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4AB866A-063B-48A3-B81C-12F63E487723}"/>
              </a:ext>
            </a:extLst>
          </p:cNvPr>
          <p:cNvSpPr txBox="1"/>
          <p:nvPr/>
        </p:nvSpPr>
        <p:spPr>
          <a:xfrm>
            <a:off x="84907" y="1747217"/>
            <a:ext cx="8551093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b="1" dirty="0">
                <a:solidFill>
                  <a:srgbClr val="002060"/>
                </a:solidFill>
                <a:latin typeface="+mj-lt"/>
              </a:rPr>
              <a:t>(2)  at least two of them are able to solve the problem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D944459-C6D3-41AE-B4FE-BA01D75E24B7}"/>
                  </a:ext>
                </a:extLst>
              </p:cNvPr>
              <p:cNvSpPr txBox="1"/>
              <p:nvPr/>
            </p:nvSpPr>
            <p:spPr>
              <a:xfrm>
                <a:off x="98986" y="2391553"/>
                <a:ext cx="32488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a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least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two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solve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D944459-C6D3-41AE-B4FE-BA01D75E24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86" y="2391553"/>
                <a:ext cx="3248883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C7736BF-BEDE-4D94-9C12-3580535BD4D1}"/>
                  </a:ext>
                </a:extLst>
              </p:cNvPr>
              <p:cNvSpPr txBox="1"/>
              <p:nvPr/>
            </p:nvSpPr>
            <p:spPr>
              <a:xfrm>
                <a:off x="3160282" y="2391553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C7736BF-BEDE-4D94-9C12-3580535BD4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282" y="2391553"/>
                <a:ext cx="45552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FF2031B-9E36-48A0-8001-50F561895AD4}"/>
                  </a:ext>
                </a:extLst>
              </p:cNvPr>
              <p:cNvSpPr txBox="1"/>
              <p:nvPr/>
            </p:nvSpPr>
            <p:spPr>
              <a:xfrm>
                <a:off x="3548986" y="2391553"/>
                <a:ext cx="76953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− 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FF2031B-9E36-48A0-8001-50F561895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8986" y="2391553"/>
                <a:ext cx="769536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/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/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/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/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/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/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3DAB4FF-3002-47B1-A192-7CC8ACEC1375}"/>
                  </a:ext>
                </a:extLst>
              </p:cNvPr>
              <p:cNvSpPr txBox="1"/>
              <p:nvPr/>
            </p:nvSpPr>
            <p:spPr>
              <a:xfrm>
                <a:off x="3160282" y="2993197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3DAB4FF-3002-47B1-A192-7CC8ACEC13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282" y="2993197"/>
                <a:ext cx="45552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AE02B1C6-C892-4693-9E1B-0CF25C9976FE}"/>
                  </a:ext>
                </a:extLst>
              </p:cNvPr>
              <p:cNvSpPr txBox="1"/>
              <p:nvPr/>
            </p:nvSpPr>
            <p:spPr>
              <a:xfrm>
                <a:off x="3469189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AE02B1C6-C892-4693-9E1B-0CF25C9976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9189" y="2990982"/>
                <a:ext cx="111446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25782B-53F1-4050-8D75-9964F55023BC}"/>
                  </a:ext>
                </a:extLst>
              </p:cNvPr>
              <p:cNvSpPr txBox="1"/>
              <p:nvPr/>
            </p:nvSpPr>
            <p:spPr>
              <a:xfrm>
                <a:off x="4313963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25782B-53F1-4050-8D75-9964F55023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3963" y="2990982"/>
                <a:ext cx="111446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DBE2A26-3EE8-485E-8465-BD7DE04696D7}"/>
                  </a:ext>
                </a:extLst>
              </p:cNvPr>
              <p:cNvSpPr txBox="1"/>
              <p:nvPr/>
            </p:nvSpPr>
            <p:spPr>
              <a:xfrm>
                <a:off x="5351731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DBE2A26-3EE8-485E-8465-BD7DE04696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1731" y="2990982"/>
                <a:ext cx="111446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3007933-C581-460F-B995-4DB879280596}"/>
                  </a:ext>
                </a:extLst>
              </p:cNvPr>
              <p:cNvSpPr txBox="1"/>
              <p:nvPr/>
            </p:nvSpPr>
            <p:spPr>
              <a:xfrm>
                <a:off x="6396269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3007933-C581-460F-B995-4DB8792805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6269" y="2990982"/>
                <a:ext cx="111446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2628C8B-5CAA-48BB-A011-BC5EF32DDBD8}"/>
                  </a:ext>
                </a:extLst>
              </p:cNvPr>
              <p:cNvSpPr txBox="1"/>
              <p:nvPr/>
            </p:nvSpPr>
            <p:spPr>
              <a:xfrm>
                <a:off x="7434037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2628C8B-5CAA-48BB-A011-BC5EF32DDB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4037" y="2990982"/>
                <a:ext cx="111446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DD2956F-E415-4DC9-AAFF-6B0F83129AD0}"/>
                  </a:ext>
                </a:extLst>
              </p:cNvPr>
              <p:cNvSpPr txBox="1"/>
              <p:nvPr/>
            </p:nvSpPr>
            <p:spPr>
              <a:xfrm>
                <a:off x="8478575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DD2956F-E415-4DC9-AAFF-6B0F83129A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78575" y="2990982"/>
                <a:ext cx="1114462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AC484E0-B43F-45FE-9760-3216565B923F}"/>
                  </a:ext>
                </a:extLst>
              </p:cNvPr>
              <p:cNvSpPr txBox="1"/>
              <p:nvPr/>
            </p:nvSpPr>
            <p:spPr>
              <a:xfrm>
                <a:off x="8548498" y="3480166"/>
                <a:ext cx="13331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AC484E0-B43F-45FE-9760-3216565B92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48498" y="3480166"/>
                <a:ext cx="133318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1DA1B22-ADE0-4422-A74B-47AE808051B1}"/>
                  </a:ext>
                </a:extLst>
              </p:cNvPr>
              <p:cNvSpPr txBox="1"/>
              <p:nvPr/>
            </p:nvSpPr>
            <p:spPr>
              <a:xfrm>
                <a:off x="9787902" y="3480166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1DA1B22-ADE0-4422-A74B-47AE808051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87902" y="3480166"/>
                <a:ext cx="111446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2B4BDF6-5D8D-467F-96C9-3C0701E00BB8}"/>
                  </a:ext>
                </a:extLst>
              </p:cNvPr>
              <p:cNvSpPr txBox="1"/>
              <p:nvPr/>
            </p:nvSpPr>
            <p:spPr>
              <a:xfrm>
                <a:off x="10698887" y="3480166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2B4BDF6-5D8D-467F-96C9-3C0701E00B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98887" y="3480166"/>
                <a:ext cx="111446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0CD5727F-7A6F-4857-9B54-B313A4BF88E6}"/>
                  </a:ext>
                </a:extLst>
              </p:cNvPr>
              <p:cNvSpPr txBox="1"/>
              <p:nvPr/>
            </p:nvSpPr>
            <p:spPr>
              <a:xfrm>
                <a:off x="3160282" y="4355526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0CD5727F-7A6F-4857-9B54-B313A4BF88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282" y="4355526"/>
                <a:ext cx="45552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DCC4330-0F59-48C2-9D52-F7EFDEBA0A1D}"/>
                  </a:ext>
                </a:extLst>
              </p:cNvPr>
              <p:cNvSpPr txBox="1"/>
              <p:nvPr/>
            </p:nvSpPr>
            <p:spPr>
              <a:xfrm>
                <a:off x="3532579" y="4139585"/>
                <a:ext cx="161753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DCC4330-0F59-48C2-9D52-F7EFDEBA0A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2579" y="4139585"/>
                <a:ext cx="1617537" cy="106048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40B7C9A-5A91-4913-A16C-DB99322C5C2D}"/>
                  </a:ext>
                </a:extLst>
              </p:cNvPr>
              <p:cNvSpPr txBox="1"/>
              <p:nvPr/>
            </p:nvSpPr>
            <p:spPr>
              <a:xfrm>
                <a:off x="4851359" y="4139584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40B7C9A-5A91-4913-A16C-DB99322C5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1359" y="4139584"/>
                <a:ext cx="2102141" cy="106048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47BF28C-457F-47A1-9BB5-43E1F03287CF}"/>
                  </a:ext>
                </a:extLst>
              </p:cNvPr>
              <p:cNvSpPr txBox="1"/>
              <p:nvPr/>
            </p:nvSpPr>
            <p:spPr>
              <a:xfrm>
                <a:off x="6667810" y="4139583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47BF28C-457F-47A1-9BB5-43E1F03287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7810" y="4139583"/>
                <a:ext cx="2102141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DD837A9-39FC-4338-8349-39DFAE4862A8}"/>
                  </a:ext>
                </a:extLst>
              </p:cNvPr>
              <p:cNvSpPr txBox="1"/>
              <p:nvPr/>
            </p:nvSpPr>
            <p:spPr>
              <a:xfrm>
                <a:off x="8498800" y="4139583"/>
                <a:ext cx="276577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DD837A9-39FC-4338-8349-39DFAE4862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8800" y="4139583"/>
                <a:ext cx="2765774" cy="106048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BF49BE-4CC9-40E4-96DF-A9908AB540C4}"/>
                  </a:ext>
                </a:extLst>
              </p:cNvPr>
              <p:cNvSpPr txBox="1"/>
              <p:nvPr/>
            </p:nvSpPr>
            <p:spPr>
              <a:xfrm>
                <a:off x="3160282" y="5528638"/>
                <a:ext cx="106751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BF49BE-4CC9-40E4-96DF-A9908AB540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282" y="5528638"/>
                <a:ext cx="1067518" cy="899157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50534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64" grpId="0"/>
      <p:bldP spid="68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8365A96-5B1B-B106-E8F0-68B620D5F7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B0C2B4DA-29A8-A588-F2B1-30AAD3CD3114}"/>
              </a:ext>
            </a:extLst>
          </p:cNvPr>
          <p:cNvSpPr/>
          <p:nvPr/>
        </p:nvSpPr>
        <p:spPr>
          <a:xfrm>
            <a:off x="5614445" y="4616326"/>
            <a:ext cx="620245" cy="632002"/>
          </a:xfrm>
          <a:custGeom>
            <a:avLst/>
            <a:gdLst>
              <a:gd name="csX0" fmla="*/ 308774 w 620245"/>
              <a:gd name="csY0" fmla="*/ 0 h 632002"/>
              <a:gd name="csX1" fmla="*/ 550720 w 620245"/>
              <a:gd name="csY1" fmla="*/ 36579 h 632002"/>
              <a:gd name="csX2" fmla="*/ 620245 w 620245"/>
              <a:gd name="csY2" fmla="*/ 62025 h 632002"/>
              <a:gd name="csX3" fmla="*/ 619356 w 620245"/>
              <a:gd name="csY3" fmla="*/ 79617 h 632002"/>
              <a:gd name="csX4" fmla="*/ 385253 w 620245"/>
              <a:gd name="csY4" fmla="*/ 571744 h 632002"/>
              <a:gd name="csX5" fmla="*/ 312221 w 620245"/>
              <a:gd name="csY5" fmla="*/ 632002 h 632002"/>
              <a:gd name="csX6" fmla="*/ 234861 w 620245"/>
              <a:gd name="csY6" fmla="*/ 568173 h 632002"/>
              <a:gd name="csX7" fmla="*/ 758 w 620245"/>
              <a:gd name="csY7" fmla="*/ 76046 h 632002"/>
              <a:gd name="csX8" fmla="*/ 0 w 620245"/>
              <a:gd name="csY8" fmla="*/ 61038 h 632002"/>
              <a:gd name="csX9" fmla="*/ 66828 w 620245"/>
              <a:gd name="csY9" fmla="*/ 36579 h 632002"/>
              <a:gd name="csX10" fmla="*/ 308774 w 620245"/>
              <a:gd name="csY10" fmla="*/ 0 h 63200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0245" h="632002">
                <a:moveTo>
                  <a:pt x="308774" y="0"/>
                </a:moveTo>
                <a:cubicBezTo>
                  <a:pt x="393027" y="0"/>
                  <a:pt x="474289" y="12807"/>
                  <a:pt x="550720" y="36579"/>
                </a:cubicBezTo>
                <a:lnTo>
                  <a:pt x="620245" y="62025"/>
                </a:lnTo>
                <a:lnTo>
                  <a:pt x="619356" y="79617"/>
                </a:lnTo>
                <a:cubicBezTo>
                  <a:pt x="599913" y="271077"/>
                  <a:pt x="514085" y="442913"/>
                  <a:pt x="385253" y="571744"/>
                </a:cubicBezTo>
                <a:lnTo>
                  <a:pt x="312221" y="632002"/>
                </a:lnTo>
                <a:lnTo>
                  <a:pt x="234861" y="568173"/>
                </a:lnTo>
                <a:cubicBezTo>
                  <a:pt x="106029" y="439342"/>
                  <a:pt x="20202" y="267506"/>
                  <a:pt x="758" y="76046"/>
                </a:cubicBezTo>
                <a:lnTo>
                  <a:pt x="0" y="61038"/>
                </a:lnTo>
                <a:lnTo>
                  <a:pt x="66828" y="36579"/>
                </a:lnTo>
                <a:cubicBezTo>
                  <a:pt x="143259" y="12807"/>
                  <a:pt x="224521" y="0"/>
                  <a:pt x="30877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CEBB7886-92A9-1899-B551-F1992B8D367B}"/>
              </a:ext>
            </a:extLst>
          </p:cNvPr>
          <p:cNvSpPr/>
          <p:nvPr/>
        </p:nvSpPr>
        <p:spPr>
          <a:xfrm>
            <a:off x="5112911" y="4677364"/>
            <a:ext cx="813754" cy="749010"/>
          </a:xfrm>
          <a:custGeom>
            <a:avLst/>
            <a:gdLst>
              <a:gd name="csX0" fmla="*/ 501533 w 813754"/>
              <a:gd name="csY0" fmla="*/ 0 h 749010"/>
              <a:gd name="csX1" fmla="*/ 502291 w 813754"/>
              <a:gd name="csY1" fmla="*/ 15008 h 749010"/>
              <a:gd name="csX2" fmla="*/ 736394 w 813754"/>
              <a:gd name="csY2" fmla="*/ 507135 h 749010"/>
              <a:gd name="csX3" fmla="*/ 813754 w 813754"/>
              <a:gd name="csY3" fmla="*/ 570964 h 749010"/>
              <a:gd name="csX4" fmla="*/ 766373 w 813754"/>
              <a:gd name="csY4" fmla="*/ 610057 h 749010"/>
              <a:gd name="csX5" fmla="*/ 311470 w 813754"/>
              <a:gd name="csY5" fmla="*/ 749010 h 749010"/>
              <a:gd name="csX6" fmla="*/ 69524 w 813754"/>
              <a:gd name="csY6" fmla="*/ 712431 h 749010"/>
              <a:gd name="csX7" fmla="*/ 0 w 813754"/>
              <a:gd name="csY7" fmla="*/ 686986 h 749010"/>
              <a:gd name="csX8" fmla="*/ 888 w 813754"/>
              <a:gd name="csY8" fmla="*/ 669393 h 749010"/>
              <a:gd name="csX9" fmla="*/ 493609 w 813754"/>
              <a:gd name="csY9" fmla="*/ 2900 h 749010"/>
              <a:gd name="csX10" fmla="*/ 501533 w 813754"/>
              <a:gd name="csY10" fmla="*/ 0 h 7490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13754" h="749010">
                <a:moveTo>
                  <a:pt x="501533" y="0"/>
                </a:moveTo>
                <a:lnTo>
                  <a:pt x="502291" y="15008"/>
                </a:lnTo>
                <a:cubicBezTo>
                  <a:pt x="521735" y="206468"/>
                  <a:pt x="607562" y="378304"/>
                  <a:pt x="736394" y="507135"/>
                </a:cubicBezTo>
                <a:lnTo>
                  <a:pt x="813754" y="570964"/>
                </a:lnTo>
                <a:lnTo>
                  <a:pt x="766373" y="610057"/>
                </a:lnTo>
                <a:cubicBezTo>
                  <a:pt x="636518" y="697785"/>
                  <a:pt x="479976" y="749010"/>
                  <a:pt x="311470" y="749010"/>
                </a:cubicBezTo>
                <a:cubicBezTo>
                  <a:pt x="227217" y="749010"/>
                  <a:pt x="145955" y="736204"/>
                  <a:pt x="69524" y="712431"/>
                </a:cubicBezTo>
                <a:lnTo>
                  <a:pt x="0" y="686986"/>
                </a:lnTo>
                <a:lnTo>
                  <a:pt x="888" y="669393"/>
                </a:lnTo>
                <a:cubicBezTo>
                  <a:pt x="31443" y="368527"/>
                  <a:pt x="225924" y="116122"/>
                  <a:pt x="493609" y="2900"/>
                </a:cubicBezTo>
                <a:lnTo>
                  <a:pt x="501533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E1B0449-BCF4-5D0E-DB0C-3D69A661459B}"/>
              </a:ext>
            </a:extLst>
          </p:cNvPr>
          <p:cNvSpPr/>
          <p:nvPr/>
        </p:nvSpPr>
        <p:spPr>
          <a:xfrm>
            <a:off x="5926665" y="4678351"/>
            <a:ext cx="806730" cy="744452"/>
          </a:xfrm>
          <a:custGeom>
            <a:avLst/>
            <a:gdLst>
              <a:gd name="csX0" fmla="*/ 308024 w 806730"/>
              <a:gd name="csY0" fmla="*/ 0 h 744452"/>
              <a:gd name="csX1" fmla="*/ 313251 w 806730"/>
              <a:gd name="csY1" fmla="*/ 1913 h 744452"/>
              <a:gd name="csX2" fmla="*/ 805972 w 806730"/>
              <a:gd name="csY2" fmla="*/ 668406 h 744452"/>
              <a:gd name="csX3" fmla="*/ 806730 w 806730"/>
              <a:gd name="csY3" fmla="*/ 683414 h 744452"/>
              <a:gd name="csX4" fmla="*/ 739902 w 806730"/>
              <a:gd name="csY4" fmla="*/ 707873 h 744452"/>
              <a:gd name="csX5" fmla="*/ 497956 w 806730"/>
              <a:gd name="csY5" fmla="*/ 744452 h 744452"/>
              <a:gd name="csX6" fmla="*/ 43053 w 806730"/>
              <a:gd name="csY6" fmla="*/ 605499 h 744452"/>
              <a:gd name="csX7" fmla="*/ 0 w 806730"/>
              <a:gd name="csY7" fmla="*/ 569977 h 744452"/>
              <a:gd name="csX8" fmla="*/ 73032 w 806730"/>
              <a:gd name="csY8" fmla="*/ 509719 h 744452"/>
              <a:gd name="csX9" fmla="*/ 307135 w 806730"/>
              <a:gd name="csY9" fmla="*/ 17592 h 744452"/>
              <a:gd name="csX10" fmla="*/ 308024 w 806730"/>
              <a:gd name="csY10" fmla="*/ 0 h 7444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06730" h="744452">
                <a:moveTo>
                  <a:pt x="308024" y="0"/>
                </a:moveTo>
                <a:lnTo>
                  <a:pt x="313251" y="1913"/>
                </a:lnTo>
                <a:cubicBezTo>
                  <a:pt x="580936" y="115135"/>
                  <a:pt x="775418" y="367540"/>
                  <a:pt x="805972" y="668406"/>
                </a:cubicBezTo>
                <a:lnTo>
                  <a:pt x="806730" y="683414"/>
                </a:lnTo>
                <a:lnTo>
                  <a:pt x="739902" y="707873"/>
                </a:lnTo>
                <a:cubicBezTo>
                  <a:pt x="663471" y="731646"/>
                  <a:pt x="582209" y="744452"/>
                  <a:pt x="497956" y="744452"/>
                </a:cubicBezTo>
                <a:cubicBezTo>
                  <a:pt x="329450" y="744452"/>
                  <a:pt x="172908" y="693227"/>
                  <a:pt x="43053" y="605499"/>
                </a:cubicBezTo>
                <a:lnTo>
                  <a:pt x="0" y="569977"/>
                </a:lnTo>
                <a:lnTo>
                  <a:pt x="73032" y="509719"/>
                </a:lnTo>
                <a:cubicBezTo>
                  <a:pt x="201864" y="380888"/>
                  <a:pt x="287692" y="209052"/>
                  <a:pt x="307135" y="17592"/>
                </a:cubicBezTo>
                <a:lnTo>
                  <a:pt x="308024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12C07E8B-0397-C173-8273-F7446D3FEFD9}"/>
              </a:ext>
            </a:extLst>
          </p:cNvPr>
          <p:cNvSpPr/>
          <p:nvPr/>
        </p:nvSpPr>
        <p:spPr>
          <a:xfrm>
            <a:off x="5607347" y="3961284"/>
            <a:ext cx="627000" cy="704739"/>
          </a:xfrm>
          <a:custGeom>
            <a:avLst/>
            <a:gdLst>
              <a:gd name="csX0" fmla="*/ 311336 w 627000"/>
              <a:gd name="csY0" fmla="*/ 0 h 704739"/>
              <a:gd name="csX1" fmla="*/ 388696 w 627000"/>
              <a:gd name="csY1" fmla="*/ 63828 h 704739"/>
              <a:gd name="csX2" fmla="*/ 627000 w 627000"/>
              <a:gd name="csY2" fmla="*/ 639143 h 704739"/>
              <a:gd name="csX3" fmla="*/ 623688 w 627000"/>
              <a:gd name="csY3" fmla="*/ 704739 h 704739"/>
              <a:gd name="csX4" fmla="*/ 554163 w 627000"/>
              <a:gd name="csY4" fmla="*/ 679293 h 704739"/>
              <a:gd name="csX5" fmla="*/ 312217 w 627000"/>
              <a:gd name="csY5" fmla="*/ 642714 h 704739"/>
              <a:gd name="csX6" fmla="*/ 70271 w 627000"/>
              <a:gd name="csY6" fmla="*/ 679293 h 704739"/>
              <a:gd name="csX7" fmla="*/ 3443 w 627000"/>
              <a:gd name="csY7" fmla="*/ 703752 h 704739"/>
              <a:gd name="csX8" fmla="*/ 0 w 627000"/>
              <a:gd name="csY8" fmla="*/ 635572 h 704739"/>
              <a:gd name="csX9" fmla="*/ 238304 w 627000"/>
              <a:gd name="csY9" fmla="*/ 60257 h 704739"/>
              <a:gd name="csX10" fmla="*/ 311336 w 627000"/>
              <a:gd name="csY10" fmla="*/ 0 h 7047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627000" h="704739">
                <a:moveTo>
                  <a:pt x="311336" y="0"/>
                </a:moveTo>
                <a:lnTo>
                  <a:pt x="388696" y="63828"/>
                </a:lnTo>
                <a:cubicBezTo>
                  <a:pt x="535933" y="211064"/>
                  <a:pt x="627000" y="414469"/>
                  <a:pt x="627000" y="639143"/>
                </a:cubicBezTo>
                <a:lnTo>
                  <a:pt x="623688" y="704739"/>
                </a:lnTo>
                <a:lnTo>
                  <a:pt x="554163" y="679293"/>
                </a:lnTo>
                <a:cubicBezTo>
                  <a:pt x="477732" y="655521"/>
                  <a:pt x="396470" y="642714"/>
                  <a:pt x="312217" y="642714"/>
                </a:cubicBezTo>
                <a:cubicBezTo>
                  <a:pt x="227964" y="642714"/>
                  <a:pt x="146702" y="655521"/>
                  <a:pt x="70271" y="679293"/>
                </a:cubicBezTo>
                <a:lnTo>
                  <a:pt x="3443" y="703752"/>
                </a:lnTo>
                <a:lnTo>
                  <a:pt x="0" y="635572"/>
                </a:lnTo>
                <a:cubicBezTo>
                  <a:pt x="0" y="410898"/>
                  <a:pt x="91068" y="207493"/>
                  <a:pt x="238304" y="60257"/>
                </a:cubicBezTo>
                <a:lnTo>
                  <a:pt x="311336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1867912-F9CE-4328-534D-E880C2242D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6A20D18-DC3D-0A9F-F41B-27A8C3B4F7FE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2586475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Exactly Two</a:t>
                </a:r>
                <a:r>
                  <a:rPr lang="en-US" b="1" dirty="0"/>
                  <a:t>" Occurring</a:t>
                </a:r>
              </a:p>
              <a:p>
                <a:pPr lvl="1"/>
                <a:r>
                  <a:rPr lang="en-US" dirty="0"/>
                  <a:t>This excludes the scenario where all three happen simultaneously.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  <a:p>
                <a:pPr marL="990600" indent="0">
                  <a:buNone/>
                </a:pP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	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9361A28-411C-A4B6-0970-5BAA70243A5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258647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" name="Group 4">
            <a:extLst>
              <a:ext uri="{FF2B5EF4-FFF2-40B4-BE49-F238E27FC236}">
                <a16:creationId xmlns:a16="http://schemas.microsoft.com/office/drawing/2014/main" id="{D4356FA2-74A2-F3FA-DE32-5FAB41F1EBC3}"/>
              </a:ext>
            </a:extLst>
          </p:cNvPr>
          <p:cNvGrpSpPr/>
          <p:nvPr/>
        </p:nvGrpSpPr>
        <p:grpSpPr>
          <a:xfrm>
            <a:off x="4187233" y="3422187"/>
            <a:ext cx="3908125" cy="3094446"/>
            <a:chOff x="4187233" y="3227634"/>
            <a:chExt cx="3908125" cy="3094446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0AA2436-21D5-C99A-73EE-A70247E896E0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F95D2239-3228-A945-F1E3-F494A8D0F8F9}"/>
                    </a:ext>
                  </a:extLst>
                </p:cNvPr>
                <p:cNvSpPr txBox="1"/>
                <p:nvPr/>
              </p:nvSpPr>
              <p:spPr>
                <a:xfrm>
                  <a:off x="7404242" y="3227634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87271612-D7F5-3E24-36D5-6B89C3B3D3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04242" y="3227634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8DE457F4-A565-3B52-406A-73126F6371C7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59042EA7-23F3-2D77-5EA4-6A7B7D6842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BB5B60C6-1B98-2BB1-52D0-9722D3A585AF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55BCE0DF-B1C7-2426-4696-B032D93D54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AEDFCBE5-F5C3-5B9A-DD81-1D5C3BCA60CC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0" name="TextBox 9">
                  <a:extLst>
                    <a:ext uri="{FF2B5EF4-FFF2-40B4-BE49-F238E27FC236}">
                      <a16:creationId xmlns:a16="http://schemas.microsoft.com/office/drawing/2014/main" id="{5E345091-A1E2-EB9C-CB09-6829FAECDC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BD3E2C97-B3F1-4CCB-70EB-96B9FC966ABA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4EFB9206-CB5F-BC27-84C7-F975138AFE65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5F5A2735-FCBC-6CCA-D036-04B8C5ADDFD4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9560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9" grpId="1" animBg="1"/>
      <p:bldP spid="18" grpId="0" animBg="1"/>
      <p:bldP spid="17" grpId="0" animBg="1"/>
      <p:bldP spid="3" grpId="0" animBg="1"/>
      <p:bldP spid="4" grpId="0" uiExpand="1" build="p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2⇝ Example 6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7C0092C-50E2-492A-B91D-F957BC051B86}"/>
              </a:ext>
            </a:extLst>
          </p:cNvPr>
          <p:cNvSpPr txBox="1"/>
          <p:nvPr/>
        </p:nvSpPr>
        <p:spPr>
          <a:xfrm>
            <a:off x="84908" y="6858000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dirty="0">
                <a:solidFill>
                  <a:schemeClr val="bg1"/>
                </a:solidFill>
                <a:latin typeface="+mj-lt"/>
              </a:rPr>
              <a:t>(4)  exactly one of them is able to solve the problem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183BA5D-A6F1-45B3-9F37-6056261C1490}"/>
              </a:ext>
            </a:extLst>
          </p:cNvPr>
          <p:cNvSpPr txBox="1"/>
          <p:nvPr/>
        </p:nvSpPr>
        <p:spPr>
          <a:xfrm>
            <a:off x="84907" y="1758550"/>
            <a:ext cx="8432559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b="1" dirty="0">
                <a:solidFill>
                  <a:srgbClr val="002060"/>
                </a:solidFill>
                <a:latin typeface="+mj-lt"/>
              </a:rPr>
              <a:t>(3)  exactly two of them are able to solve the problem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C7736BF-BEDE-4D94-9C12-3580535BD4D1}"/>
                  </a:ext>
                </a:extLst>
              </p:cNvPr>
              <p:cNvSpPr txBox="1"/>
              <p:nvPr/>
            </p:nvSpPr>
            <p:spPr>
              <a:xfrm>
                <a:off x="3066763" y="2391553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DC7736BF-BEDE-4D94-9C12-3580535BD4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763" y="2391553"/>
                <a:ext cx="455524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FF2031B-9E36-48A0-8001-50F561895AD4}"/>
                  </a:ext>
                </a:extLst>
              </p:cNvPr>
              <p:cNvSpPr txBox="1"/>
              <p:nvPr/>
            </p:nvSpPr>
            <p:spPr>
              <a:xfrm>
                <a:off x="3455467" y="2391553"/>
                <a:ext cx="76953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− 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FF2031B-9E36-48A0-8001-50F561895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5467" y="2391553"/>
                <a:ext cx="769536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/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/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/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/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/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/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3DAB4FF-3002-47B1-A192-7CC8ACEC1375}"/>
                  </a:ext>
                </a:extLst>
              </p:cNvPr>
              <p:cNvSpPr txBox="1"/>
              <p:nvPr/>
            </p:nvSpPr>
            <p:spPr>
              <a:xfrm>
                <a:off x="3066763" y="2993197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3DAB4FF-3002-47B1-A192-7CC8ACEC13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763" y="2993197"/>
                <a:ext cx="45552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AE02B1C6-C892-4693-9E1B-0CF25C9976FE}"/>
                  </a:ext>
                </a:extLst>
              </p:cNvPr>
              <p:cNvSpPr txBox="1"/>
              <p:nvPr/>
            </p:nvSpPr>
            <p:spPr>
              <a:xfrm>
                <a:off x="3375670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AE02B1C6-C892-4693-9E1B-0CF25C9976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75670" y="2990982"/>
                <a:ext cx="111446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25782B-53F1-4050-8D75-9964F55023BC}"/>
                  </a:ext>
                </a:extLst>
              </p:cNvPr>
              <p:cNvSpPr txBox="1"/>
              <p:nvPr/>
            </p:nvSpPr>
            <p:spPr>
              <a:xfrm>
                <a:off x="4220444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25782B-53F1-4050-8D75-9964F55023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20444" y="2990982"/>
                <a:ext cx="111446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DBE2A26-3EE8-485E-8465-BD7DE04696D7}"/>
                  </a:ext>
                </a:extLst>
              </p:cNvPr>
              <p:cNvSpPr txBox="1"/>
              <p:nvPr/>
            </p:nvSpPr>
            <p:spPr>
              <a:xfrm>
                <a:off x="5258212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3DBE2A26-3EE8-485E-8465-BD7DE04696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8212" y="2990982"/>
                <a:ext cx="111446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3007933-C581-460F-B995-4DB879280596}"/>
                  </a:ext>
                </a:extLst>
              </p:cNvPr>
              <p:cNvSpPr txBox="1"/>
              <p:nvPr/>
            </p:nvSpPr>
            <p:spPr>
              <a:xfrm>
                <a:off x="6302750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43007933-C581-460F-B995-4DB8792805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2750" y="2990982"/>
                <a:ext cx="111446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2628C8B-5CAA-48BB-A011-BC5EF32DDBD8}"/>
                  </a:ext>
                </a:extLst>
              </p:cNvPr>
              <p:cNvSpPr txBox="1"/>
              <p:nvPr/>
            </p:nvSpPr>
            <p:spPr>
              <a:xfrm>
                <a:off x="7340518" y="2990982"/>
                <a:ext cx="1114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2628C8B-5CAA-48BB-A011-BC5EF32DDB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0518" y="2990982"/>
                <a:ext cx="111446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DD2956F-E415-4DC9-AAFF-6B0F83129AD0}"/>
                  </a:ext>
                </a:extLst>
              </p:cNvPr>
              <p:cNvSpPr txBox="1"/>
              <p:nvPr/>
            </p:nvSpPr>
            <p:spPr>
              <a:xfrm>
                <a:off x="8385056" y="2990982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DD2956F-E415-4DC9-AAFF-6B0F83129A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5056" y="2990982"/>
                <a:ext cx="111446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AC484E0-B43F-45FE-9760-3216565B923F}"/>
                  </a:ext>
                </a:extLst>
              </p:cNvPr>
              <p:cNvSpPr txBox="1"/>
              <p:nvPr/>
            </p:nvSpPr>
            <p:spPr>
              <a:xfrm>
                <a:off x="8454979" y="3480166"/>
                <a:ext cx="13331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AC484E0-B43F-45FE-9760-3216565B92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54979" y="3480166"/>
                <a:ext cx="133318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1DA1B22-ADE0-4422-A74B-47AE808051B1}"/>
                  </a:ext>
                </a:extLst>
              </p:cNvPr>
              <p:cNvSpPr txBox="1"/>
              <p:nvPr/>
            </p:nvSpPr>
            <p:spPr>
              <a:xfrm>
                <a:off x="9694383" y="3480166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1DA1B22-ADE0-4422-A74B-47AE808051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4383" y="3480166"/>
                <a:ext cx="1114462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2B4BDF6-5D8D-467F-96C9-3C0701E00BB8}"/>
                  </a:ext>
                </a:extLst>
              </p:cNvPr>
              <p:cNvSpPr txBox="1"/>
              <p:nvPr/>
            </p:nvSpPr>
            <p:spPr>
              <a:xfrm>
                <a:off x="10605368" y="3480166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2B4BDF6-5D8D-467F-96C9-3C0701E00B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05368" y="3480166"/>
                <a:ext cx="111446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0CD5727F-7A6F-4857-9B54-B313A4BF88E6}"/>
                  </a:ext>
                </a:extLst>
              </p:cNvPr>
              <p:cNvSpPr txBox="1"/>
              <p:nvPr/>
            </p:nvSpPr>
            <p:spPr>
              <a:xfrm>
                <a:off x="3066763" y="4363146"/>
                <a:ext cx="4555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0CD5727F-7A6F-4857-9B54-B313A4BF88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763" y="4363146"/>
                <a:ext cx="45552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DCC4330-0F59-48C2-9D52-F7EFDEBA0A1D}"/>
                  </a:ext>
                </a:extLst>
              </p:cNvPr>
              <p:cNvSpPr txBox="1"/>
              <p:nvPr/>
            </p:nvSpPr>
            <p:spPr>
              <a:xfrm>
                <a:off x="3439060" y="4147205"/>
                <a:ext cx="161753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8DCC4330-0F59-48C2-9D52-F7EFDEBA0A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060" y="4147205"/>
                <a:ext cx="1617537" cy="106048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40B7C9A-5A91-4913-A16C-DB99322C5C2D}"/>
                  </a:ext>
                </a:extLst>
              </p:cNvPr>
              <p:cNvSpPr txBox="1"/>
              <p:nvPr/>
            </p:nvSpPr>
            <p:spPr>
              <a:xfrm>
                <a:off x="4757840" y="4147204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40B7C9A-5A91-4913-A16C-DB99322C5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7840" y="4147204"/>
                <a:ext cx="2102141" cy="106048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47BF28C-457F-47A1-9BB5-43E1F03287CF}"/>
                  </a:ext>
                </a:extLst>
              </p:cNvPr>
              <p:cNvSpPr txBox="1"/>
              <p:nvPr/>
            </p:nvSpPr>
            <p:spPr>
              <a:xfrm>
                <a:off x="6574291" y="4147203"/>
                <a:ext cx="2102141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47BF28C-457F-47A1-9BB5-43E1F03287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4291" y="4147203"/>
                <a:ext cx="2102141" cy="106048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DD837A9-39FC-4338-8349-39DFAE4862A8}"/>
                  </a:ext>
                </a:extLst>
              </p:cNvPr>
              <p:cNvSpPr txBox="1"/>
              <p:nvPr/>
            </p:nvSpPr>
            <p:spPr>
              <a:xfrm>
                <a:off x="8405281" y="4147203"/>
                <a:ext cx="276577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DD837A9-39FC-4338-8349-39DFAE4862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05281" y="4147203"/>
                <a:ext cx="2765774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BF49BE-4CC9-40E4-96DF-A9908AB540C4}"/>
                  </a:ext>
                </a:extLst>
              </p:cNvPr>
              <p:cNvSpPr txBox="1"/>
              <p:nvPr/>
            </p:nvSpPr>
            <p:spPr>
              <a:xfrm>
                <a:off x="3066763" y="5528638"/>
                <a:ext cx="106751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BF49BE-4CC9-40E4-96DF-A9908AB540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763" y="5528638"/>
                <a:ext cx="1067518" cy="899157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530368CC-4122-48C8-9367-8F213658A0CA}"/>
                  </a:ext>
                </a:extLst>
              </p:cNvPr>
              <p:cNvSpPr txBox="1"/>
              <p:nvPr/>
            </p:nvSpPr>
            <p:spPr>
              <a:xfrm>
                <a:off x="98437" y="2391553"/>
                <a:ext cx="32488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exactly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two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solve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530368CC-4122-48C8-9367-8F213658A0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437" y="2391553"/>
                <a:ext cx="324888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07253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8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26" grpId="0"/>
      <p:bldP spid="127" grpId="0"/>
      <p:bldP spid="128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3F72262E-EBBA-1445-EF2E-675836C254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8B4173A-1C23-53F8-D283-5182AF8E6AA1}"/>
              </a:ext>
            </a:extLst>
          </p:cNvPr>
          <p:cNvSpPr/>
          <p:nvPr/>
        </p:nvSpPr>
        <p:spPr>
          <a:xfrm>
            <a:off x="5109598" y="5277511"/>
            <a:ext cx="1627240" cy="995236"/>
          </a:xfrm>
          <a:custGeom>
            <a:avLst/>
            <a:gdLst>
              <a:gd name="csX0" fmla="*/ 817067 w 1627240"/>
              <a:gd name="csY0" fmla="*/ 0 h 995236"/>
              <a:gd name="csX1" fmla="*/ 860120 w 1627240"/>
              <a:gd name="csY1" fmla="*/ 35522 h 995236"/>
              <a:gd name="csX2" fmla="*/ 1315023 w 1627240"/>
              <a:gd name="csY2" fmla="*/ 174475 h 995236"/>
              <a:gd name="csX3" fmla="*/ 1556969 w 1627240"/>
              <a:gd name="csY3" fmla="*/ 137896 h 995236"/>
              <a:gd name="csX4" fmla="*/ 1623797 w 1627240"/>
              <a:gd name="csY4" fmla="*/ 113437 h 995236"/>
              <a:gd name="csX5" fmla="*/ 1627240 w 1627240"/>
              <a:gd name="csY5" fmla="*/ 181617 h 995236"/>
              <a:gd name="csX6" fmla="*/ 813620 w 1627240"/>
              <a:gd name="csY6" fmla="*/ 995236 h 995236"/>
              <a:gd name="csX7" fmla="*/ 0 w 1627240"/>
              <a:gd name="csY7" fmla="*/ 181617 h 995236"/>
              <a:gd name="csX8" fmla="*/ 3312 w 1627240"/>
              <a:gd name="csY8" fmla="*/ 116022 h 995236"/>
              <a:gd name="csX9" fmla="*/ 72837 w 1627240"/>
              <a:gd name="csY9" fmla="*/ 141467 h 995236"/>
              <a:gd name="csX10" fmla="*/ 314783 w 1627240"/>
              <a:gd name="csY10" fmla="*/ 178046 h 995236"/>
              <a:gd name="csX11" fmla="*/ 769686 w 1627240"/>
              <a:gd name="csY11" fmla="*/ 39093 h 995236"/>
              <a:gd name="csX12" fmla="*/ 817067 w 1627240"/>
              <a:gd name="csY12" fmla="*/ 0 h 99523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1627240" h="995236">
                <a:moveTo>
                  <a:pt x="817067" y="0"/>
                </a:moveTo>
                <a:lnTo>
                  <a:pt x="860120" y="35522"/>
                </a:lnTo>
                <a:cubicBezTo>
                  <a:pt x="989975" y="123250"/>
                  <a:pt x="1146517" y="174475"/>
                  <a:pt x="1315023" y="174475"/>
                </a:cubicBezTo>
                <a:cubicBezTo>
                  <a:pt x="1399276" y="174475"/>
                  <a:pt x="1480538" y="161669"/>
                  <a:pt x="1556969" y="137896"/>
                </a:cubicBezTo>
                <a:lnTo>
                  <a:pt x="1623797" y="113437"/>
                </a:lnTo>
                <a:lnTo>
                  <a:pt x="1627240" y="181617"/>
                </a:lnTo>
                <a:cubicBezTo>
                  <a:pt x="1627240" y="630966"/>
                  <a:pt x="1262970" y="995236"/>
                  <a:pt x="813620" y="995236"/>
                </a:cubicBezTo>
                <a:cubicBezTo>
                  <a:pt x="364270" y="995236"/>
                  <a:pt x="0" y="630966"/>
                  <a:pt x="0" y="181617"/>
                </a:cubicBezTo>
                <a:lnTo>
                  <a:pt x="3312" y="116022"/>
                </a:lnTo>
                <a:lnTo>
                  <a:pt x="72837" y="141467"/>
                </a:lnTo>
                <a:cubicBezTo>
                  <a:pt x="149268" y="165240"/>
                  <a:pt x="230530" y="178046"/>
                  <a:pt x="314783" y="178046"/>
                </a:cubicBezTo>
                <a:cubicBezTo>
                  <a:pt x="483289" y="178046"/>
                  <a:pt x="639831" y="126821"/>
                  <a:pt x="769686" y="39093"/>
                </a:cubicBezTo>
                <a:lnTo>
                  <a:pt x="817067" y="0"/>
                </a:ln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1EA80E6-8AAB-3568-9990-895B2EF9DF09}"/>
              </a:ext>
            </a:extLst>
          </p:cNvPr>
          <p:cNvSpPr/>
          <p:nvPr/>
        </p:nvSpPr>
        <p:spPr>
          <a:xfrm>
            <a:off x="5922337" y="3824748"/>
            <a:ext cx="1315904" cy="1566200"/>
          </a:xfrm>
          <a:custGeom>
            <a:avLst/>
            <a:gdLst>
              <a:gd name="csX0" fmla="*/ 502284 w 1315904"/>
              <a:gd name="csY0" fmla="*/ 0 h 1566200"/>
              <a:gd name="csX1" fmla="*/ 1315904 w 1315904"/>
              <a:gd name="csY1" fmla="*/ 813619 h 1566200"/>
              <a:gd name="csX2" fmla="*/ 818982 w 1315904"/>
              <a:gd name="csY2" fmla="*/ 1563300 h 1566200"/>
              <a:gd name="csX3" fmla="*/ 811058 w 1315904"/>
              <a:gd name="csY3" fmla="*/ 1566200 h 1566200"/>
              <a:gd name="csX4" fmla="*/ 810300 w 1315904"/>
              <a:gd name="csY4" fmla="*/ 1551192 h 1566200"/>
              <a:gd name="csX5" fmla="*/ 317579 w 1315904"/>
              <a:gd name="csY5" fmla="*/ 884699 h 1566200"/>
              <a:gd name="csX6" fmla="*/ 312352 w 1315904"/>
              <a:gd name="csY6" fmla="*/ 882786 h 1566200"/>
              <a:gd name="csX7" fmla="*/ 315664 w 1315904"/>
              <a:gd name="csY7" fmla="*/ 817190 h 1566200"/>
              <a:gd name="csX8" fmla="*/ 77360 w 1315904"/>
              <a:gd name="csY8" fmla="*/ 241875 h 1566200"/>
              <a:gd name="csX9" fmla="*/ 0 w 1315904"/>
              <a:gd name="csY9" fmla="*/ 178047 h 1566200"/>
              <a:gd name="csX10" fmla="*/ 47381 w 1315904"/>
              <a:gd name="csY10" fmla="*/ 138953 h 1566200"/>
              <a:gd name="csX11" fmla="*/ 502284 w 1315904"/>
              <a:gd name="csY11" fmla="*/ 0 h 15662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315904" h="1566200">
                <a:moveTo>
                  <a:pt x="502284" y="0"/>
                </a:moveTo>
                <a:cubicBezTo>
                  <a:pt x="951634" y="0"/>
                  <a:pt x="1315904" y="364270"/>
                  <a:pt x="1315904" y="813619"/>
                </a:cubicBezTo>
                <a:cubicBezTo>
                  <a:pt x="1315904" y="1150631"/>
                  <a:pt x="1111002" y="1439786"/>
                  <a:pt x="818982" y="1563300"/>
                </a:cubicBezTo>
                <a:lnTo>
                  <a:pt x="811058" y="1566200"/>
                </a:lnTo>
                <a:lnTo>
                  <a:pt x="810300" y="1551192"/>
                </a:lnTo>
                <a:cubicBezTo>
                  <a:pt x="779746" y="1250326"/>
                  <a:pt x="585264" y="997921"/>
                  <a:pt x="317579" y="884699"/>
                </a:cubicBezTo>
                <a:lnTo>
                  <a:pt x="312352" y="882786"/>
                </a:lnTo>
                <a:lnTo>
                  <a:pt x="315664" y="817190"/>
                </a:lnTo>
                <a:cubicBezTo>
                  <a:pt x="315664" y="592516"/>
                  <a:pt x="224597" y="389111"/>
                  <a:pt x="77360" y="241875"/>
                </a:cubicBezTo>
                <a:lnTo>
                  <a:pt x="0" y="178047"/>
                </a:lnTo>
                <a:lnTo>
                  <a:pt x="47381" y="138953"/>
                </a:lnTo>
                <a:cubicBezTo>
                  <a:pt x="177236" y="51226"/>
                  <a:pt x="333778" y="0"/>
                  <a:pt x="502284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2765FCE5-04CC-CD8D-A282-7E699F5CC8CF}"/>
              </a:ext>
            </a:extLst>
          </p:cNvPr>
          <p:cNvSpPr/>
          <p:nvPr/>
        </p:nvSpPr>
        <p:spPr>
          <a:xfrm>
            <a:off x="4610761" y="3828319"/>
            <a:ext cx="1311576" cy="1565214"/>
          </a:xfrm>
          <a:custGeom>
            <a:avLst/>
            <a:gdLst>
              <a:gd name="csX0" fmla="*/ 813620 w 1311576"/>
              <a:gd name="csY0" fmla="*/ 0 h 1565214"/>
              <a:gd name="csX1" fmla="*/ 1268523 w 1311576"/>
              <a:gd name="csY1" fmla="*/ 138953 h 1565214"/>
              <a:gd name="csX2" fmla="*/ 1311576 w 1311576"/>
              <a:gd name="csY2" fmla="*/ 174476 h 1565214"/>
              <a:gd name="csX3" fmla="*/ 1238544 w 1311576"/>
              <a:gd name="csY3" fmla="*/ 234733 h 1565214"/>
              <a:gd name="csX4" fmla="*/ 1000240 w 1311576"/>
              <a:gd name="csY4" fmla="*/ 810048 h 1565214"/>
              <a:gd name="csX5" fmla="*/ 1003683 w 1311576"/>
              <a:gd name="csY5" fmla="*/ 878228 h 1565214"/>
              <a:gd name="csX6" fmla="*/ 995759 w 1311576"/>
              <a:gd name="csY6" fmla="*/ 881128 h 1565214"/>
              <a:gd name="csX7" fmla="*/ 503038 w 1311576"/>
              <a:gd name="csY7" fmla="*/ 1547621 h 1565214"/>
              <a:gd name="csX8" fmla="*/ 502149 w 1311576"/>
              <a:gd name="csY8" fmla="*/ 1565214 h 1565214"/>
              <a:gd name="csX9" fmla="*/ 496922 w 1311576"/>
              <a:gd name="csY9" fmla="*/ 1563300 h 1565214"/>
              <a:gd name="csX10" fmla="*/ 0 w 1311576"/>
              <a:gd name="csY10" fmla="*/ 813619 h 1565214"/>
              <a:gd name="csX11" fmla="*/ 813620 w 1311576"/>
              <a:gd name="csY11" fmla="*/ 0 h 15652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311576" h="1565214">
                <a:moveTo>
                  <a:pt x="813620" y="0"/>
                </a:moveTo>
                <a:cubicBezTo>
                  <a:pt x="982126" y="0"/>
                  <a:pt x="1138668" y="51226"/>
                  <a:pt x="1268523" y="138953"/>
                </a:cubicBezTo>
                <a:lnTo>
                  <a:pt x="1311576" y="174476"/>
                </a:lnTo>
                <a:lnTo>
                  <a:pt x="1238544" y="234733"/>
                </a:lnTo>
                <a:cubicBezTo>
                  <a:pt x="1091308" y="381969"/>
                  <a:pt x="1000240" y="585374"/>
                  <a:pt x="1000240" y="810048"/>
                </a:cubicBezTo>
                <a:lnTo>
                  <a:pt x="1003683" y="878228"/>
                </a:lnTo>
                <a:lnTo>
                  <a:pt x="995759" y="881128"/>
                </a:lnTo>
                <a:cubicBezTo>
                  <a:pt x="728074" y="994350"/>
                  <a:pt x="533592" y="1246755"/>
                  <a:pt x="503038" y="1547621"/>
                </a:cubicBezTo>
                <a:lnTo>
                  <a:pt x="502149" y="1565214"/>
                </a:lnTo>
                <a:lnTo>
                  <a:pt x="496922" y="1563300"/>
                </a:lnTo>
                <a:cubicBezTo>
                  <a:pt x="204902" y="1439786"/>
                  <a:pt x="0" y="1150631"/>
                  <a:pt x="0" y="813619"/>
                </a:cubicBezTo>
                <a:cubicBezTo>
                  <a:pt x="0" y="364270"/>
                  <a:pt x="364270" y="0"/>
                  <a:pt x="813620" y="0"/>
                </a:cubicBezTo>
                <a:close/>
              </a:path>
            </a:pathLst>
          </a:custGeom>
          <a:pattFill prst="trellis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C30C408-BE25-CD9E-9F2E-EE44B7502C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Some Important Results : For Three Events A, B and 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56E177C1-C224-5810-6FDF-B003ED24D03E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30657"/>
                <a:ext cx="11929641" cy="3714883"/>
              </a:xfrm>
            </p:spPr>
            <p:txBody>
              <a:bodyPr/>
              <a:lstStyle/>
              <a:p>
                <a:r>
                  <a:rPr lang="en-US" b="1" dirty="0"/>
                  <a:t>Probability of "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Exactly One</a:t>
                </a:r>
                <a:r>
                  <a:rPr lang="en-US" b="1" dirty="0"/>
                  <a:t>" Occurring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This calculates the probability that A happens alone, OR B happens alone, OR C happens alone.</a:t>
                </a:r>
              </a:p>
              <a:p>
                <a:pPr lvl="1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>
                            <a:latin typeface="Cambria Math" panose="02040503050406030204" pitchFamily="18" charset="0"/>
                          </a:rPr>
                          <m:t> ∪ 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sSup>
                              <m:sSup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sup>
                                <m:r>
                                  <a:rPr lang="en-US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∩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  <a:p>
                <a:pPr marL="898525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9144000" indent="0">
                  <a:lnSpc>
                    <a:spcPct val="114000"/>
                  </a:lnSpc>
                  <a:buNone/>
                </a:pP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</m:oMath>
                </a14:m>
                <a:r>
                  <a:rPr lang="en-US" dirty="0"/>
                  <a:t>	</a:t>
                </a:r>
              </a:p>
              <a:p>
                <a:pPr marL="94107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4" name="Content Placeholder 3">
                <a:extLst>
                  <a:ext uri="{FF2B5EF4-FFF2-40B4-BE49-F238E27FC236}">
                    <a16:creationId xmlns:a16="http://schemas.microsoft.com/office/drawing/2014/main" id="{6FC9E26F-5A9D-3177-578B-9981F5D64CF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30657"/>
                <a:ext cx="11929641" cy="3714883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A120B2BC-3C55-CC4C-3906-C700972C071C}"/>
              </a:ext>
            </a:extLst>
          </p:cNvPr>
          <p:cNvGrpSpPr/>
          <p:nvPr/>
        </p:nvGrpSpPr>
        <p:grpSpPr>
          <a:xfrm>
            <a:off x="4187233" y="3505548"/>
            <a:ext cx="3908125" cy="3040268"/>
            <a:chOff x="4187233" y="3281812"/>
            <a:chExt cx="3908125" cy="304026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9EA41B32-99A2-F166-1734-327A20661833}"/>
                </a:ext>
              </a:extLst>
            </p:cNvPr>
            <p:cNvSpPr/>
            <p:nvPr/>
          </p:nvSpPr>
          <p:spPr>
            <a:xfrm>
              <a:off x="4229765" y="3429000"/>
              <a:ext cx="3349515" cy="2862794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B43B2701-70DD-1690-14CB-30FBC9E2C128}"/>
                    </a:ext>
                  </a:extLst>
                </p:cNvPr>
                <p:cNvSpPr txBox="1"/>
                <p:nvPr/>
              </p:nvSpPr>
              <p:spPr>
                <a:xfrm>
                  <a:off x="7404242" y="3281812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21212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𝐒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5EF2715C-45EE-510B-1EE7-D429637CA9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04242" y="3281812"/>
                  <a:ext cx="691116" cy="49244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CBFFBE20-8364-CECD-23C1-E97AA0F5CE10}"/>
                    </a:ext>
                  </a:extLst>
                </p:cNvPr>
                <p:cNvSpPr txBox="1"/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B05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𝐀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71B174BA-B6C8-0D39-82B6-43884A0D33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7233" y="3603645"/>
                  <a:ext cx="691116" cy="49244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5AE9993F-443D-A3CA-3165-9E5F330C7BF5}"/>
                    </a:ext>
                  </a:extLst>
                </p:cNvPr>
                <p:cNvSpPr txBox="1"/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E50045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𝐁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4E451077-57F1-CC97-2B7D-3AA330EA54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66999" y="3627066"/>
                  <a:ext cx="691116" cy="49244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34EA0D8A-9377-259F-A18B-77F336526D00}"/>
                    </a:ext>
                  </a:extLst>
                </p:cNvPr>
                <p:cNvSpPr txBox="1"/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IN" sz="2600" b="1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1D6FA9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𝐂</m:t>
                        </m:r>
                      </m:oMath>
                    </m:oMathPara>
                  </a14:m>
                  <a:endParaRPr kumimoji="0" lang="en-IN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D6FA9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6456DD4D-C0BB-CE27-D766-860FEE6DCE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85665" y="5829637"/>
                  <a:ext cx="691116" cy="49244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71189914-E872-DB41-92A0-B22DAF3A890D}"/>
                </a:ext>
              </a:extLst>
            </p:cNvPr>
            <p:cNvSpPr/>
            <p:nvPr/>
          </p:nvSpPr>
          <p:spPr>
            <a:xfrm>
              <a:off x="4610761" y="360458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8F2BC0C6-5A95-28DA-94C9-CF6A1ED4E00E}"/>
                </a:ext>
              </a:extLst>
            </p:cNvPr>
            <p:cNvSpPr/>
            <p:nvPr/>
          </p:nvSpPr>
          <p:spPr>
            <a:xfrm>
              <a:off x="5611001" y="3601012"/>
              <a:ext cx="1627240" cy="1627238"/>
            </a:xfrm>
            <a:prstGeom prst="ellipse">
              <a:avLst/>
            </a:prstGeom>
            <a:noFill/>
            <a:ln w="38100">
              <a:solidFill>
                <a:srgbClr val="E500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B9F03ABE-1A8E-CAD5-FE2B-3BDE5045D09F}"/>
                </a:ext>
              </a:extLst>
            </p:cNvPr>
            <p:cNvSpPr/>
            <p:nvPr/>
          </p:nvSpPr>
          <p:spPr>
            <a:xfrm>
              <a:off x="5109598" y="4421773"/>
              <a:ext cx="1627240" cy="1627238"/>
            </a:xfrm>
            <a:prstGeom prst="ellipse">
              <a:avLst/>
            </a:prstGeom>
            <a:noFill/>
            <a:ln w="38100">
              <a:solidFill>
                <a:srgbClr val="1D6FA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1D6FA9"/>
                </a:solidFill>
                <a:effectLst/>
                <a:uLnTx/>
                <a:uFillTx/>
                <a:latin typeface="Roboto Condensed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97549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4" grpId="0" animBg="1"/>
      <p:bldP spid="13" grpId="0" animBg="1"/>
      <p:bldP spid="4" grpId="0" uiExpand="1" build="p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6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7C0092C-50E2-492A-B91D-F957BC051B86}"/>
              </a:ext>
            </a:extLst>
          </p:cNvPr>
          <p:cNvSpPr txBox="1"/>
          <p:nvPr/>
        </p:nvSpPr>
        <p:spPr>
          <a:xfrm>
            <a:off x="25732" y="1699989"/>
            <a:ext cx="7628628" cy="536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GB" sz="2800" b="1" dirty="0">
                <a:solidFill>
                  <a:srgbClr val="002060"/>
                </a:solidFill>
                <a:latin typeface="+mj-lt"/>
              </a:rPr>
              <a:t>(4)  exactly one of them is able to solve the problem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/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14CCA8D-C721-4D9C-8528-D7CB1B3A30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908428"/>
                <a:ext cx="863234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/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B5B08A0-7BB8-498F-B53B-F3AB2614BB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2" y="720556"/>
                <a:ext cx="985452" cy="89896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/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E426C4EF-6E3D-47A7-B1F3-116F097FF4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209" y="908428"/>
                <a:ext cx="8632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/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940C0082-022E-4667-A2DF-6FD2588FD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594" y="720556"/>
                <a:ext cx="985452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/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>
                  <a:defRPr sz="280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  <a:latin typeface="+mn-lt"/>
                </a:endParaRPr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A75E93CF-1D74-4582-8616-2206037AA5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46" y="908428"/>
                <a:ext cx="86323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/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7F1E460F-5A14-4480-B983-5A2E63182C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3431" y="720556"/>
                <a:ext cx="985452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ABF40E43-97CD-41CD-8AF4-49A909BAE79C}"/>
                  </a:ext>
                </a:extLst>
              </p:cNvPr>
              <p:cNvSpPr txBox="1"/>
              <p:nvPr/>
            </p:nvSpPr>
            <p:spPr>
              <a:xfrm>
                <a:off x="98437" y="2270288"/>
                <a:ext cx="3248883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exactly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one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solve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ABF40E43-97CD-41CD-8AF4-49A909BAE7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437" y="2270288"/>
                <a:ext cx="32488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D56C93A6-65C8-4DD9-BC2E-4275B4370E7D}"/>
                  </a:ext>
                </a:extLst>
              </p:cNvPr>
              <p:cNvSpPr txBox="1"/>
              <p:nvPr/>
            </p:nvSpPr>
            <p:spPr>
              <a:xfrm>
                <a:off x="90605" y="2828662"/>
                <a:ext cx="5150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D56C93A6-65C8-4DD9-BC2E-4275B4370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05" y="2828662"/>
                <a:ext cx="51500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597DCED-020E-444E-BBE7-36ABB36C6C31}"/>
                  </a:ext>
                </a:extLst>
              </p:cNvPr>
              <p:cNvSpPr txBox="1"/>
              <p:nvPr/>
            </p:nvSpPr>
            <p:spPr>
              <a:xfrm>
                <a:off x="524858" y="2829882"/>
                <a:ext cx="116954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597DCED-020E-444E-BBE7-36ABB36C6C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858" y="2829882"/>
                <a:ext cx="1169546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6F3FE96-AA14-48E3-A138-D69512191A84}"/>
                  </a:ext>
                </a:extLst>
              </p:cNvPr>
              <p:cNvSpPr txBox="1"/>
              <p:nvPr/>
            </p:nvSpPr>
            <p:spPr>
              <a:xfrm>
                <a:off x="84907" y="3439013"/>
                <a:ext cx="520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6F3FE96-AA14-48E3-A138-D69512191A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3439013"/>
                <a:ext cx="52070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D9C26451-5327-4B18-8983-9D0DA3B394EE}"/>
                  </a:ext>
                </a:extLst>
              </p:cNvPr>
              <p:cNvSpPr txBox="1"/>
              <p:nvPr/>
            </p:nvSpPr>
            <p:spPr>
              <a:xfrm>
                <a:off x="516524" y="3439013"/>
                <a:ext cx="31777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D9C26451-5327-4B18-8983-9D0DA3B39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524" y="3439013"/>
                <a:ext cx="317778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5651D7A0-DA0A-467D-981C-E5B2F9806C22}"/>
                  </a:ext>
                </a:extLst>
              </p:cNvPr>
              <p:cNvSpPr txBox="1"/>
              <p:nvPr/>
            </p:nvSpPr>
            <p:spPr>
              <a:xfrm>
                <a:off x="3562115" y="3439013"/>
                <a:ext cx="13938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5651D7A0-DA0A-467D-981C-E5B2F9806C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62115" y="3439013"/>
                <a:ext cx="139383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7E33602-CD7B-4430-9B78-BB033D1BF9F3}"/>
                  </a:ext>
                </a:extLst>
              </p:cNvPr>
              <p:cNvSpPr txBox="1"/>
              <p:nvPr/>
            </p:nvSpPr>
            <p:spPr>
              <a:xfrm>
                <a:off x="4858113" y="343901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7E33602-CD7B-4430-9B78-BB033D1BF9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8113" y="3439013"/>
                <a:ext cx="111446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82CAB01A-CE83-46AC-A377-03F0575E7700}"/>
                  </a:ext>
                </a:extLst>
              </p:cNvPr>
              <p:cNvSpPr txBox="1"/>
              <p:nvPr/>
            </p:nvSpPr>
            <p:spPr>
              <a:xfrm>
                <a:off x="5805995" y="3439013"/>
                <a:ext cx="13903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82CAB01A-CE83-46AC-A377-03F0575E77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05995" y="3439013"/>
                <a:ext cx="1390358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03E48954-D48A-4EA3-B3BD-74DC24F7717A}"/>
                  </a:ext>
                </a:extLst>
              </p:cNvPr>
              <p:cNvSpPr txBox="1"/>
              <p:nvPr/>
            </p:nvSpPr>
            <p:spPr>
              <a:xfrm>
                <a:off x="7070893" y="343901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03E48954-D48A-4EA3-B3BD-74DC24F771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0893" y="3439013"/>
                <a:ext cx="111446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9F16A411-0C8D-4073-B748-8CE7A693CAB5}"/>
                  </a:ext>
                </a:extLst>
              </p:cNvPr>
              <p:cNvSpPr txBox="1"/>
              <p:nvPr/>
            </p:nvSpPr>
            <p:spPr>
              <a:xfrm>
                <a:off x="7995515" y="3439013"/>
                <a:ext cx="13315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9F16A411-0C8D-4073-B748-8CE7A693CA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5515" y="3439013"/>
                <a:ext cx="133156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074FEDE1-20EC-4AD8-88B7-D915050C9715}"/>
                  </a:ext>
                </a:extLst>
              </p:cNvPr>
              <p:cNvSpPr txBox="1"/>
              <p:nvPr/>
            </p:nvSpPr>
            <p:spPr>
              <a:xfrm>
                <a:off x="9266498" y="3439013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074FEDE1-20EC-4AD8-88B7-D915050C97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66498" y="3439013"/>
                <a:ext cx="1114462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3898BB50-7959-457D-9F08-B5636D8D2B8C}"/>
                  </a:ext>
                </a:extLst>
              </p:cNvPr>
              <p:cNvSpPr txBox="1"/>
              <p:nvPr/>
            </p:nvSpPr>
            <p:spPr>
              <a:xfrm>
                <a:off x="8864601" y="3939565"/>
                <a:ext cx="13315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3898BB50-7959-457D-9F08-B5636D8D2B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64601" y="3939565"/>
                <a:ext cx="1331566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AB9C5CBE-C1E6-4D9C-9D51-94C38C7AA9F9}"/>
                  </a:ext>
                </a:extLst>
              </p:cNvPr>
              <p:cNvSpPr txBox="1"/>
              <p:nvPr/>
            </p:nvSpPr>
            <p:spPr>
              <a:xfrm>
                <a:off x="10126243" y="3939565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AB9C5CBE-C1E6-4D9C-9D51-94C38C7AA9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6243" y="3939565"/>
                <a:ext cx="111446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5606CF02-6F14-4DA9-A5BA-D32A7699BD85}"/>
                  </a:ext>
                </a:extLst>
              </p:cNvPr>
              <p:cNvSpPr txBox="1"/>
              <p:nvPr/>
            </p:nvSpPr>
            <p:spPr>
              <a:xfrm>
                <a:off x="11037228" y="3939565"/>
                <a:ext cx="11144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5606CF02-6F14-4DA9-A5BA-D32A7699BD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37228" y="3939565"/>
                <a:ext cx="1114462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AF9605AA-DABE-491F-858E-6AE0FE694EEC}"/>
                  </a:ext>
                </a:extLst>
              </p:cNvPr>
              <p:cNvSpPr txBox="1"/>
              <p:nvPr/>
            </p:nvSpPr>
            <p:spPr>
              <a:xfrm>
                <a:off x="84907" y="4795983"/>
                <a:ext cx="520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AF9605AA-DABE-491F-858E-6AE0FE694E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07" y="4795983"/>
                <a:ext cx="520701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A54E7579-8090-48DC-BB0D-91C772EF24BD}"/>
                  </a:ext>
                </a:extLst>
              </p:cNvPr>
              <p:cNvSpPr txBox="1"/>
              <p:nvPr/>
            </p:nvSpPr>
            <p:spPr>
              <a:xfrm>
                <a:off x="504126" y="4582887"/>
                <a:ext cx="31777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A54E7579-8090-48DC-BB0D-91C772EF24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126" y="4582887"/>
                <a:ext cx="3177788" cy="899157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83C2D746-62AF-4240-AC65-3425C3269862}"/>
                  </a:ext>
                </a:extLst>
              </p:cNvPr>
              <p:cNvSpPr txBox="1"/>
              <p:nvPr/>
            </p:nvSpPr>
            <p:spPr>
              <a:xfrm>
                <a:off x="2420417" y="4527351"/>
                <a:ext cx="228286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83C2D746-62AF-4240-AC65-3425C32698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0417" y="4527351"/>
                <a:ext cx="2282863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C5B14FB3-40F4-4873-9CF0-F5768415F606}"/>
                  </a:ext>
                </a:extLst>
              </p:cNvPr>
              <p:cNvSpPr txBox="1"/>
              <p:nvPr/>
            </p:nvSpPr>
            <p:spPr>
              <a:xfrm>
                <a:off x="4456773" y="4527350"/>
                <a:ext cx="228286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C5B14FB3-40F4-4873-9CF0-F5768415F6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6773" y="4527350"/>
                <a:ext cx="2282863" cy="106048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3C3DAAAB-655E-4AC7-9D52-5B8604DA4F9F}"/>
                  </a:ext>
                </a:extLst>
              </p:cNvPr>
              <p:cNvSpPr txBox="1"/>
              <p:nvPr/>
            </p:nvSpPr>
            <p:spPr>
              <a:xfrm>
                <a:off x="6360884" y="4527349"/>
                <a:ext cx="245889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3C3DAAAB-655E-4AC7-9D52-5B8604DA4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0884" y="4527349"/>
                <a:ext cx="2458893" cy="106048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8A5C286-C2A9-488B-96C6-8E88A62B69E0}"/>
                  </a:ext>
                </a:extLst>
              </p:cNvPr>
              <p:cNvSpPr txBox="1"/>
              <p:nvPr/>
            </p:nvSpPr>
            <p:spPr>
              <a:xfrm>
                <a:off x="8533961" y="4527349"/>
                <a:ext cx="284346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8A5C286-C2A9-488B-96C6-8E88A62B69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3961" y="4527349"/>
                <a:ext cx="2843465" cy="106048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3AF9D290-106D-4F05-AF7A-D266F68BD0DC}"/>
                  </a:ext>
                </a:extLst>
              </p:cNvPr>
              <p:cNvSpPr txBox="1"/>
              <p:nvPr/>
            </p:nvSpPr>
            <p:spPr>
              <a:xfrm>
                <a:off x="126471" y="5675280"/>
                <a:ext cx="122573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spcBef>
                    <a:spcPts val="6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24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3AF9D290-106D-4F05-AF7A-D266F68BD0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471" y="5675280"/>
                <a:ext cx="1225733" cy="899157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27508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5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101" grpId="0"/>
      <p:bldP spid="102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5611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14000"/>
                  </a:lnSpc>
                  <a:spcAft>
                    <a:spcPts val="600"/>
                  </a:spcAft>
                </a:pPr>
                <a:r>
                  <a:rPr lang="en-US" dirty="0"/>
                  <a:t>A bag contains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US" dirty="0"/>
                  <a:t> white,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US" dirty="0"/>
                  <a:t> black balls.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 balls are drawn at a time. Find the probability for first draw to give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 white &amp; second draw to give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US" dirty="0"/>
                  <a:t> black balls in each of following cases: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561161"/>
              </a:xfrm>
              <a:prstGeom prst="rect">
                <a:avLst/>
              </a:prstGeom>
              <a:blipFill>
                <a:blip r:embed="rId2"/>
                <a:stretch>
                  <a:fillRect l="-1074" t="-1188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</a:t>
            </a:r>
            <a:endParaRPr lang="en-US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635C8299-099D-4E74-A7B7-29B2E1FD450E}"/>
              </a:ext>
            </a:extLst>
          </p:cNvPr>
          <p:cNvSpPr txBox="1">
            <a:spLocks/>
          </p:cNvSpPr>
          <p:nvPr/>
        </p:nvSpPr>
        <p:spPr>
          <a:xfrm>
            <a:off x="131176" y="358351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22312BE-1C4C-4A61-973E-963840478423}"/>
              </a:ext>
            </a:extLst>
          </p:cNvPr>
          <p:cNvSpPr txBox="1"/>
          <p:nvPr/>
        </p:nvSpPr>
        <p:spPr>
          <a:xfrm>
            <a:off x="1594216" y="3583519"/>
            <a:ext cx="336967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Total number of balls: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8824859-8889-45E4-8709-FF7014A6050A}"/>
                  </a:ext>
                </a:extLst>
              </p:cNvPr>
              <p:cNvSpPr txBox="1"/>
              <p:nvPr/>
            </p:nvSpPr>
            <p:spPr>
              <a:xfrm>
                <a:off x="4786542" y="3583519"/>
                <a:ext cx="12240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white </a:t>
                </a: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8824859-8889-45E4-8709-FF7014A605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6542" y="3583519"/>
                <a:ext cx="1224000" cy="523220"/>
              </a:xfrm>
              <a:prstGeom prst="rect">
                <a:avLst/>
              </a:prstGeom>
              <a:blipFill>
                <a:blip r:embed="rId3"/>
                <a:stretch>
                  <a:fillRect t="-11628" r="-1542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6276BD-5FD9-4AFF-BC07-67B0416244EE}"/>
                  </a:ext>
                </a:extLst>
              </p:cNvPr>
              <p:cNvSpPr txBox="1"/>
              <p:nvPr/>
            </p:nvSpPr>
            <p:spPr>
              <a:xfrm>
                <a:off x="5984352" y="3583519"/>
                <a:ext cx="445859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6276BD-5FD9-4AFF-BC07-67B041624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4352" y="3583519"/>
                <a:ext cx="44585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E178AC-B18F-4B11-938D-C485558BB98E}"/>
                  </a:ext>
                </a:extLst>
              </p:cNvPr>
              <p:cNvSpPr txBox="1"/>
              <p:nvPr/>
            </p:nvSpPr>
            <p:spPr>
              <a:xfrm>
                <a:off x="6404022" y="3583519"/>
                <a:ext cx="12240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black 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E178AC-B18F-4B11-938D-C485558BB9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4022" y="3583519"/>
                <a:ext cx="1224000" cy="523220"/>
              </a:xfrm>
              <a:prstGeom prst="rect">
                <a:avLst/>
              </a:prstGeom>
              <a:blipFill>
                <a:blip r:embed="rId5"/>
                <a:stretch>
                  <a:fillRect t="-11628" r="-1450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2FAA2FC-FB14-4349-B840-3FCA087B675D}"/>
                  </a:ext>
                </a:extLst>
              </p:cNvPr>
              <p:cNvSpPr txBox="1"/>
              <p:nvPr/>
            </p:nvSpPr>
            <p:spPr>
              <a:xfrm>
                <a:off x="7628022" y="3583519"/>
                <a:ext cx="17445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balls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2FAA2FC-FB14-4349-B840-3FCA087B67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8022" y="3583519"/>
                <a:ext cx="1744578" cy="523220"/>
              </a:xfrm>
              <a:prstGeom prst="rect">
                <a:avLst/>
              </a:prstGeom>
              <a:blipFill>
                <a:blip r:embed="rId6"/>
                <a:stretch>
                  <a:fillRect t="-11628" r="-2439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EB4910F-7DCE-47C8-B736-C816F6318FDD}"/>
                  </a:ext>
                </a:extLst>
              </p:cNvPr>
              <p:cNvSpPr txBox="1"/>
              <p:nvPr/>
            </p:nvSpPr>
            <p:spPr>
              <a:xfrm>
                <a:off x="1594215" y="4685881"/>
                <a:ext cx="575485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first draw gives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white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EB4910F-7DCE-47C8-B736-C816F6318F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685881"/>
                <a:ext cx="5754851" cy="523220"/>
              </a:xfrm>
              <a:prstGeom prst="rect">
                <a:avLst/>
              </a:prstGeom>
              <a:blipFill>
                <a:blip r:embed="rId7"/>
                <a:stretch>
                  <a:fillRect t="-12791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C357537-9857-41D5-A3BD-D2BFE7202304}"/>
                  </a:ext>
                </a:extLst>
              </p:cNvPr>
              <p:cNvSpPr txBox="1"/>
              <p:nvPr/>
            </p:nvSpPr>
            <p:spPr>
              <a:xfrm>
                <a:off x="1594215" y="4134700"/>
                <a:ext cx="499285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balls are drawn at random </a:t>
                </a: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C357537-9857-41D5-A3BD-D2BFE72023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134700"/>
                <a:ext cx="4992851" cy="523220"/>
              </a:xfrm>
              <a:prstGeom prst="rect">
                <a:avLst/>
              </a:prstGeom>
              <a:blipFill>
                <a:blip r:embed="rId8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7BDCC1E-190E-456B-8C15-4E03E52F5EF5}"/>
                  </a:ext>
                </a:extLst>
              </p:cNvPr>
              <p:cNvSpPr txBox="1"/>
              <p:nvPr/>
            </p:nvSpPr>
            <p:spPr>
              <a:xfrm>
                <a:off x="1594216" y="5237063"/>
                <a:ext cx="64321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second draw gives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black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7BDCC1E-190E-456B-8C15-4E03E52F5E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237063"/>
                <a:ext cx="6432184" cy="523220"/>
              </a:xfrm>
              <a:prstGeom prst="rect">
                <a:avLst/>
              </a:prstGeom>
              <a:blipFill>
                <a:blip r:embed="rId9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8081A86A-AA1C-443E-BDBE-8730D60CB7AD}"/>
              </a:ext>
            </a:extLst>
          </p:cNvPr>
          <p:cNvSpPr txBox="1"/>
          <p:nvPr/>
        </p:nvSpPr>
        <p:spPr>
          <a:xfrm>
            <a:off x="131176" y="2346104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/>
            <a:r>
              <a:rPr lang="en-US" sz="2800" dirty="0">
                <a:solidFill>
                  <a:schemeClr val="bg1"/>
                </a:solidFill>
              </a:rPr>
              <a:t>(1)  The balls are replaced before the second draw.</a:t>
            </a: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2AD19C9-13B5-43D6-BEED-AFE473F91551}"/>
              </a:ext>
            </a:extLst>
          </p:cNvPr>
          <p:cNvSpPr txBox="1"/>
          <p:nvPr/>
        </p:nvSpPr>
        <p:spPr>
          <a:xfrm>
            <a:off x="131176" y="2894168"/>
            <a:ext cx="899589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</a:rPr>
              <a:t>(2)  The balls are not replaced before the second draw.</a:t>
            </a: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3BED645-B822-465E-944C-17FDF31FA9B9}"/>
                  </a:ext>
                </a:extLst>
              </p:cNvPr>
              <p:cNvSpPr txBox="1"/>
              <p:nvPr/>
            </p:nvSpPr>
            <p:spPr>
              <a:xfrm>
                <a:off x="1594216" y="5788243"/>
                <a:ext cx="161256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3BED645-B822-465E-944C-17FDF31FA9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788243"/>
                <a:ext cx="161256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293ED94-29FC-4CB5-BB52-FE5A0B00AA09}"/>
                  </a:ext>
                </a:extLst>
              </p:cNvPr>
              <p:cNvSpPr txBox="1"/>
              <p:nvPr/>
            </p:nvSpPr>
            <p:spPr>
              <a:xfrm>
                <a:off x="2991217" y="5788243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293ED94-29FC-4CB5-BB52-FE5A0B00AA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1217" y="5788243"/>
                <a:ext cx="48858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68D88A55-F7B8-46B5-BA96-546306EE42AF}"/>
                  </a:ext>
                </a:extLst>
              </p:cNvPr>
              <p:cNvSpPr txBox="1"/>
              <p:nvPr/>
            </p:nvSpPr>
            <p:spPr>
              <a:xfrm>
                <a:off x="3344069" y="5788243"/>
                <a:ext cx="36708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68D88A55-F7B8-46B5-BA96-546306EE42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44069" y="5788243"/>
                <a:ext cx="36708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62422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7" grpId="0"/>
      <p:bldP spid="28" grpId="0"/>
      <p:bldP spid="29" grpId="0"/>
      <p:bldP spid="30" grpId="0"/>
      <p:bldP spid="32" grpId="0"/>
      <p:bldP spid="33" grpId="0"/>
      <p:bldP spid="34" grpId="0"/>
      <p:bldP spid="35" grpId="0"/>
      <p:bldP spid="17" grpId="0"/>
      <p:bldP spid="18" grpId="0"/>
      <p:bldP spid="20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8824859-8889-45E4-8709-FF7014A6050A}"/>
                  </a:ext>
                </a:extLst>
              </p:cNvPr>
              <p:cNvSpPr txBox="1"/>
              <p:nvPr/>
            </p:nvSpPr>
            <p:spPr>
              <a:xfrm>
                <a:off x="8167714" y="787431"/>
                <a:ext cx="1121547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5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IN" sz="2500" dirty="0">
                    <a:solidFill>
                      <a:srgbClr val="002060"/>
                    </a:solidFill>
                    <a:latin typeface="+mj-lt"/>
                  </a:rPr>
                  <a:t> white </a:t>
                </a: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8824859-8889-45E4-8709-FF7014A605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7714" y="787431"/>
                <a:ext cx="1121547" cy="477054"/>
              </a:xfrm>
              <a:prstGeom prst="rect">
                <a:avLst/>
              </a:prstGeom>
              <a:blipFill>
                <a:blip r:embed="rId2"/>
                <a:stretch>
                  <a:fillRect l="-1630" t="-8974" r="-13043" b="-30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6276BD-5FD9-4AFF-BC07-67B0416244EE}"/>
                  </a:ext>
                </a:extLst>
              </p:cNvPr>
              <p:cNvSpPr txBox="1"/>
              <p:nvPr/>
            </p:nvSpPr>
            <p:spPr>
              <a:xfrm>
                <a:off x="9206370" y="787431"/>
                <a:ext cx="445859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5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5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6276BD-5FD9-4AFF-BC07-67B041624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6370" y="787431"/>
                <a:ext cx="445859" cy="477054"/>
              </a:xfrm>
              <a:prstGeom prst="rect">
                <a:avLst/>
              </a:prstGeom>
              <a:blipFill>
                <a:blip r:embed="rId3"/>
                <a:stretch>
                  <a:fillRect l="-27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E178AC-B18F-4B11-938D-C485558BB98E}"/>
                  </a:ext>
                </a:extLst>
              </p:cNvPr>
              <p:cNvSpPr txBox="1"/>
              <p:nvPr/>
            </p:nvSpPr>
            <p:spPr>
              <a:xfrm>
                <a:off x="9569338" y="787431"/>
                <a:ext cx="1200262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5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IN" sz="2500" dirty="0">
                    <a:solidFill>
                      <a:srgbClr val="002060"/>
                    </a:solidFill>
                    <a:latin typeface="+mj-lt"/>
                  </a:rPr>
                  <a:t> black 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CE178AC-B18F-4B11-938D-C485558BB9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69338" y="787431"/>
                <a:ext cx="1200262" cy="477054"/>
              </a:xfrm>
              <a:prstGeom prst="rect">
                <a:avLst/>
              </a:prstGeom>
              <a:blipFill>
                <a:blip r:embed="rId4"/>
                <a:stretch>
                  <a:fillRect l="-1523" t="-10256" r="-6091" b="-2948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EB4910F-7DCE-47C8-B736-C816F6318FDD}"/>
                  </a:ext>
                </a:extLst>
              </p:cNvPr>
              <p:cNvSpPr txBox="1"/>
              <p:nvPr/>
            </p:nvSpPr>
            <p:spPr>
              <a:xfrm>
                <a:off x="1594215" y="787431"/>
                <a:ext cx="594111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first draw gives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white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EB4910F-7DCE-47C8-B736-C816F6318F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787431"/>
                <a:ext cx="5941117" cy="523220"/>
              </a:xfrm>
              <a:prstGeom prst="rect">
                <a:avLst/>
              </a:prstGeom>
              <a:blipFill>
                <a:blip r:embed="rId5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7BDCC1E-190E-456B-8C15-4E03E52F5EF5}"/>
                  </a:ext>
                </a:extLst>
              </p:cNvPr>
              <p:cNvSpPr txBox="1"/>
              <p:nvPr/>
            </p:nvSpPr>
            <p:spPr>
              <a:xfrm>
                <a:off x="1594216" y="1330129"/>
                <a:ext cx="62289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second draw gives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black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7BDCC1E-190E-456B-8C15-4E03E52F5E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1330129"/>
                <a:ext cx="6228984" cy="523220"/>
              </a:xfrm>
              <a:prstGeom prst="rect">
                <a:avLst/>
              </a:prstGeom>
              <a:blipFill>
                <a:blip r:embed="rId6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8081A86A-AA1C-443E-BDBE-8730D60CB7AD}"/>
              </a:ext>
            </a:extLst>
          </p:cNvPr>
          <p:cNvSpPr txBox="1"/>
          <p:nvPr/>
        </p:nvSpPr>
        <p:spPr>
          <a:xfrm>
            <a:off x="1594216" y="1853349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/>
            <a:r>
              <a:rPr lang="en-US" sz="2800" b="1" dirty="0">
                <a:solidFill>
                  <a:srgbClr val="002060"/>
                </a:solidFill>
              </a:rPr>
              <a:t>(1)  The balls are replaced before the second draw.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2AD19C9-13B5-43D6-BEED-AFE473F91551}"/>
              </a:ext>
            </a:extLst>
          </p:cNvPr>
          <p:cNvSpPr txBox="1"/>
          <p:nvPr/>
        </p:nvSpPr>
        <p:spPr>
          <a:xfrm>
            <a:off x="1595002" y="7045126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</a:rPr>
              <a:t>(2)  The balls are not replaced before the second draw.</a:t>
            </a: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B4D0FB6-8000-4DF3-84FA-1E008D6278EF}"/>
              </a:ext>
            </a:extLst>
          </p:cNvPr>
          <p:cNvSpPr txBox="1"/>
          <p:nvPr/>
        </p:nvSpPr>
        <p:spPr>
          <a:xfrm>
            <a:off x="1594215" y="2396047"/>
            <a:ext cx="49251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Since the balls are replaced,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0DCAC13-B951-46C9-B911-57CCDB7EEF32}"/>
              </a:ext>
            </a:extLst>
          </p:cNvPr>
          <p:cNvSpPr txBox="1"/>
          <p:nvPr/>
        </p:nvSpPr>
        <p:spPr>
          <a:xfrm>
            <a:off x="5585873" y="2396047"/>
            <a:ext cx="492511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sample space remains same.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FCF220D-929F-4FAF-B4AA-C8690214D523}"/>
                  </a:ext>
                </a:extLst>
              </p:cNvPr>
              <p:cNvSpPr txBox="1"/>
              <p:nvPr/>
            </p:nvSpPr>
            <p:spPr>
              <a:xfrm>
                <a:off x="1594215" y="2938676"/>
                <a:ext cx="10382250" cy="95410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GB" sz="2800" dirty="0">
                    <a:solidFill>
                      <a:srgbClr val="002060"/>
                    </a:solidFill>
                  </a:rPr>
                  <a:t>As sample space is not </a:t>
                </a:r>
                <a:r>
                  <a:rPr lang="en-IN" sz="2800" dirty="0">
                    <a:solidFill>
                      <a:srgbClr val="002060"/>
                    </a:solidFill>
                  </a:rPr>
                  <a:t>affected by first draw</a:t>
                </a:r>
                <a:r>
                  <a:rPr lang="en-GB" sz="2800" dirty="0">
                    <a:solidFill>
                      <a:srgbClr val="002060"/>
                    </a:solidFill>
                  </a:rPr>
                  <a:t>. Selection of white ball does not affect black ball 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So, events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are independent events.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FCF220D-929F-4FAF-B4AA-C8690214D5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938676"/>
                <a:ext cx="10382250" cy="954107"/>
              </a:xfrm>
              <a:prstGeom prst="rect">
                <a:avLst/>
              </a:prstGeom>
              <a:blipFill>
                <a:blip r:embed="rId7"/>
                <a:stretch>
                  <a:fillRect l="-1233" t="-5732" r="-1174" b="-171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58D58C9-0AEE-49E3-87A8-2739169BB059}"/>
                  </a:ext>
                </a:extLst>
              </p:cNvPr>
              <p:cNvSpPr txBox="1"/>
              <p:nvPr/>
            </p:nvSpPr>
            <p:spPr>
              <a:xfrm>
                <a:off x="9472171" y="4182013"/>
                <a:ext cx="189468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58D58C9-0AEE-49E3-87A8-2739169BB0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2171" y="4182013"/>
                <a:ext cx="1894681" cy="523220"/>
              </a:xfrm>
              <a:prstGeom prst="rect">
                <a:avLst/>
              </a:prstGeom>
              <a:blipFill rotWithShape="0"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15E71A7-55AB-4B31-A104-6547673ED5C2}"/>
                  </a:ext>
                </a:extLst>
              </p:cNvPr>
              <p:cNvSpPr txBox="1"/>
              <p:nvPr/>
            </p:nvSpPr>
            <p:spPr>
              <a:xfrm>
                <a:off x="1766278" y="4277210"/>
                <a:ext cx="95243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15E71A7-55AB-4B31-A104-6547673ED5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6278" y="4277210"/>
                <a:ext cx="952430" cy="523220"/>
              </a:xfrm>
              <a:prstGeom prst="rect">
                <a:avLst/>
              </a:prstGeom>
              <a:blipFill rotWithShape="0"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13B3A90-FCFB-41B5-B05A-E2C2A6E515A9}"/>
                  </a:ext>
                </a:extLst>
              </p:cNvPr>
              <p:cNvSpPr txBox="1"/>
              <p:nvPr/>
            </p:nvSpPr>
            <p:spPr>
              <a:xfrm>
                <a:off x="2582242" y="4277210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313B3A90-FCFB-41B5-B05A-E2C2A6E515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2242" y="4277210"/>
                <a:ext cx="488584" cy="523220"/>
              </a:xfrm>
              <a:prstGeom prst="rect">
                <a:avLst/>
              </a:prstGeom>
              <a:blipFill rotWithShape="0"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8A9BD55-A3CF-4ED4-A9E0-D99A26E1AE12}"/>
                  </a:ext>
                </a:extLst>
              </p:cNvPr>
              <p:cNvSpPr txBox="1"/>
              <p:nvPr/>
            </p:nvSpPr>
            <p:spPr>
              <a:xfrm>
                <a:off x="2927195" y="4277210"/>
                <a:ext cx="1119606" cy="67390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    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8A9BD55-A3CF-4ED4-A9E0-D99A26E1AE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7195" y="4277210"/>
                <a:ext cx="1119606" cy="673902"/>
              </a:xfrm>
              <a:prstGeom prst="rect">
                <a:avLst/>
              </a:prstGeom>
              <a:blipFill rotWithShape="0"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7DFD5B2-2FB4-4908-AB08-9007397AE84B}"/>
                  </a:ext>
                </a:extLst>
              </p:cNvPr>
              <p:cNvSpPr txBox="1"/>
              <p:nvPr/>
            </p:nvSpPr>
            <p:spPr>
              <a:xfrm>
                <a:off x="3124690" y="4015600"/>
                <a:ext cx="776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C7DFD5B2-2FB4-4908-AB08-9007397AE8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4690" y="4015600"/>
                <a:ext cx="776114" cy="523220"/>
              </a:xfrm>
              <a:prstGeom prst="rect">
                <a:avLst/>
              </a:prstGeom>
              <a:blipFill rotWithShape="0"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C3686A28-A9CE-42B3-9F01-34F36C6BBFC7}"/>
                  </a:ext>
                </a:extLst>
              </p:cNvPr>
              <p:cNvSpPr txBox="1"/>
              <p:nvPr/>
            </p:nvSpPr>
            <p:spPr>
              <a:xfrm>
                <a:off x="3085885" y="4569132"/>
                <a:ext cx="853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C3686A28-A9CE-42B3-9F01-34F36C6BBF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5885" y="4569132"/>
                <a:ext cx="853725" cy="523220"/>
              </a:xfrm>
              <a:prstGeom prst="rect">
                <a:avLst/>
              </a:prstGeom>
              <a:blipFill rotWithShape="0"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F1047C8-9C84-460A-90EC-29E1E93F655B}"/>
                  </a:ext>
                </a:extLst>
              </p:cNvPr>
              <p:cNvSpPr txBox="1"/>
              <p:nvPr/>
            </p:nvSpPr>
            <p:spPr>
              <a:xfrm>
                <a:off x="3943728" y="4277210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7F1047C8-9C84-460A-90EC-29E1E93F65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3728" y="4277210"/>
                <a:ext cx="488584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E2B0D4C-E77F-497A-993B-61501D3670B7}"/>
                  </a:ext>
                </a:extLst>
              </p:cNvPr>
              <p:cNvSpPr txBox="1"/>
              <p:nvPr/>
            </p:nvSpPr>
            <p:spPr>
              <a:xfrm>
                <a:off x="4288681" y="4070646"/>
                <a:ext cx="11196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1365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E2B0D4C-E77F-497A-993B-61501D3670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681" y="4070646"/>
                <a:ext cx="1119606" cy="907749"/>
              </a:xfrm>
              <a:prstGeom prst="rect">
                <a:avLst/>
              </a:prstGeom>
              <a:blipFill rotWithShape="0"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!!A">
                <a:extLst>
                  <a:ext uri="{FF2B5EF4-FFF2-40B4-BE49-F238E27FC236}">
                    <a16:creationId xmlns:a16="http://schemas.microsoft.com/office/drawing/2014/main" id="{36F835BA-D730-4F26-A2F6-565CCA45F5D0}"/>
                  </a:ext>
                </a:extLst>
              </p:cNvPr>
              <p:cNvSpPr txBox="1"/>
              <p:nvPr/>
            </p:nvSpPr>
            <p:spPr>
              <a:xfrm>
                <a:off x="5340729" y="4277210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8" name="!!A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36F835BA-D730-4F26-A2F6-565CCA45F5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0729" y="4277210"/>
                <a:ext cx="488584" cy="52322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CB232F2-EA42-4159-AF3E-00E64C43C696}"/>
                  </a:ext>
                </a:extLst>
              </p:cNvPr>
              <p:cNvSpPr txBox="1"/>
              <p:nvPr/>
            </p:nvSpPr>
            <p:spPr>
              <a:xfrm>
                <a:off x="5708650" y="4070646"/>
                <a:ext cx="7647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91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6CB232F2-EA42-4159-AF3E-00E64C43C6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8650" y="4070646"/>
                <a:ext cx="764706" cy="907749"/>
              </a:xfrm>
              <a:prstGeom prst="rect">
                <a:avLst/>
              </a:prstGeom>
              <a:blipFill rotWithShape="0"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AF899D7-6E58-4CCD-897B-01E84B7CFFAF}"/>
                  </a:ext>
                </a:extLst>
              </p:cNvPr>
              <p:cNvSpPr txBox="1"/>
              <p:nvPr/>
            </p:nvSpPr>
            <p:spPr>
              <a:xfrm>
                <a:off x="1766278" y="5612111"/>
                <a:ext cx="95243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AF899D7-6E58-4CCD-897B-01E84B7CFF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6278" y="5612111"/>
                <a:ext cx="952430" cy="523220"/>
              </a:xfrm>
              <a:prstGeom prst="rect">
                <a:avLst/>
              </a:prstGeom>
              <a:blipFill rotWithShape="0"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634FDBD3-D9CD-439D-B6E6-E1862129A4BC}"/>
                  </a:ext>
                </a:extLst>
              </p:cNvPr>
              <p:cNvSpPr txBox="1"/>
              <p:nvPr/>
            </p:nvSpPr>
            <p:spPr>
              <a:xfrm>
                <a:off x="2582242" y="561211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634FDBD3-D9CD-439D-B6E6-E1862129A4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2242" y="5612111"/>
                <a:ext cx="488584" cy="523220"/>
              </a:xfrm>
              <a:prstGeom prst="rect">
                <a:avLst/>
              </a:prstGeom>
              <a:blipFill rotWithShape="0"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6FE31CEE-D831-418D-ADBD-3F6A2EF6EFE8}"/>
                  </a:ext>
                </a:extLst>
              </p:cNvPr>
              <p:cNvSpPr txBox="1"/>
              <p:nvPr/>
            </p:nvSpPr>
            <p:spPr>
              <a:xfrm>
                <a:off x="2927195" y="5612111"/>
                <a:ext cx="1119606" cy="67390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    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6FE31CEE-D831-418D-ADBD-3F6A2EF6EF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7195" y="5612111"/>
                <a:ext cx="1119606" cy="673902"/>
              </a:xfrm>
              <a:prstGeom prst="rect">
                <a:avLst/>
              </a:prstGeom>
              <a:blipFill rotWithShape="0"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1BE29CD5-7683-4736-A1A4-2349393D3F4C}"/>
                  </a:ext>
                </a:extLst>
              </p:cNvPr>
              <p:cNvSpPr txBox="1"/>
              <p:nvPr/>
            </p:nvSpPr>
            <p:spPr>
              <a:xfrm>
                <a:off x="3124690" y="5350501"/>
                <a:ext cx="776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BE29CD5-7683-4736-A1A4-2349393D3F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4690" y="5350501"/>
                <a:ext cx="776114" cy="523220"/>
              </a:xfrm>
              <a:prstGeom prst="rect">
                <a:avLst/>
              </a:prstGeom>
              <a:blipFill rotWithShape="0"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CADE91-A8F9-4E48-AA83-2295FAC25998}"/>
                  </a:ext>
                </a:extLst>
              </p:cNvPr>
              <p:cNvSpPr txBox="1"/>
              <p:nvPr/>
            </p:nvSpPr>
            <p:spPr>
              <a:xfrm>
                <a:off x="3085885" y="5904033"/>
                <a:ext cx="853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3CADE91-A8F9-4E48-AA83-2295FAC259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5885" y="5904033"/>
                <a:ext cx="853725" cy="523220"/>
              </a:xfrm>
              <a:prstGeom prst="rect">
                <a:avLst/>
              </a:prstGeom>
              <a:blipFill rotWithShape="0"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FE91E5A-1C2B-4AFE-9F9C-3904B251799F}"/>
                  </a:ext>
                </a:extLst>
              </p:cNvPr>
              <p:cNvSpPr txBox="1"/>
              <p:nvPr/>
            </p:nvSpPr>
            <p:spPr>
              <a:xfrm>
                <a:off x="3943728" y="561211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FE91E5A-1C2B-4AFE-9F9C-3904B25179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3728" y="5612111"/>
                <a:ext cx="488584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3BD93C6-E206-4AF1-BA95-2AB4A6360A72}"/>
                  </a:ext>
                </a:extLst>
              </p:cNvPr>
              <p:cNvSpPr txBox="1"/>
              <p:nvPr/>
            </p:nvSpPr>
            <p:spPr>
              <a:xfrm>
                <a:off x="4288681" y="5405547"/>
                <a:ext cx="11196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126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1365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3BD93C6-E206-4AF1-BA95-2AB4A6360A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681" y="5405547"/>
                <a:ext cx="1119606" cy="907749"/>
              </a:xfrm>
              <a:prstGeom prst="rect">
                <a:avLst/>
              </a:prstGeom>
              <a:blipFill rotWithShape="0"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6AF8A85B-BE8A-4742-8A7A-8599B38EE767}"/>
                  </a:ext>
                </a:extLst>
              </p:cNvPr>
              <p:cNvSpPr txBox="1"/>
              <p:nvPr/>
            </p:nvSpPr>
            <p:spPr>
              <a:xfrm>
                <a:off x="5340729" y="561211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6AF8A85B-BE8A-4742-8A7A-8599B38EE7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0729" y="5612111"/>
                <a:ext cx="488584" cy="52322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A1B6327-E05C-4847-807F-DEBF794E00D6}"/>
                  </a:ext>
                </a:extLst>
              </p:cNvPr>
              <p:cNvSpPr txBox="1"/>
              <p:nvPr/>
            </p:nvSpPr>
            <p:spPr>
              <a:xfrm>
                <a:off x="5708650" y="5405547"/>
                <a:ext cx="7647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AA1B6327-E05C-4847-807F-DEBF794E00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8650" y="5405547"/>
                <a:ext cx="764706" cy="907749"/>
              </a:xfrm>
              <a:prstGeom prst="rect">
                <a:avLst/>
              </a:prstGeom>
              <a:blipFill rotWithShape="0"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292D294-5EF5-4208-B368-A1F22CBDF411}"/>
                  </a:ext>
                </a:extLst>
              </p:cNvPr>
              <p:cNvSpPr txBox="1"/>
              <p:nvPr/>
            </p:nvSpPr>
            <p:spPr>
              <a:xfrm>
                <a:off x="9189169" y="5059448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292D294-5EF5-4208-B368-A1F22CBDF4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9169" y="5059448"/>
                <a:ext cx="488584" cy="523220"/>
              </a:xfrm>
              <a:prstGeom prst="rect">
                <a:avLst/>
              </a:prstGeom>
              <a:blipFill rotWithShape="0"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5D23B52-72F9-4A6E-8C5D-11DE14F31FBA}"/>
                  </a:ext>
                </a:extLst>
              </p:cNvPr>
              <p:cNvSpPr txBox="1"/>
              <p:nvPr/>
            </p:nvSpPr>
            <p:spPr>
              <a:xfrm>
                <a:off x="9522971" y="4870365"/>
                <a:ext cx="1157729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5915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E5D23B52-72F9-4A6E-8C5D-11DE14F31F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2971" y="4870365"/>
                <a:ext cx="1157729" cy="901785"/>
              </a:xfrm>
              <a:prstGeom prst="rect">
                <a:avLst/>
              </a:prstGeom>
              <a:blipFill rotWithShape="0"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6D37AA16-3AA0-4033-91A9-61DECD64AC43}"/>
              </a:ext>
            </a:extLst>
          </p:cNvPr>
          <p:cNvCxnSpPr>
            <a:cxnSpLocks/>
          </p:cNvCxnSpPr>
          <p:nvPr/>
        </p:nvCxnSpPr>
        <p:spPr>
          <a:xfrm>
            <a:off x="7239000" y="4229100"/>
            <a:ext cx="0" cy="20002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93DE53EF-AE35-485F-A855-D74A95F25A1E}"/>
                  </a:ext>
                </a:extLst>
              </p:cNvPr>
              <p:cNvSpPr txBox="1"/>
              <p:nvPr/>
            </p:nvSpPr>
            <p:spPr>
              <a:xfrm>
                <a:off x="7789616" y="4173210"/>
                <a:ext cx="161256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93DE53EF-AE35-485F-A855-D74A95F25A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9616" y="4173210"/>
                <a:ext cx="1612567" cy="523220"/>
              </a:xfrm>
              <a:prstGeom prst="rect">
                <a:avLst/>
              </a:prstGeom>
              <a:blipFill rotWithShape="0"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!!B">
                <a:extLst>
                  <a:ext uri="{FF2B5EF4-FFF2-40B4-BE49-F238E27FC236}">
                    <a16:creationId xmlns:a16="http://schemas.microsoft.com/office/drawing/2014/main" id="{2527F2FC-BECD-415E-B982-B5F1AC5C836F}"/>
                  </a:ext>
                </a:extLst>
              </p:cNvPr>
              <p:cNvSpPr txBox="1"/>
              <p:nvPr/>
            </p:nvSpPr>
            <p:spPr>
              <a:xfrm>
                <a:off x="9186617" y="4173210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6" name="!!B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2527F2FC-BECD-415E-B982-B5F1AC5C83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6617" y="4173210"/>
                <a:ext cx="488584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3AC87CE-C216-43CD-9D23-4028F2E7C748}"/>
                  </a:ext>
                </a:extLst>
              </p:cNvPr>
              <p:cNvSpPr txBox="1"/>
              <p:nvPr/>
            </p:nvSpPr>
            <p:spPr>
              <a:xfrm>
                <a:off x="9539469" y="4173210"/>
                <a:ext cx="36708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3AC87CE-C216-43CD-9D23-4028F2E7C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9469" y="4173210"/>
                <a:ext cx="367080" cy="523220"/>
              </a:xfrm>
              <a:prstGeom prst="rect">
                <a:avLst/>
              </a:prstGeom>
              <a:blipFill rotWithShape="0"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88D15564-7C37-4F44-821F-3239B9409678}"/>
                  </a:ext>
                </a:extLst>
              </p:cNvPr>
              <p:cNvSpPr txBox="1"/>
              <p:nvPr/>
            </p:nvSpPr>
            <p:spPr>
              <a:xfrm>
                <a:off x="10597784" y="782138"/>
                <a:ext cx="1744578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>
                  <a:defRPr sz="2500" b="0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14:m>
                  <m:oMath xmlns:m="http://schemas.openxmlformats.org/officeDocument/2006/math">
                    <m:r>
                      <a:rPr lang="en-IN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0" dirty="0" smtClean="0"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i="0" dirty="0">
                    <a:latin typeface="+mj-lt"/>
                  </a:rPr>
                  <a:t> balls</a:t>
                </a: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88D15564-7C37-4F44-821F-3239B9409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782138"/>
                <a:ext cx="1744578" cy="477054"/>
              </a:xfrm>
              <a:prstGeom prst="rect">
                <a:avLst/>
              </a:prstGeom>
              <a:blipFill>
                <a:blip r:embed="rId32"/>
                <a:stretch>
                  <a:fillRect t="-8861" b="-2911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1998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20" grpId="0"/>
      <p:bldP spid="21" grpId="0"/>
      <p:bldP spid="26" grpId="0"/>
      <p:bldP spid="37" grpId="0"/>
      <p:bldP spid="39" grpId="0"/>
      <p:bldP spid="40" grpId="0"/>
      <p:bldP spid="42" grpId="0"/>
      <p:bldP spid="43" grpId="0"/>
      <p:bldP spid="45" grpId="0"/>
      <p:bldP spid="46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3" grpId="0"/>
      <p:bldP spid="67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B33B4D-4620-2330-9A63-4D04D8BFB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6A7F00-99E5-B4E5-D0EE-984D292D79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 ⇝ Example 8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87A5EC4-A7BD-1AD6-661E-BDC3945E9E11}"/>
                  </a:ext>
                </a:extLst>
              </p:cNvPr>
              <p:cNvSpPr txBox="1"/>
              <p:nvPr/>
            </p:nvSpPr>
            <p:spPr>
              <a:xfrm>
                <a:off x="8167714" y="787431"/>
                <a:ext cx="1121547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5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IN" sz="2500" dirty="0">
                    <a:solidFill>
                      <a:srgbClr val="002060"/>
                    </a:solidFill>
                    <a:latin typeface="+mj-lt"/>
                  </a:rPr>
                  <a:t> white </a:t>
                </a: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87A5EC4-A7BD-1AD6-661E-BDC3945E9E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7714" y="787431"/>
                <a:ext cx="1121547" cy="477054"/>
              </a:xfrm>
              <a:prstGeom prst="rect">
                <a:avLst/>
              </a:prstGeom>
              <a:blipFill>
                <a:blip r:embed="rId2"/>
                <a:stretch>
                  <a:fillRect l="-1630" t="-8974" r="-13043" b="-30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AD5A5BD2-722D-876C-AD62-451E1E4402C1}"/>
                  </a:ext>
                </a:extLst>
              </p:cNvPr>
              <p:cNvSpPr txBox="1"/>
              <p:nvPr/>
            </p:nvSpPr>
            <p:spPr>
              <a:xfrm>
                <a:off x="9206370" y="787431"/>
                <a:ext cx="445859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5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5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AD5A5BD2-722D-876C-AD62-451E1E4402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6370" y="787431"/>
                <a:ext cx="445859" cy="477054"/>
              </a:xfrm>
              <a:prstGeom prst="rect">
                <a:avLst/>
              </a:prstGeom>
              <a:blipFill>
                <a:blip r:embed="rId3"/>
                <a:stretch>
                  <a:fillRect l="-27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25382BA-9CDF-E74A-21EF-DC42B33C213A}"/>
                  </a:ext>
                </a:extLst>
              </p:cNvPr>
              <p:cNvSpPr txBox="1"/>
              <p:nvPr/>
            </p:nvSpPr>
            <p:spPr>
              <a:xfrm>
                <a:off x="9569338" y="787431"/>
                <a:ext cx="1200262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5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lang="en-IN" sz="2500" dirty="0">
                    <a:solidFill>
                      <a:srgbClr val="002060"/>
                    </a:solidFill>
                    <a:latin typeface="+mj-lt"/>
                  </a:rPr>
                  <a:t> black 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25382BA-9CDF-E74A-21EF-DC42B33C21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69338" y="787431"/>
                <a:ext cx="1200262" cy="477054"/>
              </a:xfrm>
              <a:prstGeom prst="rect">
                <a:avLst/>
              </a:prstGeom>
              <a:blipFill>
                <a:blip r:embed="rId4"/>
                <a:stretch>
                  <a:fillRect l="-1523" t="-8974" r="-4569" b="-307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482A3F3-C8F9-B938-0383-25B359D6C304}"/>
                  </a:ext>
                </a:extLst>
              </p:cNvPr>
              <p:cNvSpPr txBox="1"/>
              <p:nvPr/>
            </p:nvSpPr>
            <p:spPr>
              <a:xfrm>
                <a:off x="1594215" y="756258"/>
                <a:ext cx="594111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first draw gives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white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482A3F3-C8F9-B938-0383-25B359D6C3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756258"/>
                <a:ext cx="5941117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481BEF5-5048-BA9F-1624-B0F2F4EEF484}"/>
                  </a:ext>
                </a:extLst>
              </p:cNvPr>
              <p:cNvSpPr txBox="1"/>
              <p:nvPr/>
            </p:nvSpPr>
            <p:spPr>
              <a:xfrm>
                <a:off x="1594216" y="1298956"/>
                <a:ext cx="62289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: </a:t>
                </a:r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second draw gives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black balls.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481BEF5-5048-BA9F-1624-B0F2F4EEF4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1298956"/>
                <a:ext cx="6228984" cy="523220"/>
              </a:xfrm>
              <a:prstGeom prst="rect">
                <a:avLst/>
              </a:prstGeom>
              <a:blipFill>
                <a:blip r:embed="rId6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A0169DC0-73B9-B369-B1C8-BD8E3A87ECB5}"/>
              </a:ext>
            </a:extLst>
          </p:cNvPr>
          <p:cNvSpPr txBox="1"/>
          <p:nvPr/>
        </p:nvSpPr>
        <p:spPr>
          <a:xfrm>
            <a:off x="1594216" y="1801394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/>
            <a:r>
              <a:rPr lang="en-US" sz="2800" b="1" dirty="0">
                <a:solidFill>
                  <a:srgbClr val="002060"/>
                </a:solidFill>
              </a:rPr>
              <a:t>(2) The balls are not replaced before the second draw.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890D58F-A44A-1A49-1F2D-1801AA444D85}"/>
              </a:ext>
            </a:extLst>
          </p:cNvPr>
          <p:cNvSpPr txBox="1"/>
          <p:nvPr/>
        </p:nvSpPr>
        <p:spPr>
          <a:xfrm>
            <a:off x="1595002" y="7045126"/>
            <a:ext cx="77914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</a:rPr>
              <a:t>(2)  The balls are not replaced before the second draw.</a:t>
            </a: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BC1A5A0-C766-5DCD-C55C-2728208AE509}"/>
              </a:ext>
            </a:extLst>
          </p:cNvPr>
          <p:cNvSpPr txBox="1"/>
          <p:nvPr/>
        </p:nvSpPr>
        <p:spPr>
          <a:xfrm>
            <a:off x="1594215" y="2344092"/>
            <a:ext cx="49251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Since the balls are not replaced,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C35A24D-C00F-B7C8-0344-8AC59B45B931}"/>
              </a:ext>
            </a:extLst>
          </p:cNvPr>
          <p:cNvSpPr txBox="1"/>
          <p:nvPr/>
        </p:nvSpPr>
        <p:spPr>
          <a:xfrm>
            <a:off x="6091003" y="2324036"/>
            <a:ext cx="55779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sample space is affected by first draw.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EEC049D8-1EF5-6968-02BA-C4DA26D12DCD}"/>
                  </a:ext>
                </a:extLst>
              </p:cNvPr>
              <p:cNvSpPr txBox="1"/>
              <p:nvPr/>
            </p:nvSpPr>
            <p:spPr>
              <a:xfrm>
                <a:off x="1594215" y="2908909"/>
                <a:ext cx="1085409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</a:rPr>
                  <a:t>Total balls in bag after first draw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</a:t>
                </a:r>
                <a:r>
                  <a:rPr lang="en-IN" sz="24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  <a:latin typeface="+mj-lt"/>
                  </a:rPr>
                  <a:t>(removing </a:t>
                </a:r>
                <a14:m>
                  <m:oMath xmlns:m="http://schemas.openxmlformats.org/officeDocument/2006/math">
                    <m:r>
                      <a:rPr lang="en-IN" sz="2400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IN" sz="24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  <a:latin typeface="+mj-lt"/>
                  </a:rPr>
                  <a:t> white balls from </a:t>
                </a:r>
                <a14:m>
                  <m:oMath xmlns:m="http://schemas.openxmlformats.org/officeDocument/2006/math">
                    <m:r>
                      <a:rPr lang="en-IN" sz="2400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sz="24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  <a:latin typeface="+mj-lt"/>
                  </a:rPr>
                  <a:t>)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EEC049D8-1EF5-6968-02BA-C4DA26D12D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908909"/>
                <a:ext cx="10854094" cy="523220"/>
              </a:xfrm>
              <a:prstGeom prst="rect">
                <a:avLst/>
              </a:prstGeom>
              <a:blipFill>
                <a:blip r:embed="rId7"/>
                <a:stretch>
                  <a:fillRect l="-118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18959442-BC8B-C0DF-6D2E-23FB46B0B568}"/>
                  </a:ext>
                </a:extLst>
              </p:cNvPr>
              <p:cNvSpPr txBox="1"/>
              <p:nvPr/>
            </p:nvSpPr>
            <p:spPr>
              <a:xfrm>
                <a:off x="9472171" y="4130058"/>
                <a:ext cx="259167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18959442-BC8B-C0DF-6D2E-23FB46B0B5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2171" y="4130058"/>
                <a:ext cx="259167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887BEE-3744-53FD-5A72-7F1239B656D9}"/>
                  </a:ext>
                </a:extLst>
              </p:cNvPr>
              <p:cNvSpPr txBox="1"/>
              <p:nvPr/>
            </p:nvSpPr>
            <p:spPr>
              <a:xfrm>
                <a:off x="1641203" y="4442031"/>
                <a:ext cx="182718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4887BEE-3744-53FD-5A72-7F1239B65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1203" y="4442031"/>
                <a:ext cx="1827188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6C0B4C4-4056-F11A-3460-2BA05C23F3E2}"/>
                  </a:ext>
                </a:extLst>
              </p:cNvPr>
              <p:cNvSpPr txBox="1"/>
              <p:nvPr/>
            </p:nvSpPr>
            <p:spPr>
              <a:xfrm>
                <a:off x="3292358" y="4456331"/>
                <a:ext cx="1119606" cy="67390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    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E6C0B4C4-4056-F11A-3460-2BA05C23F3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2358" y="4456331"/>
                <a:ext cx="1119606" cy="67390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B67981-945F-4316-D05D-5146287ED480}"/>
                  </a:ext>
                </a:extLst>
              </p:cNvPr>
              <p:cNvSpPr txBox="1"/>
              <p:nvPr/>
            </p:nvSpPr>
            <p:spPr>
              <a:xfrm>
                <a:off x="3489853" y="4194721"/>
                <a:ext cx="776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B67981-945F-4316-D05D-5146287ED4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89853" y="4194721"/>
                <a:ext cx="77611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8BCEDBE-2D5E-B965-E555-03F7D6511E2A}"/>
                  </a:ext>
                </a:extLst>
              </p:cNvPr>
              <p:cNvSpPr txBox="1"/>
              <p:nvPr/>
            </p:nvSpPr>
            <p:spPr>
              <a:xfrm>
                <a:off x="3451048" y="4748253"/>
                <a:ext cx="8537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Pre>
                        <m:sPre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Pre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sup>
                        <m:e>
                          <m:sSub>
                            <m:sSub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</m:e>
                      </m:sPre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D8BCEDBE-2D5E-B965-E555-03F7D6511E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1048" y="4748253"/>
                <a:ext cx="85372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77DADE4-9824-0799-AB7E-79355A2DF02E}"/>
                  </a:ext>
                </a:extLst>
              </p:cNvPr>
              <p:cNvSpPr txBox="1"/>
              <p:nvPr/>
            </p:nvSpPr>
            <p:spPr>
              <a:xfrm>
                <a:off x="4308891" y="445633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77DADE4-9824-0799-AB7E-79355A2DF0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8891" y="4456331"/>
                <a:ext cx="48858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82DB18CF-A5B7-B8C9-98C7-CA8A8180E65A}"/>
                  </a:ext>
                </a:extLst>
              </p:cNvPr>
              <p:cNvSpPr txBox="1"/>
              <p:nvPr/>
            </p:nvSpPr>
            <p:spPr>
              <a:xfrm>
                <a:off x="4653844" y="4249767"/>
                <a:ext cx="11196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126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330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82DB18CF-A5B7-B8C9-98C7-CA8A8180E6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3844" y="4249767"/>
                <a:ext cx="1119606" cy="90774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!!A">
                <a:extLst>
                  <a:ext uri="{FF2B5EF4-FFF2-40B4-BE49-F238E27FC236}">
                    <a16:creationId xmlns:a16="http://schemas.microsoft.com/office/drawing/2014/main" id="{BFA3D166-C049-B070-7151-7BCB8900A3C8}"/>
                  </a:ext>
                </a:extLst>
              </p:cNvPr>
              <p:cNvSpPr txBox="1"/>
              <p:nvPr/>
            </p:nvSpPr>
            <p:spPr>
              <a:xfrm>
                <a:off x="5705892" y="4456331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8" name="!!A">
                <a:extLst>
                  <a:ext uri="{FF2B5EF4-FFF2-40B4-BE49-F238E27FC236}">
                    <a16:creationId xmlns:a16="http://schemas.microsoft.com/office/drawing/2014/main" id="{BFA3D166-C049-B070-7151-7BCB8900A3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5892" y="4456331"/>
                <a:ext cx="48858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67DB895-089C-ECA1-9A1C-B62AC817FE94}"/>
                  </a:ext>
                </a:extLst>
              </p:cNvPr>
              <p:cNvSpPr txBox="1"/>
              <p:nvPr/>
            </p:nvSpPr>
            <p:spPr>
              <a:xfrm>
                <a:off x="6073813" y="4249767"/>
                <a:ext cx="764706" cy="907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67DB895-089C-ECA1-9A1C-B62AC817FE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3813" y="4249767"/>
                <a:ext cx="764706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5763D18-5295-8B5B-EFA1-180178E1F8A4}"/>
                  </a:ext>
                </a:extLst>
              </p:cNvPr>
              <p:cNvSpPr txBox="1"/>
              <p:nvPr/>
            </p:nvSpPr>
            <p:spPr>
              <a:xfrm>
                <a:off x="9189169" y="5007493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5763D18-5295-8B5B-EFA1-180178E1F8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9169" y="5007493"/>
                <a:ext cx="48858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A9F4EF7-A1C5-46A7-71AF-774AAFC19B0E}"/>
                  </a:ext>
                </a:extLst>
              </p:cNvPr>
              <p:cNvSpPr txBox="1"/>
              <p:nvPr/>
            </p:nvSpPr>
            <p:spPr>
              <a:xfrm>
                <a:off x="9522971" y="4818410"/>
                <a:ext cx="2218756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91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A9F4EF7-A1C5-46A7-71AF-774AAFC19B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2971" y="4818410"/>
                <a:ext cx="2218756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DF44F95B-D9A0-5A47-4B26-1971E9AFECDF}"/>
              </a:ext>
            </a:extLst>
          </p:cNvPr>
          <p:cNvCxnSpPr>
            <a:cxnSpLocks/>
          </p:cNvCxnSpPr>
          <p:nvPr/>
        </p:nvCxnSpPr>
        <p:spPr>
          <a:xfrm>
            <a:off x="7239000" y="4177145"/>
            <a:ext cx="0" cy="20002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DE255535-1242-DF6F-E787-D150A1E5DB0E}"/>
                  </a:ext>
                </a:extLst>
              </p:cNvPr>
              <p:cNvSpPr txBox="1"/>
              <p:nvPr/>
            </p:nvSpPr>
            <p:spPr>
              <a:xfrm>
                <a:off x="7789616" y="4121255"/>
                <a:ext cx="161256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DE255535-1242-DF6F-E787-D150A1E5DB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9616" y="4121255"/>
                <a:ext cx="161256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!!B">
                <a:extLst>
                  <a:ext uri="{FF2B5EF4-FFF2-40B4-BE49-F238E27FC236}">
                    <a16:creationId xmlns:a16="http://schemas.microsoft.com/office/drawing/2014/main" id="{EE660CD7-DA28-51D6-A9D9-517A94FC7465}"/>
                  </a:ext>
                </a:extLst>
              </p:cNvPr>
              <p:cNvSpPr txBox="1"/>
              <p:nvPr/>
            </p:nvSpPr>
            <p:spPr>
              <a:xfrm>
                <a:off x="9186617" y="4121255"/>
                <a:ext cx="48858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6" name="!!B">
                <a:extLst>
                  <a:ext uri="{FF2B5EF4-FFF2-40B4-BE49-F238E27FC236}">
                    <a16:creationId xmlns:a16="http://schemas.microsoft.com/office/drawing/2014/main" id="{EE660CD7-DA28-51D6-A9D9-517A94FC74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6617" y="4121255"/>
                <a:ext cx="48858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965D1C54-842E-F345-6F99-738028AACAC4}"/>
                  </a:ext>
                </a:extLst>
              </p:cNvPr>
              <p:cNvSpPr txBox="1"/>
              <p:nvPr/>
            </p:nvSpPr>
            <p:spPr>
              <a:xfrm>
                <a:off x="9539469" y="4121255"/>
                <a:ext cx="36708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965D1C54-842E-F345-6F99-738028AACA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9469" y="4121255"/>
                <a:ext cx="36708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41F0BF3-9793-2B26-644C-DD86D5667381}"/>
                  </a:ext>
                </a:extLst>
              </p:cNvPr>
              <p:cNvSpPr txBox="1"/>
              <p:nvPr/>
            </p:nvSpPr>
            <p:spPr>
              <a:xfrm>
                <a:off x="10597784" y="782138"/>
                <a:ext cx="1744578" cy="4770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>
                  <a:defRPr sz="2500" b="0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14:m>
                  <m:oMath xmlns:m="http://schemas.openxmlformats.org/officeDocument/2006/math">
                    <m:r>
                      <a:rPr lang="en-IN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0" dirty="0" smtClean="0"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i="0" dirty="0">
                    <a:latin typeface="+mj-lt"/>
                  </a:rPr>
                  <a:t> balls</a:t>
                </a: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41F0BF3-9793-2B26-644C-DD86D56673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782138"/>
                <a:ext cx="1744578" cy="477054"/>
              </a:xfrm>
              <a:prstGeom prst="rect">
                <a:avLst/>
              </a:prstGeom>
              <a:blipFill>
                <a:blip r:embed="rId21"/>
                <a:stretch>
                  <a:fillRect t="-8861" b="-2911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A398D96-25E8-02F0-9596-8B3257217C02}"/>
                  </a:ext>
                </a:extLst>
              </p:cNvPr>
              <p:cNvSpPr txBox="1"/>
              <p:nvPr/>
            </p:nvSpPr>
            <p:spPr>
              <a:xfrm>
                <a:off x="1594214" y="3479455"/>
                <a:ext cx="1032415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The probability of drawing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black balls from these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balls is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A398D96-25E8-02F0-9596-8B3257217C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479455"/>
                <a:ext cx="10324153" cy="523220"/>
              </a:xfrm>
              <a:prstGeom prst="rect">
                <a:avLst/>
              </a:prstGeom>
              <a:blipFill>
                <a:blip r:embed="rId22"/>
                <a:stretch>
                  <a:fillRect l="-12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EFFC149-DA2E-0D97-9AF5-844A8BD4D5DE}"/>
                  </a:ext>
                </a:extLst>
              </p:cNvPr>
              <p:cNvSpPr txBox="1"/>
              <p:nvPr/>
            </p:nvSpPr>
            <p:spPr>
              <a:xfrm>
                <a:off x="9205444" y="5719796"/>
                <a:ext cx="2218756" cy="9017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715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EFFC149-DA2E-0D97-9AF5-844A8BD4D5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5444" y="5719796"/>
                <a:ext cx="2218756" cy="90178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61886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20" grpId="0"/>
      <p:bldP spid="21" grpId="0"/>
      <p:bldP spid="26" grpId="0"/>
      <p:bldP spid="37" grpId="0"/>
      <p:bldP spid="40" grpId="0"/>
      <p:bldP spid="42" grpId="0"/>
      <p:bldP spid="43" grpId="0"/>
      <p:bldP spid="45" grpId="0"/>
      <p:bldP spid="46" grpId="0"/>
      <p:bldP spid="48" grpId="0"/>
      <p:bldP spid="49" grpId="0"/>
      <p:bldP spid="59" grpId="0"/>
      <p:bldP spid="63" grpId="0"/>
      <p:bldP spid="67" grpId="0"/>
      <p:bldP spid="3" grpId="0"/>
      <p:bldP spid="4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3</a:t>
            </a:r>
            <a:br>
              <a:rPr lang="en-IN" dirty="0"/>
            </a:br>
            <a:r>
              <a:rPr lang="en-IN" dirty="0"/>
              <a:t>Total Probability and Bayes’ Theorem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519E3D0-8028-4C02-9FE0-4E21C1CE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3946394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6BA12F2-0096-873F-DA43-842D05EBB8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Total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B7D24DD-5723-9569-2830-A788767DC0B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1" y="800100"/>
                <a:ext cx="6622910" cy="5715000"/>
              </a:xfrm>
            </p:spPr>
            <p:txBody>
              <a:bodyPr/>
              <a:lstStyle/>
              <a:p>
                <a:r>
                  <a:rPr lang="en-US" dirty="0"/>
                  <a:t>Imagine you are ordering a pizza.</a:t>
                </a:r>
              </a:p>
              <a:p>
                <a:r>
                  <a:rPr lang="en-US" dirty="0"/>
                  <a:t>There are two kitchens in a restaurant:</a:t>
                </a:r>
              </a:p>
              <a:p>
                <a:pPr lvl="1"/>
                <a:r>
                  <a:rPr lang="en-US" dirty="0"/>
                  <a:t>Kitchen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prepares pizza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60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time</a:t>
                </a:r>
              </a:p>
              <a:p>
                <a:pPr lvl="1"/>
                <a:r>
                  <a:rPr lang="en-US" dirty="0"/>
                  <a:t>Kitchen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prepares pizza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40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time</a:t>
                </a:r>
              </a:p>
              <a:p>
                <a:pPr lvl="2"/>
                <a:r>
                  <a:rPr lang="en-US" dirty="0"/>
                  <a:t>Now, from Kitchen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90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pizzas are tasty </a:t>
                </a:r>
              </a:p>
              <a:p>
                <a:pPr lvl="2"/>
                <a:r>
                  <a:rPr lang="en-US" dirty="0"/>
                  <a:t>From Kitchen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70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pizzas are tasty </a:t>
                </a:r>
              </a:p>
              <a:p>
                <a:r>
                  <a:rPr lang="en-US" dirty="0"/>
                  <a:t>Question: What is the overall probability that the </a:t>
                </a: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pizza you get is tasty</a:t>
                </a:r>
                <a:r>
                  <a:rPr lang="en-US" dirty="0"/>
                  <a:t>?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B7D24DD-5723-9569-2830-A788767DC0B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1" y="800100"/>
                <a:ext cx="6622910" cy="5715000"/>
              </a:xfrm>
              <a:blipFill>
                <a:blip r:embed="rId2"/>
                <a:stretch>
                  <a:fillRect l="-1750" r="-1842" b="-117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3AEFE715-74DC-453F-9EA8-4841E1C802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466171" y="768927"/>
                <a:ext cx="5971747" cy="417714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US"/>
                      <m:t>pizza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is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prepared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by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Kitchen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US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US"/>
                      <m:t>pizza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is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prepared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by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Kitchen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US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pizza is tasty</a:t>
                </a:r>
              </a:p>
              <a:p>
                <a:pPr lvl="1"/>
                <a:r>
                  <a:rPr lang="en-US" dirty="0"/>
                  <a:t>Given that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3AEFE715-74DC-453F-9EA8-4841E1C802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6171" y="768927"/>
                <a:ext cx="5971747" cy="417714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31533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3AF819-2E2F-C394-E656-EA1B989039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01B328B-7108-088D-75D3-522997EBA4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Total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AD81C215-2C8E-E38C-1B2C-74869DA83D6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59534"/>
                <a:ext cx="12060819" cy="5869866"/>
              </a:xfrm>
            </p:spPr>
            <p:txBody>
              <a:bodyPr/>
              <a:lstStyle/>
              <a:p>
                <a:r>
                  <a:rPr lang="en-US" dirty="0"/>
                  <a:t>Let 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US"/>
                      <m:t>pizza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is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prepared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by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Kitchen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US" dirty="0">
                  <a:latin typeface="+mj-lt"/>
                </a:endParaRP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US"/>
                      <m:t>pizza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is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prepared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by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Kitchen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US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pizza is tasty</a:t>
                </a:r>
              </a:p>
              <a:p>
                <a:pPr lvl="1"/>
                <a:r>
                  <a:rPr lang="en-US" dirty="0"/>
                  <a:t>Given that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=0.6, 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=0.4,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smtClean="0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IN" i="0" smtClean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=0.9,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smtClean="0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IN" i="0" smtClean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=0.7</m:t>
                    </m:r>
                  </m:oMath>
                </a14:m>
                <a:endParaRPr lang="en-US" dirty="0"/>
              </a:p>
              <a:p>
                <a:r>
                  <a:rPr lang="en-IN" dirty="0"/>
                  <a:t>Note that,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are </a:t>
                </a:r>
                <a:r>
                  <a:rPr lang="en-IN" b="1" dirty="0"/>
                  <a:t>mutually exclusive</a:t>
                </a:r>
                <a:r>
                  <a:rPr lang="en-IN" dirty="0"/>
                  <a:t>,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ar-AE" i="0" smtClean="0">
                        <a:latin typeface="Cambria Math" panose="02040503050406030204" pitchFamily="18" charset="0"/>
                      </a:rPr>
                      <m:t>∪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ar-AE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ar-AE" i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IN" dirty="0"/>
                  <a:t> (one of them must occur) – </a:t>
                </a:r>
                <a:r>
                  <a:rPr lang="en-IN" b="1" dirty="0"/>
                  <a:t>mutually </a:t>
                </a:r>
                <a:r>
                  <a:rPr lang="en-IN" b="1" dirty="0">
                    <a:ea typeface="Calibri" panose="020F0502020204030204" pitchFamily="34" charset="0"/>
                    <a:cs typeface="Shruti" panose="020B0502040204020203" pitchFamily="34" charset="0"/>
                  </a:rPr>
                  <a:t>exhaustive</a:t>
                </a:r>
                <a:endParaRPr lang="en-IN" b="1" dirty="0"/>
              </a:p>
              <a:p>
                <a:pPr lvl="1"/>
                <a:endParaRPr lang="en-US" dirty="0"/>
              </a:p>
              <a:p>
                <a:pPr marL="671513" lvl="2" indent="0">
                  <a:buNone/>
                </a:pPr>
                <a:endParaRPr lang="en-US" dirty="0"/>
              </a:p>
              <a:p>
                <a:pPr lvl="1"/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AD81C215-2C8E-E38C-1B2C-74869DA83D6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59534"/>
                <a:ext cx="12060819" cy="5869866"/>
              </a:xfrm>
              <a:blipFill>
                <a:blip r:embed="rId2"/>
                <a:stretch>
                  <a:fillRect l="-961" b="-280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75776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5CB33E-F25D-B1C1-C0C9-E5A5AA3D3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56B1083-2EFA-2ED0-F2F5-2C6A1B1AFC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Total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C43A111-0EB1-FBBB-1A62-738184973BA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59534"/>
                <a:ext cx="12060819" cy="5869866"/>
              </a:xfrm>
            </p:spPr>
            <p:txBody>
              <a:bodyPr/>
              <a:lstStyle/>
              <a:p>
                <a:r>
                  <a:rPr lang="en-US" dirty="0"/>
                  <a:t>Two events are </a:t>
                </a:r>
                <a:r>
                  <a:rPr lang="en-US" b="1" dirty="0"/>
                  <a:t>mutually exclusive</a:t>
                </a:r>
                <a:r>
                  <a:rPr lang="en-US" dirty="0"/>
                  <a:t> if they cannot happen at the same time.</a:t>
                </a:r>
              </a:p>
              <a:p>
                <a:pPr lvl="1"/>
                <a:r>
                  <a:rPr lang="en-US" dirty="0"/>
                  <a:t>One pizza is ordered. That pizza is prepared either by Kitchen A or by Kitchen B.</a:t>
                </a:r>
              </a:p>
              <a:p>
                <a:pPr lvl="1"/>
                <a:r>
                  <a:rPr lang="en-US" dirty="0"/>
                  <a:t>It cannot be prepared by both kitchens at the same time.</a:t>
                </a:r>
              </a:p>
              <a:p>
                <a:pPr lvl="2"/>
                <a:r>
                  <a:rPr lang="en-US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endParaRPr lang="en-US" dirty="0"/>
              </a:p>
              <a:p>
                <a:pPr lvl="2"/>
                <a:r>
                  <a:rPr lang="en-US" dirty="0"/>
                  <a:t>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mutually exclusive.</a:t>
                </a:r>
              </a:p>
              <a:p>
                <a:r>
                  <a:rPr lang="en-US" dirty="0"/>
                  <a:t>A set of events is </a:t>
                </a:r>
                <a:r>
                  <a:rPr lang="en-US" b="1" dirty="0"/>
                  <a:t>exhaustive</a:t>
                </a:r>
                <a:r>
                  <a:rPr lang="en-US" dirty="0"/>
                  <a:t> if one of them must occur.</a:t>
                </a:r>
              </a:p>
              <a:p>
                <a:pPr lvl="1"/>
                <a:r>
                  <a:rPr lang="en-US" dirty="0"/>
                  <a:t>The restaurant has only two kitchens. So, every pizza must be prepared by some kitchen. There is no third option.</a:t>
                </a:r>
              </a:p>
              <a:p>
                <a:pPr lvl="2"/>
                <a:r>
                  <a:rPr lang="en-US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∪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/>
                  <a:t> and 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exhaustive.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C43A111-0EB1-FBBB-1A62-738184973BA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59534"/>
                <a:ext cx="12060819" cy="5869866"/>
              </a:xfrm>
              <a:blipFill>
                <a:blip r:embed="rId2"/>
                <a:stretch>
                  <a:fillRect l="-961" r="-1011" b="-62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9897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AF1CF-87FE-F382-AA37-2463F3680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9915F57-DA0B-6B2C-2BED-0B9C5161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Total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6DA50FF-850D-F9D1-5AE2-73ADF40862F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59534"/>
                <a:ext cx="12060819" cy="2669466"/>
              </a:xfrm>
            </p:spPr>
            <p:txBody>
              <a:bodyPr/>
              <a:lstStyle/>
              <a:p>
                <a:r>
                  <a:rPr lang="en-IN" dirty="0"/>
                  <a:t>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T</m:t>
                    </m:r>
                  </m:oMath>
                </a14:m>
                <a:r>
                  <a:rPr lang="en-IN" dirty="0"/>
                  <a:t>(tasty pizza) can occur in two</a:t>
                </a:r>
                <a:r>
                  <a:rPr lang="en-IN" b="1" dirty="0"/>
                  <a:t> </a:t>
                </a:r>
                <a:r>
                  <a:rPr lang="en-IN" b="1" dirty="0">
                    <a:solidFill>
                      <a:srgbClr val="FF0000"/>
                    </a:solidFill>
                  </a:rPr>
                  <a:t>mutually exclusive</a:t>
                </a:r>
                <a:r>
                  <a:rPr lang="en-IN" b="1" dirty="0"/>
                  <a:t> </a:t>
                </a:r>
                <a:r>
                  <a:rPr lang="en-IN" dirty="0"/>
                  <a:t>ways:</a:t>
                </a:r>
              </a:p>
              <a:p>
                <a:pPr lvl="1"/>
                <a:r>
                  <a:rPr lang="en-IN" dirty="0"/>
                  <a:t>Pizza comes from Kitchen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</a:t>
                </a:r>
                <a:r>
                  <a:rPr lang="en-IN" b="1" dirty="0"/>
                  <a:t>and</a:t>
                </a:r>
                <a:r>
                  <a:rPr lang="en-IN" dirty="0"/>
                  <a:t> is tasty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i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</a:t>
                </a:r>
                <a:r>
                  <a:rPr lang="en-IN" b="1" dirty="0">
                    <a:solidFill>
                      <a:srgbClr val="FF0000"/>
                    </a:solidFill>
                  </a:rPr>
                  <a:t>OR</a:t>
                </a:r>
                <a:endParaRPr lang="ar-AE" b="1" dirty="0">
                  <a:solidFill>
                    <a:srgbClr val="FF0000"/>
                  </a:solidFill>
                </a:endParaRPr>
              </a:p>
              <a:p>
                <a:pPr lvl="1"/>
                <a:r>
                  <a:rPr lang="en-IN" dirty="0"/>
                  <a:t>Pizza comes from Kitchen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</a:t>
                </a:r>
                <a:r>
                  <a:rPr lang="en-IN" b="1" dirty="0"/>
                  <a:t>and</a:t>
                </a:r>
                <a:r>
                  <a:rPr lang="en-IN" dirty="0"/>
                  <a:t> is tasty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i="0">
                        <a:latin typeface="Cambria Math" panose="02040503050406030204" pitchFamily="18" charset="0"/>
                      </a:rPr>
                      <m:t>∩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ar-AE" dirty="0"/>
              </a:p>
              <a:p>
                <a:pPr lvl="1"/>
                <a:r>
                  <a:rPr lang="en-US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T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6DA50FF-850D-F9D1-5AE2-73ADF40862F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59534"/>
                <a:ext cx="12060819" cy="2669466"/>
              </a:xfrm>
              <a:blipFill>
                <a:blip r:embed="rId2"/>
                <a:stretch>
                  <a:fillRect l="-961" b="-25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D9372AC-661D-83D7-11B7-26AEDD39338F}"/>
                  </a:ext>
                </a:extLst>
              </p:cNvPr>
              <p:cNvSpPr txBox="1"/>
              <p:nvPr/>
            </p:nvSpPr>
            <p:spPr>
              <a:xfrm>
                <a:off x="480580" y="3477333"/>
                <a:ext cx="61358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∪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D9372AC-661D-83D7-11B7-26AEDD3933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80" y="3477333"/>
                <a:ext cx="613583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150DF6A-1C30-B4F4-5B7A-09E6F4B089F4}"/>
                  </a:ext>
                </a:extLst>
              </p:cNvPr>
              <p:cNvSpPr txBox="1"/>
              <p:nvPr/>
            </p:nvSpPr>
            <p:spPr>
              <a:xfrm>
                <a:off x="480578" y="4166596"/>
                <a:ext cx="104298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𝐓</m:t>
                              </m:r>
                              <m:r>
                                <a:rPr lang="en-IN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</m:d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𝐓</m:t>
                              </m:r>
                              <m:r>
                                <a:rPr lang="en-IN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150DF6A-1C30-B4F4-5B7A-09E6F4B089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78" y="4166596"/>
                <a:ext cx="1042987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6209FE3-D998-835F-C3E4-EFE882794ABC}"/>
                  </a:ext>
                </a:extLst>
              </p:cNvPr>
              <p:cNvSpPr txBox="1"/>
              <p:nvPr/>
            </p:nvSpPr>
            <p:spPr>
              <a:xfrm>
                <a:off x="480577" y="4826323"/>
                <a:ext cx="56154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6209FE3-D998-835F-C3E4-EFE882794A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77" y="4826323"/>
                <a:ext cx="561542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C958160-41A7-584C-CEA6-FF054B55AF67}"/>
                  </a:ext>
                </a:extLst>
              </p:cNvPr>
              <p:cNvSpPr txBox="1"/>
              <p:nvPr/>
            </p:nvSpPr>
            <p:spPr>
              <a:xfrm>
                <a:off x="8011390" y="4855038"/>
                <a:ext cx="4956465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400" i="1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m:rPr>
                              <m:nor/>
                            </m:rPr>
                            <a:rPr lang="en-IN" sz="240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and</m:t>
                          </m:r>
                          <m:r>
                            <m:rPr>
                              <m:nor/>
                            </m:rPr>
                            <a:rPr lang="en-IN" sz="240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m:rPr>
                              <m:nor/>
                            </m:rPr>
                            <a:rPr lang="en-IN" sz="240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are</m:t>
                          </m:r>
                          <m:r>
                            <m:rPr>
                              <m:nor/>
                            </m:rPr>
                            <a:rPr lang="en-IN" sz="2400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b="1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mutually</m:t>
                          </m:r>
                          <m:r>
                            <m:rPr>
                              <m:nor/>
                            </m:rPr>
                            <a:rPr lang="en-IN" sz="2400" b="1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400" b="1" dirty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exclusive</m:t>
                          </m:r>
                          <m:r>
                            <m:rPr>
                              <m:nor/>
                            </m:rPr>
                            <a:rPr lang="en-IN" sz="2400" b="1" dirty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C958160-41A7-584C-CEA6-FF054B55AF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1390" y="4855038"/>
                <a:ext cx="4956465" cy="461665"/>
              </a:xfrm>
              <a:prstGeom prst="rect">
                <a:avLst/>
              </a:prstGeom>
              <a:blipFill>
                <a:blip r:embed="rId6"/>
                <a:stretch>
                  <a:fillRect b="-2105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468F727-3323-F69E-B0BB-3C7407AF1578}"/>
                  </a:ext>
                </a:extLst>
              </p:cNvPr>
              <p:cNvSpPr txBox="1"/>
              <p:nvPr/>
            </p:nvSpPr>
            <p:spPr>
              <a:xfrm>
                <a:off x="480576" y="5456731"/>
                <a:ext cx="78737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𝐓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𝐓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𝐓</m:t>
                          </m:r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468F727-3323-F69E-B0BB-3C7407AF15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76" y="5456731"/>
                <a:ext cx="787371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19F87DB-59D2-4EA3-FA85-09E73FF8A826}"/>
                  </a:ext>
                </a:extLst>
              </p:cNvPr>
              <p:cNvSpPr txBox="1"/>
              <p:nvPr/>
            </p:nvSpPr>
            <p:spPr>
              <a:xfrm>
                <a:off x="480577" y="6119979"/>
                <a:ext cx="75308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19F87DB-59D2-4EA3-FA85-09E73FF8A8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577" y="6119979"/>
                <a:ext cx="753081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80206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Total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76528"/>
                <a:ext cx="11929641" cy="1324949"/>
              </a:xfrm>
            </p:spPr>
            <p:txBody>
              <a:bodyPr/>
              <a:lstStyle/>
              <a:p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Let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1</m:t>
                        </m:r>
                      </m:sub>
                    </m:sSub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2</m:t>
                        </m:r>
                      </m:sub>
                    </m:sSub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US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be </a:t>
                </a: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mutually exclusive and exhaustive</a:t>
                </a:r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events of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S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i="1">
                                <a:effectLst/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i</m:t>
                            </m:r>
                          </m:sub>
                        </m:sSub>
                      </m:e>
                    </m:d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≠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0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</m:oMath>
                </a14:m>
                <a:r>
                  <a:rPr lang="en-IN" i="0" dirty="0"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i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1</m:t>
                    </m:r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, 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, </m:t>
                    </m:r>
                    <m:r>
                      <m:rPr>
                        <m:sty m:val="p"/>
                      </m:rP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n</m:t>
                    </m:r>
                    <m:r>
                      <a:rPr lang="en-IN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.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be any event associated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S</m:t>
                    </m:r>
                    <m:r>
                      <a:rPr lang="en-IN" b="0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.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76528"/>
                <a:ext cx="11929641" cy="132494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Oval 7">
            <a:extLst>
              <a:ext uri="{FF2B5EF4-FFF2-40B4-BE49-F238E27FC236}">
                <a16:creationId xmlns:a16="http://schemas.microsoft.com/office/drawing/2014/main" id="{E4BB2372-65CF-491E-BD3D-00E875029130}"/>
              </a:ext>
            </a:extLst>
          </p:cNvPr>
          <p:cNvSpPr/>
          <p:nvPr/>
        </p:nvSpPr>
        <p:spPr>
          <a:xfrm>
            <a:off x="2926011" y="3296985"/>
            <a:ext cx="6339976" cy="2214015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 sz="2800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D6D9F646-768A-4F3B-8FDB-B7F828927AAA}"/>
              </a:ext>
            </a:extLst>
          </p:cNvPr>
          <p:cNvCxnSpPr>
            <a:cxnSpLocks/>
          </p:cNvCxnSpPr>
          <p:nvPr/>
        </p:nvCxnSpPr>
        <p:spPr>
          <a:xfrm>
            <a:off x="4146539" y="2651079"/>
            <a:ext cx="0" cy="3401282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8444E53-6181-4C72-80F6-583B19CAE7E1}"/>
              </a:ext>
            </a:extLst>
          </p:cNvPr>
          <p:cNvCxnSpPr>
            <a:cxnSpLocks/>
          </p:cNvCxnSpPr>
          <p:nvPr/>
        </p:nvCxnSpPr>
        <p:spPr>
          <a:xfrm>
            <a:off x="5461077" y="2651079"/>
            <a:ext cx="0" cy="3411798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BE6CBEC7-7E1D-4E46-8994-F1BF5593DA03}"/>
              </a:ext>
            </a:extLst>
          </p:cNvPr>
          <p:cNvSpPr/>
          <p:nvPr/>
        </p:nvSpPr>
        <p:spPr>
          <a:xfrm>
            <a:off x="2832001" y="2651080"/>
            <a:ext cx="6527997" cy="3401282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 sz="280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 Box 2">
                <a:extLst>
                  <a:ext uri="{FF2B5EF4-FFF2-40B4-BE49-F238E27FC236}">
                    <a16:creationId xmlns:a16="http://schemas.microsoft.com/office/drawing/2014/main" id="{8F37E607-2C05-412E-BC2F-FE9B3F0E68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87479" y="6052361"/>
                <a:ext cx="573357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smtClean="0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𝐒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 Box 2">
                <a:extLst>
                  <a:ext uri="{FF2B5EF4-FFF2-40B4-BE49-F238E27FC236}">
                    <a16:creationId xmlns:a16="http://schemas.microsoft.com/office/drawing/2014/main" id="{8F37E607-2C05-412E-BC2F-FE9B3F0E68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787479" y="6052361"/>
                <a:ext cx="573357" cy="46906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 Box 2">
                <a:extLst>
                  <a:ext uri="{FF2B5EF4-FFF2-40B4-BE49-F238E27FC236}">
                    <a16:creationId xmlns:a16="http://schemas.microsoft.com/office/drawing/2014/main" id="{87195F13-50A8-4A0F-B773-8A5C4FF9CF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85159" y="2094447"/>
                <a:ext cx="714893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3" name="Text Box 2">
                <a:extLst>
                  <a:ext uri="{FF2B5EF4-FFF2-40B4-BE49-F238E27FC236}">
                    <a16:creationId xmlns:a16="http://schemas.microsoft.com/office/drawing/2014/main" id="{87195F13-50A8-4A0F-B773-8A5C4FF9CF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3185159" y="2094447"/>
                <a:ext cx="714893" cy="46906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 Box 2">
                <a:extLst>
                  <a:ext uri="{FF2B5EF4-FFF2-40B4-BE49-F238E27FC236}">
                    <a16:creationId xmlns:a16="http://schemas.microsoft.com/office/drawing/2014/main" id="{E2EF67B9-D313-478B-B4C7-DA120BE44A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38937" y="2094447"/>
                <a:ext cx="713458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4" name="Text Box 2">
                <a:extLst>
                  <a:ext uri="{FF2B5EF4-FFF2-40B4-BE49-F238E27FC236}">
                    <a16:creationId xmlns:a16="http://schemas.microsoft.com/office/drawing/2014/main" id="{E2EF67B9-D313-478B-B4C7-DA120BE44A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4538937" y="2094447"/>
                <a:ext cx="713458" cy="46906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 Box 2">
                <a:extLst>
                  <a:ext uri="{FF2B5EF4-FFF2-40B4-BE49-F238E27FC236}">
                    <a16:creationId xmlns:a16="http://schemas.microsoft.com/office/drawing/2014/main" id="{B88118E5-873D-414E-9E40-6B8D04F804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16135" y="2094447"/>
                <a:ext cx="713458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5" name="Text Box 2">
                <a:extLst>
                  <a:ext uri="{FF2B5EF4-FFF2-40B4-BE49-F238E27FC236}">
                    <a16:creationId xmlns:a16="http://schemas.microsoft.com/office/drawing/2014/main" id="{B88118E5-873D-414E-9E40-6B8D04F804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716135" y="2094447"/>
                <a:ext cx="713458" cy="46906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 Box 2">
                <a:extLst>
                  <a:ext uri="{FF2B5EF4-FFF2-40B4-BE49-F238E27FC236}">
                    <a16:creationId xmlns:a16="http://schemas.microsoft.com/office/drawing/2014/main" id="{462A71F6-57C0-4ACC-82FE-D445709315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7060" y="3231658"/>
                <a:ext cx="573357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smtClean="0">
                          <a:solidFill>
                            <a:srgbClr val="0070C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𝐁</m:t>
                      </m:r>
                    </m:oMath>
                  </m:oMathPara>
                </a14:m>
                <a:endParaRPr lang="en-IN" sz="2800" b="1">
                  <a:solidFill>
                    <a:srgbClr val="0070C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6" name="Text Box 2">
                <a:extLst>
                  <a:ext uri="{FF2B5EF4-FFF2-40B4-BE49-F238E27FC236}">
                    <a16:creationId xmlns:a16="http://schemas.microsoft.com/office/drawing/2014/main" id="{462A71F6-57C0-4ACC-82FE-D445709315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3087060" y="3231658"/>
                <a:ext cx="573357" cy="46906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 Box 2">
                <a:extLst>
                  <a:ext uri="{FF2B5EF4-FFF2-40B4-BE49-F238E27FC236}">
                    <a16:creationId xmlns:a16="http://schemas.microsoft.com/office/drawing/2014/main" id="{7465CACD-6B4F-4B57-B8C0-7DA1494080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3017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∩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7" name="Text Box 2">
                <a:extLst>
                  <a:ext uri="{FF2B5EF4-FFF2-40B4-BE49-F238E27FC236}">
                    <a16:creationId xmlns:a16="http://schemas.microsoft.com/office/drawing/2014/main" id="{7465CACD-6B4F-4B57-B8C0-7DA1494080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2893017" y="4126580"/>
                <a:ext cx="1224000" cy="46906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 Box 2">
                <a:extLst>
                  <a:ext uri="{FF2B5EF4-FFF2-40B4-BE49-F238E27FC236}">
                    <a16:creationId xmlns:a16="http://schemas.microsoft.com/office/drawing/2014/main" id="{1A4700CD-7D79-47A4-9D61-FE3E51A32A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8508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 algn="ctr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∩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8" name="Text Box 2">
                <a:extLst>
                  <a:ext uri="{FF2B5EF4-FFF2-40B4-BE49-F238E27FC236}">
                    <a16:creationId xmlns:a16="http://schemas.microsoft.com/office/drawing/2014/main" id="{1A4700CD-7D79-47A4-9D61-FE3E51A32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4188508" y="4126580"/>
                <a:ext cx="1224000" cy="46906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 Box 2">
                <a:extLst>
                  <a:ext uri="{FF2B5EF4-FFF2-40B4-BE49-F238E27FC236}">
                    <a16:creationId xmlns:a16="http://schemas.microsoft.com/office/drawing/2014/main" id="{356FB0C0-FDF0-4595-9835-0875D019E9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83999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∩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Text Box 2">
                <a:extLst>
                  <a:ext uri="{FF2B5EF4-FFF2-40B4-BE49-F238E27FC236}">
                    <a16:creationId xmlns:a16="http://schemas.microsoft.com/office/drawing/2014/main" id="{356FB0C0-FDF0-4595-9835-0875D019E9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483999" y="4126580"/>
                <a:ext cx="1224000" cy="46906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7BD054F-0364-44FC-89BD-17434DBFB969}"/>
              </a:ext>
            </a:extLst>
          </p:cNvPr>
          <p:cNvCxnSpPr>
            <a:cxnSpLocks/>
          </p:cNvCxnSpPr>
          <p:nvPr/>
        </p:nvCxnSpPr>
        <p:spPr>
          <a:xfrm>
            <a:off x="6755993" y="2651079"/>
            <a:ext cx="0" cy="3411798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A5F539F0-9FDE-441D-B055-BE71422DE20A}"/>
              </a:ext>
            </a:extLst>
          </p:cNvPr>
          <p:cNvCxnSpPr>
            <a:cxnSpLocks/>
          </p:cNvCxnSpPr>
          <p:nvPr/>
        </p:nvCxnSpPr>
        <p:spPr>
          <a:xfrm>
            <a:off x="8050910" y="2651079"/>
            <a:ext cx="0" cy="3411798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 Box 2">
                <a:extLst>
                  <a:ext uri="{FF2B5EF4-FFF2-40B4-BE49-F238E27FC236}">
                    <a16:creationId xmlns:a16="http://schemas.microsoft.com/office/drawing/2014/main" id="{9C7BE820-8CB0-44B2-85B1-992104B9D9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5590" y="2094447"/>
                <a:ext cx="713458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 Box 2">
                <a:extLst>
                  <a:ext uri="{FF2B5EF4-FFF2-40B4-BE49-F238E27FC236}">
                    <a16:creationId xmlns:a16="http://schemas.microsoft.com/office/drawing/2014/main" id="{9C7BE820-8CB0-44B2-85B1-992104B9D9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8325590" y="2094447"/>
                <a:ext cx="713458" cy="46906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 Box 2">
                <a:extLst>
                  <a:ext uri="{FF2B5EF4-FFF2-40B4-BE49-F238E27FC236}">
                    <a16:creationId xmlns:a16="http://schemas.microsoft.com/office/drawing/2014/main" id="{54A7D8A6-F998-4735-872C-0B5955F886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89532" y="2094447"/>
                <a:ext cx="713458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⋯</m:t>
                      </m:r>
                    </m:oMath>
                  </m:oMathPara>
                </a14:m>
                <a:endParaRPr lang="en-IN" sz="28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 Box 2">
                <a:extLst>
                  <a:ext uri="{FF2B5EF4-FFF2-40B4-BE49-F238E27FC236}">
                    <a16:creationId xmlns:a16="http://schemas.microsoft.com/office/drawing/2014/main" id="{54A7D8A6-F998-4735-872C-0B5955F886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089532" y="2094447"/>
                <a:ext cx="713458" cy="46906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 Box 2">
                <a:extLst>
                  <a:ext uri="{FF2B5EF4-FFF2-40B4-BE49-F238E27FC236}">
                    <a16:creationId xmlns:a16="http://schemas.microsoft.com/office/drawing/2014/main" id="{AFD9898E-C3A8-4ADF-88ED-302C425941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74982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∩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sub>
                      </m:sSub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4" name="Text Box 2">
                <a:extLst>
                  <a:ext uri="{FF2B5EF4-FFF2-40B4-BE49-F238E27FC236}">
                    <a16:creationId xmlns:a16="http://schemas.microsoft.com/office/drawing/2014/main" id="{AFD9898E-C3A8-4ADF-88ED-302C42594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8074982" y="4126580"/>
                <a:ext cx="1224000" cy="46906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 Box 2">
                <a:extLst>
                  <a:ext uri="{FF2B5EF4-FFF2-40B4-BE49-F238E27FC236}">
                    <a16:creationId xmlns:a16="http://schemas.microsoft.com/office/drawing/2014/main" id="{0F4099B9-5AA9-441E-8299-623327E12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79490" y="4126580"/>
                <a:ext cx="1224000" cy="4690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⋯</m:t>
                      </m:r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 Box 2">
                <a:extLst>
                  <a:ext uri="{FF2B5EF4-FFF2-40B4-BE49-F238E27FC236}">
                    <a16:creationId xmlns:a16="http://schemas.microsoft.com/office/drawing/2014/main" id="{0F4099B9-5AA9-441E-8299-623327E12B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6779490" y="4126580"/>
                <a:ext cx="1224000" cy="46906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09337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25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75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75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50"/>
                            </p:stCondLst>
                            <p:childTnLst>
                              <p:par>
                                <p:cTn id="66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  <p:bldP spid="8" grpId="0" animBg="1"/>
      <p:bldP spid="11" grpId="0" animBg="1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394513-BDEA-08BF-8AAD-179A8CE5A3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17731F5-E0AB-9B91-AE5B-11ACC7361A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Total Probability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CEAD6210-5E44-CE38-46DD-7D48DC855D2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76528"/>
                <a:ext cx="11929641" cy="1324949"/>
              </a:xfrm>
            </p:spPr>
            <p:txBody>
              <a:bodyPr/>
              <a:lstStyle/>
              <a:p>
                <a:pPr>
                  <a:lnSpc>
                    <a:spcPct val="13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r>
                      <a:rPr lang="en-IN" b="0" i="1" smtClean="0">
                        <a:latin typeface="Cambria Math" panose="02040503050406030204" pitchFamily="18" charset="0"/>
                      </a:rPr>
                      <m:t>+…+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endParaRPr lang="en-IN" dirty="0"/>
              </a:p>
              <a:p>
                <a:pPr marL="269875" indent="-269875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1" i="1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b="1" i="1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+…+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𝐧</m:t>
                              </m:r>
                            </m:sub>
                          </m:sSub>
                        </m:e>
                      </m:d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𝐧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CEAD6210-5E44-CE38-46DD-7D48DC855D2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76528"/>
                <a:ext cx="11929641" cy="1324949"/>
              </a:xfr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C0BD6BBC-7958-C8EE-B780-83CD85087BB0}"/>
              </a:ext>
            </a:extLst>
          </p:cNvPr>
          <p:cNvGrpSpPr/>
          <p:nvPr/>
        </p:nvGrpSpPr>
        <p:grpSpPr>
          <a:xfrm>
            <a:off x="286228" y="2123557"/>
            <a:ext cx="6527997" cy="4426981"/>
            <a:chOff x="286228" y="2123557"/>
            <a:chExt cx="6527997" cy="4426981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77DAA7CA-B133-6484-BD55-A5687109AD5F}"/>
                </a:ext>
              </a:extLst>
            </p:cNvPr>
            <p:cNvSpPr/>
            <p:nvPr/>
          </p:nvSpPr>
          <p:spPr>
            <a:xfrm>
              <a:off x="380238" y="3326095"/>
              <a:ext cx="6339976" cy="2214015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 w="28575"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 sz="2800"/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86EF66F-AE31-1462-3E9E-9330E4528A4F}"/>
                </a:ext>
              </a:extLst>
            </p:cNvPr>
            <p:cNvCxnSpPr>
              <a:cxnSpLocks/>
            </p:cNvCxnSpPr>
            <p:nvPr/>
          </p:nvCxnSpPr>
          <p:spPr>
            <a:xfrm>
              <a:off x="1600766" y="2680189"/>
              <a:ext cx="0" cy="3401282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7D4AEAA-9E5A-CA22-8812-94C514EE8CB7}"/>
                </a:ext>
              </a:extLst>
            </p:cNvPr>
            <p:cNvCxnSpPr>
              <a:cxnSpLocks/>
            </p:cNvCxnSpPr>
            <p:nvPr/>
          </p:nvCxnSpPr>
          <p:spPr>
            <a:xfrm>
              <a:off x="2915304" y="2680189"/>
              <a:ext cx="0" cy="341179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17FF732-216F-8908-8DEF-F05A90C66D8A}"/>
                </a:ext>
              </a:extLst>
            </p:cNvPr>
            <p:cNvSpPr/>
            <p:nvPr/>
          </p:nvSpPr>
          <p:spPr>
            <a:xfrm>
              <a:off x="286228" y="2680190"/>
              <a:ext cx="6527997" cy="3401282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 sz="280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Text Box 2">
                  <a:extLst>
                    <a:ext uri="{FF2B5EF4-FFF2-40B4-BE49-F238E27FC236}">
                      <a16:creationId xmlns:a16="http://schemas.microsoft.com/office/drawing/2014/main" id="{9353DC1B-37DA-496A-258D-8373F7CB82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41706" y="6081471"/>
                  <a:ext cx="573357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 b="1" i="1" smtClean="0">
                            <a:solidFill>
                              <a:srgbClr val="FF000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𝐒</m:t>
                        </m:r>
                      </m:oMath>
                    </m:oMathPara>
                  </a14:m>
                  <a:endParaRPr lang="en-IN" sz="2800" b="1" dirty="0">
                    <a:solidFill>
                      <a:srgbClr val="FF0000"/>
                    </a:solidFill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2" name="Text Box 2">
                  <a:extLst>
                    <a:ext uri="{FF2B5EF4-FFF2-40B4-BE49-F238E27FC236}">
                      <a16:creationId xmlns:a16="http://schemas.microsoft.com/office/drawing/2014/main" id="{9353DC1B-37DA-496A-258D-8373F7CB82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3241706" y="6081471"/>
                  <a:ext cx="573357" cy="469067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Text Box 2">
                  <a:extLst>
                    <a:ext uri="{FF2B5EF4-FFF2-40B4-BE49-F238E27FC236}">
                      <a16:creationId xmlns:a16="http://schemas.microsoft.com/office/drawing/2014/main" id="{EC3294CA-8D6C-B2A2-A9B5-ADF6734DF5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9386" y="2123557"/>
                  <a:ext cx="714893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3" name="Text Box 2">
                  <a:extLst>
                    <a:ext uri="{FF2B5EF4-FFF2-40B4-BE49-F238E27FC236}">
                      <a16:creationId xmlns:a16="http://schemas.microsoft.com/office/drawing/2014/main" id="{EC3294CA-8D6C-B2A2-A9B5-ADF6734DF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639386" y="2123557"/>
                  <a:ext cx="714893" cy="469067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Text Box 2">
                  <a:extLst>
                    <a:ext uri="{FF2B5EF4-FFF2-40B4-BE49-F238E27FC236}">
                      <a16:creationId xmlns:a16="http://schemas.microsoft.com/office/drawing/2014/main" id="{16092DA0-A4BD-C9D7-562B-FCD86BFE47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93164" y="2123557"/>
                  <a:ext cx="713458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4" name="Text Box 2">
                  <a:extLst>
                    <a:ext uri="{FF2B5EF4-FFF2-40B4-BE49-F238E27FC236}">
                      <a16:creationId xmlns:a16="http://schemas.microsoft.com/office/drawing/2014/main" id="{16092DA0-A4BD-C9D7-562B-FCD86BFE47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1993164" y="2123557"/>
                  <a:ext cx="713458" cy="469067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 Box 2">
                  <a:extLst>
                    <a:ext uri="{FF2B5EF4-FFF2-40B4-BE49-F238E27FC236}">
                      <a16:creationId xmlns:a16="http://schemas.microsoft.com/office/drawing/2014/main" id="{BA7001C5-CDCB-EE59-E5AD-3DDB67980B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70362" y="2123557"/>
                  <a:ext cx="713458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5" name="Text Box 2">
                  <a:extLst>
                    <a:ext uri="{FF2B5EF4-FFF2-40B4-BE49-F238E27FC236}">
                      <a16:creationId xmlns:a16="http://schemas.microsoft.com/office/drawing/2014/main" id="{BA7001C5-CDCB-EE59-E5AD-3DDB67980B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3170362" y="2123557"/>
                  <a:ext cx="713458" cy="469067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Text Box 2">
                  <a:extLst>
                    <a:ext uri="{FF2B5EF4-FFF2-40B4-BE49-F238E27FC236}">
                      <a16:creationId xmlns:a16="http://schemas.microsoft.com/office/drawing/2014/main" id="{2E80ECDA-FBF9-6E37-C9EE-4C10011DE1D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1287" y="3260768"/>
                  <a:ext cx="573357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 b="1" i="1" smtClean="0">
                            <a:solidFill>
                              <a:srgbClr val="0070C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𝐁</m:t>
                        </m:r>
                      </m:oMath>
                    </m:oMathPara>
                  </a14:m>
                  <a:endParaRPr lang="en-IN" sz="2800" b="1">
                    <a:solidFill>
                      <a:srgbClr val="0070C0"/>
                    </a:solidFill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6" name="Text Box 2">
                  <a:extLst>
                    <a:ext uri="{FF2B5EF4-FFF2-40B4-BE49-F238E27FC236}">
                      <a16:creationId xmlns:a16="http://schemas.microsoft.com/office/drawing/2014/main" id="{2E80ECDA-FBF9-6E37-C9EE-4C10011DE1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541287" y="3260768"/>
                  <a:ext cx="573357" cy="469067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Text Box 2">
                  <a:extLst>
                    <a:ext uri="{FF2B5EF4-FFF2-40B4-BE49-F238E27FC236}">
                      <a16:creationId xmlns:a16="http://schemas.microsoft.com/office/drawing/2014/main" id="{3660771D-7334-3F87-5FD3-8AF1A46E9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7244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7" name="Text Box 2">
                  <a:extLst>
                    <a:ext uri="{FF2B5EF4-FFF2-40B4-BE49-F238E27FC236}">
                      <a16:creationId xmlns:a16="http://schemas.microsoft.com/office/drawing/2014/main" id="{3660771D-7334-3F87-5FD3-8AF1A46E9B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347244" y="4155690"/>
                  <a:ext cx="1224000" cy="469067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Text Box 2">
                  <a:extLst>
                    <a:ext uri="{FF2B5EF4-FFF2-40B4-BE49-F238E27FC236}">
                      <a16:creationId xmlns:a16="http://schemas.microsoft.com/office/drawing/2014/main" id="{7091B84F-09D7-E7E6-0A52-AAC81DE22A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42735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 algn="ctr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8" name="Text Box 2">
                  <a:extLst>
                    <a:ext uri="{FF2B5EF4-FFF2-40B4-BE49-F238E27FC236}">
                      <a16:creationId xmlns:a16="http://schemas.microsoft.com/office/drawing/2014/main" id="{7091B84F-09D7-E7E6-0A52-AAC81DE22AC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1642735" y="4155690"/>
                  <a:ext cx="1224000" cy="469067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Text Box 2">
                  <a:extLst>
                    <a:ext uri="{FF2B5EF4-FFF2-40B4-BE49-F238E27FC236}">
                      <a16:creationId xmlns:a16="http://schemas.microsoft.com/office/drawing/2014/main" id="{83DD5B5E-C316-DB4B-F48D-3B88884AEF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38226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19" name="Text Box 2">
                  <a:extLst>
                    <a:ext uri="{FF2B5EF4-FFF2-40B4-BE49-F238E27FC236}">
                      <a16:creationId xmlns:a16="http://schemas.microsoft.com/office/drawing/2014/main" id="{83DD5B5E-C316-DB4B-F48D-3B88884AEF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2938226" y="4155690"/>
                  <a:ext cx="1224000" cy="469067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E15DD31-6A6A-24F5-1F23-BFAF5691C879}"/>
                </a:ext>
              </a:extLst>
            </p:cNvPr>
            <p:cNvCxnSpPr>
              <a:cxnSpLocks/>
            </p:cNvCxnSpPr>
            <p:nvPr/>
          </p:nvCxnSpPr>
          <p:spPr>
            <a:xfrm>
              <a:off x="4210220" y="2680189"/>
              <a:ext cx="0" cy="341179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29312E3-6BF6-048E-9C4A-296D8B857176}"/>
                </a:ext>
              </a:extLst>
            </p:cNvPr>
            <p:cNvCxnSpPr>
              <a:cxnSpLocks/>
            </p:cNvCxnSpPr>
            <p:nvPr/>
          </p:nvCxnSpPr>
          <p:spPr>
            <a:xfrm>
              <a:off x="5505137" y="2680189"/>
              <a:ext cx="0" cy="341179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Text Box 2">
                  <a:extLst>
                    <a:ext uri="{FF2B5EF4-FFF2-40B4-BE49-F238E27FC236}">
                      <a16:creationId xmlns:a16="http://schemas.microsoft.com/office/drawing/2014/main" id="{D0FC05BD-D245-8015-70BC-E785046DC6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779817" y="2123557"/>
                  <a:ext cx="713458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22" name="Text Box 2">
                  <a:extLst>
                    <a:ext uri="{FF2B5EF4-FFF2-40B4-BE49-F238E27FC236}">
                      <a16:creationId xmlns:a16="http://schemas.microsoft.com/office/drawing/2014/main" id="{D0FC05BD-D245-8015-70BC-E785046DC6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5779817" y="2123557"/>
                  <a:ext cx="713458" cy="469067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Text Box 2">
                  <a:extLst>
                    <a:ext uri="{FF2B5EF4-FFF2-40B4-BE49-F238E27FC236}">
                      <a16:creationId xmlns:a16="http://schemas.microsoft.com/office/drawing/2014/main" id="{2CFE4C88-7C40-621F-0158-7370AFA4567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43759" y="2123557"/>
                  <a:ext cx="713458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 i="1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⋯</m:t>
                        </m:r>
                      </m:oMath>
                    </m:oMathPara>
                  </a14:m>
                  <a:endParaRPr lang="en-IN" sz="28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23" name="Text Box 2">
                  <a:extLst>
                    <a:ext uri="{FF2B5EF4-FFF2-40B4-BE49-F238E27FC236}">
                      <a16:creationId xmlns:a16="http://schemas.microsoft.com/office/drawing/2014/main" id="{2CFE4C88-7C40-621F-0158-7370AFA456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4543759" y="2123557"/>
                  <a:ext cx="713458" cy="469067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Text Box 2">
                  <a:extLst>
                    <a:ext uri="{FF2B5EF4-FFF2-40B4-BE49-F238E27FC236}">
                      <a16:creationId xmlns:a16="http://schemas.microsoft.com/office/drawing/2014/main" id="{E5EC979F-F1F7-C819-B1AD-B88C1278829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529209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∩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800">
                                <a:solidFill>
                                  <a:srgbClr val="00206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24" name="Text Box 2">
                  <a:extLst>
                    <a:ext uri="{FF2B5EF4-FFF2-40B4-BE49-F238E27FC236}">
                      <a16:creationId xmlns:a16="http://schemas.microsoft.com/office/drawing/2014/main" id="{E5EC979F-F1F7-C819-B1AD-B88C127882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5529209" y="4155690"/>
                  <a:ext cx="1224000" cy="469067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Text Box 2">
                  <a:extLst>
                    <a:ext uri="{FF2B5EF4-FFF2-40B4-BE49-F238E27FC236}">
                      <a16:creationId xmlns:a16="http://schemas.microsoft.com/office/drawing/2014/main" id="{63FD08E4-5821-416B-6B0A-35905B8854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33717" y="4155690"/>
                  <a:ext cx="1224000" cy="4690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rot="0" vert="horz" wrap="square" lIns="91440" tIns="45720" rIns="91440" bIns="45720" anchor="t" anchorCtr="0">
                  <a:noAutofit/>
                </a:bodyPr>
                <a:lstStyle/>
                <a:p>
                  <a:pPr marL="0" marR="0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⋯</m:t>
                        </m:r>
                      </m:oMath>
                    </m:oMathPara>
                  </a14:m>
                  <a:endParaRPr lang="en-IN" sz="28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Shruti" panose="020B0502040204020203" pitchFamily="34" charset="0"/>
                  </a:endParaRPr>
                </a:p>
              </p:txBody>
            </p:sp>
          </mc:Choice>
          <mc:Fallback xmlns="">
            <p:sp>
              <p:nvSpPr>
                <p:cNvPr id="25" name="Text Box 2">
                  <a:extLst>
                    <a:ext uri="{FF2B5EF4-FFF2-40B4-BE49-F238E27FC236}">
                      <a16:creationId xmlns:a16="http://schemas.microsoft.com/office/drawing/2014/main" id="{63FD08E4-5821-416B-6B0A-35905B8854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4233717" y="4155690"/>
                  <a:ext cx="1224000" cy="469067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6" name="Text Box 2">
            <a:extLst>
              <a:ext uri="{FF2B5EF4-FFF2-40B4-BE49-F238E27FC236}">
                <a16:creationId xmlns:a16="http://schemas.microsoft.com/office/drawing/2014/main" id="{00CA6709-7EE9-4D8B-979B-6DBEE8105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9189" y="2592624"/>
            <a:ext cx="4586656" cy="11372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rot="0" vert="horz" wrap="square" lIns="91440" tIns="45720" rIns="91440" bIns="45720" anchor="t" anchorCtr="0">
            <a:noAutofit/>
          </a:bodyPr>
          <a:lstStyle/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IN" sz="2800" b="0" i="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Using multiplicative law of probability, we get</a:t>
            </a:r>
            <a:endParaRPr lang="en-IN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 Box 2">
                <a:extLst>
                  <a:ext uri="{FF2B5EF4-FFF2-40B4-BE49-F238E27FC236}">
                    <a16:creationId xmlns:a16="http://schemas.microsoft.com/office/drawing/2014/main" id="{7FA6F069-E1C8-0E91-C5ED-5E2063C1B1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15371" y="3754140"/>
                <a:ext cx="5181962" cy="63608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algn="just">
                  <a:lnSpc>
                    <a:spcPct val="107000"/>
                  </a:lnSpc>
                  <a:spcAft>
                    <a:spcPts val="80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∩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7" name="Text Box 2">
                <a:extLst>
                  <a:ext uri="{FF2B5EF4-FFF2-40B4-BE49-F238E27FC236}">
                    <a16:creationId xmlns:a16="http://schemas.microsoft.com/office/drawing/2014/main" id="{7FA6F069-E1C8-0E91-C5ED-5E2063C1B1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115371" y="3754140"/>
                <a:ext cx="5181962" cy="63608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29144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4F4A93-3F4F-99E4-B0D2-1C052D96BF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4692DD1-86B2-06CB-C87F-0487442F75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FAA8517-7B73-3401-EC11-650E0029CFD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2873662"/>
              </a:xfrm>
            </p:spPr>
            <p:txBody>
              <a:bodyPr/>
              <a:lstStyle/>
              <a:p>
                <a:pPr>
                  <a:lnSpc>
                    <a:spcPct val="114000"/>
                  </a:lnSpc>
                </a:pPr>
                <a:r>
                  <a:rPr lang="en-US" b="1" dirty="0"/>
                  <a:t>Question: </a:t>
                </a:r>
                <a:r>
                  <a:rPr lang="en-US" dirty="0"/>
                  <a:t>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, that produce electronic components.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produces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60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components and among those, </a:t>
                </a:r>
                <a14:m>
                  <m:oMath xmlns:m="http://schemas.openxmlformats.org/officeDocument/2006/math">
                    <m:r>
                      <a:rPr lang="en-US" dirty="0">
                        <a:latin typeface="Cambria Math" panose="02040503050406030204" pitchFamily="18" charset="0"/>
                      </a:rPr>
                      <m:t>10</m:t>
                    </m:r>
                    <m:r>
                      <a:rPr lang="en-US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are defective.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produces the remaining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40</m:t>
                    </m:r>
                    <m:r>
                      <a:rPr lang="en-US" i="1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components and among those, </a:t>
                </a:r>
                <a14:m>
                  <m:oMath xmlns:m="http://schemas.openxmlformats.org/officeDocument/2006/math">
                    <m:r>
                      <a:rPr lang="en-US" dirty="0">
                        <a:latin typeface="Cambria Math" panose="02040503050406030204" pitchFamily="18" charset="0"/>
                      </a:rPr>
                      <m:t>5</m:t>
                    </m:r>
                    <m:r>
                      <a:rPr lang="en-US" dirty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are defective. Find the probability that a randomly selected electronic component is defective.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FAA8517-7B73-3401-EC11-650E0029CFD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2873662"/>
              </a:xfrm>
              <a:blipFill>
                <a:blip r:embed="rId2"/>
                <a:stretch>
                  <a:fillRect l="-971" t="-1274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34454BEC-7387-EB3F-B74B-3BE4523FD943}"/>
              </a:ext>
            </a:extLst>
          </p:cNvPr>
          <p:cNvCxnSpPr>
            <a:cxnSpLocks/>
          </p:cNvCxnSpPr>
          <p:nvPr/>
        </p:nvCxnSpPr>
        <p:spPr>
          <a:xfrm>
            <a:off x="10590147" y="1248077"/>
            <a:ext cx="1440000" cy="4233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7BA74FB2-F74B-F156-8845-73001DC13546}"/>
              </a:ext>
            </a:extLst>
          </p:cNvPr>
          <p:cNvCxnSpPr>
            <a:cxnSpLocks/>
          </p:cNvCxnSpPr>
          <p:nvPr/>
        </p:nvCxnSpPr>
        <p:spPr>
          <a:xfrm flipV="1">
            <a:off x="507754" y="1735666"/>
            <a:ext cx="4792379" cy="22678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C0550CA-9E2E-8664-85F6-32AF0A174723}"/>
              </a:ext>
            </a:extLst>
          </p:cNvPr>
          <p:cNvCxnSpPr>
            <a:cxnSpLocks/>
          </p:cNvCxnSpPr>
          <p:nvPr/>
        </p:nvCxnSpPr>
        <p:spPr>
          <a:xfrm>
            <a:off x="524988" y="2254248"/>
            <a:ext cx="7272000" cy="635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4DAC220-C23C-0D6A-036A-F036A9DCFDE0}"/>
              </a:ext>
            </a:extLst>
          </p:cNvPr>
          <p:cNvCxnSpPr>
            <a:cxnSpLocks/>
          </p:cNvCxnSpPr>
          <p:nvPr/>
        </p:nvCxnSpPr>
        <p:spPr>
          <a:xfrm>
            <a:off x="7880303" y="1758344"/>
            <a:ext cx="2586037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FD01BEA6-B01B-D311-EC1A-21400515EDA6}"/>
              </a:ext>
            </a:extLst>
          </p:cNvPr>
          <p:cNvCxnSpPr>
            <a:cxnSpLocks/>
          </p:cNvCxnSpPr>
          <p:nvPr/>
        </p:nvCxnSpPr>
        <p:spPr>
          <a:xfrm>
            <a:off x="8741346" y="2260598"/>
            <a:ext cx="2579192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DA9FD7B2-7845-0C3A-D1DD-9A33187DFF03}"/>
              </a:ext>
            </a:extLst>
          </p:cNvPr>
          <p:cNvCxnSpPr>
            <a:cxnSpLocks/>
          </p:cNvCxnSpPr>
          <p:nvPr/>
        </p:nvCxnSpPr>
        <p:spPr>
          <a:xfrm>
            <a:off x="10610929" y="1762042"/>
            <a:ext cx="1368000" cy="5745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65BAA4E2-B2C1-2F21-79D2-ED7BCF97933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80" y="3200175"/>
                <a:ext cx="6924248" cy="242600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14000"/>
                  </a:lnSpc>
                </a:pPr>
                <a:r>
                  <a:rPr lang="en-US" b="1" dirty="0"/>
                  <a:t>Solution:</a:t>
                </a:r>
              </a:p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A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: Component is produced by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A</m:t>
                    </m:r>
                  </m:oMath>
                </a14:m>
                <a:endParaRPr lang="en-US" dirty="0"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: Component is produced by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</a:t>
                </a:r>
              </a:p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D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: Component is defective</a:t>
                </a:r>
              </a:p>
            </p:txBody>
          </p:sp>
        </mc:Choice>
        <mc:Fallback xmlns="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65BAA4E2-B2C1-2F21-79D2-ED7BCF9793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3200175"/>
                <a:ext cx="6924248" cy="2426009"/>
              </a:xfrm>
              <a:prstGeom prst="rect">
                <a:avLst/>
              </a:prstGeom>
              <a:blipFill>
                <a:blip r:embed="rId3"/>
                <a:stretch>
                  <a:fillRect l="-1674" t="-150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A2BBDD50-A18D-9105-D40B-75AAFFFFA1B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809072" y="3429000"/>
                <a:ext cx="4839138" cy="300319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Also, given that, 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05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endParaRPr lang="en-US" dirty="0"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A2BBDD50-A18D-9105-D40B-75AAFFFFA1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072" y="3429000"/>
                <a:ext cx="4839138" cy="3003199"/>
              </a:xfrm>
              <a:prstGeom prst="rect">
                <a:avLst/>
              </a:prstGeom>
              <a:blipFill>
                <a:blip r:embed="rId4"/>
                <a:stretch>
                  <a:fillRect t="-122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67893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6CF840-960E-7F45-1667-B8E438CBBE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C1844FE-2A7B-D4BF-7BF7-503559DD2198}"/>
                  </a:ext>
                </a:extLst>
              </p:cNvPr>
              <p:cNvSpPr txBox="1"/>
              <p:nvPr/>
            </p:nvSpPr>
            <p:spPr>
              <a:xfrm>
                <a:off x="10063528" y="3002986"/>
                <a:ext cx="46038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C1844FE-2A7B-D4BF-7BF7-503559DD2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3528" y="3002986"/>
                <a:ext cx="460382" cy="49244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itle 3">
            <a:extLst>
              <a:ext uri="{FF2B5EF4-FFF2-40B4-BE49-F238E27FC236}">
                <a16:creationId xmlns:a16="http://schemas.microsoft.com/office/drawing/2014/main" id="{EFBCE330-5EF1-2CEC-3F6D-7ACB9D29DC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37F88B8A-6C5C-08FF-66F8-260BB8C955A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3" y="3714400"/>
                <a:ext cx="7010168" cy="3110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</a:pPr>
                <a:r>
                  <a:rPr lang="en-US" dirty="0"/>
                  <a:t>A component can be defective in two possible ways:</a:t>
                </a:r>
              </a:p>
              <a:p>
                <a:pPr lvl="2">
                  <a:lnSpc>
                    <a:spcPct val="114000"/>
                  </a:lnSpc>
                </a:pPr>
                <a:r>
                  <a:rPr lang="en-US" dirty="0"/>
                  <a:t>It came from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is defective</a:t>
                </a:r>
              </a:p>
              <a:p>
                <a:pPr lvl="2">
                  <a:lnSpc>
                    <a:spcPct val="114000"/>
                  </a:lnSpc>
                </a:pPr>
                <a:r>
                  <a:rPr lang="en-US" dirty="0"/>
                  <a:t>It came from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is defective</a:t>
                </a:r>
              </a:p>
              <a:p>
                <a:pPr lvl="3">
                  <a:lnSpc>
                    <a:spcPct val="114000"/>
                  </a:lnSpc>
                </a:pPr>
                <a:r>
                  <a:rPr lang="en-US" dirty="0"/>
                  <a:t>So, we add these two probabilities.</a:t>
                </a:r>
                <a:endParaRPr lang="en-IN" dirty="0"/>
              </a:p>
            </p:txBody>
          </p:sp>
        </mc:Choice>
        <mc:Fallback xmlns="">
          <p:sp>
            <p:nvSpPr>
              <p:cNvPr id="2" name="Content Placeholder 4">
                <a:extLst>
                  <a:ext uri="{FF2B5EF4-FFF2-40B4-BE49-F238E27FC236}">
                    <a16:creationId xmlns:a16="http://schemas.microsoft.com/office/drawing/2014/main" id="{37F88B8A-6C5C-08FF-66F8-260BB8C955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3" y="3714400"/>
                <a:ext cx="7010168" cy="3110382"/>
              </a:xfrm>
              <a:prstGeom prst="rect">
                <a:avLst/>
              </a:prstGeom>
              <a:blipFill>
                <a:blip r:embed="rId3"/>
                <a:stretch>
                  <a:fillRect t="-978" r="-173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B902151-BD1B-CCDD-28F5-534D9C54DCE6}"/>
              </a:ext>
            </a:extLst>
          </p:cNvPr>
          <p:cNvCxnSpPr>
            <a:cxnSpLocks/>
            <a:endCxn id="10" idx="2"/>
          </p:cNvCxnSpPr>
          <p:nvPr/>
        </p:nvCxnSpPr>
        <p:spPr>
          <a:xfrm>
            <a:off x="9184610" y="2248570"/>
            <a:ext cx="1023738" cy="732723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01113E6-63E2-E316-052B-9422788A2527}"/>
              </a:ext>
            </a:extLst>
          </p:cNvPr>
          <p:cNvCxnSpPr>
            <a:cxnSpLocks/>
            <a:endCxn id="9" idx="2"/>
          </p:cNvCxnSpPr>
          <p:nvPr/>
        </p:nvCxnSpPr>
        <p:spPr>
          <a:xfrm flipV="1">
            <a:off x="9184610" y="1444940"/>
            <a:ext cx="1023738" cy="803632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9" name="Oval 8">
            <a:extLst>
              <a:ext uri="{FF2B5EF4-FFF2-40B4-BE49-F238E27FC236}">
                <a16:creationId xmlns:a16="http://schemas.microsoft.com/office/drawing/2014/main" id="{A87A6287-C768-19F7-D1B5-02AFC8906F8E}"/>
              </a:ext>
            </a:extLst>
          </p:cNvPr>
          <p:cNvSpPr>
            <a:spLocks noChangeAspect="1"/>
          </p:cNvSpPr>
          <p:nvPr/>
        </p:nvSpPr>
        <p:spPr>
          <a:xfrm>
            <a:off x="10208348" y="1354940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80D77564-6D74-32EF-447F-A8AEE5E293BD}"/>
              </a:ext>
            </a:extLst>
          </p:cNvPr>
          <p:cNvSpPr>
            <a:spLocks noChangeAspect="1"/>
          </p:cNvSpPr>
          <p:nvPr/>
        </p:nvSpPr>
        <p:spPr>
          <a:xfrm>
            <a:off x="10208348" y="2891293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D390E00-4F83-E8B8-10A1-820B16EF7413}"/>
              </a:ext>
            </a:extLst>
          </p:cNvPr>
          <p:cNvCxnSpPr>
            <a:cxnSpLocks/>
            <a:stCxn id="9" idx="6"/>
            <a:endCxn id="13" idx="2"/>
          </p:cNvCxnSpPr>
          <p:nvPr/>
        </p:nvCxnSpPr>
        <p:spPr>
          <a:xfrm>
            <a:off x="10388348" y="1444940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46B2FC5D-47EB-06D3-045A-042D1E22EEAF}"/>
              </a:ext>
            </a:extLst>
          </p:cNvPr>
          <p:cNvCxnSpPr>
            <a:cxnSpLocks/>
            <a:stCxn id="10" idx="6"/>
            <a:endCxn id="14" idx="2"/>
          </p:cNvCxnSpPr>
          <p:nvPr/>
        </p:nvCxnSpPr>
        <p:spPr>
          <a:xfrm>
            <a:off x="10388348" y="2981293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13" name="Oval 12">
            <a:extLst>
              <a:ext uri="{FF2B5EF4-FFF2-40B4-BE49-F238E27FC236}">
                <a16:creationId xmlns:a16="http://schemas.microsoft.com/office/drawing/2014/main" id="{B00E0985-5CBE-3CAB-DB44-6A731C776872}"/>
              </a:ext>
            </a:extLst>
          </p:cNvPr>
          <p:cNvSpPr>
            <a:spLocks noChangeAspect="1"/>
          </p:cNvSpPr>
          <p:nvPr/>
        </p:nvSpPr>
        <p:spPr>
          <a:xfrm>
            <a:off x="11637342" y="1354940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AB83544-CD1A-0559-BE16-9158B1794512}"/>
              </a:ext>
            </a:extLst>
          </p:cNvPr>
          <p:cNvSpPr>
            <a:spLocks noChangeAspect="1"/>
          </p:cNvSpPr>
          <p:nvPr/>
        </p:nvSpPr>
        <p:spPr>
          <a:xfrm>
            <a:off x="11637342" y="2891293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C2A7DEA-7859-54A9-142C-4D96EE0BA443}"/>
                  </a:ext>
                </a:extLst>
              </p:cNvPr>
              <p:cNvSpPr txBox="1"/>
              <p:nvPr/>
            </p:nvSpPr>
            <p:spPr>
              <a:xfrm>
                <a:off x="10067376" y="917473"/>
                <a:ext cx="47166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C2A7DEA-7859-54A9-142C-4D96EE0BA4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376" y="917473"/>
                <a:ext cx="471668" cy="49244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290A109-4D77-8B16-5BF5-B86BDCD33D16}"/>
                  </a:ext>
                </a:extLst>
              </p:cNvPr>
              <p:cNvSpPr txBox="1"/>
              <p:nvPr/>
            </p:nvSpPr>
            <p:spPr>
              <a:xfrm>
                <a:off x="11494745" y="942873"/>
                <a:ext cx="47801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290A109-4D77-8B16-5BF5-B86BDCD33D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94745" y="942873"/>
                <a:ext cx="478015" cy="49244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31358C4-BAA8-FD20-D5CF-014C0C388DD0}"/>
                  </a:ext>
                </a:extLst>
              </p:cNvPr>
              <p:cNvSpPr txBox="1"/>
              <p:nvPr/>
            </p:nvSpPr>
            <p:spPr>
              <a:xfrm>
                <a:off x="11494746" y="3015685"/>
                <a:ext cx="47801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31358C4-BAA8-FD20-D5CF-014C0C388D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94746" y="3015685"/>
                <a:ext cx="478015" cy="49244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6515858-3F2B-A03F-C3A0-2B55DFD682D1}"/>
                  </a:ext>
                </a:extLst>
              </p:cNvPr>
              <p:cNvSpPr txBox="1"/>
              <p:nvPr/>
            </p:nvSpPr>
            <p:spPr>
              <a:xfrm>
                <a:off x="9043798" y="1288718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6515858-3F2B-A03F-C3A0-2B55DFD682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3798" y="1288718"/>
                <a:ext cx="883575" cy="49244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45AF926-BB04-988C-B331-2543854E50C9}"/>
                  </a:ext>
                </a:extLst>
              </p:cNvPr>
              <p:cNvSpPr txBox="1"/>
              <p:nvPr/>
            </p:nvSpPr>
            <p:spPr>
              <a:xfrm>
                <a:off x="9041893" y="2614931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45AF926-BB04-988C-B331-2543854E50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1893" y="2614931"/>
                <a:ext cx="883575" cy="49244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7579FDD-686D-E008-6FC4-B87D401DF03C}"/>
                  </a:ext>
                </a:extLst>
              </p:cNvPr>
              <p:cNvSpPr txBox="1"/>
              <p:nvPr/>
            </p:nvSpPr>
            <p:spPr>
              <a:xfrm>
                <a:off x="10589008" y="955209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7579FDD-686D-E008-6FC4-B87D401DF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9008" y="955209"/>
                <a:ext cx="883575" cy="49244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F9E92A-8122-AFF3-8A17-2D6BA5B0E39F}"/>
                  </a:ext>
                </a:extLst>
              </p:cNvPr>
              <p:cNvSpPr txBox="1"/>
              <p:nvPr/>
            </p:nvSpPr>
            <p:spPr>
              <a:xfrm>
                <a:off x="10627004" y="2960621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05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F9E92A-8122-AFF3-8A17-2D6BA5B0E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27004" y="2960621"/>
                <a:ext cx="883575" cy="49244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07617A51-DE94-A151-32E2-B43B9D18543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3" y="711201"/>
                <a:ext cx="4839138" cy="300319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Also, given that, 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05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671513" lvl="2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:endParaRPr lang="en-IN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07617A51-DE94-A151-32E2-B43B9D1854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3" y="711201"/>
                <a:ext cx="4839138" cy="3003199"/>
              </a:xfrm>
              <a:prstGeom prst="rect">
                <a:avLst/>
              </a:prstGeom>
              <a:blipFill>
                <a:blip r:embed="rId11"/>
                <a:stretch>
                  <a:fillRect t="-122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36117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9" grpId="0" animBg="1"/>
      <p:bldP spid="10" grpId="0" animBg="1"/>
      <p:bldP spid="13" grpId="0" animBg="1"/>
      <p:bldP spid="14" grpId="0" animBg="1"/>
      <p:bldP spid="15" grpId="0"/>
      <p:bldP spid="17" grpId="0"/>
      <p:bldP spid="18" grpId="0"/>
      <p:bldP spid="19" grpId="0"/>
      <p:bldP spid="20" grpId="0"/>
      <p:bldP spid="21" grpId="0"/>
      <p:bldP spid="22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2B2443-C6C0-7FEE-6964-B5FE53713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4909830-D204-D948-13F9-C949C79663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5EE860CD-B44D-C1D5-E75E-1F13DA4D820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24818" y="711201"/>
                <a:ext cx="8966052" cy="522200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IN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Note that, 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A component cannot be produced by both factories at the same time.</a:t>
                </a:r>
              </a:p>
              <a:p>
                <a:pPr marL="1033463" lvl="3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∩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𝐁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𝛟</m:t>
                      </m:r>
                    </m:oMath>
                  </m:oMathPara>
                </a14:m>
                <a:endParaRPr lang="en-IN" b="1" dirty="0"/>
              </a:p>
              <a:p>
                <a:pPr lvl="3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mutually exclusive.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Every component is produced either by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or Factory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 marL="671513" lvl="2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𝐁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smtClean="0">
                          <a:latin typeface="Cambria Math" panose="02040503050406030204" pitchFamily="18" charset="0"/>
                        </a:rPr>
                        <m:t>𝐒</m:t>
                      </m:r>
                    </m:oMath>
                  </m:oMathPara>
                </a14:m>
                <a:endParaRPr lang="en-US" b="1" dirty="0"/>
              </a:p>
              <a:p>
                <a:pPr lvl="3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Hence,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exhaustive.</a:t>
                </a:r>
                <a:endParaRPr lang="en-IN" dirty="0"/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5EE860CD-B44D-C1D5-E75E-1F13DA4D82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24818" y="711201"/>
                <a:ext cx="8966052" cy="5222008"/>
              </a:xfrm>
              <a:prstGeom prst="rect">
                <a:avLst/>
              </a:prstGeom>
              <a:blipFill>
                <a:blip r:embed="rId10"/>
                <a:stretch>
                  <a:fillRect t="-701" r="-142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80565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7AC82-677D-302B-C3A7-81069A8894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B4F35D8-5AAD-8B76-FE03-200427616E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/>
              <a:t>Example</a:t>
            </a:r>
            <a:endParaRPr lang="en-IN" dirty="0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30FD915-ECAF-AC46-3F94-85C4C4C18AC6}"/>
              </a:ext>
            </a:extLst>
          </p:cNvPr>
          <p:cNvCxnSpPr>
            <a:cxnSpLocks/>
            <a:endCxn id="10" idx="2"/>
          </p:cNvCxnSpPr>
          <p:nvPr/>
        </p:nvCxnSpPr>
        <p:spPr>
          <a:xfrm>
            <a:off x="9184610" y="2248570"/>
            <a:ext cx="1023738" cy="732723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7EBA871-08B3-8AC7-C4CF-4220DB78CEE1}"/>
              </a:ext>
            </a:extLst>
          </p:cNvPr>
          <p:cNvCxnSpPr>
            <a:cxnSpLocks/>
            <a:endCxn id="9" idx="2"/>
          </p:cNvCxnSpPr>
          <p:nvPr/>
        </p:nvCxnSpPr>
        <p:spPr>
          <a:xfrm flipV="1">
            <a:off x="9184610" y="1444940"/>
            <a:ext cx="1023738" cy="803632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9" name="Oval 8">
            <a:extLst>
              <a:ext uri="{FF2B5EF4-FFF2-40B4-BE49-F238E27FC236}">
                <a16:creationId xmlns:a16="http://schemas.microsoft.com/office/drawing/2014/main" id="{E6D6433F-AE80-152B-560D-AE36A3A9AF56}"/>
              </a:ext>
            </a:extLst>
          </p:cNvPr>
          <p:cNvSpPr>
            <a:spLocks noChangeAspect="1"/>
          </p:cNvSpPr>
          <p:nvPr/>
        </p:nvSpPr>
        <p:spPr>
          <a:xfrm>
            <a:off x="10208348" y="1354940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73B11477-07AA-3F20-57AE-A9CED3EE2EC9}"/>
              </a:ext>
            </a:extLst>
          </p:cNvPr>
          <p:cNvSpPr>
            <a:spLocks noChangeAspect="1"/>
          </p:cNvSpPr>
          <p:nvPr/>
        </p:nvSpPr>
        <p:spPr>
          <a:xfrm>
            <a:off x="10208348" y="2891293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4055FAA5-D037-B79F-B9EF-B8B3F1EA5848}"/>
              </a:ext>
            </a:extLst>
          </p:cNvPr>
          <p:cNvCxnSpPr>
            <a:cxnSpLocks/>
            <a:stCxn id="9" idx="6"/>
            <a:endCxn id="13" idx="2"/>
          </p:cNvCxnSpPr>
          <p:nvPr/>
        </p:nvCxnSpPr>
        <p:spPr>
          <a:xfrm>
            <a:off x="10388348" y="1444940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B0F0B0A5-1B6E-1ADF-57B4-210B8D080891}"/>
              </a:ext>
            </a:extLst>
          </p:cNvPr>
          <p:cNvCxnSpPr>
            <a:cxnSpLocks/>
            <a:stCxn id="10" idx="6"/>
            <a:endCxn id="14" idx="2"/>
          </p:cNvCxnSpPr>
          <p:nvPr/>
        </p:nvCxnSpPr>
        <p:spPr>
          <a:xfrm>
            <a:off x="10388348" y="2981293"/>
            <a:ext cx="1248994" cy="0"/>
          </a:xfrm>
          <a:prstGeom prst="lin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13" name="Oval 12">
            <a:extLst>
              <a:ext uri="{FF2B5EF4-FFF2-40B4-BE49-F238E27FC236}">
                <a16:creationId xmlns:a16="http://schemas.microsoft.com/office/drawing/2014/main" id="{B74B11FD-635B-4AB7-426E-D0CF3125B553}"/>
              </a:ext>
            </a:extLst>
          </p:cNvPr>
          <p:cNvSpPr>
            <a:spLocks noChangeAspect="1"/>
          </p:cNvSpPr>
          <p:nvPr/>
        </p:nvSpPr>
        <p:spPr>
          <a:xfrm>
            <a:off x="11637342" y="1354940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774B42A9-BB17-90B6-9500-A2F4E86BF96C}"/>
              </a:ext>
            </a:extLst>
          </p:cNvPr>
          <p:cNvSpPr>
            <a:spLocks noChangeAspect="1"/>
          </p:cNvSpPr>
          <p:nvPr/>
        </p:nvSpPr>
        <p:spPr>
          <a:xfrm>
            <a:off x="11637342" y="2891293"/>
            <a:ext cx="180000" cy="180000"/>
          </a:xfrm>
          <a:prstGeom prst="ellipse">
            <a:avLst/>
          </a:prstGeom>
          <a:ln w="38100" cap="rnd">
            <a:solidFill>
              <a:srgbClr val="B71B1C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5BA25FFA-0AA8-FA67-93B2-640CBF559DD3}"/>
                  </a:ext>
                </a:extLst>
              </p:cNvPr>
              <p:cNvSpPr txBox="1"/>
              <p:nvPr/>
            </p:nvSpPr>
            <p:spPr>
              <a:xfrm>
                <a:off x="10067376" y="917473"/>
                <a:ext cx="47166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5BA25FFA-0AA8-FA67-93B2-640CBF559D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376" y="917473"/>
                <a:ext cx="471668" cy="49244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EC03C73-6760-29E8-4AD9-ECD960BBDBBB}"/>
                  </a:ext>
                </a:extLst>
              </p:cNvPr>
              <p:cNvSpPr txBox="1"/>
              <p:nvPr/>
            </p:nvSpPr>
            <p:spPr>
              <a:xfrm>
                <a:off x="10063528" y="3002986"/>
                <a:ext cx="46038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EC03C73-6760-29E8-4AD9-ECD960BBD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3528" y="3002986"/>
                <a:ext cx="460382" cy="49244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C8507C6-10E9-409E-CCCD-832BD76C97B0}"/>
                  </a:ext>
                </a:extLst>
              </p:cNvPr>
              <p:cNvSpPr txBox="1"/>
              <p:nvPr/>
            </p:nvSpPr>
            <p:spPr>
              <a:xfrm>
                <a:off x="11494745" y="942873"/>
                <a:ext cx="47801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C8507C6-10E9-409E-CCCD-832BD76C97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94745" y="942873"/>
                <a:ext cx="478015" cy="49244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F7D10AB-049B-5D82-5887-50855B727303}"/>
                  </a:ext>
                </a:extLst>
              </p:cNvPr>
              <p:cNvSpPr txBox="1"/>
              <p:nvPr/>
            </p:nvSpPr>
            <p:spPr>
              <a:xfrm>
                <a:off x="11494746" y="3015685"/>
                <a:ext cx="47801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F7D10AB-049B-5D82-5887-50855B7273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94746" y="3015685"/>
                <a:ext cx="478015" cy="49244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A18FFC5-4E8B-C7B8-9EF5-5CCC426C55BD}"/>
                  </a:ext>
                </a:extLst>
              </p:cNvPr>
              <p:cNvSpPr txBox="1"/>
              <p:nvPr/>
            </p:nvSpPr>
            <p:spPr>
              <a:xfrm>
                <a:off x="9043798" y="1288718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600" b="0" i="1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A18FFC5-4E8B-C7B8-9EF5-5CCC426C55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3798" y="1288718"/>
                <a:ext cx="883575" cy="49244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E4C0A4A-98A6-FD2B-479C-AD2473D0F06E}"/>
                  </a:ext>
                </a:extLst>
              </p:cNvPr>
              <p:cNvSpPr txBox="1"/>
              <p:nvPr/>
            </p:nvSpPr>
            <p:spPr>
              <a:xfrm>
                <a:off x="9041893" y="2614931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E4C0A4A-98A6-FD2B-479C-AD2473D0F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41893" y="2614931"/>
                <a:ext cx="883575" cy="49244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2B41353-622F-178A-1508-A56C47323252}"/>
                  </a:ext>
                </a:extLst>
              </p:cNvPr>
              <p:cNvSpPr txBox="1"/>
              <p:nvPr/>
            </p:nvSpPr>
            <p:spPr>
              <a:xfrm>
                <a:off x="10589008" y="955209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2B41353-622F-178A-1508-A56C473232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9008" y="955209"/>
                <a:ext cx="883575" cy="49244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C6C271B-13D6-D485-605E-0192A3AC0CBB}"/>
                  </a:ext>
                </a:extLst>
              </p:cNvPr>
              <p:cNvSpPr txBox="1"/>
              <p:nvPr/>
            </p:nvSpPr>
            <p:spPr>
              <a:xfrm>
                <a:off x="10627004" y="2960621"/>
                <a:ext cx="883575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en-US"/>
                </a:defPPr>
                <a:lvl1pPr>
                  <a:defRPr sz="2600" b="0" i="1">
                    <a:solidFill>
                      <a:srgbClr val="0070C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05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C6C271B-13D6-D485-605E-0192A3AC0C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27004" y="2960621"/>
                <a:ext cx="883575" cy="49244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5F384A96-89C4-4EFE-0327-F3E26941271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4" y="711201"/>
                <a:ext cx="8977337" cy="1159163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</a:t>
                </a: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are mutually exclusive and exhaustive, we can apply Total Probability Theorem,</a:t>
                </a:r>
                <a:endParaRPr lang="en-IN" dirty="0"/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5F384A96-89C4-4EFE-0327-F3E2694127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4" y="711201"/>
                <a:ext cx="8977337" cy="1159163"/>
              </a:xfrm>
              <a:prstGeom prst="rect">
                <a:avLst/>
              </a:prstGeom>
              <a:blipFill>
                <a:blip r:embed="rId10"/>
                <a:stretch>
                  <a:fillRect t="-3158" r="-1359" b="-42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731FBF2-145F-E0CA-FB64-F67B558634EB}"/>
                  </a:ext>
                </a:extLst>
              </p:cNvPr>
              <p:cNvSpPr txBox="1"/>
              <p:nvPr/>
            </p:nvSpPr>
            <p:spPr>
              <a:xfrm>
                <a:off x="755723" y="1952611"/>
                <a:ext cx="78737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𝐃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𝐃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𝐃</m:t>
                          </m:r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731FBF2-145F-E0CA-FB64-F67B558634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5723" y="1952611"/>
                <a:ext cx="787371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2972639-A6D1-8B6D-E9D0-4D30EA243E98}"/>
                  </a:ext>
                </a:extLst>
              </p:cNvPr>
              <p:cNvSpPr txBox="1"/>
              <p:nvPr/>
            </p:nvSpPr>
            <p:spPr>
              <a:xfrm>
                <a:off x="495949" y="2754075"/>
                <a:ext cx="78737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2972639-A6D1-8B6D-E9D0-4D30EA243E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49" y="2754075"/>
                <a:ext cx="787371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925B0F6-D8B4-A407-1FF8-9D331921DF22}"/>
                  </a:ext>
                </a:extLst>
              </p:cNvPr>
              <p:cNvSpPr txBox="1"/>
              <p:nvPr/>
            </p:nvSpPr>
            <p:spPr>
              <a:xfrm>
                <a:off x="495949" y="3580706"/>
                <a:ext cx="78737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925B0F6-D8B4-A407-1FF8-9D331921DF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49" y="3580706"/>
                <a:ext cx="787371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F5614-A2A7-FD67-4D2F-A6A976DE100D}"/>
                  </a:ext>
                </a:extLst>
              </p:cNvPr>
              <p:cNvSpPr txBox="1"/>
              <p:nvPr/>
            </p:nvSpPr>
            <p:spPr>
              <a:xfrm>
                <a:off x="495949" y="4407337"/>
                <a:ext cx="26154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F5614-A2A7-FD67-4D2F-A6A976DE10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49" y="4407337"/>
                <a:ext cx="261540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18324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3" grpId="0"/>
      <p:bldP spid="5" grpId="0"/>
      <p:bldP spid="6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In a certain assembly plant, three machines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i="0" dirty="0">
                    <a:latin typeface="+mj-lt"/>
                  </a:rPr>
                  <a:t> &amp;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US" dirty="0"/>
                  <a:t> make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30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45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i="0" dirty="0">
                    <a:latin typeface="+mj-lt"/>
                  </a:rPr>
                  <a:t> &amp;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25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respectively of the products. It is known from the past experience that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2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%,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i="0" dirty="0">
                    <a:latin typeface="+mj-lt"/>
                  </a:rPr>
                  <a:t> &amp;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2</m:t>
                    </m:r>
                    <m:r>
                      <a:rPr lang="en-US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of the products made by each machine respectively are defective. Now, suppose that a finished product is randomly selected. What is the probability that it is defective?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blipFill>
                <a:blip r:embed="rId2"/>
                <a:stretch>
                  <a:fillRect l="-1074" r="-1074" b="-48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77613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FA5103-C3B1-445C-BA20-90671FC189E1}"/>
              </a:ext>
            </a:extLst>
          </p:cNvPr>
          <p:cNvSpPr txBox="1"/>
          <p:nvPr/>
        </p:nvSpPr>
        <p:spPr>
          <a:xfrm>
            <a:off x="1594216" y="3776139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/>
              <p:nvPr/>
            </p:nvSpPr>
            <p:spPr>
              <a:xfrm>
                <a:off x="1594216" y="4292984"/>
                <a:ext cx="523261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Product made by Machine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292984"/>
                <a:ext cx="5232611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/>
              <p:nvPr/>
            </p:nvSpPr>
            <p:spPr>
              <a:xfrm>
                <a:off x="1594216" y="4858710"/>
                <a:ext cx="495123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Product made by Machine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858710"/>
                <a:ext cx="4951238" cy="523220"/>
              </a:xfrm>
              <a:prstGeom prst="rect">
                <a:avLst/>
              </a:prstGeom>
              <a:blipFill>
                <a:blip r:embed="rId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/>
              <p:nvPr/>
            </p:nvSpPr>
            <p:spPr>
              <a:xfrm>
                <a:off x="1594216" y="5424436"/>
                <a:ext cx="50871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Product made by Machine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24436"/>
                <a:ext cx="5087139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/>
              <p:nvPr/>
            </p:nvSpPr>
            <p:spPr>
              <a:xfrm>
                <a:off x="1734901" y="5990161"/>
                <a:ext cx="49512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D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Product is defective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4901" y="5990161"/>
                <a:ext cx="4951239" cy="523220"/>
              </a:xfrm>
              <a:prstGeom prst="rect">
                <a:avLst/>
              </a:prstGeom>
              <a:blipFill>
                <a:blip r:embed="rId6"/>
                <a:stretch>
                  <a:fillRect t="-10588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BCF3DD82-B445-70CA-7BBB-118B56A9DCCE}"/>
              </a:ext>
            </a:extLst>
          </p:cNvPr>
          <p:cNvSpPr txBox="1"/>
          <p:nvPr/>
        </p:nvSpPr>
        <p:spPr>
          <a:xfrm>
            <a:off x="6681355" y="3782514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Also,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989C0-96A5-2080-EEFD-A95F2CDA9117}"/>
                  </a:ext>
                </a:extLst>
              </p:cNvPr>
              <p:cNvSpPr txBox="1"/>
              <p:nvPr/>
            </p:nvSpPr>
            <p:spPr>
              <a:xfrm>
                <a:off x="6681355" y="4299359"/>
                <a:ext cx="234834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GB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989C0-96A5-2080-EEFD-A95F2CDA91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1355" y="4299359"/>
                <a:ext cx="234834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71C413F-8F3E-CB53-118A-AA5761F4CE63}"/>
                  </a:ext>
                </a:extLst>
              </p:cNvPr>
              <p:cNvSpPr txBox="1"/>
              <p:nvPr/>
            </p:nvSpPr>
            <p:spPr>
              <a:xfrm>
                <a:off x="9005456" y="4292984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GB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02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71C413F-8F3E-CB53-118A-AA5761F4CE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5456" y="4292984"/>
                <a:ext cx="278300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F739AE4-19CD-D885-C4D5-F810EFAD1329}"/>
                  </a:ext>
                </a:extLst>
              </p:cNvPr>
              <p:cNvSpPr txBox="1"/>
              <p:nvPr/>
            </p:nvSpPr>
            <p:spPr>
              <a:xfrm>
                <a:off x="6681355" y="4979217"/>
                <a:ext cx="25665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F739AE4-19CD-D885-C4D5-F810EFAD13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1355" y="4979217"/>
                <a:ext cx="256655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B997CBB-E081-1F34-A4BF-ED948638B6AA}"/>
                  </a:ext>
                </a:extLst>
              </p:cNvPr>
              <p:cNvSpPr txBox="1"/>
              <p:nvPr/>
            </p:nvSpPr>
            <p:spPr>
              <a:xfrm>
                <a:off x="9005456" y="4972842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03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B997CBB-E081-1F34-A4BF-ED948638B6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5456" y="4972842"/>
                <a:ext cx="278300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6101734-82EA-09DC-DBB9-70652456B212}"/>
                  </a:ext>
                </a:extLst>
              </p:cNvPr>
              <p:cNvSpPr txBox="1"/>
              <p:nvPr/>
            </p:nvSpPr>
            <p:spPr>
              <a:xfrm>
                <a:off x="6681355" y="5659075"/>
                <a:ext cx="234834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GB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6101734-82EA-09DC-DBB9-70652456B2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1355" y="5659075"/>
                <a:ext cx="234834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81684F3-C5FE-B676-C5C5-E3090F5CAEA8}"/>
                  </a:ext>
                </a:extLst>
              </p:cNvPr>
              <p:cNvSpPr txBox="1"/>
              <p:nvPr/>
            </p:nvSpPr>
            <p:spPr>
              <a:xfrm>
                <a:off x="9005456" y="5652700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b>
                              <m:r>
                                <a:rPr lang="en-GB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81684F3-C5FE-B676-C5C5-E3090F5CAE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5456" y="5652700"/>
                <a:ext cx="278300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349776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2" grpId="0"/>
      <p:bldP spid="37" grpId="0"/>
      <p:bldP spid="40" grpId="0"/>
      <p:bldP spid="41" grpId="0"/>
      <p:bldP spid="22" grpId="0"/>
      <p:bldP spid="6" grpId="0"/>
      <p:bldP spid="7" grpId="0"/>
      <p:bldP spid="8" grpId="0"/>
      <p:bldP spid="9" grpId="0"/>
      <p:bldP spid="10" grpId="0"/>
      <p:bldP spid="11" grpId="0"/>
      <p:bldP spid="14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2F1385-0340-6072-C47D-FCF1EAA8F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38BCFD-7ED0-CFCB-AF37-BB7D7FFC29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Method 3 ⇝ Example 1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7CC854D-9283-4101-05F0-8A8112540FB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5" y="711202"/>
                <a:ext cx="12278359" cy="167870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The 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GB" dirty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dirty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GB" dirty="0"/>
                  <a:t> </a:t>
                </a: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are </a:t>
                </a:r>
                <a:r>
                  <a:rPr lang="en-US" b="1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mutually exclusive</a:t>
                </a: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because a product cannot be manufactured by more than one machine and </a:t>
                </a:r>
                <a:r>
                  <a:rPr lang="en-US" b="1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exhaustive</a:t>
                </a:r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because every product must be manufactured by one of these machines.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7CC854D-9283-4101-05F0-8A8112540F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5" y="711202"/>
                <a:ext cx="12278359" cy="1678708"/>
              </a:xfrm>
              <a:prstGeom prst="rect">
                <a:avLst/>
              </a:prstGeom>
              <a:blipFill>
                <a:blip r:embed="rId2"/>
                <a:stretch>
                  <a:fillRect t="-2182" r="-993" b="-72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1B312821-7C19-D240-E084-24DF2AA5083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14516" y="2389910"/>
                <a:ext cx="12278359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IN" dirty="0"/>
                  <a:t>Now,</a:t>
                </a: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𝐃</m:t>
                        </m:r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∙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𝐃</m:t>
                        </m:r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b>
                        </m:sSub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∙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𝐃</m:t>
                        </m:r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b>
                        </m:sSub>
                      </m:e>
                    </m:d>
                    <m:r>
                      <a:rPr lang="en-IN" b="1" i="1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sub>
                        </m:sSub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∙</m:t>
                    </m:r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𝐃</m:t>
                        </m:r>
                        <m:r>
                          <a:rPr lang="en-IN" b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sSub>
                          <m:sSubPr>
                            <m:ctrlPr>
                              <a:rPr lang="ar-AE" b="1" i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b="1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𝐁</m:t>
                            </m:r>
                          </m:e>
                          <m:sub>
                            <m:r>
                              <a:rPr lang="en-IN" b="1" i="0" smtClean="0">
                                <a:solidFill>
                                  <a:schemeClr val="accent6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sub>
                        </m:sSub>
                      </m:e>
                    </m:d>
                  </m:oMath>
                </a14:m>
                <a:endParaRPr lang="en-US" dirty="0"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1B312821-7C19-D240-E084-24DF2AA508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4516" y="2389910"/>
                <a:ext cx="12278359" cy="745836"/>
              </a:xfrm>
              <a:prstGeom prst="rect">
                <a:avLst/>
              </a:prstGeom>
              <a:blipFill>
                <a:blip r:embed="rId3"/>
                <a:stretch>
                  <a:fillRect t="-409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01E104F2-C8DB-9D02-AED1-066D122A50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1396" y="3135746"/>
                <a:ext cx="10653913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02</m:t>
                          </m:r>
                        </m:e>
                      </m:d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45</m:t>
                          </m:r>
                        </m:e>
                      </m:d>
                      <m:r>
                        <a:rPr lang="en-IN" i="1"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03</m:t>
                          </m:r>
                        </m:e>
                      </m:d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25</m:t>
                          </m:r>
                        </m:e>
                      </m:d>
                      <m:r>
                        <a:rPr lang="en-IN" i="1"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02</m:t>
                          </m:r>
                        </m:e>
                      </m:d>
                    </m:oMath>
                  </m:oMathPara>
                </a14:m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01E104F2-C8DB-9D02-AED1-066D122A50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396" y="3135746"/>
                <a:ext cx="10653913" cy="74583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4B60DFA0-F232-51BC-D6B5-A92D78E78BC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1396" y="3881582"/>
                <a:ext cx="8367914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006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0135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005</m:t>
                      </m:r>
                    </m:oMath>
                  </m:oMathPara>
                </a14:m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4B60DFA0-F232-51BC-D6B5-A92D78E78B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396" y="3881582"/>
                <a:ext cx="8367914" cy="74583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936B825A-06CE-5D83-31DD-64140EF171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1396" y="4627418"/>
                <a:ext cx="3453013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</m:e>
                      </m:d>
                      <m: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0245</m:t>
                      </m:r>
                    </m:oMath>
                  </m:oMathPara>
                </a14:m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936B825A-06CE-5D83-31DD-64140EF171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396" y="4627418"/>
                <a:ext cx="3453013" cy="74583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9E68F542-96B4-DEDB-0B51-FF06625FF48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90687" y="4627418"/>
                <a:ext cx="3453013" cy="7458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%</m:t>
                      </m:r>
                    </m:oMath>
                  </m:oMathPara>
                </a14:m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9E68F542-96B4-DEDB-0B51-FF06625FF4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0687" y="4627418"/>
                <a:ext cx="3453013" cy="74583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EA9380EA-FB71-C5FC-A524-003CB2E9996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7600" y="5373254"/>
                <a:ext cx="11956243" cy="99983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71463" lvl="1" indent="0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:r>
                  <a:rPr lang="en-US" i="0" dirty="0">
                    <a:latin typeface="+mj-lt"/>
                  </a:rPr>
                  <a:t>This means that out of every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i="0" dirty="0">
                    <a:latin typeface="+mj-lt"/>
                  </a:rPr>
                  <a:t> products, approximately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i="0" dirty="0">
                    <a:latin typeface="+mj-lt"/>
                  </a:rPr>
                  <a:t> to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i="0" dirty="0">
                    <a:latin typeface="+mj-lt"/>
                  </a:rPr>
                  <a:t> products are defective.</a:t>
                </a:r>
                <a:endParaRPr lang="en-US" dirty="0">
                  <a:solidFill>
                    <a:srgbClr val="002060"/>
                  </a:solidFill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EA9380EA-FB71-C5FC-A524-003CB2E99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600" y="5373254"/>
                <a:ext cx="11956243" cy="999838"/>
              </a:xfrm>
              <a:prstGeom prst="rect">
                <a:avLst/>
              </a:prstGeom>
              <a:blipFill>
                <a:blip r:embed="rId8"/>
                <a:stretch>
                  <a:fillRect t="-3049" r="-1020" b="-2073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4150531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73654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GB" dirty="0"/>
                  <a:t>An urn contains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GB" dirty="0"/>
                  <a:t> white and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dirty="0"/>
                  <a:t> black balls, while another urn contains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dirty="0"/>
                  <a:t> white and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black balls. Two balls are drawn from the first urn and put into the second urn and then a ball is drawn from the later. What is the probability that it is a white ball?</a:t>
                </a:r>
                <a:endParaRPr lang="en-US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736540"/>
              </a:xfrm>
              <a:prstGeom prst="rect">
                <a:avLst/>
              </a:prstGeom>
              <a:blipFill>
                <a:blip r:embed="rId2"/>
                <a:stretch>
                  <a:fillRect l="-1074" r="-1074" b="-491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75746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FA5103-C3B1-445C-BA20-90671FC189E1}"/>
              </a:ext>
            </a:extLst>
          </p:cNvPr>
          <p:cNvSpPr txBox="1"/>
          <p:nvPr/>
        </p:nvSpPr>
        <p:spPr>
          <a:xfrm>
            <a:off x="4763084" y="2757469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/>
              <p:nvPr/>
            </p:nvSpPr>
            <p:spPr>
              <a:xfrm>
                <a:off x="4763084" y="3280689"/>
                <a:ext cx="603531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Two white balls </a:t>
                </a:r>
                <a:r>
                  <a:rPr lang="en-IN" sz="2800" dirty="0">
                    <a:solidFill>
                      <a:srgbClr val="002060"/>
                    </a:solidFill>
                  </a:rPr>
                  <a:t>drawn from Urn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3084" y="3280689"/>
                <a:ext cx="6035310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/>
              <p:nvPr/>
            </p:nvSpPr>
            <p:spPr>
              <a:xfrm>
                <a:off x="4763084" y="3953375"/>
                <a:ext cx="560668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Two black balls </a:t>
                </a:r>
                <a:r>
                  <a:rPr lang="en-IN" sz="2800" dirty="0">
                    <a:solidFill>
                      <a:srgbClr val="002060"/>
                    </a:solidFill>
                  </a:rPr>
                  <a:t>drawn from Urn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3084" y="3953375"/>
                <a:ext cx="5606684" cy="523220"/>
              </a:xfrm>
              <a:prstGeom prst="rect">
                <a:avLst/>
              </a:prstGeom>
              <a:blipFill>
                <a:blip r:embed="rId4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/>
              <p:nvPr/>
            </p:nvSpPr>
            <p:spPr>
              <a:xfrm>
                <a:off x="4763084" y="4626061"/>
                <a:ext cx="757835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One white and one black balls </a:t>
                </a:r>
                <a:r>
                  <a:rPr lang="en-IN" sz="2800" dirty="0">
                    <a:solidFill>
                      <a:srgbClr val="002060"/>
                    </a:solidFill>
                  </a:rPr>
                  <a:t>drawn from Urn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3084" y="4626061"/>
                <a:ext cx="7578359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/>
              <p:nvPr/>
            </p:nvSpPr>
            <p:spPr>
              <a:xfrm>
                <a:off x="4763084" y="5298747"/>
                <a:ext cx="49512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W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 : White ball drawn from Urn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3084" y="5298747"/>
                <a:ext cx="4951239" cy="523220"/>
              </a:xfrm>
              <a:prstGeom prst="rect">
                <a:avLst/>
              </a:prstGeom>
              <a:blipFill>
                <a:blip r:embed="rId6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746946" y="2760172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46946" y="2760172"/>
                <a:ext cx="1050958" cy="523220"/>
              </a:xfrm>
              <a:prstGeom prst="rect">
                <a:avLst/>
              </a:prstGeom>
              <a:blipFill>
                <a:blip r:embed="rId7"/>
                <a:stretch>
                  <a:fillRect l="-81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C9F4B86-3970-4A49-9886-D86428867E20}"/>
                  </a:ext>
                </a:extLst>
              </p:cNvPr>
              <p:cNvSpPr txBox="1"/>
              <p:nvPr/>
            </p:nvSpPr>
            <p:spPr>
              <a:xfrm>
                <a:off x="3277805" y="2757469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C9F4B86-3970-4A49-9886-D86428867E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7805" y="2757469"/>
                <a:ext cx="1050958" cy="523220"/>
              </a:xfrm>
              <a:prstGeom prst="rect">
                <a:avLst/>
              </a:prstGeom>
              <a:blipFill>
                <a:blip r:embed="rId8"/>
                <a:stretch>
                  <a:fillRect l="-814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4D7F6E4-9077-4833-AB1F-D54260D1BA6E}"/>
                  </a:ext>
                </a:extLst>
              </p:cNvPr>
              <p:cNvSpPr txBox="1"/>
              <p:nvPr/>
            </p:nvSpPr>
            <p:spPr>
              <a:xfrm>
                <a:off x="3130238" y="3279814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White</a:t>
                </a:r>
                <a:endParaRPr lang="en-IN" sz="2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4D7F6E4-9077-4833-AB1F-D54260D1BA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238" y="3279814"/>
                <a:ext cx="1356419" cy="523220"/>
              </a:xfrm>
              <a:prstGeom prst="rect">
                <a:avLst/>
              </a:prstGeom>
              <a:blipFill>
                <a:blip r:embed="rId9"/>
                <a:stretch>
                  <a:fillRect t="-10465" r="-493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ECF3D9-6529-4F78-80FD-918D6FE626D7}"/>
                  </a:ext>
                </a:extLst>
              </p:cNvPr>
              <p:cNvSpPr txBox="1"/>
              <p:nvPr/>
            </p:nvSpPr>
            <p:spPr>
              <a:xfrm>
                <a:off x="1503835" y="3281841"/>
                <a:ext cx="153056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i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GB" sz="2800" i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White</a:t>
                </a:r>
                <a:endParaRPr lang="en-IN" sz="2800" dirty="0"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ECF3D9-6529-4F78-80FD-918D6FE626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3835" y="3281841"/>
                <a:ext cx="1530569" cy="523220"/>
              </a:xfrm>
              <a:prstGeom prst="rect">
                <a:avLst/>
              </a:prstGeom>
              <a:blipFill>
                <a:blip r:embed="rId10"/>
                <a:stretch>
                  <a:fillRect t="-10465" r="-478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D255B6E-C9F4-4AA3-90EB-514D9CCD8D83}"/>
                  </a:ext>
                </a:extLst>
              </p:cNvPr>
              <p:cNvSpPr txBox="1"/>
              <p:nvPr/>
            </p:nvSpPr>
            <p:spPr>
              <a:xfrm>
                <a:off x="1503835" y="3803510"/>
                <a:ext cx="153056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Black</a:t>
                </a:r>
                <a:endParaRPr lang="en-IN" sz="2800" dirty="0"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D255B6E-C9F4-4AA3-90EB-514D9CCD8D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3835" y="3803510"/>
                <a:ext cx="1530569" cy="523220"/>
              </a:xfrm>
              <a:prstGeom prst="rect">
                <a:avLst/>
              </a:prstGeom>
              <a:blipFill>
                <a:blip r:embed="rId11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9BD33A3-6A3A-4B37-B134-06F9EC5172F7}"/>
                  </a:ext>
                </a:extLst>
              </p:cNvPr>
              <p:cNvSpPr txBox="1"/>
              <p:nvPr/>
            </p:nvSpPr>
            <p:spPr>
              <a:xfrm>
                <a:off x="3130238" y="3802159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Black</a:t>
                </a:r>
                <a:endParaRPr lang="en-IN" sz="28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9BD33A3-6A3A-4B37-B134-06F9EC5172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238" y="3802159"/>
                <a:ext cx="1356419" cy="523220"/>
              </a:xfrm>
              <a:prstGeom prst="rect">
                <a:avLst/>
              </a:prstGeom>
              <a:blipFill>
                <a:blip r:embed="rId12"/>
                <a:stretch>
                  <a:fillRect t="-11628" r="-358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5E68F11-790A-4EED-B385-EB7B1AB9BA60}"/>
              </a:ext>
            </a:extLst>
          </p:cNvPr>
          <p:cNvCxnSpPr>
            <a:cxnSpLocks/>
          </p:cNvCxnSpPr>
          <p:nvPr/>
        </p:nvCxnSpPr>
        <p:spPr>
          <a:xfrm>
            <a:off x="3172618" y="4419031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F6EBCC-5EFC-4FE6-B843-1C64E3CC3EFE}"/>
                  </a:ext>
                </a:extLst>
              </p:cNvPr>
              <p:cNvSpPr txBox="1"/>
              <p:nvPr/>
            </p:nvSpPr>
            <p:spPr>
              <a:xfrm>
                <a:off x="3130238" y="4475217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Balls</a:t>
                </a:r>
                <a:endParaRPr lang="en-IN" sz="28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F6EBCC-5EFC-4FE6-B843-1C64E3CC3E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238" y="4475217"/>
                <a:ext cx="1356419" cy="523220"/>
              </a:xfrm>
              <a:prstGeom prst="rect">
                <a:avLst/>
              </a:prstGeom>
              <a:blipFill>
                <a:blip r:embed="rId13"/>
                <a:stretch>
                  <a:fillRect t="-10465" r="-44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8B563FC3-E3BD-47FA-8DC9-CB76511C1DB9}"/>
              </a:ext>
            </a:extLst>
          </p:cNvPr>
          <p:cNvCxnSpPr>
            <a:cxnSpLocks/>
          </p:cNvCxnSpPr>
          <p:nvPr/>
        </p:nvCxnSpPr>
        <p:spPr>
          <a:xfrm>
            <a:off x="1633289" y="4418877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22BCE20-B563-4506-A359-2D2E6B4D1830}"/>
                  </a:ext>
                </a:extLst>
              </p:cNvPr>
              <p:cNvSpPr txBox="1"/>
              <p:nvPr/>
            </p:nvSpPr>
            <p:spPr>
              <a:xfrm>
                <a:off x="1590910" y="4475217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Balls</a:t>
                </a:r>
                <a:endParaRPr lang="en-IN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22BCE20-B563-4506-A359-2D2E6B4D18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0" y="4475217"/>
                <a:ext cx="1356419" cy="523220"/>
              </a:xfrm>
              <a:prstGeom prst="rect">
                <a:avLst/>
              </a:prstGeom>
              <a:blipFill>
                <a:blip r:embed="rId14"/>
                <a:stretch>
                  <a:fillRect t="-10465" r="-8559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20052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2" grpId="0"/>
      <p:bldP spid="37" grpId="0"/>
      <p:bldP spid="40" grpId="0"/>
      <p:bldP spid="41" grpId="0"/>
      <p:bldP spid="22" grpId="0"/>
      <p:bldP spid="12" grpId="0"/>
      <p:bldP spid="13" grpId="0"/>
      <p:bldP spid="15" grpId="0"/>
      <p:bldP spid="16" grpId="0"/>
      <p:bldP spid="17" grpId="0"/>
      <p:bldP spid="18" grpId="0"/>
      <p:bldP spid="20" grpId="0"/>
      <p:bldP spid="23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9F6379-51D5-B5BD-4183-1F983F98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DE8D9D-6648-4D12-3012-ABB2729416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 (Continue)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B296C3-65C4-C3CA-E06F-E31FDC92D799}"/>
              </a:ext>
            </a:extLst>
          </p:cNvPr>
          <p:cNvSpPr txBox="1"/>
          <p:nvPr/>
        </p:nvSpPr>
        <p:spPr>
          <a:xfrm>
            <a:off x="139489" y="764617"/>
            <a:ext cx="21493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Probabilities: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630DCC5-9166-679A-C98B-34AC478F3B5C}"/>
                  </a:ext>
                </a:extLst>
              </p:cNvPr>
              <p:cNvSpPr txBox="1"/>
              <p:nvPr/>
            </p:nvSpPr>
            <p:spPr>
              <a:xfrm>
                <a:off x="157524" y="1923266"/>
                <a:ext cx="110431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630DCC5-9166-679A-C98B-34AC478F3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524" y="1923266"/>
                <a:ext cx="110431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9AFAA67-2A64-40D7-1FF0-A15DE85D197B}"/>
                  </a:ext>
                </a:extLst>
              </p:cNvPr>
              <p:cNvSpPr txBox="1"/>
              <p:nvPr/>
            </p:nvSpPr>
            <p:spPr>
              <a:xfrm>
                <a:off x="157524" y="3591139"/>
                <a:ext cx="110431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9AFAA67-2A64-40D7-1FF0-A15DE85D19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524" y="3591139"/>
                <a:ext cx="110431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103F75E-5F9A-4D9B-43BE-A814022471BB}"/>
                  </a:ext>
                </a:extLst>
              </p:cNvPr>
              <p:cNvSpPr txBox="1"/>
              <p:nvPr/>
            </p:nvSpPr>
            <p:spPr>
              <a:xfrm>
                <a:off x="2473264" y="1730905"/>
                <a:ext cx="1252946" cy="9079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26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103F75E-5F9A-4D9B-43BE-A814022471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3264" y="1730905"/>
                <a:ext cx="1252946" cy="90794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13A8AA7-DA28-5120-1162-FA6440BCB11D}"/>
                  </a:ext>
                </a:extLst>
              </p:cNvPr>
              <p:cNvSpPr txBox="1"/>
              <p:nvPr/>
            </p:nvSpPr>
            <p:spPr>
              <a:xfrm>
                <a:off x="139489" y="5110284"/>
                <a:ext cx="106315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13A8AA7-DA28-5120-1162-FA6440BCB1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9" y="5110284"/>
                <a:ext cx="106315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09EBD40-E73F-E1CE-A619-5FF59FF8D697}"/>
                  </a:ext>
                </a:extLst>
              </p:cNvPr>
              <p:cNvSpPr txBox="1"/>
              <p:nvPr/>
            </p:nvSpPr>
            <p:spPr>
              <a:xfrm>
                <a:off x="2473264" y="3398778"/>
                <a:ext cx="1336073" cy="9079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26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09EBD40-E73F-E1CE-A619-5FF59FF8D6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3264" y="3398778"/>
                <a:ext cx="1336073" cy="90794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19E55CA-54FC-C782-2CCD-843424144474}"/>
                  </a:ext>
                </a:extLst>
              </p:cNvPr>
              <p:cNvSpPr txBox="1"/>
              <p:nvPr/>
            </p:nvSpPr>
            <p:spPr>
              <a:xfrm>
                <a:off x="3368947" y="4897141"/>
                <a:ext cx="1336072" cy="9079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19E55CA-54FC-C782-2CCD-8434241444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8947" y="4897141"/>
                <a:ext cx="1336072" cy="90794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17066F8-FC16-B9CB-489C-80AC83652679}"/>
                  </a:ext>
                </a:extLst>
              </p:cNvPr>
              <p:cNvSpPr txBox="1"/>
              <p:nvPr/>
            </p:nvSpPr>
            <p:spPr>
              <a:xfrm>
                <a:off x="1155020" y="1671114"/>
                <a:ext cx="1432737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17066F8-FC16-B9CB-489C-80AC836526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5020" y="1671114"/>
                <a:ext cx="1432737" cy="102752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477BA11-D2AA-9664-05B2-7DFE8837A69B}"/>
                  </a:ext>
                </a:extLst>
              </p:cNvPr>
              <p:cNvSpPr txBox="1"/>
              <p:nvPr/>
            </p:nvSpPr>
            <p:spPr>
              <a:xfrm>
                <a:off x="1155020" y="3338987"/>
                <a:ext cx="1432737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477BA11-D2AA-9664-05B2-7DFE8837A6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5020" y="3338987"/>
                <a:ext cx="1432737" cy="102752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76ADD37-F3C5-B7B2-529A-CCD9E39B8A7D}"/>
                  </a:ext>
                </a:extLst>
              </p:cNvPr>
              <p:cNvSpPr txBox="1"/>
              <p:nvPr/>
            </p:nvSpPr>
            <p:spPr>
              <a:xfrm>
                <a:off x="1136985" y="4858132"/>
                <a:ext cx="2273524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×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76ADD37-F3C5-B7B2-529A-CCD9E39B8A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6985" y="4858132"/>
                <a:ext cx="2273524" cy="102752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" name="Picture 2">
            <a:extLst>
              <a:ext uri="{FF2B5EF4-FFF2-40B4-BE49-F238E27FC236}">
                <a16:creationId xmlns:a16="http://schemas.microsoft.com/office/drawing/2014/main" id="{F207E167-9A4D-4E43-07F3-D5935466BD68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106088" y="908730"/>
            <a:ext cx="5946423" cy="164434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8D154FB-2CD8-A014-B254-02DCC631185F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037701" y="2895050"/>
            <a:ext cx="2834886" cy="1963082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7439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3" grpId="0"/>
      <p:bldP spid="24" grpId="0"/>
      <p:bldP spid="26" grpId="0"/>
      <p:bldP spid="29" grpId="0"/>
      <p:bldP spid="30" grpId="0"/>
      <p:bldP spid="31" grpId="0"/>
      <p:bldP spid="40" grpId="0"/>
      <p:bldP spid="41" grpId="0"/>
      <p:bldP spid="42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 (Continue)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B6709CF-ADF8-434C-B161-A4B852409937}"/>
              </a:ext>
            </a:extLst>
          </p:cNvPr>
          <p:cNvSpPr txBox="1"/>
          <p:nvPr/>
        </p:nvSpPr>
        <p:spPr>
          <a:xfrm>
            <a:off x="145464" y="4066281"/>
            <a:ext cx="21493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Probabilities: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233843B8-2CEF-45C8-87F2-8FC5755B3744}"/>
                  </a:ext>
                </a:extLst>
              </p:cNvPr>
              <p:cNvSpPr txBox="1"/>
              <p:nvPr/>
            </p:nvSpPr>
            <p:spPr>
              <a:xfrm>
                <a:off x="897597" y="768626"/>
                <a:ext cx="22538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  <a:effectLst/>
                  </a:rPr>
                  <a:t>After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233843B8-2CEF-45C8-87F2-8FC5755B37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597" y="768626"/>
                <a:ext cx="2253884" cy="523220"/>
              </a:xfrm>
              <a:prstGeom prst="rect">
                <a:avLst/>
              </a:prstGeom>
              <a:blipFill>
                <a:blip r:embed="rId2"/>
                <a:stretch>
                  <a:fillRect l="-5405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48203DA-D02C-43D6-88CF-40621AFA75B1}"/>
                  </a:ext>
                </a:extLst>
              </p:cNvPr>
              <p:cNvSpPr txBox="1"/>
              <p:nvPr/>
            </p:nvSpPr>
            <p:spPr>
              <a:xfrm>
                <a:off x="4519237" y="768626"/>
                <a:ext cx="22538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  <a:effectLst/>
                  </a:rPr>
                  <a:t>After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48203DA-D02C-43D6-88CF-40621AFA75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9237" y="768626"/>
                <a:ext cx="2253884" cy="523220"/>
              </a:xfrm>
              <a:prstGeom prst="rect">
                <a:avLst/>
              </a:prstGeom>
              <a:blipFill>
                <a:blip r:embed="rId3"/>
                <a:stretch>
                  <a:fillRect l="-5405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CDD1A10-12FE-4286-83C4-4DA85E363CE5}"/>
                  </a:ext>
                </a:extLst>
              </p:cNvPr>
              <p:cNvSpPr txBox="1"/>
              <p:nvPr/>
            </p:nvSpPr>
            <p:spPr>
              <a:xfrm>
                <a:off x="7442550" y="758382"/>
                <a:ext cx="22538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  <a:effectLst/>
                  </a:rPr>
                  <a:t>After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CDD1A10-12FE-4286-83C4-4DA85E363C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2550" y="758382"/>
                <a:ext cx="2253884" cy="523220"/>
              </a:xfrm>
              <a:prstGeom prst="rect">
                <a:avLst/>
              </a:prstGeom>
              <a:blipFill>
                <a:blip r:embed="rId4"/>
                <a:stretch>
                  <a:fillRect l="-5676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9053185-4CF4-43D5-9089-1792D6A067F4}"/>
                  </a:ext>
                </a:extLst>
              </p:cNvPr>
              <p:cNvSpPr txBox="1"/>
              <p:nvPr/>
            </p:nvSpPr>
            <p:spPr>
              <a:xfrm>
                <a:off x="894096" y="4693573"/>
                <a:ext cx="1838512" cy="52322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9053185-4CF4-43D5-9089-1792D6A067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4096" y="4693573"/>
                <a:ext cx="18385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66C5352-F05A-452A-99C4-ECEFCC7A4D21}"/>
                  </a:ext>
                </a:extLst>
              </p:cNvPr>
              <p:cNvSpPr txBox="1"/>
              <p:nvPr/>
            </p:nvSpPr>
            <p:spPr>
              <a:xfrm>
                <a:off x="4167686" y="4693573"/>
                <a:ext cx="1717879" cy="52322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66C5352-F05A-452A-99C4-ECEFCC7A4D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67686" y="4693573"/>
                <a:ext cx="171787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061CF1A1-D1A8-4960-9F18-CBF529C20F8E}"/>
                  </a:ext>
                </a:extLst>
              </p:cNvPr>
              <p:cNvSpPr txBox="1"/>
              <p:nvPr/>
            </p:nvSpPr>
            <p:spPr>
              <a:xfrm>
                <a:off x="7220308" y="4689734"/>
                <a:ext cx="1795037" cy="52322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061CF1A1-D1A8-4960-9F18-CBF529C20F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20308" y="4689734"/>
                <a:ext cx="179503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281C21B-B6FF-45DA-A1D3-DAE04044EE7E}"/>
                  </a:ext>
                </a:extLst>
              </p:cNvPr>
              <p:cNvSpPr txBox="1"/>
              <p:nvPr/>
            </p:nvSpPr>
            <p:spPr>
              <a:xfrm>
                <a:off x="2494801" y="5621350"/>
                <a:ext cx="1183173" cy="901785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281C21B-B6FF-45DA-A1D3-DAE04044EE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4801" y="5621350"/>
                <a:ext cx="1183173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863FBA0-CC09-46F4-B184-076317B20909}"/>
                  </a:ext>
                </a:extLst>
              </p:cNvPr>
              <p:cNvSpPr txBox="1"/>
              <p:nvPr/>
            </p:nvSpPr>
            <p:spPr>
              <a:xfrm>
                <a:off x="8791525" y="5617511"/>
                <a:ext cx="1183173" cy="901785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F863FBA0-CC09-46F4-B184-076317B209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1525" y="5617511"/>
                <a:ext cx="1183173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C6D113E-9502-4DE5-982B-B5B2B463D161}"/>
                  </a:ext>
                </a:extLst>
              </p:cNvPr>
              <p:cNvSpPr txBox="1"/>
              <p:nvPr/>
            </p:nvSpPr>
            <p:spPr>
              <a:xfrm>
                <a:off x="1518595" y="1720950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C6D113E-9502-4DE5-982B-B5B2B463D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8595" y="1720950"/>
                <a:ext cx="1050958" cy="523220"/>
              </a:xfrm>
              <a:prstGeom prst="rect">
                <a:avLst/>
              </a:prstGeom>
              <a:blipFill>
                <a:blip r:embed="rId10"/>
                <a:stretch>
                  <a:fillRect l="-7514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C12D006-67A8-4B54-9013-C962B3A19468}"/>
                  </a:ext>
                </a:extLst>
              </p:cNvPr>
              <p:cNvSpPr txBox="1"/>
              <p:nvPr/>
            </p:nvSpPr>
            <p:spPr>
              <a:xfrm>
                <a:off x="1365865" y="2224856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White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6C12D006-67A8-4B54-9013-C962B3A194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5865" y="2224856"/>
                <a:ext cx="1356419" cy="523220"/>
              </a:xfrm>
              <a:prstGeom prst="rect">
                <a:avLst/>
              </a:prstGeom>
              <a:blipFill>
                <a:blip r:embed="rId11"/>
                <a:stretch>
                  <a:fillRect t="-11628" r="-493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BA852A4-4B66-4EE1-8426-87DFE7B39F26}"/>
                  </a:ext>
                </a:extLst>
              </p:cNvPr>
              <p:cNvSpPr txBox="1"/>
              <p:nvPr/>
            </p:nvSpPr>
            <p:spPr>
              <a:xfrm>
                <a:off x="1365865" y="2744552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Black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BA852A4-4B66-4EE1-8426-87DFE7B39F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5865" y="2744552"/>
                <a:ext cx="1356419" cy="523220"/>
              </a:xfrm>
              <a:prstGeom prst="rect">
                <a:avLst/>
              </a:prstGeom>
              <a:blipFill>
                <a:blip r:embed="rId12"/>
                <a:stretch>
                  <a:fillRect t="-10465" r="-358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D389C5EE-A46A-475E-A012-BBAE48C49A6C}"/>
              </a:ext>
            </a:extLst>
          </p:cNvPr>
          <p:cNvCxnSpPr>
            <a:cxnSpLocks/>
          </p:cNvCxnSpPr>
          <p:nvPr/>
        </p:nvCxnSpPr>
        <p:spPr>
          <a:xfrm>
            <a:off x="1408245" y="3320579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1C5DE77-B307-44B4-8BC1-39424203AA41}"/>
                  </a:ext>
                </a:extLst>
              </p:cNvPr>
              <p:cNvSpPr txBox="1"/>
              <p:nvPr/>
            </p:nvSpPr>
            <p:spPr>
              <a:xfrm>
                <a:off x="1365865" y="3355662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Balls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1C5DE77-B307-44B4-8BC1-39424203AA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65865" y="3355662"/>
                <a:ext cx="1356419" cy="523220"/>
              </a:xfrm>
              <a:prstGeom prst="rect">
                <a:avLst/>
              </a:prstGeom>
              <a:blipFill>
                <a:blip r:embed="rId13"/>
                <a:stretch>
                  <a:fillRect t="-10465" r="-8072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7A934B6B-AC02-4B12-A6C3-FC129EEB54C2}"/>
                  </a:ext>
                </a:extLst>
              </p:cNvPr>
              <p:cNvSpPr txBox="1"/>
              <p:nvPr/>
            </p:nvSpPr>
            <p:spPr>
              <a:xfrm>
                <a:off x="5032229" y="1718988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7A934B6B-AC02-4B12-A6C3-FC129EEB54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2229" y="1718988"/>
                <a:ext cx="1050958" cy="523220"/>
              </a:xfrm>
              <a:prstGeom prst="rect">
                <a:avLst/>
              </a:prstGeom>
              <a:blipFill>
                <a:blip r:embed="rId14"/>
                <a:stretch>
                  <a:fillRect l="-7514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4553A55-5375-4D9D-85D3-4C1FF248FF72}"/>
                  </a:ext>
                </a:extLst>
              </p:cNvPr>
              <p:cNvSpPr txBox="1"/>
              <p:nvPr/>
            </p:nvSpPr>
            <p:spPr>
              <a:xfrm>
                <a:off x="4879499" y="2222894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White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4553A55-5375-4D9D-85D3-4C1FF248F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9499" y="2222894"/>
                <a:ext cx="1356419" cy="523220"/>
              </a:xfrm>
              <a:prstGeom prst="rect">
                <a:avLst/>
              </a:prstGeom>
              <a:blipFill>
                <a:blip r:embed="rId15"/>
                <a:stretch>
                  <a:fillRect t="-11765" r="-493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17719EB-1487-4C00-998F-23C30DBAA929}"/>
                  </a:ext>
                </a:extLst>
              </p:cNvPr>
              <p:cNvSpPr txBox="1"/>
              <p:nvPr/>
            </p:nvSpPr>
            <p:spPr>
              <a:xfrm>
                <a:off x="4879499" y="2742590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Black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17719EB-1487-4C00-998F-23C30DBAA9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9499" y="2742590"/>
                <a:ext cx="1356419" cy="523220"/>
              </a:xfrm>
              <a:prstGeom prst="rect">
                <a:avLst/>
              </a:prstGeom>
              <a:blipFill>
                <a:blip r:embed="rId16"/>
                <a:stretch>
                  <a:fillRect t="-11628" r="-3587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2299FC5D-32ED-4593-9577-6F0BECFADC06}"/>
              </a:ext>
            </a:extLst>
          </p:cNvPr>
          <p:cNvCxnSpPr>
            <a:cxnSpLocks/>
          </p:cNvCxnSpPr>
          <p:nvPr/>
        </p:nvCxnSpPr>
        <p:spPr>
          <a:xfrm>
            <a:off x="4921879" y="3318617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ED99BFD-9145-49FC-BCAF-9CC377472CCE}"/>
                  </a:ext>
                </a:extLst>
              </p:cNvPr>
              <p:cNvSpPr txBox="1"/>
              <p:nvPr/>
            </p:nvSpPr>
            <p:spPr>
              <a:xfrm>
                <a:off x="4879499" y="3353700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Balls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ED99BFD-9145-49FC-BCAF-9CC377472C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9499" y="3353700"/>
                <a:ext cx="1356419" cy="523220"/>
              </a:xfrm>
              <a:prstGeom prst="rect">
                <a:avLst/>
              </a:prstGeom>
              <a:blipFill>
                <a:blip r:embed="rId17"/>
                <a:stretch>
                  <a:fillRect t="-10465" r="-8072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04443C8-1788-4FDE-BEC6-D6AA3134E439}"/>
                  </a:ext>
                </a:extLst>
              </p:cNvPr>
              <p:cNvSpPr txBox="1"/>
              <p:nvPr/>
            </p:nvSpPr>
            <p:spPr>
              <a:xfrm>
                <a:off x="8044484" y="1718988"/>
                <a:ext cx="10509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800" b="1" dirty="0">
                    <a:solidFill>
                      <a:srgbClr val="002060"/>
                    </a:solidFill>
                    <a:effectLst/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800" b="1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04443C8-1788-4FDE-BEC6-D6AA3134E4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4484" y="1718988"/>
                <a:ext cx="1050958" cy="523220"/>
              </a:xfrm>
              <a:prstGeom prst="rect">
                <a:avLst/>
              </a:prstGeom>
              <a:blipFill>
                <a:blip r:embed="rId18"/>
                <a:stretch>
                  <a:fillRect l="-81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3B578344-4ADC-44A0-9314-FDA21882BF55}"/>
                  </a:ext>
                </a:extLst>
              </p:cNvPr>
              <p:cNvSpPr txBox="1"/>
              <p:nvPr/>
            </p:nvSpPr>
            <p:spPr>
              <a:xfrm>
                <a:off x="7891754" y="2222894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White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3B578344-4ADC-44A0-9314-FDA21882BF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1754" y="2222894"/>
                <a:ext cx="1356419" cy="523220"/>
              </a:xfrm>
              <a:prstGeom prst="rect">
                <a:avLst/>
              </a:prstGeom>
              <a:blipFill>
                <a:blip r:embed="rId19"/>
                <a:stretch>
                  <a:fillRect t="-11765" r="-495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6BDC969-60F4-4DCD-A53C-30C8913667D1}"/>
                  </a:ext>
                </a:extLst>
              </p:cNvPr>
              <p:cNvSpPr txBox="1"/>
              <p:nvPr/>
            </p:nvSpPr>
            <p:spPr>
              <a:xfrm>
                <a:off x="7891754" y="2742590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Black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6BDC969-60F4-4DCD-A53C-30C8913667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1754" y="2742590"/>
                <a:ext cx="1356419" cy="523220"/>
              </a:xfrm>
              <a:prstGeom prst="rect">
                <a:avLst/>
              </a:prstGeom>
              <a:blipFill>
                <a:blip r:embed="rId20"/>
                <a:stretch>
                  <a:fillRect t="-11628" r="-360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49F59E87-57E0-4202-B308-F63C761B5B3A}"/>
              </a:ext>
            </a:extLst>
          </p:cNvPr>
          <p:cNvCxnSpPr>
            <a:cxnSpLocks/>
          </p:cNvCxnSpPr>
          <p:nvPr/>
        </p:nvCxnSpPr>
        <p:spPr>
          <a:xfrm>
            <a:off x="7934134" y="3318617"/>
            <a:ext cx="1271659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70C8A33-D390-45BA-B0FF-715DA1923F47}"/>
                  </a:ext>
                </a:extLst>
              </p:cNvPr>
              <p:cNvSpPr txBox="1"/>
              <p:nvPr/>
            </p:nvSpPr>
            <p:spPr>
              <a:xfrm>
                <a:off x="7891754" y="3353700"/>
                <a:ext cx="1356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effectLst/>
                  </a:rPr>
                  <a:t> Balls</a:t>
                </a:r>
                <a:endParaRPr lang="en-IN" sz="2800" dirty="0">
                  <a:effectLst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70C8A33-D390-45BA-B0FF-715DA1923F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1754" y="3353700"/>
                <a:ext cx="1356419" cy="523220"/>
              </a:xfrm>
              <a:prstGeom prst="rect">
                <a:avLst/>
              </a:prstGeom>
              <a:blipFill>
                <a:blip r:embed="rId21"/>
                <a:stretch>
                  <a:fillRect t="-10465" r="-810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53C48E8-A4E7-4C2D-AAD5-8D4514ABC9DA}"/>
                  </a:ext>
                </a:extLst>
              </p:cNvPr>
              <p:cNvSpPr txBox="1"/>
              <p:nvPr/>
            </p:nvSpPr>
            <p:spPr>
              <a:xfrm>
                <a:off x="10658172" y="771280"/>
                <a:ext cx="105095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GB" sz="2200" b="1" dirty="0">
                    <a:solidFill>
                      <a:srgbClr val="00206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Urn </a:t>
                </a:r>
                <a14:m>
                  <m:oMath xmlns:m="http://schemas.openxmlformats.org/officeDocument/2006/math">
                    <m:r>
                      <a:rPr lang="en-GB" sz="2200" b="1" i="1" dirty="0" smtClean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200" b="1" dirty="0">
                  <a:solidFill>
                    <a:srgbClr val="00206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53C48E8-A4E7-4C2D-AAD5-8D4514ABC9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58172" y="771280"/>
                <a:ext cx="1050958" cy="430887"/>
              </a:xfrm>
              <a:prstGeom prst="rect">
                <a:avLst/>
              </a:prstGeom>
              <a:blipFill>
                <a:blip r:embed="rId22"/>
                <a:stretch>
                  <a:fillRect t="-11429" b="-3571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985AAE7-E24F-4D61-88B8-1E3D061E5E96}"/>
                  </a:ext>
                </a:extLst>
              </p:cNvPr>
              <p:cNvSpPr txBox="1"/>
              <p:nvPr/>
            </p:nvSpPr>
            <p:spPr>
              <a:xfrm>
                <a:off x="10510605" y="1212223"/>
                <a:ext cx="1356419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200" i="1" dirty="0" smtClean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200" dirty="0">
                    <a:solidFill>
                      <a:srgbClr val="00206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 White</a:t>
                </a:r>
                <a:endParaRPr lang="en-IN" sz="22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985AAE7-E24F-4D61-88B8-1E3D061E5E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0605" y="1212223"/>
                <a:ext cx="1356419" cy="430887"/>
              </a:xfrm>
              <a:prstGeom prst="rect">
                <a:avLst/>
              </a:prstGeom>
              <a:blipFill>
                <a:blip r:embed="rId23"/>
                <a:stretch>
                  <a:fillRect t="-11268" b="-3380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CB1ECCF-9254-4311-B956-59712B353E10}"/>
                  </a:ext>
                </a:extLst>
              </p:cNvPr>
              <p:cNvSpPr txBox="1"/>
              <p:nvPr/>
            </p:nvSpPr>
            <p:spPr>
              <a:xfrm>
                <a:off x="10510605" y="1643110"/>
                <a:ext cx="1356419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200" i="1" dirty="0" smtClean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200" dirty="0">
                    <a:solidFill>
                      <a:srgbClr val="00206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 Black</a:t>
                </a:r>
                <a:endParaRPr lang="en-IN" sz="22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CB1ECCF-9254-4311-B956-59712B353E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0605" y="1643110"/>
                <a:ext cx="1356419" cy="430887"/>
              </a:xfrm>
              <a:prstGeom prst="rect">
                <a:avLst/>
              </a:prstGeom>
              <a:blipFill>
                <a:blip r:embed="rId24"/>
                <a:stretch>
                  <a:fillRect t="-11429" b="-3571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47490028-977C-414C-B9B3-1B3D303699CE}"/>
              </a:ext>
            </a:extLst>
          </p:cNvPr>
          <p:cNvCxnSpPr>
            <a:cxnSpLocks/>
          </p:cNvCxnSpPr>
          <p:nvPr/>
        </p:nvCxnSpPr>
        <p:spPr>
          <a:xfrm>
            <a:off x="10610787" y="2071615"/>
            <a:ext cx="1156054" cy="0"/>
          </a:xfrm>
          <a:prstGeom prst="line">
            <a:avLst/>
          </a:prstGeom>
          <a:ln w="38100">
            <a:solidFill>
              <a:srgbClr val="301B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7EF7C0A-E9B9-4937-A09B-F41E63DE97AB}"/>
                  </a:ext>
                </a:extLst>
              </p:cNvPr>
              <p:cNvSpPr txBox="1"/>
              <p:nvPr/>
            </p:nvSpPr>
            <p:spPr>
              <a:xfrm>
                <a:off x="10510605" y="2103618"/>
                <a:ext cx="1356419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200" b="0" i="1" smtClean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lang="en-GB" sz="2200" dirty="0">
                    <a:solidFill>
                      <a:srgbClr val="00206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 Balls</a:t>
                </a:r>
                <a:endParaRPr lang="en-IN" sz="22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7EF7C0A-E9B9-4937-A09B-F41E63DE97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0605" y="2103618"/>
                <a:ext cx="1356419" cy="430887"/>
              </a:xfrm>
              <a:prstGeom prst="rect">
                <a:avLst/>
              </a:prstGeom>
              <a:blipFill>
                <a:blip r:embed="rId25"/>
                <a:stretch>
                  <a:fillRect t="-11268" b="-3380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D956D32-1190-4ACE-94A9-95F8F9824410}"/>
                  </a:ext>
                </a:extLst>
              </p:cNvPr>
              <p:cNvSpPr txBox="1"/>
              <p:nvPr/>
            </p:nvSpPr>
            <p:spPr>
              <a:xfrm>
                <a:off x="726981" y="1276912"/>
                <a:ext cx="2619402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400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sz="2400" dirty="0">
                    <a:solidFill>
                      <a:srgbClr val="0070C0"/>
                    </a:solidFill>
                  </a:rPr>
                  <a:t> white balls added </a:t>
                </a:r>
                <a:endParaRPr lang="en-IN" sz="2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D956D32-1190-4ACE-94A9-95F8F98244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6981" y="1276912"/>
                <a:ext cx="2619402" cy="461665"/>
              </a:xfrm>
              <a:prstGeom prst="rect">
                <a:avLst/>
              </a:prstGeom>
              <a:blipFill>
                <a:blip r:embed="rId26"/>
                <a:stretch>
                  <a:fillRect t="-9211" r="-698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ACF7E5D-E7DC-4A85-B1B0-FD55DA9039E6}"/>
                  </a:ext>
                </a:extLst>
              </p:cNvPr>
              <p:cNvSpPr txBox="1"/>
              <p:nvPr/>
            </p:nvSpPr>
            <p:spPr>
              <a:xfrm>
                <a:off x="4258978" y="1276912"/>
                <a:ext cx="2568081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400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sz="2400" dirty="0">
                    <a:solidFill>
                      <a:srgbClr val="0070C0"/>
                    </a:solidFill>
                  </a:rPr>
                  <a:t> black balls added </a:t>
                </a:r>
                <a:endParaRPr lang="en-IN" sz="2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ACF7E5D-E7DC-4A85-B1B0-FD55DA9039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8978" y="1276912"/>
                <a:ext cx="2568081" cy="461665"/>
              </a:xfrm>
              <a:prstGeom prst="rect">
                <a:avLst/>
              </a:prstGeom>
              <a:blipFill>
                <a:blip r:embed="rId27"/>
                <a:stretch>
                  <a:fillRect t="-9211" r="-1425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423E103F-A142-47B0-8818-67D4142FC0B6}"/>
                  </a:ext>
                </a:extLst>
              </p:cNvPr>
              <p:cNvSpPr txBox="1"/>
              <p:nvPr/>
            </p:nvSpPr>
            <p:spPr>
              <a:xfrm>
                <a:off x="7220308" y="1251420"/>
                <a:ext cx="2802230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GB" sz="2400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GB" sz="2400" dirty="0">
                    <a:solidFill>
                      <a:srgbClr val="0070C0"/>
                    </a:solidFill>
                  </a:rPr>
                  <a:t> white </a:t>
                </a:r>
                <a14:m>
                  <m:oMath xmlns:m="http://schemas.openxmlformats.org/officeDocument/2006/math">
                    <m:r>
                      <a:rPr lang="en-GB" sz="2400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GB" sz="2400" dirty="0">
                    <a:solidFill>
                      <a:srgbClr val="0070C0"/>
                    </a:solidFill>
                  </a:rPr>
                  <a:t> black added</a:t>
                </a:r>
                <a:endParaRPr lang="en-IN" sz="2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423E103F-A142-47B0-8818-67D4142FC0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20308" y="1251420"/>
                <a:ext cx="2802230" cy="461665"/>
              </a:xfrm>
              <a:prstGeom prst="rect">
                <a:avLst/>
              </a:prstGeom>
              <a:blipFill>
                <a:blip r:embed="rId28"/>
                <a:stretch>
                  <a:fillRect l="-217" t="-9211" r="-3043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B9BEB3C6-54B7-4A51-8B17-E10F072CEEDA}"/>
                  </a:ext>
                </a:extLst>
              </p:cNvPr>
              <p:cNvSpPr txBox="1"/>
              <p:nvPr/>
            </p:nvSpPr>
            <p:spPr>
              <a:xfrm>
                <a:off x="2494802" y="4499898"/>
                <a:ext cx="1183173" cy="91057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B9BEB3C6-54B7-4A51-8B17-E10F072CEE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4802" y="4499898"/>
                <a:ext cx="1183173" cy="91057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19CB4F29-C587-4A53-8974-35B91E050EFD}"/>
                  </a:ext>
                </a:extLst>
              </p:cNvPr>
              <p:cNvSpPr txBox="1"/>
              <p:nvPr/>
            </p:nvSpPr>
            <p:spPr>
              <a:xfrm>
                <a:off x="8768100" y="4496059"/>
                <a:ext cx="1183173" cy="91057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19CB4F29-C587-4A53-8974-35B91E050E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68100" y="4496059"/>
                <a:ext cx="1183173" cy="91057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62F7E90-FE60-4D8E-BCE3-CC2F9213F08A}"/>
                  </a:ext>
                </a:extLst>
              </p:cNvPr>
              <p:cNvSpPr txBox="1"/>
              <p:nvPr/>
            </p:nvSpPr>
            <p:spPr>
              <a:xfrm>
                <a:off x="10355433" y="2885626"/>
                <a:ext cx="887916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3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3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62F7E90-FE60-4D8E-BCE3-CC2F9213F0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55433" y="2885626"/>
                <a:ext cx="887916" cy="461665"/>
              </a:xfrm>
              <a:prstGeom prst="rect">
                <a:avLst/>
              </a:prstGeom>
              <a:blipFill>
                <a:blip r:embed="rId31"/>
                <a:stretch>
                  <a:fillRect l="-137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8E673C6-4A63-49CF-863B-A45AABE084A3}"/>
                  </a:ext>
                </a:extLst>
              </p:cNvPr>
              <p:cNvSpPr txBox="1"/>
              <p:nvPr/>
            </p:nvSpPr>
            <p:spPr>
              <a:xfrm>
                <a:off x="10355433" y="3813134"/>
                <a:ext cx="887916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3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3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8E673C6-4A63-49CF-863B-A45AABE084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55433" y="3813134"/>
                <a:ext cx="887916" cy="461665"/>
              </a:xfrm>
              <a:prstGeom prst="rect">
                <a:avLst/>
              </a:prstGeom>
              <a:blipFill>
                <a:blip r:embed="rId32"/>
                <a:stretch>
                  <a:fillRect l="-1379" b="-1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9C4F1C04-690C-4DF1-9FFD-2BDF7D18D828}"/>
                  </a:ext>
                </a:extLst>
              </p:cNvPr>
              <p:cNvSpPr txBox="1"/>
              <p:nvPr/>
            </p:nvSpPr>
            <p:spPr>
              <a:xfrm>
                <a:off x="11020387" y="2719619"/>
                <a:ext cx="1063150" cy="7936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23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3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26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9C4F1C04-690C-4DF1-9FFD-2BDF7D18D8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20387" y="2719619"/>
                <a:ext cx="1063150" cy="793679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2165C3A-0569-4518-A73F-2384240FA799}"/>
                  </a:ext>
                </a:extLst>
              </p:cNvPr>
              <p:cNvSpPr txBox="1"/>
              <p:nvPr/>
            </p:nvSpPr>
            <p:spPr>
              <a:xfrm>
                <a:off x="10328760" y="4702267"/>
                <a:ext cx="887916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3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3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3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2165C3A-0569-4518-A73F-2384240FA7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8760" y="4702267"/>
                <a:ext cx="887916" cy="461665"/>
              </a:xfrm>
              <a:prstGeom prst="rect">
                <a:avLst/>
              </a:prstGeom>
              <a:blipFill>
                <a:blip r:embed="rId34"/>
                <a:stretch>
                  <a:fillRect l="-68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13CEA52-C786-4A38-9605-FAF71FB709EA}"/>
                  </a:ext>
                </a:extLst>
              </p:cNvPr>
              <p:cNvSpPr txBox="1"/>
              <p:nvPr/>
            </p:nvSpPr>
            <p:spPr>
              <a:xfrm>
                <a:off x="11020087" y="3650878"/>
                <a:ext cx="1063150" cy="7861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23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3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26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13CEA52-C786-4A38-9605-FAF71FB709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20087" y="3650878"/>
                <a:ext cx="1063150" cy="786177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D313FD60-F492-4DE0-AD2B-226568604E19}"/>
                  </a:ext>
                </a:extLst>
              </p:cNvPr>
              <p:cNvSpPr txBox="1"/>
              <p:nvPr/>
            </p:nvSpPr>
            <p:spPr>
              <a:xfrm>
                <a:off x="11020087" y="4536260"/>
                <a:ext cx="1063150" cy="7622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23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  <m:r>
                            <a:rPr lang="en-IN" sz="23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3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D313FD60-F492-4DE0-AD2B-226568604E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20087" y="4536260"/>
                <a:ext cx="1063150" cy="76226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86CE412-5D34-4ECE-9B66-6F76D103531E}"/>
                  </a:ext>
                </a:extLst>
              </p:cNvPr>
              <p:cNvSpPr txBox="1"/>
              <p:nvPr/>
            </p:nvSpPr>
            <p:spPr>
              <a:xfrm>
                <a:off x="5732330" y="4499898"/>
                <a:ext cx="1183173" cy="910570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86CE412-5D34-4ECE-9B66-6F76D1035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32330" y="4499898"/>
                <a:ext cx="1183173" cy="91057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3957403" y="959370"/>
            <a:ext cx="0" cy="5276538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2C24CCE3-E9E1-46DD-8382-F6354A504B0D}"/>
              </a:ext>
            </a:extLst>
          </p:cNvPr>
          <p:cNvCxnSpPr>
            <a:cxnSpLocks/>
          </p:cNvCxnSpPr>
          <p:nvPr/>
        </p:nvCxnSpPr>
        <p:spPr>
          <a:xfrm>
            <a:off x="7107835" y="916898"/>
            <a:ext cx="0" cy="5276538"/>
          </a:xfrm>
          <a:prstGeom prst="line">
            <a:avLst/>
          </a:prstGeom>
          <a:ln w="28575" cap="rnd">
            <a:solidFill>
              <a:srgbClr val="FF000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ounded Rectangle 5"/>
          <p:cNvSpPr/>
          <p:nvPr/>
        </p:nvSpPr>
        <p:spPr>
          <a:xfrm>
            <a:off x="10121123" y="711201"/>
            <a:ext cx="1983698" cy="4871803"/>
          </a:xfrm>
          <a:prstGeom prst="roundRect">
            <a:avLst/>
          </a:prstGeom>
          <a:noFill/>
          <a:ln>
            <a:solidFill>
              <a:srgbClr val="6600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5279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27" grpId="0"/>
      <p:bldP spid="28" grpId="0"/>
      <p:bldP spid="32" grpId="0"/>
      <p:bldP spid="33" grpId="0"/>
      <p:bldP spid="34" grpId="0"/>
      <p:bldP spid="23" grpId="0"/>
      <p:bldP spid="24" grpId="0"/>
      <p:bldP spid="26" grpId="0"/>
      <p:bldP spid="30" grpId="0"/>
      <p:bldP spid="31" grpId="0"/>
      <p:bldP spid="35" grpId="0"/>
      <p:bldP spid="36" grpId="0"/>
      <p:bldP spid="38" grpId="0"/>
      <p:bldP spid="39" grpId="0"/>
      <p:bldP spid="40" grpId="0"/>
      <p:bldP spid="41" grpId="0"/>
      <p:bldP spid="43" grpId="0"/>
      <p:bldP spid="49" grpId="0"/>
      <p:bldP spid="50" grpId="0"/>
      <p:bldP spid="51" grpId="0"/>
      <p:bldP spid="52" grpId="0"/>
      <p:bldP spid="53" grpId="0"/>
      <p:bldP spid="60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49100461-655F-D4CD-9C54-7E15A48290F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2953" y="731983"/>
                <a:ext cx="10595035" cy="299695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When two balls are drawn: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If both are white →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US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dirty="0"/>
                  <a:t> occurs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If both are black →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dirty="0"/>
                  <a:t> ​occurs</a:t>
                </a:r>
              </a:p>
              <a:p>
                <a:pPr lvl="2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If one is white and one is black →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US" dirty="0"/>
                  <a:t> occurs</a:t>
                </a:r>
              </a:p>
              <a:p>
                <a:pPr lvl="3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US" dirty="0"/>
                  <a:t>Only one of these can happen, never more than one.</a:t>
                </a:r>
              </a:p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endParaRPr lang="en-US" dirty="0"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49100461-655F-D4CD-9C54-7E15A48290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2953" y="731983"/>
                <a:ext cx="10595035" cy="2996957"/>
              </a:xfrm>
              <a:prstGeom prst="rect">
                <a:avLst/>
              </a:prstGeom>
              <a:blipFill>
                <a:blip r:embed="rId2"/>
                <a:stretch>
                  <a:fillRect t="-1016" b="-243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DD3F8BA-3F26-10A8-281C-AB9D7D89AC12}"/>
                  </a:ext>
                </a:extLst>
              </p:cNvPr>
              <p:cNvSpPr txBox="1"/>
              <p:nvPr/>
            </p:nvSpPr>
            <p:spPr>
              <a:xfrm>
                <a:off x="2506308" y="3666089"/>
                <a:ext cx="27411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∩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ϕ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DD3F8BA-3F26-10A8-281C-AB9D7D89AC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6308" y="3666089"/>
                <a:ext cx="274110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D927941-FD29-24C9-7EF9-A2FE3A9E8898}"/>
                  </a:ext>
                </a:extLst>
              </p:cNvPr>
              <p:cNvSpPr txBox="1"/>
              <p:nvPr/>
            </p:nvSpPr>
            <p:spPr>
              <a:xfrm>
                <a:off x="5208174" y="3666089"/>
                <a:ext cx="27411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∩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ϕ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D927941-FD29-24C9-7EF9-A2FE3A9E88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08174" y="3666089"/>
                <a:ext cx="27411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19EA455-E477-2818-553B-3F79D3FAB104}"/>
                  </a:ext>
                </a:extLst>
              </p:cNvPr>
              <p:cNvSpPr txBox="1"/>
              <p:nvPr/>
            </p:nvSpPr>
            <p:spPr>
              <a:xfrm>
                <a:off x="7578032" y="3666089"/>
                <a:ext cx="274110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∩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ϕ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19EA455-E477-2818-553B-3F79D3FAB1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78032" y="3666089"/>
                <a:ext cx="27411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FE0CDC8-BAE5-C950-B418-2E3C3780C4D8}"/>
                  </a:ext>
                </a:extLst>
              </p:cNvPr>
              <p:cNvSpPr txBox="1"/>
              <p:nvPr/>
            </p:nvSpPr>
            <p:spPr>
              <a:xfrm>
                <a:off x="1098387" y="4243228"/>
                <a:ext cx="734547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Hence</a:t>
                </a:r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are mutually exclusive</a:t>
                </a:r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.  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FE0CDC8-BAE5-C950-B418-2E3C3780C4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8387" y="4243228"/>
                <a:ext cx="7345478" cy="523220"/>
              </a:xfrm>
              <a:prstGeom prst="rect">
                <a:avLst/>
              </a:prstGeom>
              <a:blipFill>
                <a:blip r:embed="rId6"/>
                <a:stretch>
                  <a:fillRect l="-1660" t="-12791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A2B70AE0-C7F3-2C0A-08D5-B3E4D780307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2953" y="4820367"/>
                <a:ext cx="12192000" cy="184711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tabLst>
                    <a:tab pos="1071563" algn="l"/>
                    <a:tab pos="1260475" algn="l"/>
                  </a:tabLst>
                </a:pPr>
                <a:r>
                  <a:rPr lang="en-IN" dirty="0"/>
                  <a:t>Also, every possible outcome of drawing two balls belongs to exactly one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 marL="271463" lvl="1" indent="0" algn="ctr">
                  <a:lnSpc>
                    <a:spcPct val="114000"/>
                  </a:lnSpc>
                  <a:spcBef>
                    <a:spcPts val="0"/>
                  </a:spcBef>
                  <a:spcAft>
                    <a:spcPts val="800"/>
                  </a:spcAft>
                  <a:buNone/>
                  <a:tabLst>
                    <a:tab pos="1071563" algn="l"/>
                    <a:tab pos="1260475" algn="l"/>
                  </a:tabLst>
                </a:pPr>
                <a14:m>
                  <m:oMath xmlns:m="http://schemas.openxmlformats.org/officeDocument/2006/math">
                    <m:r>
                      <a:rPr lang="en-IN" b="0" i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∴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i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∪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i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i="0">
                        <a:latin typeface="Cambria Math" panose="02040503050406030204" pitchFamily="18" charset="0"/>
                      </a:rPr>
                      <m:t>∪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i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i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 and hence the events are exhaustive.</a:t>
                </a: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A2B70AE0-C7F3-2C0A-08D5-B3E4D78030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2953" y="4820367"/>
                <a:ext cx="12192000" cy="1847115"/>
              </a:xfrm>
              <a:prstGeom prst="rect">
                <a:avLst/>
              </a:prstGeom>
              <a:blipFill>
                <a:blip r:embed="rId7"/>
                <a:stretch>
                  <a:fillRect t="-1980" r="-10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036219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041521-98A1-106D-EF73-DB5EAE15DB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EE819C-AFC6-0078-A2D5-41FE51D6BA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5 (Continue)</a:t>
            </a:r>
            <a:endParaRPr lang="en-US" dirty="0"/>
          </a:p>
        </p:txBody>
      </p: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74F9C97E-BDB4-6EC2-8681-76FCB2F89070}"/>
              </a:ext>
            </a:extLst>
          </p:cNvPr>
          <p:cNvSpPr txBox="1">
            <a:spLocks/>
          </p:cNvSpPr>
          <p:nvPr/>
        </p:nvSpPr>
        <p:spPr>
          <a:xfrm>
            <a:off x="-152173" y="801254"/>
            <a:ext cx="5867173" cy="6223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lvl="1" indent="0"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  <a:buNone/>
              <a:tabLst>
                <a:tab pos="1071563" algn="l"/>
                <a:tab pos="1260475" algn="l"/>
              </a:tabLst>
            </a:pPr>
            <a:r>
              <a:rPr lang="en-US" dirty="0">
                <a:solidFill>
                  <a:srgbClr val="002060"/>
                </a:solidFill>
                <a:ea typeface="Times New Roman" panose="02020603050405020304" pitchFamily="18" charset="0"/>
                <a:cs typeface="Shruti" panose="020B0502040204020203" pitchFamily="34" charset="0"/>
              </a:rPr>
              <a:t>From the law of Total Probability,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FDC6269-435E-F631-7C7C-78BB75EC0FD5}"/>
                  </a:ext>
                </a:extLst>
              </p:cNvPr>
              <p:cNvSpPr txBox="1"/>
              <p:nvPr/>
            </p:nvSpPr>
            <p:spPr>
              <a:xfrm>
                <a:off x="283661" y="1575953"/>
                <a:ext cx="113437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𝐖</m:t>
                          </m:r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𝐖</m:t>
                          </m:r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𝐖</m:t>
                          </m:r>
                          <m:r>
                            <a:rPr lang="en-IN" sz="2800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  <m:r>
                        <a:rPr lang="en-IN" sz="2800" b="1" i="1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b>
                          </m:sSub>
                        </m:e>
                      </m:d>
                      <m:r>
                        <a:rPr lang="en-IN" sz="2800" b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IN" sz="2800" b="1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𝐖</m:t>
                          </m:r>
                          <m:r>
                            <a:rPr lang="en-IN" sz="2800" b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ar-AE" sz="2800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b>
                              <m:r>
                                <a:rPr lang="en-IN" sz="2800" b="1" i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FDC6269-435E-F631-7C7C-78BB75EC0F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661" y="1575953"/>
                <a:ext cx="1134376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DBAB390-1A1B-C29A-D8AF-A9364326E0A0}"/>
                  </a:ext>
                </a:extLst>
              </p:cNvPr>
              <p:cNvSpPr txBox="1"/>
              <p:nvPr/>
            </p:nvSpPr>
            <p:spPr>
              <a:xfrm>
                <a:off x="43117" y="2538782"/>
                <a:ext cx="11343766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15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26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26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13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DBAB390-1A1B-C29A-D8AF-A9364326E0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17" y="2538782"/>
                <a:ext cx="11343766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0A3C304-E333-EB47-5549-DDC9E8DF6ECF}"/>
                  </a:ext>
                </a:extLst>
              </p:cNvPr>
              <p:cNvSpPr txBox="1"/>
              <p:nvPr/>
            </p:nvSpPr>
            <p:spPr>
              <a:xfrm>
                <a:off x="43117" y="4038874"/>
                <a:ext cx="3749565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</m:e>
                      </m:d>
                      <m:r>
                        <a:rPr lang="en-IN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59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0A3C304-E333-EB47-5549-DDC9E8DF6E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17" y="4038874"/>
                <a:ext cx="3749565" cy="90774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53319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7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3AE23F-E366-7B01-52BC-F559A79024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ECAC0E-0D28-D82E-3FAA-A3FE365E4E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238967E-C9D9-0C3F-B5FA-5264566F6BF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787323"/>
            <a:ext cx="11929641" cy="711200"/>
          </a:xfrm>
        </p:spPr>
        <p:txBody>
          <a:bodyPr/>
          <a:lstStyle/>
          <a:p>
            <a:r>
              <a:rPr lang="en-US" dirty="0"/>
              <a:t>A company recruits students from two colleges.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45953E21-4DAE-E57A-B8A0-E7D3F558FEB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1888603"/>
                  </p:ext>
                </p:extLst>
              </p:nvPr>
            </p:nvGraphicFramePr>
            <p:xfrm>
              <a:off x="511922" y="1574645"/>
              <a:ext cx="11334410" cy="155448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348000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3264959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  <a:gridCol w="4721451">
                      <a:extLst>
                        <a:ext uri="{9D8B030D-6E8A-4147-A177-3AD203B41FA5}">
                          <a16:colId xmlns:a16="http://schemas.microsoft.com/office/drawing/2014/main" val="3600246568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College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Students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Chance of Clearing Interview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College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oMath>
                          </a14:m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60%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30%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College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oMath>
                          </a14:m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40%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50%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45953E21-4DAE-E57A-B8A0-E7D3F558FEB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1888603"/>
                  </p:ext>
                </p:extLst>
              </p:nvPr>
            </p:nvGraphicFramePr>
            <p:xfrm>
              <a:off x="511922" y="1574645"/>
              <a:ext cx="11334410" cy="155448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3348000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3264959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  <a:gridCol w="4721451">
                      <a:extLst>
                        <a:ext uri="{9D8B030D-6E8A-4147-A177-3AD203B41FA5}">
                          <a16:colId xmlns:a16="http://schemas.microsoft.com/office/drawing/2014/main" val="3600246568"/>
                        </a:ext>
                      </a:extLst>
                    </a:gridCol>
                  </a:tblGrid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College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Students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Chance of Clearing Interview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51816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45" t="-109302" r="-239455" b="-13139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3172" t="-109302" r="-145709" b="-13139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40516" t="-109302" r="-774" b="-13139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51816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45" t="-211765" r="-239455" b="-3294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3172" t="-211765" r="-145709" b="-3294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40516" t="-211765" r="-774" b="-3294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A00326B-D447-763D-CCD8-8014B97518A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3300539"/>
                <a:ext cx="11929641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/>
                  <a:t>A student is selected. What is the probability that the student is from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?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A00326B-D447-763D-CCD8-8014B97518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3300539"/>
                <a:ext cx="11929641" cy="711200"/>
              </a:xfrm>
              <a:prstGeom prst="rect">
                <a:avLst/>
              </a:prstGeom>
              <a:blipFill>
                <a:blip r:embed="rId3"/>
                <a:stretch>
                  <a:fillRect l="-971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DE0A1836-4722-0E45-DCA4-0EBC2DDB0160}"/>
              </a:ext>
            </a:extLst>
          </p:cNvPr>
          <p:cNvSpPr txBox="1">
            <a:spLocks/>
          </p:cNvSpPr>
          <p:nvPr/>
        </p:nvSpPr>
        <p:spPr>
          <a:xfrm>
            <a:off x="131179" y="4011739"/>
            <a:ext cx="1697622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IN" b="1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71EE0139-289C-FFC4-8409-9F92992071B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0" y="4565150"/>
                <a:ext cx="6134539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:</m:t>
                    </m:r>
                  </m:oMath>
                </a14:m>
                <a:r>
                  <a:rPr lang="en-IN" dirty="0"/>
                  <a:t> Student is from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71EE0139-289C-FFC4-8409-9F92992071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4565150"/>
                <a:ext cx="6134539" cy="711200"/>
              </a:xfrm>
              <a:prstGeom prst="rect">
                <a:avLst/>
              </a:prstGeom>
              <a:blipFill>
                <a:blip r:embed="rId4"/>
                <a:stretch>
                  <a:fillRect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6F9D742E-C754-713F-F9E7-578441E427A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0" y="5272964"/>
                <a:ext cx="6134539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:</m:t>
                    </m:r>
                  </m:oMath>
                </a14:m>
                <a:r>
                  <a:rPr lang="en-IN" dirty="0"/>
                  <a:t> Student is from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6F9D742E-C754-713F-F9E7-578441E427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272964"/>
                <a:ext cx="6134539" cy="711200"/>
              </a:xfrm>
              <a:prstGeom prst="rect">
                <a:avLst/>
              </a:prstGeom>
              <a:blipFill>
                <a:blip r:embed="rId5"/>
                <a:stretch>
                  <a:fillRect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E6BE7375-8A3A-5EFD-4AF7-663B14C992F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0" y="5980778"/>
                <a:ext cx="6134539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:</m:t>
                    </m:r>
                  </m:oMath>
                </a14:m>
                <a:r>
                  <a:rPr lang="en-IN" dirty="0"/>
                  <a:t> Student clears interview</a:t>
                </a:r>
              </a:p>
            </p:txBody>
          </p:sp>
        </mc:Choice>
        <mc:Fallback xmlns="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E6BE7375-8A3A-5EFD-4AF7-663B14C992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980778"/>
                <a:ext cx="6134539" cy="711200"/>
              </a:xfrm>
              <a:prstGeom prst="rect">
                <a:avLst/>
              </a:prstGeom>
              <a:blipFill>
                <a:blip r:embed="rId6"/>
                <a:stretch>
                  <a:fillRect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4DE4529-F279-8353-2F7E-F2B4D0F2B90B}"/>
                  </a:ext>
                </a:extLst>
              </p:cNvPr>
              <p:cNvSpPr txBox="1"/>
              <p:nvPr/>
            </p:nvSpPr>
            <p:spPr>
              <a:xfrm>
                <a:off x="5721735" y="4722939"/>
                <a:ext cx="234834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=0.6,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4DE4529-F279-8353-2F7E-F2B4D0F2B9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21735" y="4722939"/>
                <a:ext cx="234834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0E251A9-C2E9-EBBD-C6B3-977F5E05C253}"/>
                  </a:ext>
                </a:extLst>
              </p:cNvPr>
              <p:cNvSpPr txBox="1"/>
              <p:nvPr/>
            </p:nvSpPr>
            <p:spPr>
              <a:xfrm>
                <a:off x="7702936" y="4727334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0E251A9-C2E9-EBBD-C6B3-977F5E05C2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02936" y="4727334"/>
                <a:ext cx="278300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5074A1E-BA07-2D87-AA02-B2F41A9E334D}"/>
                  </a:ext>
                </a:extLst>
              </p:cNvPr>
              <p:cNvSpPr txBox="1"/>
              <p:nvPr/>
            </p:nvSpPr>
            <p:spPr>
              <a:xfrm>
                <a:off x="5721735" y="5402797"/>
                <a:ext cx="250421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=0.3,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5074A1E-BA07-2D87-AA02-B2F41A9E33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21735" y="5402797"/>
                <a:ext cx="250421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0600597-DE63-B539-0099-04C642AE9812}"/>
                  </a:ext>
                </a:extLst>
              </p:cNvPr>
              <p:cNvSpPr txBox="1"/>
              <p:nvPr/>
            </p:nvSpPr>
            <p:spPr>
              <a:xfrm>
                <a:off x="8070080" y="5416556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0600597-DE63-B539-0099-04C642AE98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70080" y="5416556"/>
                <a:ext cx="278300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50094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79ADBF-E8D2-C0E9-9FFD-AA966D26A1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E16DC30-BDA4-78C5-0478-0C46E5EED5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F648E7F7-E726-4F34-410C-8B8DC452523A}"/>
              </a:ext>
            </a:extLst>
          </p:cNvPr>
          <p:cNvSpPr txBox="1">
            <a:spLocks/>
          </p:cNvSpPr>
          <p:nvPr/>
        </p:nvSpPr>
        <p:spPr>
          <a:xfrm>
            <a:off x="-103910" y="2179820"/>
            <a:ext cx="9809019" cy="154157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US" i="0" dirty="0">
                <a:latin typeface="+mj-lt"/>
              </a:rPr>
              <a:t>These probabilities tell us how interviews are cleared,</a:t>
            </a:r>
            <a:endParaRPr lang="en-IN" dirty="0">
              <a:latin typeface="Cambria Math" panose="02040503050406030204" pitchFamily="18" charset="0"/>
            </a:endParaRPr>
          </a:p>
          <a:p>
            <a:pPr lvl="2"/>
            <a:r>
              <a:rPr lang="en-US" i="0" dirty="0">
                <a:latin typeface="+mj-lt"/>
              </a:rPr>
              <a:t>not where a selected successful student came from.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FB1F65C-CD57-0B89-824A-147F4B4F96B6}"/>
                  </a:ext>
                </a:extLst>
              </p:cNvPr>
              <p:cNvSpPr txBox="1"/>
              <p:nvPr/>
            </p:nvSpPr>
            <p:spPr>
              <a:xfrm>
                <a:off x="131179" y="837092"/>
                <a:ext cx="234834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=0.6,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FB1F65C-CD57-0B89-824A-147F4B4F96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837092"/>
                <a:ext cx="2348345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B127D79-309F-D7F3-9D33-C73E4F7E1B9F}"/>
                  </a:ext>
                </a:extLst>
              </p:cNvPr>
              <p:cNvSpPr txBox="1"/>
              <p:nvPr/>
            </p:nvSpPr>
            <p:spPr>
              <a:xfrm>
                <a:off x="2112380" y="841487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B127D79-309F-D7F3-9D33-C73E4F7E1B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2380" y="841487"/>
                <a:ext cx="278300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025D378-438A-A43C-B75C-19FEC66B78D1}"/>
                  </a:ext>
                </a:extLst>
              </p:cNvPr>
              <p:cNvSpPr txBox="1"/>
              <p:nvPr/>
            </p:nvSpPr>
            <p:spPr>
              <a:xfrm>
                <a:off x="131179" y="1516950"/>
                <a:ext cx="250421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=0.3,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025D378-438A-A43C-B75C-19FEC66B78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1516950"/>
                <a:ext cx="250421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F40F243-62F3-171F-BAA1-5163FE835FD6}"/>
                  </a:ext>
                </a:extLst>
              </p:cNvPr>
              <p:cNvSpPr txBox="1"/>
              <p:nvPr/>
            </p:nvSpPr>
            <p:spPr>
              <a:xfrm>
                <a:off x="2479524" y="1530709"/>
                <a:ext cx="2783002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F40F243-62F3-171F-BAA1-5163FE835F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9524" y="1530709"/>
                <a:ext cx="278300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2">
                <a:extLst>
                  <a:ext uri="{FF2B5EF4-FFF2-40B4-BE49-F238E27FC236}">
                    <a16:creationId xmlns:a16="http://schemas.microsoft.com/office/drawing/2014/main" id="{4460F581-0A08-E843-178E-7336A888098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3522548"/>
                <a:ext cx="11929641" cy="264822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/>
                  <a:t>Given that a student cleared the interview, what is the probability the student is from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?</a:t>
                </a:r>
              </a:p>
              <a:p>
                <a:pPr lvl="1"/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IN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𝐈</m:t>
                        </m:r>
                        <m:r>
                          <a:rPr lang="en-IN" b="1" i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b="1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 ?</m:t>
                    </m:r>
                  </m:oMath>
                </a14:m>
                <a:endParaRPr lang="en-IN" b="1" dirty="0">
                  <a:solidFill>
                    <a:schemeClr val="accent6">
                      <a:lumMod val="75000"/>
                    </a:schemeClr>
                  </a:solidFill>
                </a:endParaRPr>
              </a:p>
              <a:p>
                <a:pPr lvl="1"/>
                <a:r>
                  <a:rPr lang="en-US" dirty="0"/>
                  <a:t>This is reverse probability → Bayes’ Theorem.</a:t>
                </a:r>
                <a:endParaRPr lang="en-IN" dirty="0"/>
              </a:p>
            </p:txBody>
          </p:sp>
        </mc:Choice>
        <mc:Fallback xmlns="">
          <p:sp>
            <p:nvSpPr>
              <p:cNvPr id="21" name="Content Placeholder 2">
                <a:extLst>
                  <a:ext uri="{FF2B5EF4-FFF2-40B4-BE49-F238E27FC236}">
                    <a16:creationId xmlns:a16="http://schemas.microsoft.com/office/drawing/2014/main" id="{4460F581-0A08-E843-178E-7336A88809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3522548"/>
                <a:ext cx="11929641" cy="2648229"/>
              </a:xfrm>
              <a:prstGeom prst="rect">
                <a:avLst/>
              </a:prstGeom>
              <a:blipFill>
                <a:blip r:embed="rId6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4863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5FB438-B8B4-E661-DD75-430B54AC7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3743CD-A3E0-9EAC-E9F6-F36E6C5B73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75238DD-2B36-795C-E036-AD1E5B70AF1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66168"/>
                <a:ext cx="11929641" cy="2084036"/>
              </a:xfrm>
            </p:spPr>
            <p:txBody>
              <a:bodyPr/>
              <a:lstStyle/>
              <a:p>
                <a:r>
                  <a:rPr lang="en-IN" dirty="0"/>
                  <a:t>Start From Conditional Probability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i="0" smtClean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e>
                      </m:d>
                      <m:r>
                        <a:rPr lang="en-IN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0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75238DD-2B36-795C-E036-AD1E5B70AF1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66168"/>
                <a:ext cx="11929641" cy="2084036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CB61E83D-111C-5193-6A6F-D462F51ED9E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2523632"/>
                <a:ext cx="10394812" cy="20840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:r>
                  <a:rPr lang="en-IN" dirty="0"/>
                  <a:t>Meaning:</a:t>
                </a:r>
              </a:p>
              <a:p>
                <a:pPr lvl="2"/>
                <a:r>
                  <a:rPr lang="en-IN" dirty="0"/>
                  <a:t>Numerator → </a:t>
                </a:r>
                <a:r>
                  <a:rPr lang="en-US" dirty="0"/>
                  <a:t>Student from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clears interview</a:t>
                </a:r>
                <a:endParaRPr lang="en-IN" dirty="0"/>
              </a:p>
              <a:p>
                <a:pPr lvl="2"/>
                <a:r>
                  <a:rPr lang="en-IN" dirty="0"/>
                  <a:t>Denominator → Interview cleared from any college</a:t>
                </a: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CB61E83D-111C-5193-6A6F-D462F51ED9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2523632"/>
                <a:ext cx="10394812" cy="208403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DCDA5562-0EE2-3F87-487F-7F98FA58A78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9" y="4475649"/>
                <a:ext cx="7485578" cy="20840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:r>
                  <a:rPr lang="en-IN" dirty="0"/>
                  <a:t>Now,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∩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∙</m:t>
                    </m:r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/>
              </a:p>
              <a:p>
                <a:pPr lvl="2"/>
                <a:r>
                  <a:rPr lang="en-IN" dirty="0"/>
                  <a:t>i.e., </a:t>
                </a:r>
                <a:r>
                  <a:rPr lang="en-US" dirty="0"/>
                  <a:t>first choose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and </a:t>
                </a:r>
              </a:p>
              <a:p>
                <a:pPr lvl="2"/>
                <a:r>
                  <a:rPr lang="en-US" dirty="0"/>
                  <a:t>then the student clears interview</a:t>
                </a:r>
                <a:endParaRPr lang="en-IN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DCDA5562-0EE2-3F87-487F-7F98FA58A7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9" y="4475649"/>
                <a:ext cx="7485578" cy="208403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0F7684B9-2912-FD2E-2834-446D459E704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760723" y="4748948"/>
                <a:ext cx="5300098" cy="148416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I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0F7684B9-2912-FD2E-2834-446D459E70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723" y="4748948"/>
                <a:ext cx="5300098" cy="148416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9415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5A6916-2C4C-A806-D968-8CBCD8EC2B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445D47-3697-3171-2907-D9AA57D58E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B4F6AC10-16F5-3F59-F50F-3803A1595E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445951" y="857884"/>
                <a:ext cx="5300098" cy="148416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I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B4F6AC10-16F5-3F59-F50F-3803A1595E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45951" y="857884"/>
                <a:ext cx="5300098" cy="148416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0DD6860F-9AAB-379F-ED33-C6A7D8C467F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8480" y="2342049"/>
                <a:ext cx="4969358" cy="71336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Why do we need </a:t>
                </a:r>
                <a14:m>
                  <m:oMath xmlns:m="http://schemas.openxmlformats.org/officeDocument/2006/math">
                    <m:r>
                      <a:rPr lang="en-IN" b="1" i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𝐈</m:t>
                        </m:r>
                      </m:e>
                    </m:d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?</m:t>
                    </m:r>
                  </m:oMath>
                </a14:m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9" name="Content Placeholder 2">
                <a:extLst>
                  <a:ext uri="{FF2B5EF4-FFF2-40B4-BE49-F238E27FC236}">
                    <a16:creationId xmlns:a16="http://schemas.microsoft.com/office/drawing/2014/main" id="{0DD6860F-9AAB-379F-ED33-C6A7D8C467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480" y="2342049"/>
                <a:ext cx="4969358" cy="713362"/>
              </a:xfrm>
              <a:prstGeom prst="rect">
                <a:avLst/>
              </a:prstGeom>
              <a:blipFill>
                <a:blip r:embed="rId3"/>
                <a:stretch>
                  <a:fillRect l="-2577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2">
                <a:extLst>
                  <a:ext uri="{FF2B5EF4-FFF2-40B4-BE49-F238E27FC236}">
                    <a16:creationId xmlns:a16="http://schemas.microsoft.com/office/drawing/2014/main" id="{016EDA08-729A-2DFB-8B49-16C324E445D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96001" y="5288916"/>
                <a:ext cx="10267690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IN" b="0" i="0" smtClean="0">
                        <a:latin typeface="Cambria Math" panose="02040503050406030204" pitchFamily="18" charset="0"/>
                      </a:rPr>
                      <m:t>∴</m:t>
                    </m:r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∙</m:t>
                    </m:r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∙</m:t>
                    </m:r>
                    <m:r>
                      <m:rPr>
                        <m:sty m:val="p"/>
                      </m:rPr>
                      <a:rPr lang="en-IN" i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i="0"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m:rPr>
                            <m:sty m:val="p"/>
                          </m:rPr>
                          <a:rPr lang="en-IN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IN" dirty="0"/>
                  <a:t> - Total Probability</a:t>
                </a:r>
              </a:p>
            </p:txBody>
          </p:sp>
        </mc:Choice>
        <mc:Fallback xmlns="">
          <p:sp>
            <p:nvSpPr>
              <p:cNvPr id="11" name="Content Placeholder 2">
                <a:extLst>
                  <a:ext uri="{FF2B5EF4-FFF2-40B4-BE49-F238E27FC236}">
                    <a16:creationId xmlns:a16="http://schemas.microsoft.com/office/drawing/2014/main" id="{016EDA08-729A-2DFB-8B49-16C324E445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6001" y="5288916"/>
                <a:ext cx="10267690" cy="711200"/>
              </a:xfrm>
              <a:prstGeom prst="rect">
                <a:avLst/>
              </a:prstGeom>
              <a:blipFill>
                <a:blip r:embed="rId4"/>
                <a:stretch>
                  <a:fillRect b="-68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34F6542-B102-7A42-DD3B-6F71B38BDC4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73102" y="3055411"/>
                <a:ext cx="9061459" cy="208403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:r>
                  <a:rPr lang="en-US" dirty="0"/>
                  <a:t>If an interview is cleared, how many possible sources exist?</a:t>
                </a:r>
              </a:p>
              <a:p>
                <a:pPr lvl="2"/>
                <a:r>
                  <a:rPr lang="en-US" dirty="0"/>
                  <a:t>Student could be from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US" dirty="0"/>
              </a:p>
              <a:p>
                <a:pPr lvl="2"/>
                <a:r>
                  <a:rPr lang="en-US" dirty="0"/>
                  <a:t>Student could be from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34F6542-B102-7A42-DD3B-6F71B38BDC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73102" y="3055411"/>
                <a:ext cx="9061459" cy="2084036"/>
              </a:xfrm>
              <a:prstGeom prst="rect">
                <a:avLst/>
              </a:prstGeom>
              <a:blipFill>
                <a:blip r:embed="rId5"/>
                <a:stretch>
                  <a:fillRect r="-60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ight Brace 3">
            <a:extLst>
              <a:ext uri="{FF2B5EF4-FFF2-40B4-BE49-F238E27FC236}">
                <a16:creationId xmlns:a16="http://schemas.microsoft.com/office/drawing/2014/main" id="{749E5659-70B4-A7B0-C556-F74BF41FE551}"/>
              </a:ext>
            </a:extLst>
          </p:cNvPr>
          <p:cNvSpPr/>
          <p:nvPr/>
        </p:nvSpPr>
        <p:spPr>
          <a:xfrm>
            <a:off x="5600700" y="3906982"/>
            <a:ext cx="495300" cy="997527"/>
          </a:xfrm>
          <a:prstGeom prst="rightBrace">
            <a:avLst>
              <a:gd name="adj1" fmla="val 33508"/>
              <a:gd name="adj2" fmla="val 51042"/>
            </a:avLst>
          </a:prstGeom>
          <a:ln w="381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E38F050C-10C0-51B1-EF9B-B476154D2068}"/>
              </a:ext>
            </a:extLst>
          </p:cNvPr>
          <p:cNvSpPr txBox="1">
            <a:spLocks/>
          </p:cNvSpPr>
          <p:nvPr/>
        </p:nvSpPr>
        <p:spPr>
          <a:xfrm>
            <a:off x="6201640" y="4097429"/>
            <a:ext cx="5088817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IN" dirty="0"/>
              <a:t>Mutually Exclusive and Exhaustive</a:t>
            </a:r>
          </a:p>
        </p:txBody>
      </p:sp>
    </p:spTree>
    <p:extLst>
      <p:ext uri="{BB962C8B-B14F-4D97-AF65-F5344CB8AC3E}">
        <p14:creationId xmlns:p14="http://schemas.microsoft.com/office/powerpoint/2010/main" val="3709736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4" grpId="0" animBg="1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6C7CE4-3BB4-BC7B-C7A1-758DF706F2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F807F8C-BB26-3502-0ADD-57592B4C9D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268FFFE3-837D-85BA-0D0F-188B14322D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5850" y="752638"/>
                <a:ext cx="9061458" cy="138788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a:rPr lang="en-IN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𝐈</m:t>
                          </m:r>
                        </m:e>
                      </m:d>
                      <m:r>
                        <a:rPr lang="en-IN" b="1" i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𝐈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</m:num>
                        <m:den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</m:d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𝐈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</m:d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a:rPr lang="en-IN" b="1" i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b="1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𝐈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r>
                                <a:rPr lang="en-IN" b="1" i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268FFFE3-837D-85BA-0D0F-188B14322D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850" y="752638"/>
                <a:ext cx="9061458" cy="138788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42A677-8D66-24BA-978E-18B5E162408B}"/>
              </a:ext>
            </a:extLst>
          </p:cNvPr>
          <p:cNvSpPr txBox="1">
            <a:spLocks/>
          </p:cNvSpPr>
          <p:nvPr/>
        </p:nvSpPr>
        <p:spPr>
          <a:xfrm>
            <a:off x="-160651" y="2278240"/>
            <a:ext cx="9061459" cy="7870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US" dirty="0"/>
              <a:t>This is Bayes’ Theorem (for two causes).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2">
                <a:extLst>
                  <a:ext uri="{FF2B5EF4-FFF2-40B4-BE49-F238E27FC236}">
                    <a16:creationId xmlns:a16="http://schemas.microsoft.com/office/drawing/2014/main" id="{321056B6-F65D-A00D-4C24-87FDF1F3218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5850" y="2986376"/>
                <a:ext cx="8026201" cy="148416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d>
                        </m:num>
                        <m:den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d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i="0" smtClean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2">
                <a:extLst>
                  <a:ext uri="{FF2B5EF4-FFF2-40B4-BE49-F238E27FC236}">
                    <a16:creationId xmlns:a16="http://schemas.microsoft.com/office/drawing/2014/main" id="{321056B6-F65D-A00D-4C24-87FDF1F32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850" y="2986376"/>
                <a:ext cx="8026201" cy="148416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A09D46F-3339-4A82-9F8B-4D9B3D75C17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64906" y="4333814"/>
                <a:ext cx="7947200" cy="2139722"/>
              </a:xfrm>
              <a:prstGeom prst="rect">
                <a:avLst/>
              </a:prstGeom>
              <a:ln w="28575">
                <a:solidFill>
                  <a:schemeClr val="accent6">
                    <a:lumMod val="75000"/>
                  </a:schemeClr>
                </a:solidFill>
              </a:ln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dirty="0"/>
                  <a:t>Even though both colleges send students, most students who clear the interview come from College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because it has a higher success rate, even though it sends fewer students.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A09D46F-3339-4A82-9F8B-4D9B3D75C1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4906" y="4333814"/>
                <a:ext cx="7947200" cy="2139722"/>
              </a:xfrm>
              <a:prstGeom prst="rect">
                <a:avLst/>
              </a:prstGeom>
              <a:blipFill>
                <a:blip r:embed="rId4"/>
                <a:stretch>
                  <a:fillRect l="-1375" r="-1299" b="-8989"/>
                </a:stretch>
              </a:blipFill>
              <a:ln w="28575">
                <a:solidFill>
                  <a:schemeClr val="accent6">
                    <a:lumMod val="75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52B9F24E-7209-2DF1-406B-73A227CB46D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5850" y="4711074"/>
                <a:ext cx="3520968" cy="78701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526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52B9F24E-7209-2DF1-406B-73A227CB4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850" y="4711074"/>
                <a:ext cx="3520968" cy="78701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52540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A8107-282D-AD1E-A6F6-E336B72A8C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7C68BE8B-1B7D-00A3-7455-AC87E68281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 : Summary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2" name="Table 11">
                <a:extLst>
                  <a:ext uri="{FF2B5EF4-FFF2-40B4-BE49-F238E27FC236}">
                    <a16:creationId xmlns:a16="http://schemas.microsoft.com/office/drawing/2014/main" id="{A26CF6F2-88E6-DD8D-92D4-D1AF6D5A0B0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83393647"/>
                  </p:ext>
                </p:extLst>
              </p:nvPr>
            </p:nvGraphicFramePr>
            <p:xfrm>
              <a:off x="427793" y="831802"/>
              <a:ext cx="11336414" cy="4621347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6032229">
                      <a:extLst>
                        <a:ext uri="{9D8B030D-6E8A-4147-A177-3AD203B41FA5}">
                          <a16:colId xmlns:a16="http://schemas.microsoft.com/office/drawing/2014/main" val="418458320"/>
                        </a:ext>
                      </a:extLst>
                    </a:gridCol>
                    <a:gridCol w="5304185">
                      <a:extLst>
                        <a:ext uri="{9D8B030D-6E8A-4147-A177-3AD203B41FA5}">
                          <a16:colId xmlns:a16="http://schemas.microsoft.com/office/drawing/2014/main" val="2139984313"/>
                        </a:ext>
                      </a:extLst>
                    </a:gridCol>
                  </a:tblGrid>
                  <a:tr h="595569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Term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Meaning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30936714"/>
                      </a:ext>
                    </a:extLst>
                  </a:tr>
                  <a:tr h="595569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dirty="0">
                              <a:solidFill>
                                <a:srgbClr val="002060"/>
                              </a:solidFill>
                            </a:rPr>
                            <a:t>Student share from </a:t>
                          </a:r>
                          <a: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a:t>College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oMath>
                          </a14:m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3866339"/>
                      </a:ext>
                    </a:extLst>
                  </a:tr>
                  <a:tr h="595569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u="none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 u="none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u="none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  <m:r>
                                      <a:rPr lang="en-IN" sz="2800" b="0" i="0" u="none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| 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u="none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0" i="0" u="none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dirty="0">
                              <a:solidFill>
                                <a:srgbClr val="002060"/>
                              </a:solidFill>
                            </a:rPr>
                            <a:t>Interview clearing rate of College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oMath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1472410"/>
                      </a:ext>
                    </a:extLst>
                  </a:tr>
                  <a:tr h="595569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</m:d>
                                <m:r>
                                  <a:rPr lang="en-IN" sz="2800" b="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∙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  <m: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| 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dirty="0">
                              <a:solidFill>
                                <a:srgbClr val="002060"/>
                              </a:solidFill>
                            </a:rPr>
                            <a:t>Students who clear interview from College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oMath>
                          </a14:m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04679634"/>
                      </a:ext>
                    </a:extLst>
                  </a:tr>
                  <a:tr h="595569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</m:d>
                                <m:r>
                                  <a:rPr lang="en-IN" sz="2800" b="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∙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  <m: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| 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</m:d>
                                <m:r>
                                  <a:rPr lang="en-IN" sz="2800" b="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</m:d>
                                <m:r>
                                  <a:rPr lang="en-IN" sz="2800" b="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∙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  <m: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| 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dirty="0">
                              <a:solidFill>
                                <a:srgbClr val="002060"/>
                              </a:solidFill>
                            </a:rPr>
                            <a:t>Students who clear interview from all colleges</a:t>
                          </a:r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64550275"/>
                      </a:ext>
                    </a:extLst>
                  </a:tr>
                  <a:tr h="595569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d>
                                  <m:dPr>
                                    <m:ctrlPr>
                                      <a:rPr lang="en-IN" sz="2800" b="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  <m: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| 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dirty="0">
                              <a:solidFill>
                                <a:srgbClr val="002060"/>
                              </a:solidFill>
                            </a:rPr>
                            <a:t>Updated belief that the selected successful student is from College B</a:t>
                          </a:r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5332856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2" name="Table 11">
                <a:extLst>
                  <a:ext uri="{FF2B5EF4-FFF2-40B4-BE49-F238E27FC236}">
                    <a16:creationId xmlns:a16="http://schemas.microsoft.com/office/drawing/2014/main" id="{A26CF6F2-88E6-DD8D-92D4-D1AF6D5A0B0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83393647"/>
                  </p:ext>
                </p:extLst>
              </p:nvPr>
            </p:nvGraphicFramePr>
            <p:xfrm>
              <a:off x="427793" y="831802"/>
              <a:ext cx="11336414" cy="4621347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6032229">
                      <a:extLst>
                        <a:ext uri="{9D8B030D-6E8A-4147-A177-3AD203B41FA5}">
                          <a16:colId xmlns:a16="http://schemas.microsoft.com/office/drawing/2014/main" val="418458320"/>
                        </a:ext>
                      </a:extLst>
                    </a:gridCol>
                    <a:gridCol w="5304185">
                      <a:extLst>
                        <a:ext uri="{9D8B030D-6E8A-4147-A177-3AD203B41FA5}">
                          <a16:colId xmlns:a16="http://schemas.microsoft.com/office/drawing/2014/main" val="2139984313"/>
                        </a:ext>
                      </a:extLst>
                    </a:gridCol>
                  </a:tblGrid>
                  <a:tr h="595569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Term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Meaning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30936714"/>
                      </a:ext>
                    </a:extLst>
                  </a:tr>
                  <a:tr h="595569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03" t="-109184" r="-88586" b="-60408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4138" t="-109184" r="-805" b="-60408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866339"/>
                      </a:ext>
                    </a:extLst>
                  </a:tr>
                  <a:tr h="595569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03" t="-211340" r="-88586" b="-51030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4138" t="-211340" r="-805" b="-51030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81472410"/>
                      </a:ext>
                    </a:extLst>
                  </a:tr>
                  <a:tr h="94488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03" t="-193590" r="-88586" b="-21730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4138" t="-193590" r="-805" b="-21730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504679634"/>
                      </a:ext>
                    </a:extLst>
                  </a:tr>
                  <a:tr h="94488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03" t="-295484" r="-88586" b="-1187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dirty="0">
                              <a:solidFill>
                                <a:srgbClr val="002060"/>
                              </a:solidFill>
                            </a:rPr>
                            <a:t>Students who clear interview from all colleges</a:t>
                          </a:r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64550275"/>
                      </a:ext>
                    </a:extLst>
                  </a:tr>
                  <a:tr h="94488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03" t="-395484" r="-88586" b="-1871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dirty="0">
                              <a:solidFill>
                                <a:srgbClr val="002060"/>
                              </a:solidFill>
                            </a:rPr>
                            <a:t>Updated belief that the selected successful student is from College B</a:t>
                          </a:r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5332856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5F1EED76-9F14-FE50-B34D-3953F042DC16}"/>
                  </a:ext>
                </a:extLst>
              </p:cNvPr>
              <p:cNvSpPr txBox="1"/>
              <p:nvPr/>
            </p:nvSpPr>
            <p:spPr>
              <a:xfrm>
                <a:off x="427794" y="5703032"/>
                <a:ext cx="10139762" cy="8309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400" b="1" dirty="0">
                    <a:solidFill>
                      <a:srgbClr val="002060"/>
                    </a:solidFill>
                  </a:rPr>
                  <a:t>Student share from </a:t>
                </a:r>
                <a:r>
                  <a:rPr lang="en-IN" sz="2400" b="1" dirty="0">
                    <a:solidFill>
                      <a:srgbClr val="002060"/>
                    </a:solidFill>
                  </a:rPr>
                  <a:t>College </a:t>
                </a:r>
                <a14:m>
                  <m:oMath xmlns:m="http://schemas.openxmlformats.org/officeDocument/2006/math">
                    <m:r>
                      <a:rPr lang="en-IN" sz="2400" b="1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means </a:t>
                </a:r>
                <a:r>
                  <a:rPr lang="en-US" sz="2400" dirty="0">
                    <a:solidFill>
                      <a:srgbClr val="002060"/>
                    </a:solidFill>
                  </a:rPr>
                  <a:t>out of all students considered by the company, what fraction come from College B?</a:t>
                </a:r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5F1EED76-9F14-FE50-B34D-3953F042DC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794" y="5703032"/>
                <a:ext cx="10139762" cy="830997"/>
              </a:xfrm>
              <a:prstGeom prst="rect">
                <a:avLst/>
              </a:prstGeom>
              <a:blipFill>
                <a:blip r:embed="rId3"/>
                <a:stretch>
                  <a:fillRect l="-901" t="-5147" r="-1502" b="-1691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38018763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D96E34-7324-F6B6-3ED4-CD7076221C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E4207D-8673-3E43-9946-61DEDB3C2B6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2949799"/>
          </a:xfrm>
        </p:spPr>
        <p:txBody>
          <a:bodyPr/>
          <a:lstStyle/>
          <a:p>
            <a:r>
              <a:rPr lang="en-US" dirty="0"/>
              <a:t>Many of us thinks probability always goes forward:</a:t>
            </a:r>
          </a:p>
          <a:p>
            <a:pPr marL="0" indent="0" algn="ctr">
              <a:buNone/>
            </a:pPr>
            <a:r>
              <a:rPr lang="en-US" dirty="0"/>
              <a:t>Cause → Effect/Result</a:t>
            </a:r>
          </a:p>
          <a:p>
            <a:r>
              <a:rPr lang="en-US" dirty="0"/>
              <a:t>But in real life, we often know the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effect</a:t>
            </a:r>
            <a:r>
              <a:rPr lang="en-US" dirty="0"/>
              <a:t> and want to find the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cause</a:t>
            </a:r>
            <a:r>
              <a:rPr lang="en-US" dirty="0"/>
              <a:t>.</a:t>
            </a:r>
          </a:p>
          <a:p>
            <a:r>
              <a:rPr lang="en-US" dirty="0"/>
              <a:t>Bayes’ Theorem helps us reverse the direction of probability.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265480129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70472FD8-5380-4DCB-BEBA-49E882DCD04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b="1" dirty="0">
                    <a:solidFill>
                      <a:srgbClr val="002060"/>
                    </a:solidFill>
                    <a:effectLst/>
                    <a:ea typeface="Times New Roman" panose="02020603050405020304" pitchFamily="18" charset="0"/>
                    <a:cs typeface="Shruti" panose="020B0502040204020203" pitchFamily="34" charset="0"/>
                  </a:rPr>
                  <a:t>Statement:</a:t>
                </a:r>
                <a:endParaRPr lang="en-IN" dirty="0">
                  <a:solidFill>
                    <a:srgbClr val="002060"/>
                  </a:solidFill>
                  <a:effectLst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  <a:p>
                <a:pPr lvl="1"/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Let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1</m:t>
                        </m:r>
                      </m:sub>
                    </m:sSub>
                    <m:r>
                      <a:rPr lang="en-IN" b="0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3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US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 </m:t>
                    </m:r>
                    <m:sSub>
                      <m:sSub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US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be </a:t>
                </a:r>
                <a:r>
                  <a:rPr lang="en-IN" b="1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mutually exclusive and exhaustive</a:t>
                </a:r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events of the sample space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S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i="1">
                                <a:effectLst/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i="0" smtClean="0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i="0" smtClean="0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  <m:t>i</m:t>
                            </m:r>
                          </m:sub>
                        </m:sSub>
                      </m:e>
                    </m:d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≠0</m:t>
                    </m:r>
                  </m:oMath>
                </a14:m>
                <a:r>
                  <a:rPr lang="en-IN" i="0" dirty="0"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,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i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=1,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 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 </m:t>
                    </m:r>
                    <m:r>
                      <a:rPr lang="en-IN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3,</m:t>
                    </m:r>
                    <m:r>
                      <a:rPr lang="en-IN" i="1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 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…</m:t>
                    </m:r>
                    <m:r>
                      <a:rPr lang="en-IN" b="0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IN" b="0" i="1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 </m:t>
                    </m:r>
                    <m:r>
                      <m:rPr>
                        <m:sty m:val="p"/>
                      </m:rP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n</m:t>
                    </m:r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.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be any event associated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S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effectLst/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B</m:t>
                        </m:r>
                      </m:e>
                    </m:d>
                    <m:r>
                      <a:rPr lang="en-IN" i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≠0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. </a:t>
                </a:r>
              </a:p>
              <a:p>
                <a:pPr marL="628650" lvl="1" indent="0">
                  <a:buNone/>
                </a:pPr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The probability of an event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dirty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i="0" dirty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b="0" i="0" dirty="0" smtClean="0"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when the event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B</m:t>
                    </m:r>
                  </m:oMath>
                </a14:m>
                <a:r>
                  <a:rPr lang="en-IN" dirty="0">
                    <a:effectLst/>
                    <a:ea typeface="Calibri" panose="020F0502020204030204" pitchFamily="34" charset="0"/>
                    <a:cs typeface="Shruti" panose="020B0502040204020203" pitchFamily="34" charset="0"/>
                  </a:rPr>
                  <a:t> has occurred is</a:t>
                </a: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70472FD8-5380-4DCB-BEBA-49E882DCD04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B5C6AB-B805-4427-B507-F0B9201E447E}"/>
                  </a:ext>
                </a:extLst>
              </p:cNvPr>
              <p:cNvSpPr txBox="1"/>
              <p:nvPr/>
            </p:nvSpPr>
            <p:spPr>
              <a:xfrm>
                <a:off x="71664" y="4199655"/>
                <a:ext cx="19621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"/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endChr m:val="|"/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 i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 b="1" i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  <m:r>
                                <a:rPr lang="en-IN" sz="2800" b="0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e>
                      </m:d>
                      <m:r>
                        <a:rPr lang="en-IN" sz="2800" b="0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B5C6AB-B805-4427-B507-F0B9201E44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64" y="4199655"/>
                <a:ext cx="19621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E02F7F3-3BEB-4EC7-B35A-E9839B78B909}"/>
                  </a:ext>
                </a:extLst>
              </p:cNvPr>
              <p:cNvSpPr txBox="1"/>
              <p:nvPr/>
            </p:nvSpPr>
            <p:spPr>
              <a:xfrm>
                <a:off x="1962150" y="3897778"/>
                <a:ext cx="10229850" cy="11269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𝐀</m:t>
                                      </m:r>
                                    </m:e>
                                    <m:sub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num>
                        <m:den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𝐀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+ 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𝐀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+⋯+ 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</m:e>
                                <m:sub>
                                  <m:r>
                                    <a:rPr lang="en-IN" sz="28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𝐧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𝐏</m:t>
                          </m:r>
                          <m:d>
                            <m:d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𝐀</m:t>
                                      </m:r>
                                    </m:e>
                                    <m:sub>
                                      <m:r>
                                        <a:rPr lang="en-IN" sz="2800" b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𝐧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E02F7F3-3BEB-4EC7-B35A-E9839B78B9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2150" y="3897778"/>
                <a:ext cx="10229850" cy="112697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41650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7229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algn="dist">
                  <a:lnSpc>
                    <a:spcPct val="125000"/>
                  </a:lnSpc>
                </a:pPr>
                <a:r>
                  <a:rPr lang="en-GB" dirty="0"/>
                  <a:t>Consider two boxes, first with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green &amp;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dirty="0"/>
                  <a:t> pink and second with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dirty="0"/>
                  <a:t> green &amp;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dirty="0"/>
                  <a:t> pink </a:t>
                </a:r>
              </a:p>
              <a:p>
                <a:pPr algn="dist">
                  <a:lnSpc>
                    <a:spcPct val="125000"/>
                  </a:lnSpc>
                </a:pPr>
                <a:r>
                  <a:rPr lang="en-GB" dirty="0"/>
                  <a:t>balls. Two balls are selected from random box. </a:t>
                </a:r>
                <a:r>
                  <a:rPr lang="en-US" dirty="0"/>
                  <a:t>If both balls are pink, find the </a:t>
                </a:r>
              </a:p>
              <a:p>
                <a:pPr>
                  <a:lnSpc>
                    <a:spcPct val="125000"/>
                  </a:lnSpc>
                </a:pPr>
                <a:r>
                  <a:rPr lang="en-US" dirty="0"/>
                  <a:t>probability that they are from second box.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722961"/>
              </a:xfrm>
              <a:prstGeom prst="rect">
                <a:avLst/>
              </a:prstGeom>
              <a:blipFill>
                <a:blip r:embed="rId2"/>
                <a:stretch>
                  <a:fillRect l="-1074" r="-1074" b="-565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6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75095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F0DC217-D4D1-4C8A-974B-2E44A438FFA5}"/>
                  </a:ext>
                </a:extLst>
              </p:cNvPr>
              <p:cNvSpPr txBox="1"/>
              <p:nvPr/>
            </p:nvSpPr>
            <p:spPr>
              <a:xfrm>
                <a:off x="1594216" y="2747438"/>
                <a:ext cx="34064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Box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: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Green,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Pink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F0DC217-D4D1-4C8A-974B-2E44A438FF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747438"/>
                <a:ext cx="3406409" cy="523220"/>
              </a:xfrm>
              <a:prstGeom prst="rect">
                <a:avLst/>
              </a:prstGeom>
              <a:blipFill>
                <a:blip r:embed="rId3"/>
                <a:stretch>
                  <a:fillRect l="-3763" t="-11628" r="-143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8911A32-F081-401B-9F35-A5A6A1A39EB1}"/>
                  </a:ext>
                </a:extLst>
              </p:cNvPr>
              <p:cNvSpPr txBox="1"/>
              <p:nvPr/>
            </p:nvSpPr>
            <p:spPr>
              <a:xfrm>
                <a:off x="1594215" y="3319140"/>
                <a:ext cx="34064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Box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: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Green, 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Pink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8911A32-F081-401B-9F35-A5A6A1A39E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3319140"/>
                <a:ext cx="3406409" cy="523220"/>
              </a:xfrm>
              <a:prstGeom prst="rect">
                <a:avLst/>
              </a:prstGeom>
              <a:blipFill>
                <a:blip r:embed="rId4"/>
                <a:stretch>
                  <a:fillRect l="-3763" t="-10465" r="-143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40FA5103-C3B1-445C-BA20-90671FC189E1}"/>
              </a:ext>
            </a:extLst>
          </p:cNvPr>
          <p:cNvSpPr txBox="1"/>
          <p:nvPr/>
        </p:nvSpPr>
        <p:spPr>
          <a:xfrm>
            <a:off x="1594216" y="3959573"/>
            <a:ext cx="13013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/>
              <p:nvPr/>
            </p:nvSpPr>
            <p:spPr>
              <a:xfrm>
                <a:off x="1594216" y="4504527"/>
                <a:ext cx="31682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Selecting Box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504527"/>
                <a:ext cx="3168284" cy="523220"/>
              </a:xfrm>
              <a:prstGeom prst="rect">
                <a:avLst/>
              </a:prstGeom>
              <a:blipFill>
                <a:blip r:embed="rId5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/>
              <p:nvPr/>
            </p:nvSpPr>
            <p:spPr>
              <a:xfrm>
                <a:off x="1594216" y="5167491"/>
                <a:ext cx="31682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Selecting Box </a:t>
                </a:r>
                <a14:m>
                  <m:oMath xmlns:m="http://schemas.openxmlformats.org/officeDocument/2006/math"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167491"/>
                <a:ext cx="3168284" cy="523220"/>
              </a:xfrm>
              <a:prstGeom prst="rect">
                <a:avLst/>
              </a:prstGeom>
              <a:blipFill>
                <a:blip r:embed="rId6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/>
              <p:nvPr/>
            </p:nvSpPr>
            <p:spPr>
              <a:xfrm>
                <a:off x="1594216" y="5830455"/>
                <a:ext cx="41684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  : Selecting two pink balls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02B16E7-C2F5-4A1E-ACAF-DCCD9744D0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830455"/>
                <a:ext cx="4168409" cy="523220"/>
              </a:xfrm>
              <a:prstGeom prst="rect">
                <a:avLst/>
              </a:prstGeom>
              <a:blipFill>
                <a:blip r:embed="rId7"/>
                <a:stretch>
                  <a:fillRect t="-10465" r="-58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46EB6070-7B89-40E9-80EA-7F55B673B189}"/>
              </a:ext>
            </a:extLst>
          </p:cNvPr>
          <p:cNvSpPr txBox="1"/>
          <p:nvPr/>
        </p:nvSpPr>
        <p:spPr>
          <a:xfrm>
            <a:off x="7690213" y="2750952"/>
            <a:ext cx="21493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Probabilities: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A6E29D9-DC5D-4AC7-8C35-3AD2D90231F8}"/>
                  </a:ext>
                </a:extLst>
              </p:cNvPr>
              <p:cNvSpPr txBox="1"/>
              <p:nvPr/>
            </p:nvSpPr>
            <p:spPr>
              <a:xfrm>
                <a:off x="7690213" y="3250743"/>
                <a:ext cx="1962153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A6E29D9-DC5D-4AC7-8C35-3AD2D90231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0213" y="3250743"/>
                <a:ext cx="1962153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898D836A-76E6-4C04-9B42-7D418261AEED}"/>
                  </a:ext>
                </a:extLst>
              </p:cNvPr>
              <p:cNvSpPr txBox="1"/>
              <p:nvPr/>
            </p:nvSpPr>
            <p:spPr>
              <a:xfrm>
                <a:off x="10013787" y="3250743"/>
                <a:ext cx="2047034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898D836A-76E6-4C04-9B42-7D418261AE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3787" y="3250743"/>
                <a:ext cx="2047034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ED2F91BA-958C-468E-9DA7-18119FB85744}"/>
                  </a:ext>
                </a:extLst>
              </p:cNvPr>
              <p:cNvSpPr txBox="1"/>
              <p:nvPr/>
            </p:nvSpPr>
            <p:spPr>
              <a:xfrm>
                <a:off x="7690213" y="4472334"/>
                <a:ext cx="15240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ED2F91BA-958C-468E-9DA7-18119FB857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0213" y="4472334"/>
                <a:ext cx="15240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5D2EAF46-46FB-4433-909C-1991CF05FC3F}"/>
                  </a:ext>
                </a:extLst>
              </p:cNvPr>
              <p:cNvSpPr txBox="1"/>
              <p:nvPr/>
            </p:nvSpPr>
            <p:spPr>
              <a:xfrm>
                <a:off x="10286013" y="4284462"/>
                <a:ext cx="1063150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21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5D2EAF46-46FB-4433-909C-1991CF05FC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86013" y="4284462"/>
                <a:ext cx="1063150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47B5B446-06FE-4214-A79A-49951A75EF4E}"/>
                  </a:ext>
                </a:extLst>
              </p:cNvPr>
              <p:cNvSpPr txBox="1"/>
              <p:nvPr/>
            </p:nvSpPr>
            <p:spPr>
              <a:xfrm>
                <a:off x="7690213" y="5652040"/>
                <a:ext cx="15240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47B5B446-06FE-4214-A79A-49951A75EF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0213" y="5652040"/>
                <a:ext cx="15240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CF784005-240C-4867-994E-ECB7B675B4AC}"/>
                  </a:ext>
                </a:extLst>
              </p:cNvPr>
              <p:cNvSpPr txBox="1"/>
              <p:nvPr/>
            </p:nvSpPr>
            <p:spPr>
              <a:xfrm>
                <a:off x="10286013" y="5464168"/>
                <a:ext cx="1063150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21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CF784005-240C-4867-994E-ECB7B675B4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86013" y="5464168"/>
                <a:ext cx="1063150" cy="898964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5860E96-8861-4937-AAE2-85F8842D86C0}"/>
                  </a:ext>
                </a:extLst>
              </p:cNvPr>
              <p:cNvSpPr txBox="1"/>
              <p:nvPr/>
            </p:nvSpPr>
            <p:spPr>
              <a:xfrm>
                <a:off x="9120790" y="4220182"/>
                <a:ext cx="1325325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5860E96-8861-4937-AAE2-85F8842D86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20790" y="4220182"/>
                <a:ext cx="1325325" cy="102752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DBE02FA-9C2D-4766-BD32-2B60DE6D7098}"/>
                  </a:ext>
                </a:extLst>
              </p:cNvPr>
              <p:cNvSpPr txBox="1"/>
              <p:nvPr/>
            </p:nvSpPr>
            <p:spPr>
              <a:xfrm>
                <a:off x="9176919" y="5399888"/>
                <a:ext cx="1325325" cy="10275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DBE02FA-9C2D-4766-BD32-2B60DE6D70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76919" y="5399888"/>
                <a:ext cx="1325325" cy="102752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7653F49-AF81-4F24-B3E4-7A0DDEB78AA6}"/>
                  </a:ext>
                </a:extLst>
              </p:cNvPr>
              <p:cNvSpPr txBox="1"/>
              <p:nvPr/>
            </p:nvSpPr>
            <p:spPr>
              <a:xfrm>
                <a:off x="4918316" y="2747438"/>
                <a:ext cx="13586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(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balls)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7653F49-AF81-4F24-B3E4-7A0DDEB78A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316" y="2747438"/>
                <a:ext cx="1358659" cy="523220"/>
              </a:xfrm>
              <a:prstGeom prst="rect">
                <a:avLst/>
              </a:prstGeom>
              <a:blipFill>
                <a:blip r:embed="rId16"/>
                <a:stretch>
                  <a:fillRect l="-9417" t="-11628" r="-11659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95BCC0-14F2-4A54-9FDC-B3E3F967B9D9}"/>
                  </a:ext>
                </a:extLst>
              </p:cNvPr>
              <p:cNvSpPr txBox="1"/>
              <p:nvPr/>
            </p:nvSpPr>
            <p:spPr>
              <a:xfrm>
                <a:off x="4918316" y="3319140"/>
                <a:ext cx="13586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(</a:t>
                </a:r>
                <a14:m>
                  <m:oMath xmlns:m="http://schemas.openxmlformats.org/officeDocument/2006/math">
                    <m:r>
                      <a:rPr lang="en-GB" sz="2800" b="0" i="1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lang="en-GB" sz="2800" b="0" dirty="0">
                    <a:solidFill>
                      <a:srgbClr val="002060"/>
                    </a:solidFill>
                    <a:effectLst/>
                  </a:rPr>
                  <a:t> balls)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95BCC0-14F2-4A54-9FDC-B3E3F967B9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316" y="3319140"/>
                <a:ext cx="1358659" cy="523220"/>
              </a:xfrm>
              <a:prstGeom prst="rect">
                <a:avLst/>
              </a:prstGeom>
              <a:blipFill>
                <a:blip r:embed="rId17"/>
                <a:stretch>
                  <a:fillRect l="-9417" t="-10465" r="-11659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D37AA16-3AA0-4033-91A9-61DECD64AC43}"/>
              </a:ext>
            </a:extLst>
          </p:cNvPr>
          <p:cNvCxnSpPr>
            <a:cxnSpLocks/>
          </p:cNvCxnSpPr>
          <p:nvPr/>
        </p:nvCxnSpPr>
        <p:spPr>
          <a:xfrm flipH="1" flipV="1">
            <a:off x="3134280" y="1433356"/>
            <a:ext cx="3926308" cy="1552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6D37AA16-3AA0-4033-91A9-61DECD64AC43}"/>
              </a:ext>
            </a:extLst>
          </p:cNvPr>
          <p:cNvCxnSpPr>
            <a:cxnSpLocks/>
          </p:cNvCxnSpPr>
          <p:nvPr/>
        </p:nvCxnSpPr>
        <p:spPr>
          <a:xfrm flipH="1" flipV="1">
            <a:off x="7746139" y="1445079"/>
            <a:ext cx="4212000" cy="1552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3248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0" grpId="0"/>
      <p:bldP spid="21" grpId="0"/>
      <p:bldP spid="32" grpId="0"/>
      <p:bldP spid="37" grpId="0"/>
      <p:bldP spid="40" grpId="0"/>
      <p:bldP spid="41" grpId="0"/>
      <p:bldP spid="42" grpId="0"/>
      <p:bldP spid="68" grpId="0"/>
      <p:bldP spid="69" grpId="0"/>
      <p:bldP spid="70" grpId="0"/>
      <p:bldP spid="81" grpId="0"/>
      <p:bldP spid="82" grpId="0"/>
      <p:bldP spid="83" grpId="0"/>
      <p:bldP spid="18" grpId="0"/>
      <p:bldP spid="22" grpId="0"/>
      <p:bldP spid="23" grpId="0"/>
      <p:bldP spid="24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D98D12A-DA85-4F87-AB79-9B8BA7CDF8BA}"/>
                  </a:ext>
                </a:extLst>
              </p:cNvPr>
              <p:cNvSpPr txBox="1"/>
              <p:nvPr/>
            </p:nvSpPr>
            <p:spPr>
              <a:xfrm>
                <a:off x="3086833" y="2443670"/>
                <a:ext cx="6533418" cy="11269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+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D98D12A-DA85-4F87-AB79-9B8BA7CDF8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6833" y="2443670"/>
                <a:ext cx="6533418" cy="112697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F7BC74A-31EF-465F-ACD5-6FB23770B7F6}"/>
                  </a:ext>
                </a:extLst>
              </p:cNvPr>
              <p:cNvSpPr txBox="1"/>
              <p:nvPr/>
            </p:nvSpPr>
            <p:spPr>
              <a:xfrm>
                <a:off x="3086832" y="3827542"/>
                <a:ext cx="5549462" cy="12802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num>
                                <m:den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21</m:t>
                                  </m:r>
                                </m:den>
                              </m:f>
                            </m:e>
                          </m:d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21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+ 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type m:val="skw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num>
                                <m:den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21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F7BC74A-31EF-465F-ACD5-6FB23770B7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6832" y="3827542"/>
                <a:ext cx="5549462" cy="128022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58F9255-1AFD-4936-9BC8-A4247DF76023}"/>
                  </a:ext>
                </a:extLst>
              </p:cNvPr>
              <p:cNvSpPr txBox="1"/>
              <p:nvPr/>
            </p:nvSpPr>
            <p:spPr>
              <a:xfrm>
                <a:off x="3086832" y="5639161"/>
                <a:ext cx="1147664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58F9255-1AFD-4936-9BC8-A4247DF760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6832" y="5639161"/>
                <a:ext cx="1147664" cy="89896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2DB7A873-8063-4086-9A41-965EAD393F18}"/>
              </a:ext>
            </a:extLst>
          </p:cNvPr>
          <p:cNvSpPr txBox="1"/>
          <p:nvPr/>
        </p:nvSpPr>
        <p:spPr>
          <a:xfrm>
            <a:off x="1594217" y="1858397"/>
            <a:ext cx="355351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Bayes’ Theorem: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5C1BA23-8D90-4EF4-BE30-5984D6E0F018}"/>
                  </a:ext>
                </a:extLst>
              </p:cNvPr>
              <p:cNvSpPr txBox="1"/>
              <p:nvPr/>
            </p:nvSpPr>
            <p:spPr>
              <a:xfrm>
                <a:off x="1594216" y="2745547"/>
                <a:ext cx="149261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5C1BA23-8D90-4EF4-BE30-5984D6E0F0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745547"/>
                <a:ext cx="149261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CED1A3A-937B-4D90-ACDC-47B8CE1308AB}"/>
                  </a:ext>
                </a:extLst>
              </p:cNvPr>
              <p:cNvSpPr txBox="1"/>
              <p:nvPr/>
            </p:nvSpPr>
            <p:spPr>
              <a:xfrm>
                <a:off x="1594216" y="769357"/>
                <a:ext cx="1962153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CED1A3A-937B-4D90-ACDC-47B8CE1308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769357"/>
                <a:ext cx="1962153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79E5F63-347D-4CFC-B1D2-418EC180E704}"/>
                  </a:ext>
                </a:extLst>
              </p:cNvPr>
              <p:cNvSpPr txBox="1"/>
              <p:nvPr/>
            </p:nvSpPr>
            <p:spPr>
              <a:xfrm>
                <a:off x="7018808" y="769357"/>
                <a:ext cx="2047034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79E5F63-347D-4CFC-B1D2-418EC180E7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18808" y="769357"/>
                <a:ext cx="2047034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E8D4D34-9A34-4726-A822-C4219FEF5AA3}"/>
                  </a:ext>
                </a:extLst>
              </p:cNvPr>
              <p:cNvSpPr txBox="1"/>
              <p:nvPr/>
            </p:nvSpPr>
            <p:spPr>
              <a:xfrm>
                <a:off x="4149829" y="985804"/>
                <a:ext cx="15240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E8D4D34-9A34-4726-A822-C4219FEF5A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9829" y="985804"/>
                <a:ext cx="15240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54D7332-5468-48A2-B7D4-8C252D047010}"/>
                  </a:ext>
                </a:extLst>
              </p:cNvPr>
              <p:cNvSpPr txBox="1"/>
              <p:nvPr/>
            </p:nvSpPr>
            <p:spPr>
              <a:xfrm>
                <a:off x="5564425" y="769357"/>
                <a:ext cx="1063150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54D7332-5468-48A2-B7D4-8C252D047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4425" y="769357"/>
                <a:ext cx="1063150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0BC5A4E-4E37-46DA-AE2A-ED5FF8E31E46}"/>
                  </a:ext>
                </a:extLst>
              </p:cNvPr>
              <p:cNvSpPr txBox="1"/>
              <p:nvPr/>
            </p:nvSpPr>
            <p:spPr>
              <a:xfrm>
                <a:off x="9214342" y="985804"/>
                <a:ext cx="15240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0BC5A4E-4E37-46DA-AE2A-ED5FF8E31E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4342" y="985804"/>
                <a:ext cx="15240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8E1B5F9-2A14-40A3-9CDB-43A76A6B0D65}"/>
                  </a:ext>
                </a:extLst>
              </p:cNvPr>
              <p:cNvSpPr txBox="1"/>
              <p:nvPr/>
            </p:nvSpPr>
            <p:spPr>
              <a:xfrm>
                <a:off x="10655166" y="769357"/>
                <a:ext cx="1063150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8E1B5F9-2A14-40A3-9CDB-43A76A6B0D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55166" y="769357"/>
                <a:ext cx="1063150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95220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18" grpId="0"/>
      <p:bldP spid="23" grpId="0"/>
      <p:bldP spid="25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A company has two plants to manufacture hydraulic machine.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dirty="0"/>
                  <a:t> manufacture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70%</m:t>
                    </m:r>
                  </m:oMath>
                </a14:m>
                <a:r>
                  <a:rPr lang="en-US" dirty="0"/>
                  <a:t> of the hydraulic machines and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II</m:t>
                    </m:r>
                  </m:oMath>
                </a14:m>
                <a:r>
                  <a:rPr lang="en-US" dirty="0"/>
                  <a:t> manufactures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30%</m:t>
                    </m:r>
                  </m:oMath>
                </a14:m>
                <a:r>
                  <a:rPr lang="en-US" dirty="0"/>
                  <a:t>. At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80%</m:t>
                    </m:r>
                  </m:oMath>
                </a14:m>
                <a:r>
                  <a:rPr lang="en-US" dirty="0"/>
                  <a:t> of hydraulic machines are rated standard quality and at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II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90%</m:t>
                    </m:r>
                  </m:oMath>
                </a14:m>
                <a:r>
                  <a:rPr lang="en-US" dirty="0"/>
                  <a:t> of hydraulic machine are rated standard quality. A machine is picked up at random and is found to be of standard quality. What is the chance that it has come from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US" dirty="0"/>
                  <a:t>?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blipFill>
                <a:blip r:embed="rId2"/>
                <a:stretch>
                  <a:fillRect l="-1074" r="-1074" b="-48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8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77613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F0DC217-D4D1-4C8A-974B-2E44A438FFA5}"/>
              </a:ext>
            </a:extLst>
          </p:cNvPr>
          <p:cNvSpPr txBox="1"/>
          <p:nvPr/>
        </p:nvSpPr>
        <p:spPr>
          <a:xfrm>
            <a:off x="1594216" y="3780087"/>
            <a:ext cx="40445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tabLst>
                <a:tab pos="3048000" algn="l"/>
              </a:tabLst>
            </a:pPr>
            <a:r>
              <a:rPr lang="fr-FR" sz="2800" dirty="0">
                <a:solidFill>
                  <a:srgbClr val="002060"/>
                </a:solidFill>
              </a:rPr>
              <a:t>Production Contribution: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8911A32-F081-401B-9F35-A5A6A1A39EB1}"/>
              </a:ext>
            </a:extLst>
          </p:cNvPr>
          <p:cNvSpPr txBox="1"/>
          <p:nvPr/>
        </p:nvSpPr>
        <p:spPr>
          <a:xfrm>
            <a:off x="1594216" y="5083371"/>
            <a:ext cx="45017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tabLst>
                <a:tab pos="3048000" algn="l"/>
              </a:tabLst>
            </a:pPr>
            <a:r>
              <a:rPr lang="en-GB" sz="2800" dirty="0">
                <a:solidFill>
                  <a:srgbClr val="002060"/>
                </a:solidFill>
              </a:rPr>
              <a:t>Standard Quality Proportions: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FA5103-C3B1-445C-BA20-90671FC189E1}"/>
              </a:ext>
            </a:extLst>
          </p:cNvPr>
          <p:cNvSpPr txBox="1"/>
          <p:nvPr/>
        </p:nvSpPr>
        <p:spPr>
          <a:xfrm>
            <a:off x="6553202" y="3776139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/>
              <p:nvPr/>
            </p:nvSpPr>
            <p:spPr>
              <a:xfrm>
                <a:off x="6553202" y="4292984"/>
                <a:ext cx="475842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The machine is from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957236D-2ACC-4033-AD01-3500F74E4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3202" y="4292984"/>
                <a:ext cx="4758421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/>
              <p:nvPr/>
            </p:nvSpPr>
            <p:spPr>
              <a:xfrm>
                <a:off x="6553202" y="4858710"/>
                <a:ext cx="495123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: The machine is from Plant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II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C8F3C28-E457-497C-A7E8-7C89805F07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3202" y="4858710"/>
                <a:ext cx="4951239" cy="523220"/>
              </a:xfrm>
              <a:prstGeom prst="rect">
                <a:avLst/>
              </a:prstGeom>
              <a:blipFill>
                <a:blip r:embed="rId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/>
              <p:nvPr/>
            </p:nvSpPr>
            <p:spPr>
              <a:xfrm>
                <a:off x="6553202" y="5466941"/>
                <a:ext cx="573800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447675" algn="l"/>
                  </a:tabLst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	: The machine is of standard quality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93A4EC9-6217-4D55-B3B4-2092D7FDE6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3202" y="5466941"/>
                <a:ext cx="5738005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92634F1-28C9-4BF2-9D96-2AAAC1C19D35}"/>
                  </a:ext>
                </a:extLst>
              </p:cNvPr>
              <p:cNvSpPr txBox="1"/>
              <p:nvPr/>
            </p:nvSpPr>
            <p:spPr>
              <a:xfrm>
                <a:off x="1594215" y="5610539"/>
                <a:ext cx="505332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3048000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smtClean="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0%</m:t>
                          </m:r>
                        </m:e>
                      </m:d>
                      <m:r>
                        <a:rPr lang="fr-FR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    </m:t>
                      </m:r>
                      <m:r>
                        <m:rPr>
                          <m:nor/>
                        </m:rPr>
                        <a:rPr lang="en-IN" sz="280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92634F1-28C9-4BF2-9D96-2AAAC1C19D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5610539"/>
                <a:ext cx="505332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AB890-132E-4066-8AF6-2965B965F225}"/>
                  </a:ext>
                </a:extLst>
              </p:cNvPr>
              <p:cNvSpPr txBox="1"/>
              <p:nvPr/>
            </p:nvSpPr>
            <p:spPr>
              <a:xfrm>
                <a:off x="1594216" y="4355384"/>
                <a:ext cx="532909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3048000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+mj-lt"/>
                        </a:rPr>
                        <m:t>Plant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  <m:r>
                            <a:rPr lang="fr-FR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0%</m:t>
                          </m:r>
                        </m:e>
                      </m:d>
                      <m:r>
                        <a:rPr lang="fr-FR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    </m:t>
                      </m:r>
                      <m:r>
                        <m:rPr>
                          <m:nor/>
                        </m:rPr>
                        <a:rPr lang="en-IN" sz="280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  <m:r>
                            <a:rPr lang="fr-FR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AB890-132E-4066-8AF6-2965B965F2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355384"/>
                <a:ext cx="532909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29965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0" grpId="0"/>
      <p:bldP spid="21" grpId="0"/>
      <p:bldP spid="32" grpId="0"/>
      <p:bldP spid="37" grpId="0"/>
      <p:bldP spid="40" grpId="0"/>
      <p:bldP spid="22" grpId="0"/>
      <p:bldP spid="12" grpId="0"/>
      <p:bldP spid="13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8 (Continue)</a:t>
            </a:r>
            <a:endParaRPr lang="en-US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6EB6070-7B89-40E9-80EA-7F55B673B189}"/>
              </a:ext>
            </a:extLst>
          </p:cNvPr>
          <p:cNvSpPr txBox="1"/>
          <p:nvPr/>
        </p:nvSpPr>
        <p:spPr>
          <a:xfrm>
            <a:off x="1594216" y="2198509"/>
            <a:ext cx="21493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Probabilities: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A6E29D9-DC5D-4AC7-8C35-3AD2D90231F8}"/>
                  </a:ext>
                </a:extLst>
              </p:cNvPr>
              <p:cNvSpPr txBox="1"/>
              <p:nvPr/>
            </p:nvSpPr>
            <p:spPr>
              <a:xfrm>
                <a:off x="1594216" y="2751409"/>
                <a:ext cx="225256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A6E29D9-DC5D-4AC7-8C35-3AD2D90231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751409"/>
                <a:ext cx="225256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898D836A-76E6-4C04-9B42-7D418261AEED}"/>
                  </a:ext>
                </a:extLst>
              </p:cNvPr>
              <p:cNvSpPr txBox="1"/>
              <p:nvPr/>
            </p:nvSpPr>
            <p:spPr>
              <a:xfrm>
                <a:off x="4048914" y="2751409"/>
                <a:ext cx="225256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898D836A-76E6-4C04-9B42-7D418261AE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914" y="2751409"/>
                <a:ext cx="225256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ED2F91BA-958C-468E-9DA7-18119FB85744}"/>
                  </a:ext>
                </a:extLst>
              </p:cNvPr>
              <p:cNvSpPr txBox="1"/>
              <p:nvPr/>
            </p:nvSpPr>
            <p:spPr>
              <a:xfrm>
                <a:off x="6503612" y="2751409"/>
                <a:ext cx="27559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ED2F91BA-958C-468E-9DA7-18119FB857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3612" y="2751409"/>
                <a:ext cx="27559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47B5B446-06FE-4214-A79A-49951A75EF4E}"/>
                  </a:ext>
                </a:extLst>
              </p:cNvPr>
              <p:cNvSpPr txBox="1"/>
              <p:nvPr/>
            </p:nvSpPr>
            <p:spPr>
              <a:xfrm>
                <a:off x="9461653" y="2751409"/>
                <a:ext cx="275590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47B5B446-06FE-4214-A79A-49951A75EF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61653" y="2751409"/>
                <a:ext cx="27559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TextBox 18">
            <a:extLst>
              <a:ext uri="{FF2B5EF4-FFF2-40B4-BE49-F238E27FC236}">
                <a16:creationId xmlns:a16="http://schemas.microsoft.com/office/drawing/2014/main" id="{9D165B34-D1BB-4EE1-B1B7-4D3E779A3C38}"/>
              </a:ext>
            </a:extLst>
          </p:cNvPr>
          <p:cNvSpPr txBox="1"/>
          <p:nvPr/>
        </p:nvSpPr>
        <p:spPr>
          <a:xfrm>
            <a:off x="2266950" y="728434"/>
            <a:ext cx="363120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tabLst>
                <a:tab pos="3048000" algn="l"/>
              </a:tabLst>
            </a:pPr>
            <a:r>
              <a:rPr lang="fr-FR" sz="2800" dirty="0">
                <a:solidFill>
                  <a:srgbClr val="002060"/>
                </a:solidFill>
              </a:rPr>
              <a:t>Production Contribution: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7B46D00-B6FF-4A57-AA74-42750D880B26}"/>
              </a:ext>
            </a:extLst>
          </p:cNvPr>
          <p:cNvSpPr txBox="1"/>
          <p:nvPr/>
        </p:nvSpPr>
        <p:spPr>
          <a:xfrm>
            <a:off x="1589010" y="1378522"/>
            <a:ext cx="4309149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tabLst>
                <a:tab pos="3048000" algn="l"/>
              </a:tabLst>
            </a:pPr>
            <a:r>
              <a:rPr lang="en-GB" sz="2800" dirty="0">
                <a:solidFill>
                  <a:srgbClr val="002060"/>
                </a:solidFill>
              </a:rPr>
              <a:t>Standard Quality Proportions: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08F44C8-9DE8-4211-B4C9-7E40DBA2F726}"/>
                  </a:ext>
                </a:extLst>
              </p:cNvPr>
              <p:cNvSpPr txBox="1"/>
              <p:nvPr/>
            </p:nvSpPr>
            <p:spPr>
              <a:xfrm>
                <a:off x="5817799" y="1374350"/>
                <a:ext cx="498075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3048000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  <m:r>
                        <a:rPr lang="fr-FR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    </m:t>
                      </m:r>
                      <m:r>
                        <m:rPr>
                          <m:nor/>
                        </m:rPr>
                        <a:rPr lang="en-IN" sz="280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08F44C8-9DE8-4211-B4C9-7E40DBA2F7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7799" y="1374350"/>
                <a:ext cx="49807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A82512B-88C0-49E9-A49E-045F16807E58}"/>
                  </a:ext>
                </a:extLst>
              </p:cNvPr>
              <p:cNvSpPr txBox="1"/>
              <p:nvPr/>
            </p:nvSpPr>
            <p:spPr>
              <a:xfrm>
                <a:off x="5811080" y="730994"/>
                <a:ext cx="533015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>
                  <a:tabLst>
                    <a:tab pos="3048000" algn="l"/>
                  </a:tabLst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  <m:r>
                        <a:rPr lang="fr-FR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    </m:t>
                      </m:r>
                      <m:r>
                        <m:rPr>
                          <m:nor/>
                        </m:rPr>
                        <a:rPr lang="en-IN" sz="2800">
                          <a:solidFill>
                            <a:srgbClr val="002060"/>
                          </a:solidFill>
                        </a:rPr>
                        <m:t>Plant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F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  <m:r>
                            <a:rPr lang="fr-FR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%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A82512B-88C0-49E9-A49E-045F16807E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1080" y="730994"/>
                <a:ext cx="533015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28DC830-50D5-4E9E-B00C-C743CE0A8805}"/>
                  </a:ext>
                </a:extLst>
              </p:cNvPr>
              <p:cNvSpPr txBox="1"/>
              <p:nvPr/>
            </p:nvSpPr>
            <p:spPr>
              <a:xfrm>
                <a:off x="3086833" y="4121632"/>
                <a:ext cx="6533418" cy="11269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+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|"/>
                                  <m:endChr m:val="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b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28DC830-50D5-4E9E-B00C-C743CE0A88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6833" y="4121632"/>
                <a:ext cx="6533418" cy="112697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C3F9149-5067-49DD-8AAC-4CBEAD89B1A3}"/>
                  </a:ext>
                </a:extLst>
              </p:cNvPr>
              <p:cNvSpPr txBox="1"/>
              <p:nvPr/>
            </p:nvSpPr>
            <p:spPr>
              <a:xfrm>
                <a:off x="3086832" y="5509278"/>
                <a:ext cx="5549462" cy="989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70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80</m:t>
                              </m:r>
                            </m:e>
                          </m:d>
                        </m:num>
                        <m:den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d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30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90</m:t>
                              </m:r>
                            </m:e>
                          </m:d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C3F9149-5067-49DD-8AAC-4CBEAD89B1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6832" y="5509278"/>
                <a:ext cx="5549462" cy="98943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9C741A9-51F7-4C3F-83C2-61426BCE0F7E}"/>
                  </a:ext>
                </a:extLst>
              </p:cNvPr>
              <p:cNvSpPr txBox="1"/>
              <p:nvPr/>
            </p:nvSpPr>
            <p:spPr>
              <a:xfrm>
                <a:off x="8476155" y="5742387"/>
                <a:ext cx="17015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6747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9C741A9-51F7-4C3F-83C2-61426BCE0F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76155" y="5742387"/>
                <a:ext cx="170150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C52D894B-9BD9-432C-8ED2-B1509645EE18}"/>
              </a:ext>
            </a:extLst>
          </p:cNvPr>
          <p:cNvSpPr txBox="1"/>
          <p:nvPr/>
        </p:nvSpPr>
        <p:spPr>
          <a:xfrm>
            <a:off x="1594217" y="3598411"/>
            <a:ext cx="319791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Bayes’ Theorem: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54EC35B-64DA-4CB9-B0BB-2774C464B925}"/>
                  </a:ext>
                </a:extLst>
              </p:cNvPr>
              <p:cNvSpPr txBox="1"/>
              <p:nvPr/>
            </p:nvSpPr>
            <p:spPr>
              <a:xfrm>
                <a:off x="1594216" y="4423509"/>
                <a:ext cx="149261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54EC35B-64DA-4CB9-B0BB-2774C464B9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423509"/>
                <a:ext cx="1492616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71046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68" grpId="0"/>
      <p:bldP spid="69" grpId="0"/>
      <p:bldP spid="70" grpId="0"/>
      <p:bldP spid="82" grpId="0"/>
      <p:bldP spid="25" grpId="0"/>
      <p:bldP spid="26" grpId="0"/>
      <p:bldP spid="27" grpId="0"/>
      <p:bldP spid="28" grpId="0"/>
      <p:bldP spid="29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C9674-F975-0F48-0482-0F8BAA259D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6548238-D016-0166-54D2-A75793E94C7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8"/>
                <a:ext cx="11929645" cy="204161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sz="2400" dirty="0"/>
                  <a:t>In a proposed medical screening on a population, the probability that the test correctly identifies someone with illness as positive is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0.99</m:t>
                    </m:r>
                  </m:oMath>
                </a14:m>
                <a:r>
                  <a:rPr lang="en-US" sz="2400" dirty="0"/>
                  <a:t> and the probability that test correctly identifies someone without illness as negative is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0.95</m:t>
                    </m:r>
                  </m:oMath>
                </a14:m>
                <a:r>
                  <a:rPr lang="en-US" sz="2400" dirty="0"/>
                  <a:t>. The incident of illness in general population is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0.0001</m:t>
                    </m:r>
                  </m:oMath>
                </a14:m>
                <a:r>
                  <a:rPr lang="en-US" sz="2400" dirty="0"/>
                  <a:t>. You take the test the result is positive then what is the probability that you have illness? </a:t>
                </a: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6548238-D016-0166-54D2-A75793E94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2041617"/>
              </a:xfrm>
              <a:prstGeom prst="rect">
                <a:avLst/>
              </a:prstGeom>
              <a:blipFill>
                <a:blip r:embed="rId3"/>
                <a:stretch>
                  <a:fillRect l="-818" r="-81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9E654E94-0BA1-2AB7-E2A6-9C0000D590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9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C8C5B354-56F9-421E-AD1D-AB6F21AC55D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6" y="3066093"/>
                <a:ext cx="12060820" cy="3313926"/>
              </a:xfrm>
            </p:spPr>
            <p:txBody>
              <a:bodyPr/>
              <a:lstStyle/>
              <a:p>
                <a:pPr algn="l">
                  <a:lnSpc>
                    <a:spcPct val="114000"/>
                  </a:lnSpc>
                </a:pPr>
                <a:r>
                  <a:rPr lang="en-US" sz="2600" dirty="0"/>
                  <a:t>Incidence (prevalence) of illness in the population </a:t>
                </a:r>
                <a14:m>
                  <m:oMath xmlns:m="http://schemas.openxmlformats.org/officeDocument/2006/math">
                    <m:r>
                      <a:rPr lang="en-US" sz="2600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600" b="0" i="0" dirty="0" smtClean="0">
                        <a:latin typeface="Cambria Math" panose="02040503050406030204" pitchFamily="18" charset="0"/>
                      </a:rPr>
                      <m:t>0.0001</m:t>
                    </m:r>
                  </m:oMath>
                </a14:m>
                <a:endParaRPr lang="en-US" sz="2600" dirty="0"/>
              </a:p>
              <a:p>
                <a:pPr lvl="1" algn="l">
                  <a:lnSpc>
                    <a:spcPct val="114000"/>
                  </a:lnSpc>
                </a:pPr>
                <a:r>
                  <a:rPr lang="en-US" sz="2600" dirty="0"/>
                  <a:t>The probability that a randomly selected person from the population already has the illness.</a:t>
                </a:r>
              </a:p>
              <a:p>
                <a:pPr marL="271463" lvl="1" indent="0" algn="ctr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600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6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600" b="0" i="0" smtClean="0">
                              <a:latin typeface="Cambria Math" panose="02040503050406030204" pitchFamily="18" charset="0"/>
                            </a:rPr>
                            <m:t>illness</m:t>
                          </m:r>
                        </m:e>
                      </m:d>
                      <m:r>
                        <a:rPr lang="en-IN" sz="2600" b="0" i="0" smtClean="0">
                          <a:latin typeface="Cambria Math" panose="02040503050406030204" pitchFamily="18" charset="0"/>
                        </a:rPr>
                        <m:t>=0.0001</m:t>
                      </m:r>
                    </m:oMath>
                  </m:oMathPara>
                </a14:m>
                <a:endParaRPr lang="en-US" sz="2600" dirty="0"/>
              </a:p>
              <a:p>
                <a:pPr lvl="1" algn="l">
                  <a:lnSpc>
                    <a:spcPct val="114000"/>
                  </a:lnSpc>
                </a:pPr>
                <a:r>
                  <a:rPr lang="en-US" sz="2600" dirty="0"/>
                  <a:t>Imagine a city with </a:t>
                </a:r>
                <a14:m>
                  <m:oMath xmlns:m="http://schemas.openxmlformats.org/officeDocument/2006/math">
                    <m:r>
                      <a:rPr lang="en-US" sz="2600" i="1" dirty="0" smtClean="0">
                        <a:latin typeface="Cambria Math" panose="02040503050406030204" pitchFamily="18" charset="0"/>
                      </a:rPr>
                      <m:t>10,000</m:t>
                    </m:r>
                  </m:oMath>
                </a14:m>
                <a:r>
                  <a:rPr lang="en-US" sz="2600" dirty="0"/>
                  <a:t> people: </a:t>
                </a:r>
                <a14:m>
                  <m:oMath xmlns:m="http://schemas.openxmlformats.org/officeDocument/2006/math">
                    <m:r>
                      <a:rPr lang="en-US" sz="2600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600" dirty="0"/>
                  <a:t> person is ill and </a:t>
                </a:r>
                <a14:m>
                  <m:oMath xmlns:m="http://schemas.openxmlformats.org/officeDocument/2006/math">
                    <m:r>
                      <a:rPr lang="en-US" sz="2600" i="1" dirty="0" smtClean="0">
                        <a:latin typeface="Cambria Math" panose="02040503050406030204" pitchFamily="18" charset="0"/>
                      </a:rPr>
                      <m:t>9,999</m:t>
                    </m:r>
                  </m:oMath>
                </a14:m>
                <a:r>
                  <a:rPr lang="en-US" sz="2600" dirty="0"/>
                  <a:t> people are healthy</a:t>
                </a:r>
              </a:p>
              <a:p>
                <a:pPr lvl="1" algn="l">
                  <a:lnSpc>
                    <a:spcPct val="114000"/>
                  </a:lnSpc>
                </a:pPr>
                <a:r>
                  <a:rPr lang="en-US" sz="2600" dirty="0"/>
                  <a:t>Out of </a:t>
                </a:r>
                <a14:m>
                  <m:oMath xmlns:m="http://schemas.openxmlformats.org/officeDocument/2006/math">
                    <m:r>
                      <a:rPr lang="en-US" sz="2600" i="1" dirty="0" smtClean="0">
                        <a:latin typeface="Cambria Math" panose="02040503050406030204" pitchFamily="18" charset="0"/>
                      </a:rPr>
                      <m:t>10,000</m:t>
                    </m:r>
                  </m:oMath>
                </a14:m>
                <a:r>
                  <a:rPr lang="en-US" sz="2600" dirty="0"/>
                  <a:t> people, </a:t>
                </a:r>
                <a14:m>
                  <m:oMath xmlns:m="http://schemas.openxmlformats.org/officeDocument/2006/math">
                    <m:r>
                      <a:rPr lang="en-US" sz="2600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600" dirty="0"/>
                  <a:t> person has the illness</a:t>
                </a:r>
              </a:p>
            </p:txBody>
          </p:sp>
        </mc:Choice>
        <mc:Fallback xmlns="">
          <p:sp>
            <p:nvSpPr>
              <p:cNvPr id="27" name="Content Placeholder 2">
                <a:extLst>
                  <a:ext uri="{FF2B5EF4-FFF2-40B4-BE49-F238E27FC236}">
                    <a16:creationId xmlns:a16="http://schemas.microsoft.com/office/drawing/2014/main" id="{C8C5B354-56F9-421E-AD1D-AB6F21AC55D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6" y="3066093"/>
                <a:ext cx="12060820" cy="3313926"/>
              </a:xfrm>
              <a:blipFill>
                <a:blip r:embed="rId4"/>
                <a:stretch>
                  <a:fillRect l="-809" t="-73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86452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4D88AC-F07F-CFFA-8F4E-8E82D8A66B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178E13E9-E9A6-47FA-EF56-62F77B5970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In a proposed medical screening on a population, the probability that the test correctly identifies someone with illness as positive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0.99</m:t>
                    </m:r>
                  </m:oMath>
                </a14:m>
                <a:r>
                  <a:rPr lang="en-US" dirty="0"/>
                  <a:t> and the probability that test correctly identifies someone without illness as negative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0.95</m:t>
                    </m:r>
                  </m:oMath>
                </a14:m>
                <a:r>
                  <a:rPr lang="en-US" dirty="0"/>
                  <a:t>. The incident of illness in general population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0.0001</m:t>
                    </m:r>
                  </m:oMath>
                </a14:m>
                <a:r>
                  <a:rPr lang="en-US" dirty="0"/>
                  <a:t>. You take the test the result is positive then what is the probability that you have illness? </a:t>
                </a: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178E13E9-E9A6-47FA-EF56-62F77B5970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751662"/>
              </a:xfrm>
              <a:prstGeom prst="rect">
                <a:avLst/>
              </a:prstGeom>
              <a:blipFill>
                <a:blip r:embed="rId2"/>
                <a:stretch>
                  <a:fillRect l="-1074" r="-1074" b="-48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6FB51898-54EE-4D8A-B1E5-BA2FF78A8B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9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C179A71-43C9-A3FB-493C-08D5CF1573C0}"/>
              </a:ext>
            </a:extLst>
          </p:cNvPr>
          <p:cNvSpPr txBox="1">
            <a:spLocks/>
          </p:cNvSpPr>
          <p:nvPr/>
        </p:nvSpPr>
        <p:spPr>
          <a:xfrm>
            <a:off x="131176" y="377613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C2EE8EC-BBA5-5262-CEC3-5863B12C4E5C}"/>
              </a:ext>
            </a:extLst>
          </p:cNvPr>
          <p:cNvSpPr txBox="1"/>
          <p:nvPr/>
        </p:nvSpPr>
        <p:spPr>
          <a:xfrm>
            <a:off x="1594216" y="3776139"/>
            <a:ext cx="130138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Events: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D27AD00-B565-494B-D29A-F9D8260288F4}"/>
                  </a:ext>
                </a:extLst>
              </p:cNvPr>
              <p:cNvSpPr txBox="1"/>
              <p:nvPr/>
            </p:nvSpPr>
            <p:spPr>
              <a:xfrm>
                <a:off x="2722420" y="3776139"/>
                <a:ext cx="5059429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: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The individual has the illness</a:t>
                </a: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D27AD00-B565-494B-D29A-F9D8260288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2420" y="3776139"/>
                <a:ext cx="5059429" cy="523220"/>
              </a:xfrm>
              <a:prstGeom prst="rect">
                <a:avLst/>
              </a:prstGeom>
              <a:blipFill>
                <a:blip r:embed="rId3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5FF0637-04E3-9BD2-92C0-16FDC0E5220C}"/>
                  </a:ext>
                </a:extLst>
              </p:cNvPr>
              <p:cNvSpPr txBox="1"/>
              <p:nvPr/>
            </p:nvSpPr>
            <p:spPr>
              <a:xfrm>
                <a:off x="2722420" y="4352087"/>
                <a:ext cx="67471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: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The individual does not have the illness</a:t>
                </a: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5FF0637-04E3-9BD2-92C0-16FDC0E522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2420" y="4352087"/>
                <a:ext cx="6747160" cy="523220"/>
              </a:xfrm>
              <a:prstGeom prst="rect">
                <a:avLst/>
              </a:prstGeom>
              <a:blipFill>
                <a:blip r:embed="rId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74E7974-3334-5D9C-731B-F50B1BAE987D}"/>
                  </a:ext>
                </a:extLst>
              </p:cNvPr>
              <p:cNvSpPr txBox="1"/>
              <p:nvPr/>
            </p:nvSpPr>
            <p:spPr>
              <a:xfrm>
                <a:off x="2732811" y="4928035"/>
                <a:ext cx="46447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  :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The test result is positive</a:t>
                </a: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74E7974-3334-5D9C-731B-F50B1BAE98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2811" y="4928035"/>
                <a:ext cx="4644734" cy="523220"/>
              </a:xfrm>
              <a:prstGeom prst="rect">
                <a:avLst/>
              </a:prstGeom>
              <a:blipFill>
                <a:blip r:embed="rId5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9C98009-7CD9-296E-3688-DECEE8909C20}"/>
                  </a:ext>
                </a:extLst>
              </p:cNvPr>
              <p:cNvSpPr txBox="1"/>
              <p:nvPr/>
            </p:nvSpPr>
            <p:spPr>
              <a:xfrm>
                <a:off x="9304776" y="4352087"/>
                <a:ext cx="216015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∴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9C98009-7CD9-296E-3688-DECEE8909C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04776" y="4352087"/>
                <a:ext cx="2160158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47ABB00-3296-587C-07E9-6D7D2FD04ABC}"/>
                  </a:ext>
                </a:extLst>
              </p:cNvPr>
              <p:cNvSpPr txBox="1"/>
              <p:nvPr/>
            </p:nvSpPr>
            <p:spPr>
              <a:xfrm>
                <a:off x="2763984" y="5489262"/>
                <a:ext cx="464473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p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: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The test result is negative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47ABB00-3296-587C-07E9-6D7D2FD04A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3984" y="5489262"/>
                <a:ext cx="4644734" cy="523220"/>
              </a:xfrm>
              <a:prstGeom prst="rect">
                <a:avLst/>
              </a:prstGeom>
              <a:blipFill>
                <a:blip r:embed="rId7"/>
                <a:stretch>
                  <a:fillRect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1012D3E-563D-5CA5-AB56-13FFF8A64328}"/>
                  </a:ext>
                </a:extLst>
              </p:cNvPr>
              <p:cNvSpPr txBox="1"/>
              <p:nvPr/>
            </p:nvSpPr>
            <p:spPr>
              <a:xfrm>
                <a:off x="1600199" y="6050489"/>
                <a:ext cx="973628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Note that, events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r>
                  <a:rPr lang="en-US" sz="2800" dirty="0">
                    <a:solidFill>
                      <a:srgbClr val="002060"/>
                    </a:solidFill>
                  </a:rPr>
                  <a:t>are mutually exclusive and exhaustive.</a:t>
                </a:r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1012D3E-563D-5CA5-AB56-13FFF8A643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0199" y="6050489"/>
                <a:ext cx="9736280" cy="523220"/>
              </a:xfrm>
              <a:prstGeom prst="rect">
                <a:avLst/>
              </a:prstGeom>
              <a:blipFill>
                <a:blip r:embed="rId8"/>
                <a:stretch>
                  <a:fillRect l="-1252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94622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14" grpId="0"/>
      <p:bldP spid="25" grpId="0"/>
      <p:bldP spid="26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1DEDC1-D040-31DD-71CF-A07130800D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DF1191-543D-9CE8-EEA4-803F329435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9 (Continue)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1D2E7B7-EC9B-E8F6-9A13-C756AEDF0C4A}"/>
              </a:ext>
            </a:extLst>
          </p:cNvPr>
          <p:cNvSpPr txBox="1"/>
          <p:nvPr/>
        </p:nvSpPr>
        <p:spPr>
          <a:xfrm>
            <a:off x="139488" y="858473"/>
            <a:ext cx="214936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Probabilities: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3C09CCD-3C31-E372-6412-EFDB96EA5525}"/>
                  </a:ext>
                </a:extLst>
              </p:cNvPr>
              <p:cNvSpPr txBox="1"/>
              <p:nvPr/>
            </p:nvSpPr>
            <p:spPr>
              <a:xfrm>
                <a:off x="139488" y="1528965"/>
                <a:ext cx="286348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0.0001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3C09CCD-3C31-E372-6412-EFDB96EA55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1528965"/>
                <a:ext cx="286348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485F66EE-0A21-1EBE-F40E-9CC8C69E4FAC}"/>
                  </a:ext>
                </a:extLst>
              </p:cNvPr>
              <p:cNvSpPr txBox="1"/>
              <p:nvPr/>
            </p:nvSpPr>
            <p:spPr>
              <a:xfrm>
                <a:off x="139488" y="2308542"/>
                <a:ext cx="359085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1−0.0001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485F66EE-0A21-1EBE-F40E-9CC8C69E4F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2308542"/>
                <a:ext cx="35908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5150A29-2C10-F941-863B-99CC35AD96C7}"/>
                  </a:ext>
                </a:extLst>
              </p:cNvPr>
              <p:cNvSpPr txBox="1"/>
              <p:nvPr/>
            </p:nvSpPr>
            <p:spPr>
              <a:xfrm>
                <a:off x="3253295" y="2311919"/>
                <a:ext cx="197333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0.9999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5150A29-2C10-F941-863B-99CC35AD96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3295" y="2311919"/>
                <a:ext cx="197333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94701BE-7A58-20E8-78FD-5D6DBB3104F2}"/>
                  </a:ext>
                </a:extLst>
              </p:cNvPr>
              <p:cNvSpPr txBox="1"/>
              <p:nvPr/>
            </p:nvSpPr>
            <p:spPr>
              <a:xfrm>
                <a:off x="139488" y="3088119"/>
                <a:ext cx="305745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0.99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94701BE-7A58-20E8-78FD-5D6DBB3104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3088119"/>
                <a:ext cx="305745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DC32E3B-FBA6-1C3F-9BC7-B91C016845A6}"/>
                  </a:ext>
                </a:extLst>
              </p:cNvPr>
              <p:cNvSpPr txBox="1"/>
              <p:nvPr/>
            </p:nvSpPr>
            <p:spPr>
              <a:xfrm>
                <a:off x="139488" y="3867696"/>
                <a:ext cx="3057450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0DC32E3B-FBA6-1C3F-9BC7-B91C016845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3867696"/>
                <a:ext cx="30574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" name="Picture 2">
            <a:extLst>
              <a:ext uri="{FF2B5EF4-FFF2-40B4-BE49-F238E27FC236}">
                <a16:creationId xmlns:a16="http://schemas.microsoft.com/office/drawing/2014/main" id="{6183177E-C414-CC41-4386-1EF423102AB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17895" y="858473"/>
            <a:ext cx="7074105" cy="1678241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7B10CC32-78E3-ED69-2277-55E39D007A82}"/>
              </a:ext>
            </a:extLst>
          </p:cNvPr>
          <p:cNvPicPr>
            <a:picLocks noChangeAspect="1"/>
          </p:cNvPicPr>
          <p:nvPr/>
        </p:nvPicPr>
        <p:blipFill>
          <a:blip r:embed="rId8"/>
          <a:srcRect r="5889"/>
          <a:stretch>
            <a:fillRect/>
          </a:stretch>
        </p:blipFill>
        <p:spPr>
          <a:xfrm>
            <a:off x="7104864" y="2570152"/>
            <a:ext cx="5087136" cy="197939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F46A564-5753-8462-28E4-BF9F0F0FF873}"/>
                  </a:ext>
                </a:extLst>
              </p:cNvPr>
              <p:cNvSpPr txBox="1"/>
              <p:nvPr/>
            </p:nvSpPr>
            <p:spPr>
              <a:xfrm>
                <a:off x="139488" y="4549542"/>
                <a:ext cx="456759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F46A564-5753-8462-28E4-BF9F0F0FF8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4549542"/>
                <a:ext cx="456759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91543E4-6468-A230-358C-F7A03BB07D33}"/>
                  </a:ext>
                </a:extLst>
              </p:cNvPr>
              <p:cNvSpPr txBox="1"/>
              <p:nvPr/>
            </p:nvSpPr>
            <p:spPr>
              <a:xfrm>
                <a:off x="139488" y="5231388"/>
                <a:ext cx="456759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91543E4-6468-A230-358C-F7A03BB07D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5231388"/>
                <a:ext cx="456759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94C18C0-E4A0-C97D-0A30-35DD140C2D01}"/>
                  </a:ext>
                </a:extLst>
              </p:cNvPr>
              <p:cNvSpPr txBox="1"/>
              <p:nvPr/>
            </p:nvSpPr>
            <p:spPr>
              <a:xfrm>
                <a:off x="139488" y="5913234"/>
                <a:ext cx="4567594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94C18C0-E4A0-C97D-0A30-35DD140C2D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5913234"/>
                <a:ext cx="456759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04746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5" grpId="0"/>
      <p:bldP spid="16" grpId="0"/>
      <p:bldP spid="17" grpId="0"/>
      <p:bldP spid="13" grpId="0"/>
      <p:bldP spid="20" grpId="0"/>
      <p:bldP spid="21" grpId="0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848CF-4A5F-8314-9029-D25DE4E37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FDBD3A-973E-152D-2F7E-64F1300A0B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9 (Continue)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C933ED-79E5-AFEF-D0A9-CB208A9036ED}"/>
              </a:ext>
            </a:extLst>
          </p:cNvPr>
          <p:cNvSpPr txBox="1"/>
          <p:nvPr/>
        </p:nvSpPr>
        <p:spPr>
          <a:xfrm>
            <a:off x="139488" y="858473"/>
            <a:ext cx="35908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From Bayes’ Theorem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98A9964-6E70-2F95-CDB2-815FF2A0C89B}"/>
                  </a:ext>
                </a:extLst>
              </p:cNvPr>
              <p:cNvSpPr txBox="1"/>
              <p:nvPr/>
            </p:nvSpPr>
            <p:spPr>
              <a:xfrm>
                <a:off x="139488" y="1635247"/>
                <a:ext cx="7736821" cy="1001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|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98A9964-6E70-2F95-CDB2-815FF2A0C8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1635247"/>
                <a:ext cx="7736821" cy="100110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FDA735FB-FB54-F253-8852-776EA74B6AB2}"/>
                  </a:ext>
                </a:extLst>
              </p:cNvPr>
              <p:cNvSpPr txBox="1"/>
              <p:nvPr/>
            </p:nvSpPr>
            <p:spPr>
              <a:xfrm>
                <a:off x="1611534" y="3059847"/>
                <a:ext cx="7736821" cy="1001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0001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99</m:t>
                              </m:r>
                            </m:e>
                          </m:d>
                        </m:num>
                        <m:den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0001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99</m:t>
                              </m:r>
                            </m:e>
                          </m:d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9999</m:t>
                              </m:r>
                            </m:e>
                          </m:d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05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FDA735FB-FB54-F253-8852-776EA74B6A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1534" y="3059847"/>
                <a:ext cx="7736821" cy="100110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0BA48E3-ECE0-19DB-3CD4-9963C8BDBF33}"/>
                  </a:ext>
                </a:extLst>
              </p:cNvPr>
              <p:cNvSpPr txBox="1"/>
              <p:nvPr/>
            </p:nvSpPr>
            <p:spPr>
              <a:xfrm>
                <a:off x="1611534" y="4484447"/>
                <a:ext cx="773682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0BA48E3-ECE0-19DB-3CD4-9963C8BDB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1534" y="4484447"/>
                <a:ext cx="773682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16FAFAA-CFDA-178F-7DEE-F19F8BE60B25}"/>
                  </a:ext>
                </a:extLst>
              </p:cNvPr>
              <p:cNvSpPr txBox="1"/>
              <p:nvPr/>
            </p:nvSpPr>
            <p:spPr>
              <a:xfrm>
                <a:off x="139488" y="5222753"/>
                <a:ext cx="1147754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So</a:t>
                </a:r>
                <a:r>
                  <a:rPr lang="en-US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, </a:t>
                </a:r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Probability that a person actually has the illness after a positive test is </a:t>
                </a:r>
                <a14:m>
                  <m:oMath xmlns:m="http://schemas.openxmlformats.org/officeDocument/2006/math"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16FAFAA-CFDA-178F-7DEE-F19F8BE60B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488" y="5222753"/>
                <a:ext cx="11477548" cy="523220"/>
              </a:xfrm>
              <a:prstGeom prst="rect">
                <a:avLst/>
              </a:prstGeom>
              <a:blipFill>
                <a:blip r:embed="rId5"/>
                <a:stretch>
                  <a:fillRect l="-1115" t="-1395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21762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6" grpId="0"/>
      <p:bldP spid="4" grpId="0"/>
      <p:bldP spid="5" grpId="0"/>
      <p:bldP spid="6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4</a:t>
            </a:r>
            <a:br>
              <a:rPr lang="en-IN" dirty="0"/>
            </a:br>
            <a:r>
              <a:rPr lang="en-GB" dirty="0"/>
              <a:t>Random Variable </a:t>
            </a:r>
            <a:br>
              <a:rPr lang="en-GB" dirty="0"/>
            </a:br>
            <a:r>
              <a:rPr lang="en-GB" dirty="0"/>
              <a:t>and Probability Function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519E3D0-8028-4C02-9FE0-4E21C1CE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81237999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56190F-5443-E136-1EFB-13D835F0E8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09FECAC-A829-9BC8-2D03-5135AB89DC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6BCC161A-A34F-2CB8-4239-AF0D53A1FD9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5916" y="746709"/>
                <a:ext cx="11965020" cy="571245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14000"/>
                  </a:lnSpc>
                </a:pPr>
                <a:r>
                  <a:rPr lang="en-US" dirty="0"/>
                  <a:t>A Random Variable is a rule that assigns a number to each possible outcome of a random experiment.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It converts uncertainty (chance) into numbers, so that we can analyze, calculate, predict, and design systems.</a:t>
                </a:r>
              </a:p>
              <a:p>
                <a:pPr>
                  <a:lnSpc>
                    <a:spcPct val="114000"/>
                  </a:lnSpc>
                </a:pPr>
                <a:r>
                  <a:rPr lang="en-US" dirty="0"/>
                  <a:t>Random Variable is often denoted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Y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>
                  <a:lnSpc>
                    <a:spcPct val="114000"/>
                  </a:lnSpc>
                </a:pPr>
                <a:r>
                  <a:rPr lang="en-US" dirty="0"/>
                  <a:t>Example: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r>
                  <a:rPr lang="en-US" dirty="0"/>
                  <a:t> be the sample space of tossing a coin</a:t>
                </a:r>
              </a:p>
              <a:p>
                <a:pPr marL="271463" lvl="1" indent="0">
                  <a:lnSpc>
                    <a:spcPct val="114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H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</m:oMath>
                  </m:oMathPara>
                </a14:m>
                <a:endParaRPr lang="en-US" dirty="0"/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Define 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as</a:t>
                </a:r>
              </a:p>
              <a:p>
                <a:pPr lvl="2" algn="l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=1 ;</m:t>
                    </m:r>
                  </m:oMath>
                </a14:m>
                <a:r>
                  <a:rPr lang="en-US" dirty="0"/>
                  <a:t> if head occurs</a:t>
                </a:r>
              </a:p>
              <a:p>
                <a:pPr lvl="2" algn="l">
                  <a:lnSpc>
                    <a:spcPct val="114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=0 ;</m:t>
                    </m:r>
                  </m:oMath>
                </a14:m>
                <a:r>
                  <a:rPr lang="en-US" dirty="0"/>
                  <a:t> if tail occurs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6BCC161A-A34F-2CB8-4239-AF0D53A1FD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916" y="746709"/>
                <a:ext cx="11965020" cy="5712457"/>
              </a:xfrm>
              <a:prstGeom prst="rect">
                <a:avLst/>
              </a:prstGeom>
              <a:blipFill>
                <a:blip r:embed="rId2"/>
                <a:stretch>
                  <a:fillRect l="-968" t="-533" r="-1019" b="-245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82399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94A5CA-3541-0488-6815-F8D87CEE26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CD6858B-31A8-46F4-AA3A-A97F37944D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1E2092C7-04B3-5C55-B837-5E0B2A04C88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5916" y="735823"/>
                <a:ext cx="11974748" cy="586925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>
                  <a:lnSpc>
                    <a:spcPct val="100000"/>
                  </a:lnSpc>
                </a:pPr>
                <a:r>
                  <a:rPr lang="en-US" dirty="0"/>
                  <a:t>Define 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as</a:t>
                </a:r>
              </a:p>
              <a:p>
                <a:pPr lvl="2" algn="l">
                  <a:lnSpc>
                    <a:spcPct val="10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;</m:t>
                    </m:r>
                  </m:oMath>
                </a14:m>
                <a:r>
                  <a:rPr lang="en-US" dirty="0"/>
                  <a:t> if head occurs</a:t>
                </a:r>
              </a:p>
              <a:p>
                <a:pPr lvl="2" algn="l">
                  <a:lnSpc>
                    <a:spcPct val="10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;</m:t>
                    </m:r>
                  </m:oMath>
                </a14:m>
                <a:r>
                  <a:rPr lang="en-US" dirty="0"/>
                  <a:t> if tail occurs</a:t>
                </a:r>
              </a:p>
              <a:p>
                <a:pPr>
                  <a:lnSpc>
                    <a:spcPct val="100000"/>
                  </a:lnSpc>
                </a:pPr>
                <a:r>
                  <a:rPr lang="en-US" dirty="0"/>
                  <a:t>The random variable is a function whose domain is the sample space of a random experiment and whose range is a subset of real numbers.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US" dirty="0"/>
                  <a:t>i.e., The random variable is a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 b="0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IN" b="0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  <m:r>
                      <a:rPr lang="en-IN" b="0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.</m:t>
                    </m:r>
                  </m:oMath>
                </a14:m>
                <a:endParaRPr lang="en-US" dirty="0"/>
              </a:p>
              <a:p>
                <a:pPr lvl="1" algn="l">
                  <a:lnSpc>
                    <a:spcPct val="100000"/>
                  </a:lnSpc>
                </a:pPr>
                <a:r>
                  <a:rPr lang="en-US" dirty="0"/>
                  <a:t>Therefore, in above example we can write</a:t>
                </a:r>
              </a:p>
              <a:p>
                <a:pPr marL="671513" lvl="2" indent="0" algn="ctr">
                  <a:lnSpc>
                    <a:spcPct val="100000"/>
                  </a:lnSpc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head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tail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US" dirty="0"/>
              </a:p>
              <a:p>
                <a:pPr>
                  <a:lnSpc>
                    <a:spcPct val="100000"/>
                  </a:lnSpc>
                </a:pPr>
                <a:r>
                  <a:rPr lang="en-GB" dirty="0"/>
                  <a:t>Random variable can be classified as bellow: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GB" dirty="0"/>
                  <a:t>Discrete Random Variable</a:t>
                </a:r>
              </a:p>
              <a:p>
                <a:pPr lvl="1">
                  <a:lnSpc>
                    <a:spcPct val="100000"/>
                  </a:lnSpc>
                </a:pPr>
                <a:r>
                  <a:rPr lang="en-GB" dirty="0"/>
                  <a:t>Continuous Random Variable</a:t>
                </a:r>
              </a:p>
              <a:p>
                <a:pPr marL="0" indent="0" algn="l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1E2092C7-04B3-5C55-B837-5E0B2A04C8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916" y="735823"/>
                <a:ext cx="11974748" cy="5869258"/>
              </a:xfrm>
              <a:prstGeom prst="rect">
                <a:avLst/>
              </a:prstGeom>
              <a:blipFill>
                <a:blip r:embed="rId2"/>
                <a:stretch>
                  <a:fillRect l="-967" t="-1038" r="-1018" b="-394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84722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Discrete Random Variable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0"/>
                <a:ext cx="11929641" cy="4470399"/>
              </a:xfrm>
            </p:spPr>
            <p:txBody>
              <a:bodyPr/>
              <a:lstStyle/>
              <a:p>
                <a:r>
                  <a:rPr lang="en-GB" dirty="0"/>
                  <a:t>A random variable can take only </a:t>
                </a:r>
                <a:r>
                  <a:rPr lang="en-GB" b="1" dirty="0">
                    <a:solidFill>
                      <a:srgbClr val="FF0000"/>
                    </a:solidFill>
                  </a:rPr>
                  <a:t>finite values </a:t>
                </a:r>
                <a:r>
                  <a:rPr lang="en-GB" dirty="0"/>
                  <a:t>or </a:t>
                </a:r>
                <a:r>
                  <a:rPr lang="en-GB" b="1" dirty="0">
                    <a:solidFill>
                      <a:srgbClr val="FF0000"/>
                    </a:solidFill>
                  </a:rPr>
                  <a:t>countable infinite </a:t>
                </a:r>
                <a:r>
                  <a:rPr lang="en-GB" dirty="0"/>
                  <a:t>values is known as discrete random variable.</a:t>
                </a:r>
              </a:p>
              <a:p>
                <a:r>
                  <a:rPr lang="en-GB" dirty="0"/>
                  <a:t>Discrete random variables </a:t>
                </a:r>
                <a:r>
                  <a:rPr lang="en-GB" b="1" dirty="0"/>
                  <a:t>can be measured exactly</a:t>
                </a:r>
                <a:r>
                  <a:rPr lang="en-GB" dirty="0"/>
                  <a:t>.</a:t>
                </a:r>
              </a:p>
              <a:p>
                <a:r>
                  <a:rPr lang="en-GB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</a:t>
                </a:r>
              </a:p>
              <a:p>
                <a:pPr lvl="1"/>
                <a:r>
                  <a:rPr lang="en-GB" dirty="0"/>
                  <a:t>If two coins are tossed simultaneously the following sample space is generated:</a:t>
                </a:r>
              </a:p>
              <a:p>
                <a:pPr marL="625475" lvl="1" indent="0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S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TT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GB" dirty="0"/>
                  <a:t> </a:t>
                </a:r>
              </a:p>
              <a:p>
                <a:pPr lvl="1" algn="l"/>
                <a:r>
                  <a:rPr lang="en-GB" dirty="0"/>
                  <a:t>Now,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denotes the </a:t>
                </a:r>
                <a:r>
                  <a:rPr lang="en-GB" b="1" dirty="0"/>
                  <a:t>number of heads</a:t>
                </a:r>
                <a:r>
                  <a:rPr lang="en-GB" dirty="0"/>
                  <a:t>, then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0"/>
                <a:ext cx="11929641" cy="4470399"/>
              </a:xfrm>
              <a:blipFill>
                <a:blip r:embed="rId2"/>
                <a:stretch>
                  <a:fillRect l="-971" r="-1074" b="-272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BD6E560-F5F9-4375-87BA-E29BDD460C0E}"/>
                  </a:ext>
                </a:extLst>
              </p:cNvPr>
              <p:cNvSpPr txBox="1"/>
              <p:nvPr/>
            </p:nvSpPr>
            <p:spPr>
              <a:xfrm>
                <a:off x="1727925" y="5294584"/>
                <a:ext cx="12003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d>
                        <m:dPr>
                          <m:ctrlPr>
                            <a:rPr lang="en-GB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HH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BD6E560-F5F9-4375-87BA-E29BDD460C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7925" y="5294584"/>
                <a:ext cx="1200331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3A3B8D8-AD82-429F-8F61-C21CE7CA5E8F}"/>
                  </a:ext>
                </a:extLst>
              </p:cNvPr>
              <p:cNvSpPr txBox="1"/>
              <p:nvPr/>
            </p:nvSpPr>
            <p:spPr>
              <a:xfrm>
                <a:off x="2732175" y="5294584"/>
                <a:ext cx="88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3A3B8D8-AD82-429F-8F61-C21CE7CA5E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2175" y="5294584"/>
                <a:ext cx="8853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C302A62-E477-41E0-B04C-EDA0C49961BB}"/>
                  </a:ext>
                </a:extLst>
              </p:cNvPr>
              <p:cNvSpPr txBox="1"/>
              <p:nvPr/>
            </p:nvSpPr>
            <p:spPr>
              <a:xfrm>
                <a:off x="4030789" y="5294584"/>
                <a:ext cx="12003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d>
                        <m:dPr>
                          <m:ctrlPr>
                            <a:rPr lang="en-GB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H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C302A62-E477-41E0-B04C-EDA0C49961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0789" y="5294584"/>
                <a:ext cx="120033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759BCBA-5CEE-4BA9-BB96-AA3EE96B17AE}"/>
                  </a:ext>
                </a:extLst>
              </p:cNvPr>
              <p:cNvSpPr txBox="1"/>
              <p:nvPr/>
            </p:nvSpPr>
            <p:spPr>
              <a:xfrm>
                <a:off x="5035039" y="5294584"/>
                <a:ext cx="88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759BCBA-5CEE-4BA9-BB96-AA3EE96B17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5039" y="5294584"/>
                <a:ext cx="8853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C6A011D-FDEB-46FB-B34A-CC8DA09581FF}"/>
                  </a:ext>
                </a:extLst>
              </p:cNvPr>
              <p:cNvSpPr txBox="1"/>
              <p:nvPr/>
            </p:nvSpPr>
            <p:spPr>
              <a:xfrm>
                <a:off x="6333653" y="5294584"/>
                <a:ext cx="12003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d>
                        <m:dPr>
                          <m:ctrlPr>
                            <a:rPr lang="en-GB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C6A011D-FDEB-46FB-B34A-CC8DA09581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3653" y="5294584"/>
                <a:ext cx="120033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EC46755-B530-40F5-A8CB-9F2BA2681A4A}"/>
                  </a:ext>
                </a:extLst>
              </p:cNvPr>
              <p:cNvSpPr txBox="1"/>
              <p:nvPr/>
            </p:nvSpPr>
            <p:spPr>
              <a:xfrm>
                <a:off x="7322697" y="5294584"/>
                <a:ext cx="88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EC46755-B530-40F5-A8CB-9F2BA2681A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697" y="5294584"/>
                <a:ext cx="88537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49DC39A-1300-46B1-B8F6-BC6D16B85AE3}"/>
                  </a:ext>
                </a:extLst>
              </p:cNvPr>
              <p:cNvSpPr txBox="1"/>
              <p:nvPr/>
            </p:nvSpPr>
            <p:spPr>
              <a:xfrm>
                <a:off x="8701278" y="5294584"/>
                <a:ext cx="12003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d>
                        <m:dPr>
                          <m:ctrlPr>
                            <a:rPr lang="en-GB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TT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49DC39A-1300-46B1-B8F6-BC6D16B85A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01278" y="5294584"/>
                <a:ext cx="120033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B3A78CD-DD56-401E-8F4C-4126A06880A8}"/>
                  </a:ext>
                </a:extLst>
              </p:cNvPr>
              <p:cNvSpPr txBox="1"/>
              <p:nvPr/>
            </p:nvSpPr>
            <p:spPr>
              <a:xfrm>
                <a:off x="9687696" y="5294584"/>
                <a:ext cx="88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B3A78CD-DD56-401E-8F4C-4126A06880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87696" y="5294584"/>
                <a:ext cx="88537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8BCB265-7FC3-4163-9196-EA48E26AA5D1}"/>
                  </a:ext>
                </a:extLst>
              </p:cNvPr>
              <p:cNvSpPr txBox="1"/>
              <p:nvPr/>
            </p:nvSpPr>
            <p:spPr>
              <a:xfrm>
                <a:off x="802640" y="5930789"/>
                <a:ext cx="55947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i.e.,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 can take values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18BCB265-7FC3-4163-9196-EA48E26AA5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2640" y="5930789"/>
                <a:ext cx="5594772" cy="523220"/>
              </a:xfrm>
              <a:prstGeom prst="rect">
                <a:avLst/>
              </a:prstGeom>
              <a:blipFill>
                <a:blip r:embed="rId11"/>
                <a:stretch>
                  <a:fillRect l="-229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8E25012-6B7D-4BA6-8CC4-5AD87C16F0FD}"/>
                  </a:ext>
                </a:extLst>
              </p:cNvPr>
              <p:cNvSpPr txBox="1"/>
              <p:nvPr/>
            </p:nvSpPr>
            <p:spPr>
              <a:xfrm>
                <a:off x="6310326" y="5930789"/>
                <a:ext cx="14330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2.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8E25012-6B7D-4BA6-8CC4-5AD87C16F0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0326" y="5930789"/>
                <a:ext cx="1433009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04271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6" grpId="0"/>
      <p:bldP spid="7" grpId="0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Discrete Random Variable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79EEE02-B6D3-43B4-AEFC-5E226BF33B4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pPr lvl="0"/>
            <a:r>
              <a:rPr lang="en-US" dirty="0"/>
              <a:t>Some other examples of discrete random variable.</a:t>
            </a:r>
            <a:endParaRPr lang="en-IN" dirty="0"/>
          </a:p>
          <a:p>
            <a:pPr lvl="1"/>
            <a:r>
              <a:rPr lang="en-US" dirty="0"/>
              <a:t>Number of children in a family.</a:t>
            </a:r>
            <a:endParaRPr lang="en-IN" dirty="0"/>
          </a:p>
          <a:p>
            <a:pPr lvl="1"/>
            <a:r>
              <a:rPr lang="en-US" dirty="0"/>
              <a:t>Numbers of stars in the sky.</a:t>
            </a:r>
            <a:endParaRPr lang="en-IN" dirty="0"/>
          </a:p>
          <a:p>
            <a:pPr lvl="1"/>
            <a:r>
              <a:rPr lang="en-US" dirty="0"/>
              <a:t>Profit made by investor in a day</a:t>
            </a:r>
          </a:p>
          <a:p>
            <a:r>
              <a:rPr lang="en-US" dirty="0"/>
              <a:t>It could be said that discrete random variables are usually generated from experiments in which things are “counted” not “measured”.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571924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858E06-07CA-5747-3DFE-63196C04CB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FFEE1BC-3ADF-D129-085F-24B0F7DCFE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Continuous Random Variable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3248C80-E1E5-8A65-C236-3686C5B02FA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97668"/>
            <a:ext cx="11929641" cy="5656341"/>
          </a:xfrm>
        </p:spPr>
        <p:txBody>
          <a:bodyPr/>
          <a:lstStyle/>
          <a:p>
            <a:pPr lvl="0"/>
            <a:r>
              <a:rPr lang="en-US" dirty="0"/>
              <a:t>If a random variable can take </a:t>
            </a:r>
            <a:r>
              <a:rPr lang="en-US" b="1" dirty="0">
                <a:solidFill>
                  <a:srgbClr val="FF0000"/>
                </a:solidFill>
              </a:rPr>
              <a:t>all values within an interval</a:t>
            </a:r>
            <a:r>
              <a:rPr lang="en-US" dirty="0"/>
              <a:t>, is known as continuous random variable.</a:t>
            </a:r>
            <a:endParaRPr lang="en-IN" dirty="0"/>
          </a:p>
          <a:p>
            <a:r>
              <a:rPr lang="en-US" dirty="0"/>
              <a:t>It could be said that continuous random variables are generated from experiments in which things are “measured” not “counted”.</a:t>
            </a:r>
            <a:endParaRPr lang="en-GB" dirty="0"/>
          </a:p>
          <a:p>
            <a:pPr lvl="0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</a:t>
            </a:r>
          </a:p>
          <a:p>
            <a:pPr lvl="1"/>
            <a:r>
              <a:rPr lang="en-US" dirty="0"/>
              <a:t>The age of a person</a:t>
            </a:r>
            <a:endParaRPr lang="en-IN" dirty="0"/>
          </a:p>
          <a:p>
            <a:pPr lvl="1"/>
            <a:r>
              <a:rPr lang="en-US" dirty="0"/>
              <a:t>Weight and height of a person</a:t>
            </a:r>
            <a:endParaRPr lang="en-IN" dirty="0"/>
          </a:p>
          <a:p>
            <a:pPr lvl="1"/>
            <a:r>
              <a:rPr lang="en-US" dirty="0"/>
              <a:t>Life of an electric bulb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20095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97EF86-6E14-D322-56A4-7467E6A149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BB8F1E9-31DF-7196-6C70-F4A09BAC5C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Continuous Random Variable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F3712C0-D09B-A93A-C22D-4ECF4F3DCD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1" y="797668"/>
            <a:ext cx="6036156" cy="1293779"/>
          </a:xfrm>
        </p:spPr>
        <p:txBody>
          <a:bodyPr/>
          <a:lstStyle/>
          <a:p>
            <a:pPr lvl="0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 </a:t>
            </a:r>
            <a:r>
              <a:rPr lang="en-US" dirty="0"/>
              <a:t>The age of a person</a:t>
            </a:r>
          </a:p>
          <a:p>
            <a:r>
              <a:rPr lang="en-US" dirty="0"/>
              <a:t>Because Age is measured, not counted.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" name="Table 1">
                <a:extLst>
                  <a:ext uri="{FF2B5EF4-FFF2-40B4-BE49-F238E27FC236}">
                    <a16:creationId xmlns:a16="http://schemas.microsoft.com/office/drawing/2014/main" id="{985EE56D-4A4C-2258-799D-16918193D5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68421583"/>
                  </p:ext>
                </p:extLst>
              </p:nvPr>
            </p:nvGraphicFramePr>
            <p:xfrm>
              <a:off x="475812" y="2177914"/>
              <a:ext cx="4680000" cy="234696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2340000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2340000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Person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Age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A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18</m:t>
                                </m:r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.</m:t>
                                </m:r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42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B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18</m:t>
                                </m:r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.</m:t>
                                </m:r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425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i="0" dirty="0">
                              <a:solidFill>
                                <a:srgbClr val="002060"/>
                              </a:solidFill>
                            </a:rPr>
                            <a:t>C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18</m:t>
                                </m:r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.</m:t>
                                </m:r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4257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95890320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i="0" dirty="0">
                              <a:solidFill>
                                <a:srgbClr val="002060"/>
                              </a:solidFill>
                            </a:rPr>
                            <a:t>D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18</m:t>
                                </m:r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.</m:t>
                                </m:r>
                                <m:r>
                                  <a:rPr lang="en-IN" sz="2400" b="0" i="1" kern="120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42573</m:t>
                                </m:r>
                              </m:oMath>
                            </m:oMathPara>
                          </a14:m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963887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" name="Table 1">
                <a:extLst>
                  <a:ext uri="{FF2B5EF4-FFF2-40B4-BE49-F238E27FC236}">
                    <a16:creationId xmlns:a16="http://schemas.microsoft.com/office/drawing/2014/main" id="{985EE56D-4A4C-2258-799D-16918193D5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68421583"/>
                  </p:ext>
                </p:extLst>
              </p:nvPr>
            </p:nvGraphicFramePr>
            <p:xfrm>
              <a:off x="475812" y="2177914"/>
              <a:ext cx="4680000" cy="2346960"/>
            </p:xfrm>
            <a:graphic>
              <a:graphicData uri="http://schemas.openxmlformats.org/drawingml/2006/table">
                <a:tbl>
                  <a:tblPr firstRow="1" bandRow="1">
                    <a:tableStyleId>{912C8C85-51F0-491E-9774-3900AFEF0FD7}</a:tableStyleId>
                  </a:tblPr>
                  <a:tblGrid>
                    <a:gridCol w="2340000">
                      <a:extLst>
                        <a:ext uri="{9D8B030D-6E8A-4147-A177-3AD203B41FA5}">
                          <a16:colId xmlns:a16="http://schemas.microsoft.com/office/drawing/2014/main" val="4272508747"/>
                        </a:ext>
                      </a:extLst>
                    </a:gridCol>
                    <a:gridCol w="2340000">
                      <a:extLst>
                        <a:ext uri="{9D8B030D-6E8A-4147-A177-3AD203B41FA5}">
                          <a16:colId xmlns:a16="http://schemas.microsoft.com/office/drawing/2014/main" val="2846549102"/>
                        </a:ext>
                      </a:extLst>
                    </a:gridCol>
                  </a:tblGrid>
                  <a:tr h="5181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Person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dirty="0"/>
                            <a:t>Age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26562457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A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1042" t="-125333" r="-1823" b="-332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856306862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dirty="0">
                              <a:solidFill>
                                <a:srgbClr val="002060"/>
                              </a:solidFill>
                            </a:rPr>
                            <a:t>B</a:t>
                          </a:r>
                          <a:endParaRPr lang="en-IN" sz="24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1042" t="-222368" r="-1823" b="-22763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83032835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i="0" dirty="0">
                              <a:solidFill>
                                <a:srgbClr val="002060"/>
                              </a:solidFill>
                            </a:rPr>
                            <a:t>C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1042" t="-326667" r="-1823" b="-130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695890320"/>
                      </a:ext>
                    </a:extLst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400" i="0" dirty="0">
                              <a:solidFill>
                                <a:srgbClr val="002060"/>
                              </a:solidFill>
                            </a:rPr>
                            <a:t>D</a:t>
                          </a:r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lnL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accent6">
                              <a:lumMod val="75000"/>
                            </a:schemeClr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1042" t="-426667" r="-1823" b="-30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963887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4E6397E-90E1-590C-70FF-9AE3C1431D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758927" y="797668"/>
                <a:ext cx="6585473" cy="464009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Why a particular value is not possible?</a:t>
                </a:r>
              </a:p>
              <a:p>
                <a:pPr lvl="1"/>
                <a:r>
                  <a:rPr lang="en-US" dirty="0"/>
                  <a:t>Consider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years exactly</a:t>
                </a:r>
              </a:p>
              <a:p>
                <a:pPr lvl="1"/>
                <a:r>
                  <a:rPr lang="en-US" dirty="0"/>
                  <a:t>Does this mean exactly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years?</a:t>
                </a:r>
              </a:p>
              <a:p>
                <a:pPr lvl="1"/>
                <a:r>
                  <a:rPr lang="en-US" dirty="0"/>
                  <a:t>What about: 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years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+ 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second?</a:t>
                </a:r>
              </a:p>
              <a:p>
                <a:pPr lvl="2"/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years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+ 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millisecond?</a:t>
                </a:r>
              </a:p>
              <a:p>
                <a:pPr lvl="2"/>
                <a:r>
                  <a:rPr lang="en-US" dirty="0"/>
                  <a:t>Exact age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 dirty="0" smtClean="0"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lang="en-US" dirty="0"/>
                  <a:t> years cannot be fixed.</a:t>
                </a: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4E6397E-90E1-590C-70FF-9AE3C1431D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8927" y="797668"/>
                <a:ext cx="6585473" cy="4640094"/>
              </a:xfrm>
              <a:prstGeom prst="rect">
                <a:avLst/>
              </a:prstGeom>
              <a:blipFill>
                <a:blip r:embed="rId3"/>
                <a:stretch>
                  <a:fillRect l="-1759" b="-170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4F5C0CD-D865-05C4-E039-7D048E6DFB3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81" y="4766553"/>
                <a:ext cx="6036156" cy="129377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Meaningful statement: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𝟏𝟖</m:t>
                    </m:r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𝐗</m:t>
                    </m:r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b="1" i="0" dirty="0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</a:rPr>
                      <m:t>𝟏𝟗</m:t>
                    </m:r>
                  </m:oMath>
                </a14:m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18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≠</m:t>
                    </m:r>
                  </m:oMath>
                </a14:m>
                <a:r>
                  <a:rPr lang="en-IN" b="0" dirty="0">
                    <a:latin typeface="+mj-lt"/>
                  </a:rPr>
                  <a:t> measurable</a:t>
                </a:r>
                <a:endParaRPr lang="en-IN" dirty="0"/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4F5C0CD-D865-05C4-E039-7D048E6DFB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1" y="4766553"/>
                <a:ext cx="6036156" cy="1293779"/>
              </a:xfrm>
              <a:prstGeom prst="rect">
                <a:avLst/>
              </a:prstGeom>
              <a:blipFill>
                <a:blip r:embed="rId4"/>
                <a:stretch>
                  <a:fillRect l="-1919" b="-943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31216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6" grpId="0" uiExpand="1" build="p"/>
      <p:bldP spid="9" grpId="0" uiExpand="1" build="p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Probability Distribution of Random Variable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79EEE02-B6D3-43B4-AEFC-5E226BF33B4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pPr lvl="0"/>
            <a:r>
              <a:rPr lang="en-US" dirty="0"/>
              <a:t>Probability distribution of random variable is the set of its possible values together with their respective probabilities.</a:t>
            </a:r>
          </a:p>
          <a:p>
            <a:pPr marL="274638" indent="0">
              <a:buNone/>
            </a:pPr>
            <a:r>
              <a:rPr lang="en-US" dirty="0"/>
              <a:t>i.e.,</a:t>
            </a:r>
            <a:endParaRPr lang="en-IN" dirty="0"/>
          </a:p>
        </p:txBody>
      </p:sp>
      <p:graphicFrame>
        <p:nvGraphicFramePr>
          <p:cNvPr id="2" name="Table 2">
            <a:extLst>
              <a:ext uri="{FF2B5EF4-FFF2-40B4-BE49-F238E27FC236}">
                <a16:creationId xmlns:a16="http://schemas.microsoft.com/office/drawing/2014/main" id="{F29F032C-69C0-4173-9C3B-2210BD27FE1A}"/>
              </a:ext>
            </a:extLst>
          </p:cNvPr>
          <p:cNvGraphicFramePr>
            <a:graphicFrameLocks noGrp="1"/>
          </p:cNvGraphicFramePr>
          <p:nvPr/>
        </p:nvGraphicFramePr>
        <p:xfrm>
          <a:off x="1473201" y="2851499"/>
          <a:ext cx="9245600" cy="1210278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48300479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739877591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baseline="300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baseline="300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baseline="300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baseline="300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ECDBA987-683D-4179-9A8B-832784249B7F}"/>
                  </a:ext>
                </a:extLst>
              </p:cNvPr>
              <p:cNvSpPr txBox="1"/>
              <p:nvPr/>
            </p:nvSpPr>
            <p:spPr>
              <a:xfrm>
                <a:off x="1666081" y="2869103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ECDBA987-683D-4179-9A8B-832784249B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6081" y="2869103"/>
                <a:ext cx="1669345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E01E9F7-A097-474C-987D-17BDAEE3F53E}"/>
                  </a:ext>
                </a:extLst>
              </p:cNvPr>
              <p:cNvSpPr txBox="1"/>
              <p:nvPr/>
            </p:nvSpPr>
            <p:spPr>
              <a:xfrm>
                <a:off x="1666081" y="3506466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E01E9F7-A097-474C-987D-17BDAEE3F5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6081" y="3506466"/>
                <a:ext cx="166934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C9700C7-B1F1-4CBE-BB75-78996ED25DA1}"/>
                  </a:ext>
                </a:extLst>
              </p:cNvPr>
              <p:cNvSpPr txBox="1"/>
              <p:nvPr/>
            </p:nvSpPr>
            <p:spPr>
              <a:xfrm>
                <a:off x="3878847" y="2869103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C9700C7-B1F1-4CBE-BB75-78996ED25D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8847" y="2869103"/>
                <a:ext cx="65361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C30F373-301C-49B5-B5DD-139DE616B925}"/>
                  </a:ext>
                </a:extLst>
              </p:cNvPr>
              <p:cNvSpPr txBox="1"/>
              <p:nvPr/>
            </p:nvSpPr>
            <p:spPr>
              <a:xfrm>
                <a:off x="5328365" y="2869103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C30F373-301C-49B5-B5DD-139DE616B9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8365" y="2869103"/>
                <a:ext cx="6536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F886E3F-5D03-4E4A-9CE5-F60A181598B7}"/>
                  </a:ext>
                </a:extLst>
              </p:cNvPr>
              <p:cNvSpPr txBox="1"/>
              <p:nvPr/>
            </p:nvSpPr>
            <p:spPr>
              <a:xfrm>
                <a:off x="6777883" y="2869103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F886E3F-5D03-4E4A-9CE5-F60A181598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77883" y="2869103"/>
                <a:ext cx="65361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BF7FAA3-92E3-4D19-827C-684BAC430B86}"/>
                  </a:ext>
                </a:extLst>
              </p:cNvPr>
              <p:cNvSpPr txBox="1"/>
              <p:nvPr/>
            </p:nvSpPr>
            <p:spPr>
              <a:xfrm>
                <a:off x="9676918" y="2869103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</m:sub>
                      </m:sSub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BF7FAA3-92E3-4D19-827C-684BAC430B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76918" y="2869103"/>
                <a:ext cx="6536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E1013CC-7BFA-4EAB-A896-B6A76B3B98EF}"/>
                  </a:ext>
                </a:extLst>
              </p:cNvPr>
              <p:cNvSpPr txBox="1"/>
              <p:nvPr/>
            </p:nvSpPr>
            <p:spPr>
              <a:xfrm>
                <a:off x="3532552" y="3506466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𝐩</m:t>
                      </m:r>
                      <m:d>
                        <m:d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1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E1013CC-7BFA-4EAB-A896-B6A76B3B98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2552" y="3506466"/>
                <a:ext cx="133514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485810B-B82B-4DBA-B85C-5EB25C387DBA}"/>
                  </a:ext>
                </a:extLst>
              </p:cNvPr>
              <p:cNvSpPr txBox="1"/>
              <p:nvPr/>
            </p:nvSpPr>
            <p:spPr>
              <a:xfrm>
                <a:off x="9336152" y="3506466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𝐩</m:t>
                      </m:r>
                      <m:d>
                        <m:d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1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𝐧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485810B-B82B-4DBA-B85C-5EB25C387D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36152" y="3506466"/>
                <a:ext cx="133514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68616358-2A2B-43EC-B35F-02AF32942D06}"/>
                  </a:ext>
                </a:extLst>
              </p:cNvPr>
              <p:cNvSpPr txBox="1"/>
              <p:nvPr/>
            </p:nvSpPr>
            <p:spPr>
              <a:xfrm>
                <a:off x="4983452" y="3506466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𝐩</m:t>
                      </m:r>
                      <m:d>
                        <m:d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1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68616358-2A2B-43EC-B35F-02AF32942D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83452" y="3506466"/>
                <a:ext cx="133514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FA6680E-E577-426C-BDAC-3AE01923E63F}"/>
                  </a:ext>
                </a:extLst>
              </p:cNvPr>
              <p:cNvSpPr txBox="1"/>
              <p:nvPr/>
            </p:nvSpPr>
            <p:spPr>
              <a:xfrm>
                <a:off x="6434352" y="3506466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𝐩</m:t>
                      </m:r>
                      <m:d>
                        <m:dPr>
                          <m:ctrlPr>
                            <a:rPr lang="en-IN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b="1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IN" sz="2800" b="1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FA6680E-E577-426C-BDAC-3AE01923E6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4352" y="3506466"/>
                <a:ext cx="133514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8748001-B99C-4BEE-A71F-49E71976AD60}"/>
                  </a:ext>
                </a:extLst>
              </p:cNvPr>
              <p:cNvSpPr txBox="1"/>
              <p:nvPr/>
            </p:nvSpPr>
            <p:spPr>
              <a:xfrm>
                <a:off x="8227401" y="2869103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…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8748001-B99C-4BEE-A71F-49E71976AD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7401" y="2869103"/>
                <a:ext cx="6536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A27B6E6-F086-45C2-83D5-331B9464B9F8}"/>
                  </a:ext>
                </a:extLst>
              </p:cNvPr>
              <p:cNvSpPr txBox="1"/>
              <p:nvPr/>
            </p:nvSpPr>
            <p:spPr>
              <a:xfrm>
                <a:off x="7885252" y="3506466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…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A27B6E6-F086-45C2-83D5-331B9464B9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5252" y="3506466"/>
                <a:ext cx="133514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TextBox 30">
            <a:extLst>
              <a:ext uri="{FF2B5EF4-FFF2-40B4-BE49-F238E27FC236}">
                <a16:creationId xmlns:a16="http://schemas.microsoft.com/office/drawing/2014/main" id="{357C241D-5EE3-4CE8-B734-452F78D0A23C}"/>
              </a:ext>
            </a:extLst>
          </p:cNvPr>
          <p:cNvSpPr txBox="1"/>
          <p:nvPr/>
        </p:nvSpPr>
        <p:spPr>
          <a:xfrm>
            <a:off x="468677" y="4983227"/>
            <a:ext cx="119740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i="0" dirty="0">
                <a:solidFill>
                  <a:srgbClr val="002060"/>
                </a:solidFill>
                <a:latin typeface="+mj-lt"/>
              </a:rPr>
              <a:t>where</a:t>
            </a:r>
            <a:r>
              <a:rPr lang="en-IN" sz="2800" b="0" i="0" dirty="0">
                <a:solidFill>
                  <a:srgbClr val="002060"/>
                </a:solidFill>
                <a:latin typeface="+mj-lt"/>
              </a:rPr>
              <a:t>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B74E9A4-E447-4767-B50C-FA05A999F966}"/>
                  </a:ext>
                </a:extLst>
              </p:cNvPr>
              <p:cNvSpPr txBox="1"/>
              <p:nvPr/>
            </p:nvSpPr>
            <p:spPr>
              <a:xfrm>
                <a:off x="1666080" y="4983227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d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B74E9A4-E447-4767-B50C-FA05A999F9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6080" y="4983227"/>
                <a:ext cx="166934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327F3896-2AAA-48E6-85E3-56D9CC83D272}"/>
              </a:ext>
            </a:extLst>
          </p:cNvPr>
          <p:cNvSpPr txBox="1"/>
          <p:nvPr/>
        </p:nvSpPr>
        <p:spPr>
          <a:xfrm>
            <a:off x="3419117" y="4983227"/>
            <a:ext cx="76653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i="0" dirty="0">
                <a:solidFill>
                  <a:srgbClr val="002060"/>
                </a:solidFill>
                <a:latin typeface="+mj-lt"/>
              </a:rPr>
              <a:t>and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C0E04D0-8B76-4392-B126-1A56F47CEEE7}"/>
                  </a:ext>
                </a:extLst>
              </p:cNvPr>
              <p:cNvSpPr txBox="1"/>
              <p:nvPr/>
            </p:nvSpPr>
            <p:spPr>
              <a:xfrm>
                <a:off x="4200123" y="4611715"/>
                <a:ext cx="2560961" cy="12662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C0E04D0-8B76-4392-B126-1A56F47CEE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0123" y="4611715"/>
                <a:ext cx="2560961" cy="126624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97619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5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"/>
                            </p:stCondLst>
                            <p:childTnLst>
                              <p:par>
                                <p:cTn id="4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75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3" grpId="0"/>
      <p:bldP spid="6" grpId="0"/>
      <p:bldP spid="8" grpId="0"/>
      <p:bldP spid="9" grpId="0"/>
      <p:bldP spid="10" grpId="0"/>
      <p:bldP spid="12" grpId="0"/>
      <p:bldP spid="16" grpId="0"/>
      <p:bldP spid="24" grpId="0"/>
      <p:bldP spid="25" grpId="0"/>
      <p:bldP spid="26" grpId="0"/>
      <p:bldP spid="27" grpId="0"/>
      <p:bldP spid="28" grpId="0"/>
      <p:bldP spid="31" grpId="0"/>
      <p:bldP spid="32" grpId="0"/>
      <p:bldP spid="33" grpId="0"/>
      <p:bldP spid="34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Two balanced coins are tossed,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US" dirty="0"/>
                  <a:t>We find the probability distribution of </a:t>
                </a:r>
                <a:r>
                  <a:rPr lang="en-GB" b="1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number </a:t>
                </a:r>
                <a:r>
                  <a:rPr lang="en-US" b="1" dirty="0"/>
                  <a:t>heads</a:t>
                </a:r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979EEE02-B6D3-43B4-AEFC-5E226BF33B4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0"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A56060-B9D9-4EF2-A211-4D343CDC8ACA}"/>
                  </a:ext>
                </a:extLst>
              </p:cNvPr>
              <p:cNvSpPr txBox="1"/>
              <p:nvPr/>
            </p:nvSpPr>
            <p:spPr>
              <a:xfrm>
                <a:off x="788670" y="3554917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A56060-B9D9-4EF2-A211-4D343CDC8A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3554917"/>
                <a:ext cx="166497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B6B091B-1336-4C90-99B5-84E4CAFBAAAC}"/>
                  </a:ext>
                </a:extLst>
              </p:cNvPr>
              <p:cNvSpPr txBox="1"/>
              <p:nvPr/>
            </p:nvSpPr>
            <p:spPr>
              <a:xfrm>
                <a:off x="2273618" y="3554917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B6B091B-1336-4C90-99B5-84E4CAFBAA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3554917"/>
                <a:ext cx="25577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E9CCFF7-E0C7-4525-A462-2C3DB75C54D5}"/>
                  </a:ext>
                </a:extLst>
              </p:cNvPr>
              <p:cNvSpPr txBox="1"/>
              <p:nvPr/>
            </p:nvSpPr>
            <p:spPr>
              <a:xfrm>
                <a:off x="4577371" y="3366948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E9CCFF7-E0C7-4525-A462-2C3DB75C54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371" y="3366948"/>
                <a:ext cx="1036320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9FEFD2-3562-48AB-A311-6F883063690D}"/>
                  </a:ext>
                </a:extLst>
              </p:cNvPr>
              <p:cNvSpPr txBox="1"/>
              <p:nvPr/>
            </p:nvSpPr>
            <p:spPr>
              <a:xfrm>
                <a:off x="5455920" y="3554916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9FEFD2-3562-48AB-A311-6F88306369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5920" y="3554916"/>
                <a:ext cx="1280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/>
              <p:nvPr/>
            </p:nvSpPr>
            <p:spPr>
              <a:xfrm>
                <a:off x="788670" y="4598500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4598500"/>
                <a:ext cx="166497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F0B33CB-0D83-4CB9-A73D-1D37992DB649}"/>
                  </a:ext>
                </a:extLst>
              </p:cNvPr>
              <p:cNvSpPr txBox="1"/>
              <p:nvPr/>
            </p:nvSpPr>
            <p:spPr>
              <a:xfrm>
                <a:off x="2273618" y="4598500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one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F0B33CB-0D83-4CB9-A73D-1D37992DB6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4598500"/>
                <a:ext cx="255778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95EAE17-21FB-4829-A61C-5336BCA0316D}"/>
                  </a:ext>
                </a:extLst>
              </p:cNvPr>
              <p:cNvSpPr txBox="1"/>
              <p:nvPr/>
            </p:nvSpPr>
            <p:spPr>
              <a:xfrm>
                <a:off x="4577371" y="4410531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95EAE17-21FB-4829-A61C-5336BCA031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371" y="4410531"/>
                <a:ext cx="1036320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13D9CC0-2F79-4664-8E95-DF7835BBBE5D}"/>
                  </a:ext>
                </a:extLst>
              </p:cNvPr>
              <p:cNvSpPr txBox="1"/>
              <p:nvPr/>
            </p:nvSpPr>
            <p:spPr>
              <a:xfrm>
                <a:off x="5455920" y="4413001"/>
                <a:ext cx="128016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13D9CC0-2F79-4664-8E95-DF7835BBB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5920" y="4413001"/>
                <a:ext cx="1280160" cy="89915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/>
              <p:nvPr/>
            </p:nvSpPr>
            <p:spPr>
              <a:xfrm>
                <a:off x="788670" y="5732947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5732947"/>
                <a:ext cx="166497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362E761-5C9B-4A2C-B36A-F249109D5810}"/>
                  </a:ext>
                </a:extLst>
              </p:cNvPr>
              <p:cNvSpPr txBox="1"/>
              <p:nvPr/>
            </p:nvSpPr>
            <p:spPr>
              <a:xfrm>
                <a:off x="2273618" y="5732947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tw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o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362E761-5C9B-4A2C-B36A-F249109D58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5732947"/>
                <a:ext cx="255778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9CD7C17-55FF-4738-A394-5E893ED04516}"/>
                  </a:ext>
                </a:extLst>
              </p:cNvPr>
              <p:cNvSpPr txBox="1"/>
              <p:nvPr/>
            </p:nvSpPr>
            <p:spPr>
              <a:xfrm>
                <a:off x="4577371" y="5544978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9CD7C17-55FF-4738-A394-5E893ED045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371" y="5544978"/>
                <a:ext cx="1036320" cy="89915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5920416-2FF4-48EE-BD13-AF1CD68EC68A}"/>
                  </a:ext>
                </a:extLst>
              </p:cNvPr>
              <p:cNvSpPr txBox="1"/>
              <p:nvPr/>
            </p:nvSpPr>
            <p:spPr>
              <a:xfrm>
                <a:off x="5455920" y="5732946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5920416-2FF4-48EE-BD13-AF1CD68EC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5920" y="5732946"/>
                <a:ext cx="128016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/>
              <p:nvPr/>
            </p:nvSpPr>
            <p:spPr>
              <a:xfrm>
                <a:off x="6316346" y="4600970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6346" y="4600970"/>
                <a:ext cx="128016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19EAF3D-9065-44FE-9E90-CF34A7FC8B4A}"/>
                  </a:ext>
                </a:extLst>
              </p:cNvPr>
              <p:cNvSpPr txBox="1"/>
              <p:nvPr/>
            </p:nvSpPr>
            <p:spPr>
              <a:xfrm>
                <a:off x="788670" y="2178351"/>
                <a:ext cx="9980930" cy="11220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>
                  <a:lnSpc>
                    <a:spcPct val="125000"/>
                  </a:lnSpc>
                  <a:spcBef>
                    <a:spcPts val="1000"/>
                  </a:spcBef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lang="en-GB" sz="2800" i="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 be a random variable representing the </a:t>
                </a:r>
                <a:r>
                  <a:rPr lang="en-GB" sz="2800" b="1" i="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number of heads </a:t>
                </a:r>
                <a:r>
                  <a:rPr lang="en-GB" sz="2800" i="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obtained when two balanced coins are tossed.</a:t>
                </a:r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19EAF3D-9065-44FE-9E90-CF34A7FC8B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2178351"/>
                <a:ext cx="9980930" cy="1122038"/>
              </a:xfrm>
              <a:prstGeom prst="rect">
                <a:avLst/>
              </a:prstGeom>
              <a:blipFill>
                <a:blip r:embed="rId16"/>
                <a:stretch>
                  <a:fillRect l="-1221" r="-1160" b="-146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" name="Picture 2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156624" y="1449714"/>
            <a:ext cx="782055" cy="942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127009" y="1447529"/>
            <a:ext cx="1145007" cy="13795"/>
          </a:xfrm>
          <a:prstGeom prst="rect">
            <a:avLst/>
          </a:prstGeom>
        </p:spPr>
      </p:pic>
      <p:pic>
        <p:nvPicPr>
          <p:cNvPr id="21" name="Picture 20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440468" y="1456340"/>
            <a:ext cx="782055" cy="9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4215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22" grpId="0"/>
      <p:bldP spid="23" grpId="0"/>
      <p:bldP spid="29" grpId="0"/>
      <p:bldP spid="30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340F1C-AEAB-43F6-BC28-2290E8462E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Two balanced coins are tossed,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S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TT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US" dirty="0"/>
                  <a:t>We find the probability distribution of head.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79EEE02-B6D3-43B4-AEFC-5E226BF33B4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A56060-B9D9-4EF2-A211-4D343CDC8ACA}"/>
                  </a:ext>
                </a:extLst>
              </p:cNvPr>
              <p:cNvSpPr txBox="1"/>
              <p:nvPr/>
            </p:nvSpPr>
            <p:spPr>
              <a:xfrm>
                <a:off x="9313810" y="2260537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A56060-B9D9-4EF2-A211-4D343CDC8A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3810" y="2260537"/>
                <a:ext cx="166497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9FEFD2-3562-48AB-A311-6F883063690D}"/>
                  </a:ext>
                </a:extLst>
              </p:cNvPr>
              <p:cNvSpPr txBox="1"/>
              <p:nvPr/>
            </p:nvSpPr>
            <p:spPr>
              <a:xfrm>
                <a:off x="10780660" y="2260536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9FEFD2-3562-48AB-A311-6F88306369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80660" y="2260536"/>
                <a:ext cx="128016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/>
              <p:nvPr/>
            </p:nvSpPr>
            <p:spPr>
              <a:xfrm>
                <a:off x="9313810" y="3120060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3810" y="3120060"/>
                <a:ext cx="166497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/>
              <p:nvPr/>
            </p:nvSpPr>
            <p:spPr>
              <a:xfrm>
                <a:off x="9313810" y="3979584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3810" y="3979584"/>
                <a:ext cx="166497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5920416-2FF4-48EE-BD13-AF1CD68EC68A}"/>
                  </a:ext>
                </a:extLst>
              </p:cNvPr>
              <p:cNvSpPr txBox="1"/>
              <p:nvPr/>
            </p:nvSpPr>
            <p:spPr>
              <a:xfrm>
                <a:off x="10780660" y="3979583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5920416-2FF4-48EE-BD13-AF1CD68EC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80660" y="3979583"/>
                <a:ext cx="128016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/>
              <p:nvPr/>
            </p:nvSpPr>
            <p:spPr>
              <a:xfrm>
                <a:off x="10780660" y="3120059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80660" y="3120059"/>
                <a:ext cx="12801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7" name="Table 2">
            <a:extLst>
              <a:ext uri="{FF2B5EF4-FFF2-40B4-BE49-F238E27FC236}">
                <a16:creationId xmlns:a16="http://schemas.microsoft.com/office/drawing/2014/main" id="{56AFA71C-F1BD-4118-B819-A1B080BEEA05}"/>
              </a:ext>
            </a:extLst>
          </p:cNvPr>
          <p:cNvGraphicFramePr>
            <a:graphicFrameLocks noGrp="1"/>
          </p:cNvGraphicFramePr>
          <p:nvPr/>
        </p:nvGraphicFramePr>
        <p:xfrm>
          <a:off x="919843" y="3038140"/>
          <a:ext cx="6348572" cy="1210278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39A0E08-85DB-4662-BA14-A68B7619C91A}"/>
                  </a:ext>
                </a:extLst>
              </p:cNvPr>
              <p:cNvSpPr txBox="1"/>
              <p:nvPr/>
            </p:nvSpPr>
            <p:spPr>
              <a:xfrm>
                <a:off x="1112723" y="3055744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39A0E08-85DB-4662-BA14-A68B7619C9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2723" y="3055744"/>
                <a:ext cx="166934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3E67B9-C164-43AD-AB0C-106600EB6A58}"/>
                  </a:ext>
                </a:extLst>
              </p:cNvPr>
              <p:cNvSpPr txBox="1"/>
              <p:nvPr/>
            </p:nvSpPr>
            <p:spPr>
              <a:xfrm>
                <a:off x="1112723" y="3693107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3E67B9-C164-43AD-AB0C-106600EB6A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2723" y="3693107"/>
                <a:ext cx="166934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DF981E-3581-43F1-8273-82576B4B415B}"/>
                  </a:ext>
                </a:extLst>
              </p:cNvPr>
              <p:cNvSpPr txBox="1"/>
              <p:nvPr/>
            </p:nvSpPr>
            <p:spPr>
              <a:xfrm>
                <a:off x="3325489" y="3055744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DF981E-3581-43F1-8273-82576B4B41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5489" y="3055744"/>
                <a:ext cx="6536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C30D110-2233-4E9F-9AAB-AD8739AE92FE}"/>
                  </a:ext>
                </a:extLst>
              </p:cNvPr>
              <p:cNvSpPr txBox="1"/>
              <p:nvPr/>
            </p:nvSpPr>
            <p:spPr>
              <a:xfrm>
                <a:off x="4775007" y="3055744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C30D110-2233-4E9F-9AAB-AD8739AE92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5007" y="3055744"/>
                <a:ext cx="6536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5A247A8-842C-4DE0-8F3F-A73F9E65D18A}"/>
                  </a:ext>
                </a:extLst>
              </p:cNvPr>
              <p:cNvSpPr txBox="1"/>
              <p:nvPr/>
            </p:nvSpPr>
            <p:spPr>
              <a:xfrm>
                <a:off x="6224525" y="3055744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5A247A8-842C-4DE0-8F3F-A73F9E65D1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4525" y="3055744"/>
                <a:ext cx="653612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D04AC61-13D7-4084-B12E-D648D6A4AECA}"/>
                  </a:ext>
                </a:extLst>
              </p:cNvPr>
              <p:cNvSpPr txBox="1"/>
              <p:nvPr/>
            </p:nvSpPr>
            <p:spPr>
              <a:xfrm>
                <a:off x="2979194" y="36931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0D04AC61-13D7-4084-B12E-D648D6A4A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79194" y="3693107"/>
                <a:ext cx="133514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40DF6B-2321-42B2-B937-337CA49AAE53}"/>
                  </a:ext>
                </a:extLst>
              </p:cNvPr>
              <p:cNvSpPr txBox="1"/>
              <p:nvPr/>
            </p:nvSpPr>
            <p:spPr>
              <a:xfrm>
                <a:off x="4430094" y="36931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40DF6B-2321-42B2-B937-337CA49AAE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0094" y="3693107"/>
                <a:ext cx="133514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60F901B-ED47-4250-9BEA-0F87C6D7DB5D}"/>
                  </a:ext>
                </a:extLst>
              </p:cNvPr>
              <p:cNvSpPr txBox="1"/>
              <p:nvPr/>
            </p:nvSpPr>
            <p:spPr>
              <a:xfrm>
                <a:off x="5880994" y="36931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60F901B-ED47-4250-9BEA-0F87C6D7DB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0994" y="3693107"/>
                <a:ext cx="133514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D143982E-1EC6-463B-8041-4C992ABE474D}"/>
                  </a:ext>
                </a:extLst>
              </p:cNvPr>
              <p:cNvSpPr txBox="1"/>
              <p:nvPr/>
            </p:nvSpPr>
            <p:spPr>
              <a:xfrm>
                <a:off x="788670" y="2193287"/>
                <a:ext cx="6621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>
                  <a:spcBef>
                    <a:spcPts val="0"/>
                  </a:spcBef>
                </a:pPr>
                <a:r>
                  <a:rPr lang="en-GB" sz="280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So, probability distribution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 is as follow:</a:t>
                </a:r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D143982E-1EC6-463B-8041-4C992ABE4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2193287"/>
                <a:ext cx="6621780" cy="523220"/>
              </a:xfrm>
              <a:prstGeom prst="rect">
                <a:avLst/>
              </a:prstGeom>
              <a:blipFill>
                <a:blip r:embed="rId17"/>
                <a:stretch>
                  <a:fillRect l="-18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99462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"/>
                            </p:stCondLst>
                            <p:childTnLst>
                              <p:par>
                                <p:cTn id="4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4" grpId="0"/>
      <p:bldP spid="26" grpId="0"/>
      <p:bldP spid="28" grpId="0"/>
      <p:bldP spid="31" grpId="0"/>
      <p:bldP spid="34" grpId="0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1A4E03-BD2E-FFD7-4C4C-0D95887E2E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3243B1A-9A13-1789-01D5-3E91DA90A53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113965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US" dirty="0"/>
                  <a:t>From a lot of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bulbs, which includes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/>
                  <a:t> defective bulbs, a sample of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/>
                  <a:t> bulbs is drawn at random. Find the probability distribution of defective bulbs.</a:t>
                </a:r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3243B1A-9A13-1789-01D5-3E91DA90A5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113965"/>
              </a:xfrm>
              <a:prstGeom prst="rect">
                <a:avLst/>
              </a:prstGeom>
              <a:blipFill>
                <a:blip r:embed="rId2"/>
                <a:stretch>
                  <a:fillRect l="-1074" r="-1074" b="-819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108C5AD-E78B-5587-9657-9F127330DC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1(Extra)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68F8FEE3-297D-0B75-8598-311BC3705737}"/>
              </a:ext>
            </a:extLst>
          </p:cNvPr>
          <p:cNvSpPr txBox="1">
            <a:spLocks/>
          </p:cNvSpPr>
          <p:nvPr/>
        </p:nvSpPr>
        <p:spPr>
          <a:xfrm>
            <a:off x="131176" y="209553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778564-99A3-3953-91DE-EF2579CE65D2}"/>
                  </a:ext>
                </a:extLst>
              </p:cNvPr>
              <p:cNvSpPr txBox="1"/>
              <p:nvPr/>
            </p:nvSpPr>
            <p:spPr>
              <a:xfrm>
                <a:off x="1590911" y="2102194"/>
                <a:ext cx="538382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Here, total number of bulbs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778564-99A3-3953-91DE-EF2579CE65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2102194"/>
                <a:ext cx="5383822" cy="523220"/>
              </a:xfrm>
              <a:prstGeom prst="rect">
                <a:avLst/>
              </a:prstGeom>
              <a:blipFill>
                <a:blip r:embed="rId3"/>
                <a:stretch>
                  <a:fillRect l="-237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6DF18956-7054-2F4E-F77C-FF405646C0C0}"/>
                  </a:ext>
                </a:extLst>
              </p:cNvPr>
              <p:cNvSpPr txBox="1"/>
              <p:nvPr/>
            </p:nvSpPr>
            <p:spPr>
              <a:xfrm>
                <a:off x="1590911" y="2632073"/>
                <a:ext cx="538382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Number of defective bulbs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6DF18956-7054-2F4E-F77C-FF405646C0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2632073"/>
                <a:ext cx="5383822" cy="523220"/>
              </a:xfrm>
              <a:prstGeom prst="rect">
                <a:avLst/>
              </a:prstGeom>
              <a:blipFill>
                <a:blip r:embed="rId4"/>
                <a:stretch>
                  <a:fillRect l="-237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9EC3155-660F-6986-03F4-63000A5871D5}"/>
                  </a:ext>
                </a:extLst>
              </p:cNvPr>
              <p:cNvSpPr txBox="1"/>
              <p:nvPr/>
            </p:nvSpPr>
            <p:spPr>
              <a:xfrm>
                <a:off x="1590911" y="3161952"/>
                <a:ext cx="5928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Number of good bulbs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9EC3155-660F-6986-03F4-63000A5871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3161952"/>
                <a:ext cx="5928570" cy="523220"/>
              </a:xfrm>
              <a:prstGeom prst="rect">
                <a:avLst/>
              </a:prstGeom>
              <a:blipFill>
                <a:blip r:embed="rId5"/>
                <a:stretch>
                  <a:fillRect l="-215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23249963-9B89-03EF-2C18-C66ECDC7C7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5734" y="3698174"/>
                <a:ext cx="10317806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:r>
                  <a:rPr lang="en-IN" dirty="0"/>
                  <a:t>Note that, two bulbs can be simultaneously drawn in </a:t>
                </a:r>
                <a14:m>
                  <m:oMath xmlns:m="http://schemas.openxmlformats.org/officeDocument/2006/math">
                    <m:sPre>
                      <m:sPre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PrePr>
                      <m:sub>
                        <m:r>
                          <a:rPr lang="en-IN" i="1">
                            <a:latin typeface="Cambria Math" panose="02040503050406030204" pitchFamily="18" charset="0"/>
                          </a:rPr>
                          <m:t> </m:t>
                        </m:r>
                      </m:sub>
                      <m:sup>
                        <m:r>
                          <a:rPr lang="en-IN"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  <m:sub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sPre>
                  </m:oMath>
                </a14:m>
                <a:r>
                  <a:rPr lang="en-IN" dirty="0"/>
                  <a:t> ways.</a:t>
                </a: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23249963-9B89-03EF-2C18-C66ECDC7C7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5734" y="3698174"/>
                <a:ext cx="10317806" cy="734382"/>
              </a:xfrm>
              <a:prstGeom prst="rect">
                <a:avLst/>
              </a:prstGeom>
              <a:blipFill>
                <a:blip r:embed="rId6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B557411F-0A98-4247-5AC9-793AEFE8086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5734" y="4335125"/>
                <a:ext cx="10317806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:r>
                  <a:rPr lang="en-IN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dirty="0"/>
                  <a:t> the number of defective bulbs in a draw of </a:t>
                </a:r>
                <a14:m>
                  <m:oMath xmlns:m="http://schemas.openxmlformats.org/officeDocument/2006/math">
                    <m:r>
                      <a:rPr lang="en-IN" i="1" dirty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dirty="0"/>
                  <a:t> bulbs</a:t>
                </a: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B557411F-0A98-4247-5AC9-793AEFE808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5734" y="4335125"/>
                <a:ext cx="10317806" cy="734382"/>
              </a:xfrm>
              <a:prstGeom prst="rect">
                <a:avLst/>
              </a:prstGeom>
              <a:blipFill>
                <a:blip r:embed="rId7"/>
                <a:stretch>
                  <a:fillRect b="-247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7817B917-DC54-0BE6-6EF4-BC97BDDC611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90911" y="4975437"/>
                <a:ext cx="6035574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can take the values </a:t>
                </a:r>
                <a14:m>
                  <m:oMath xmlns:m="http://schemas.openxmlformats.org/officeDocument/2006/math">
                    <m:r>
                      <a:rPr lang="en-IN" b="0" i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dirty="0"/>
                  <a:t>.</a:t>
                </a: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7817B917-DC54-0BE6-6EF4-BC97BDDC61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4975437"/>
                <a:ext cx="6035574" cy="734382"/>
              </a:xfrm>
              <a:prstGeom prst="rect">
                <a:avLst/>
              </a:prstGeom>
              <a:blipFill>
                <a:blip r:embed="rId8"/>
                <a:stretch>
                  <a:fillRect l="-2121" b="-247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5499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3" grpId="0"/>
      <p:bldP spid="5" grpId="0"/>
      <p:bldP spid="9" grpId="0"/>
      <p:bldP spid="10" grpId="0"/>
      <p:bldP spid="11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777DAC-6E47-2493-0BCC-946CFF963B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216F3C-611F-6CC4-B68C-E301DC4437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9A6D23D-64A9-A255-BAD5-4F832CE087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1856" y="717860"/>
                <a:ext cx="7701065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smtClean="0"/>
                          <m:t>Drawing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no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defective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bulbs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9A6D23D-64A9-A255-BAD5-4F832CE087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1856" y="717860"/>
                <a:ext cx="7701065" cy="73438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47EEEC32-9735-8AAB-AF1F-E1DC7B6F426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1651" y="1354922"/>
                <a:ext cx="6035574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</m:oMath>
                </a14:m>
                <a:r>
                  <a:rPr lang="en-IN" i="0" dirty="0">
                    <a:latin typeface="+mj-lt"/>
                  </a:rPr>
                  <a:t>(Drawing </a:t>
                </a:r>
                <a14:m>
                  <m:oMath xmlns:m="http://schemas.openxmlformats.org/officeDocument/2006/math"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i="0" dirty="0">
                    <a:latin typeface="+mj-lt"/>
                  </a:rPr>
                  <a:t> </a:t>
                </a:r>
                <a:r>
                  <a:rPr lang="en-IN" b="0" i="0" dirty="0">
                    <a:latin typeface="+mj-lt"/>
                  </a:rPr>
                  <a:t>good</a:t>
                </a:r>
                <a:r>
                  <a:rPr lang="en-IN" i="0" dirty="0">
                    <a:latin typeface="+mj-lt"/>
                  </a:rPr>
                  <a:t> bulbs)</a:t>
                </a:r>
                <a:endParaRPr lang="en-IN" dirty="0"/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47EEEC32-9735-8AAB-AF1F-E1DC7B6F42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651" y="1354922"/>
                <a:ext cx="6035574" cy="734382"/>
              </a:xfrm>
              <a:prstGeom prst="rect">
                <a:avLst/>
              </a:prstGeom>
              <a:blipFill>
                <a:blip r:embed="rId3"/>
                <a:stretch>
                  <a:fillRect b="-247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4C0A2FEF-D6BF-C92C-3126-628B07AD98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1651" y="1878349"/>
                <a:ext cx="1541396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num>
                        <m:den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4C0A2FEF-D6BF-C92C-3126-628B07AD98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651" y="1878349"/>
                <a:ext cx="1541396" cy="134129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41596700-0BE4-7D01-C17A-5D0CCBFC2A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8459" y="3149477"/>
                <a:ext cx="3506383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41596700-0BE4-7D01-C17A-5D0CCBFC2A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459" y="3149477"/>
                <a:ext cx="3506383" cy="134129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4D605604-073A-43B0-C840-FF80C050D2C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9525" y="4506694"/>
                <a:ext cx="11123142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smtClean="0"/>
                          <m:t>Drawing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one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defective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bulb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and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one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good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bulb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4D605604-073A-43B0-C840-FF80C050D2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9525" y="4506694"/>
                <a:ext cx="11123142" cy="73438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6094404A-AE39-FDF5-9440-22E9559AF37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1650" y="5091254"/>
                <a:ext cx="2835176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b="0" i="0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×</m:t>
                              </m:r>
                            </m:e>
                          </m:sPre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</m:num>
                        <m:den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6094404A-AE39-FDF5-9440-22E9559AF3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650" y="5091254"/>
                <a:ext cx="2835176" cy="134129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D352CED8-CE96-AED2-B3FE-946B838D230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83988" y="5241076"/>
                <a:ext cx="1300855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D352CED8-CE96-AED2-B3FE-946B838D23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3988" y="5241076"/>
                <a:ext cx="1300855" cy="134129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0" name="Picture 19">
            <a:extLst>
              <a:ext uri="{FF2B5EF4-FFF2-40B4-BE49-F238E27FC236}">
                <a16:creationId xmlns:a16="http://schemas.microsoft.com/office/drawing/2014/main" id="{D0873B4B-9B9A-5828-7F1D-7C2E6306D10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25310" y="869347"/>
            <a:ext cx="4794809" cy="157180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042287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8" grpId="0"/>
      <p:bldP spid="15" grpId="0"/>
      <p:bldP spid="16" grpId="0"/>
      <p:bldP spid="17" grpId="0"/>
      <p:bldP spid="18" grpId="0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F790BD-1670-F5D3-3AAF-ABE3D5999D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E0BF76-D542-A05A-3EA0-49AD4EF434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7E2D26F7-7CD0-5557-D251-BFC50EFCE33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71856" y="717860"/>
                <a:ext cx="7701065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=2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nor/>
                          </m:rPr>
                          <a:rPr lang="en-IN" b="0" i="0" smtClean="0"/>
                          <m:t>Drawing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two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defective</m:t>
                        </m:r>
                        <m:r>
                          <m:rPr>
                            <m:nor/>
                          </m:rPr>
                          <a:rPr lang="en-IN" b="0" i="0" smtClean="0"/>
                          <m:t> </m:t>
                        </m:r>
                        <m:r>
                          <m:rPr>
                            <m:nor/>
                          </m:rPr>
                          <a:rPr lang="en-IN" b="0" i="0" smtClean="0"/>
                          <m:t>bulbs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7E2D26F7-7CD0-5557-D251-BFC50EFCE3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1856" y="717860"/>
                <a:ext cx="7701065" cy="73438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873FE4B5-4405-FDC0-BF1A-D13B763C1D3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1650" y="1157438"/>
                <a:ext cx="1541396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num>
                        <m:den>
                          <m:sPre>
                            <m:sPre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873FE4B5-4405-FDC0-BF1A-D13B763C1D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650" y="1157438"/>
                <a:ext cx="1541396" cy="134129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EC73BE55-FB2B-2AF6-8DC4-03197A06F5E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4458" y="2424355"/>
                <a:ext cx="3506383" cy="134129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EC73BE55-FB2B-2AF6-8DC4-03197A06F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458" y="2424355"/>
                <a:ext cx="3506383" cy="134129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Content Placeholder 4">
            <a:extLst>
              <a:ext uri="{FF2B5EF4-FFF2-40B4-BE49-F238E27FC236}">
                <a16:creationId xmlns:a16="http://schemas.microsoft.com/office/drawing/2014/main" id="{A7888018-E0B7-64E9-3D63-7C99F35F98CD}"/>
              </a:ext>
            </a:extLst>
          </p:cNvPr>
          <p:cNvSpPr txBox="1">
            <a:spLocks/>
          </p:cNvSpPr>
          <p:nvPr/>
        </p:nvSpPr>
        <p:spPr>
          <a:xfrm>
            <a:off x="-171856" y="3655320"/>
            <a:ext cx="11123142" cy="73438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IN" dirty="0"/>
              <a:t>Therefore, the probability distribution of defective bulb is</a:t>
            </a:r>
          </a:p>
        </p:txBody>
      </p:sp>
      <p:graphicFrame>
        <p:nvGraphicFramePr>
          <p:cNvPr id="4" name="Table 2">
            <a:extLst>
              <a:ext uri="{FF2B5EF4-FFF2-40B4-BE49-F238E27FC236}">
                <a16:creationId xmlns:a16="http://schemas.microsoft.com/office/drawing/2014/main" id="{80438A67-35C4-2439-C452-3F33729EA9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5019457"/>
              </p:ext>
            </p:extLst>
          </p:nvPr>
        </p:nvGraphicFramePr>
        <p:xfrm>
          <a:off x="3069656" y="4701814"/>
          <a:ext cx="6348572" cy="1649139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95AB59B-FBCC-5BDE-AD8D-5321B180923A}"/>
                  </a:ext>
                </a:extLst>
              </p:cNvPr>
              <p:cNvSpPr txBox="1"/>
              <p:nvPr/>
            </p:nvSpPr>
            <p:spPr>
              <a:xfrm>
                <a:off x="3262536" y="471941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95AB59B-FBCC-5BDE-AD8D-5321B18092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2536" y="4719418"/>
                <a:ext cx="166934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D5C0126-DF02-E4D5-3F45-1B790CF6E68A}"/>
                  </a:ext>
                </a:extLst>
              </p:cNvPr>
              <p:cNvSpPr txBox="1"/>
              <p:nvPr/>
            </p:nvSpPr>
            <p:spPr>
              <a:xfrm>
                <a:off x="3262536" y="557947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D5C0126-DF02-E4D5-3F45-1B790CF6E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2536" y="5579478"/>
                <a:ext cx="166934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F19873-C1C4-1E82-BBB8-C90807E785D7}"/>
                  </a:ext>
                </a:extLst>
              </p:cNvPr>
              <p:cNvSpPr txBox="1"/>
              <p:nvPr/>
            </p:nvSpPr>
            <p:spPr>
              <a:xfrm>
                <a:off x="5475302" y="4719418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F19873-C1C4-1E82-BBB8-C90807E785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5302" y="4719418"/>
                <a:ext cx="6536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A3DFB76-530C-319A-FD83-AFAEA1E03B48}"/>
                  </a:ext>
                </a:extLst>
              </p:cNvPr>
              <p:cNvSpPr txBox="1"/>
              <p:nvPr/>
            </p:nvSpPr>
            <p:spPr>
              <a:xfrm>
                <a:off x="6924820" y="4719418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A3DFB76-530C-319A-FD83-AFAEA1E03B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24820" y="4719418"/>
                <a:ext cx="65361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A814F3AC-8B66-938F-AF66-91C55063AA94}"/>
                  </a:ext>
                </a:extLst>
              </p:cNvPr>
              <p:cNvSpPr txBox="1"/>
              <p:nvPr/>
            </p:nvSpPr>
            <p:spPr>
              <a:xfrm>
                <a:off x="8374338" y="4719418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A814F3AC-8B66-938F-AF66-91C55063AA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74338" y="4719418"/>
                <a:ext cx="65361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5BB7305-3A0D-9439-A7A2-CA10D8AE0BA6}"/>
                  </a:ext>
                </a:extLst>
              </p:cNvPr>
              <p:cNvSpPr txBox="1"/>
              <p:nvPr/>
            </p:nvSpPr>
            <p:spPr>
              <a:xfrm>
                <a:off x="5134536" y="5393017"/>
                <a:ext cx="1335143" cy="8961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5BB7305-3A0D-9439-A7A2-CA10D8AE0B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4536" y="5393017"/>
                <a:ext cx="1335143" cy="89614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64E9B1B-120C-C520-BBB5-82436B01A036}"/>
                  </a:ext>
                </a:extLst>
              </p:cNvPr>
              <p:cNvSpPr txBox="1"/>
              <p:nvPr/>
            </p:nvSpPr>
            <p:spPr>
              <a:xfrm>
                <a:off x="8030806" y="5404731"/>
                <a:ext cx="1335143" cy="8989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64E9B1B-120C-C520-BBB5-82436B01A0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0806" y="5404731"/>
                <a:ext cx="1335143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05C4516-3919-FDFD-8860-211AE89F67FD}"/>
                  </a:ext>
                </a:extLst>
              </p:cNvPr>
              <p:cNvSpPr txBox="1"/>
              <p:nvPr/>
            </p:nvSpPr>
            <p:spPr>
              <a:xfrm>
                <a:off x="6582671" y="5400784"/>
                <a:ext cx="1335143" cy="8961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05C4516-3919-FDFD-8860-211AE89F67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2671" y="5400784"/>
                <a:ext cx="1335143" cy="89614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4" name="Picture 23">
            <a:extLst>
              <a:ext uri="{FF2B5EF4-FFF2-40B4-BE49-F238E27FC236}">
                <a16:creationId xmlns:a16="http://schemas.microsoft.com/office/drawing/2014/main" id="{76AB8C2B-8504-08E0-4D3A-4D0F2C012A73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225310" y="869347"/>
            <a:ext cx="4794809" cy="157180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437509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8" grpId="0"/>
      <p:bldP spid="15" grpId="0"/>
      <p:bldP spid="16" grpId="0"/>
      <p:bldP spid="6" grpId="0"/>
      <p:bldP spid="7" grpId="0"/>
      <p:bldP spid="9" grpId="0"/>
      <p:bldP spid="13" grpId="0"/>
      <p:bldP spid="14" grpId="0"/>
      <p:bldP spid="19" grpId="0"/>
      <p:bldP spid="21" grpId="0"/>
      <p:bldP spid="22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Function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</p:spPr>
            <p:txBody>
              <a:bodyPr/>
              <a:lstStyle/>
              <a:p>
                <a:r>
                  <a:rPr lang="en-GB" dirty="0"/>
                  <a:t>If for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, the real valued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/>
                  <a:t> is such that </a:t>
                </a:r>
                <a:br>
                  <a:rPr lang="en-IN" i="0" dirty="0">
                    <a:latin typeface="Cambria Math" panose="02040503050406030204" pitchFamily="18" charset="0"/>
                  </a:rPr>
                </a:b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GB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/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/>
                  <a:t> is called probability function of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.</a:t>
                </a:r>
              </a:p>
              <a:p>
                <a:r>
                  <a:rPr lang="en-GB" dirty="0"/>
                  <a:t>Probability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/>
                  <a:t> gives the measures of probability for different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say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 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…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 </m:t>
                    </m:r>
                    <m:sSub>
                      <m:sSubPr>
                        <m:ctrlPr>
                          <a:rPr lang="en-GB" i="1" dirty="0" err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err="1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GB" i="0" dirty="0" err="1" smtClean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dirty="0"/>
              </a:p>
              <a:p>
                <a:r>
                  <a:rPr lang="en-US" dirty="0"/>
                  <a:t>When the number of possible outcomes in a random experiment is very large or infinite, it becomes impractical to list all the outcomes and their probabilities in a table. </a:t>
                </a:r>
              </a:p>
              <a:p>
                <a:r>
                  <a:rPr lang="en-US" dirty="0"/>
                  <a:t>In such cases, we can use mathematical functions to describe the relationship between the outcomes and their probabilities.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01014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30CB82-6BC2-CD3C-43D1-C0F3A66359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388A2D-B893-7000-72FF-8256E045A8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Function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4FBBD2A-3BC9-1B5B-2D1A-E5154F5731E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87940"/>
            <a:ext cx="11929641" cy="5666069"/>
          </a:xfrm>
        </p:spPr>
        <p:txBody>
          <a:bodyPr/>
          <a:lstStyle/>
          <a:p>
            <a:r>
              <a:rPr lang="en-US" dirty="0"/>
              <a:t>These functions are known as probability density functions or probability mass functions, depending on whether the random variable is continuous or discrete.</a:t>
            </a:r>
            <a:endParaRPr lang="en-GB" dirty="0"/>
          </a:p>
          <a:p>
            <a:r>
              <a:rPr lang="en-GB" dirty="0"/>
              <a:t>Probability functions can be classified as </a:t>
            </a:r>
          </a:p>
          <a:p>
            <a:pPr lvl="1"/>
            <a:r>
              <a:rPr lang="en-GB" dirty="0"/>
              <a:t>Probability Mass Function </a:t>
            </a:r>
            <a:r>
              <a:rPr lang="en-GB" b="1" dirty="0"/>
              <a:t>(P. M. F.)</a:t>
            </a:r>
            <a:r>
              <a:rPr lang="en-GB" dirty="0"/>
              <a:t> (for </a:t>
            </a:r>
            <a:r>
              <a:rPr lang="en-GB" b="1" dirty="0">
                <a:solidFill>
                  <a:srgbClr val="FF0000"/>
                </a:solidFill>
              </a:rPr>
              <a:t>discrete</a:t>
            </a:r>
            <a:r>
              <a:rPr lang="en-GB" dirty="0"/>
              <a:t> random variable)</a:t>
            </a:r>
          </a:p>
          <a:p>
            <a:pPr lvl="1"/>
            <a:r>
              <a:rPr lang="en-GB" dirty="0"/>
              <a:t>Probability Density Function </a:t>
            </a:r>
            <a:r>
              <a:rPr lang="en-GB" b="1" dirty="0"/>
              <a:t>(P. D. F.)</a:t>
            </a:r>
            <a:r>
              <a:rPr lang="en-GB" dirty="0"/>
              <a:t> (for </a:t>
            </a:r>
            <a:r>
              <a:rPr lang="en-GB" b="1" dirty="0">
                <a:solidFill>
                  <a:srgbClr val="0070C0"/>
                </a:solidFill>
              </a:rPr>
              <a:t>continuous</a:t>
            </a:r>
            <a:r>
              <a:rPr lang="en-GB" dirty="0"/>
              <a:t> random variable)</a:t>
            </a:r>
          </a:p>
        </p:txBody>
      </p:sp>
    </p:spTree>
    <p:extLst>
      <p:ext uri="{BB962C8B-B14F-4D97-AF65-F5344CB8AC3E}">
        <p14:creationId xmlns:p14="http://schemas.microsoft.com/office/powerpoint/2010/main" val="344825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Mass Function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r>
                  <a:rPr lang="en-US" dirty="0"/>
                  <a:t>A Probability Mass Function (PMF) is a way to describe the probabilities of a discrete random variable.</a:t>
                </a:r>
              </a:p>
              <a:p>
                <a:pPr lvl="1"/>
                <a:r>
                  <a:rPr lang="en-US" dirty="0"/>
                  <a:t>For every possible outcome, PMF tells us how much chance it has to happen.</a:t>
                </a:r>
              </a:p>
              <a:p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</a:t>
                </a:r>
                <a:r>
                  <a:rPr lang="en-US" b="1" dirty="0">
                    <a:solidFill>
                      <a:srgbClr val="FF0000"/>
                    </a:solidFill>
                  </a:rPr>
                  <a:t>discrete</a:t>
                </a:r>
                <a:r>
                  <a:rPr lang="en-US" b="1" dirty="0"/>
                  <a:t> </a:t>
                </a:r>
                <a:r>
                  <a:rPr lang="en-US" dirty="0"/>
                  <a:t>random variable </a:t>
                </a:r>
                <a:r>
                  <a:rPr lang="en-GB" dirty="0"/>
                  <a:t>that takes values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…</m:t>
                    </m:r>
                    <m:r>
                      <a:rPr lang="en-GB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GB" dirty="0"/>
                  <a:t>,</a:t>
                </a:r>
                <a:r>
                  <a:rPr lang="en-US" dirty="0"/>
                  <a:t> then its probability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or </a:t>
                </a:r>
                <a14:m>
                  <m:oMath xmlns:m="http://schemas.openxmlformats.org/officeDocument/2006/math">
                    <m:r>
                      <a:rPr lang="en-US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𝐗</m:t>
                        </m:r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  <m:sub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𝐢</m:t>
                            </m:r>
                          </m:sub>
                        </m:sSub>
                      </m:e>
                    </m:d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𝐩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  <m:sub>
                            <m:r>
                              <a:rPr lang="en-US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𝐢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b="1" dirty="0">
                    <a:solidFill>
                      <a:srgbClr val="FF0000"/>
                    </a:solidFill>
                  </a:rPr>
                  <a:t> </a:t>
                </a:r>
                <a:r>
                  <a:rPr lang="en-US" dirty="0"/>
                  <a:t>is called probability mass function, if it satisfies following conditions: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d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solidFill>
                            <a:srgbClr val="B84742"/>
                          </a:solidFill>
                          <a:effectLst/>
                          <a:latin typeface="Cambria Math" panose="02040503050406030204" pitchFamily="18" charset="0"/>
                          <a:sym typeface="Wingdings 3" panose="05040102010807070707" pitchFamily="18" charset="2"/>
                        </a:rPr>
                        <m:t></m:t>
                      </m:r>
                      <m:nary>
                        <m:naryPr>
                          <m:chr m:val="∑"/>
                          <m:limLoc m:val="undOvr"/>
                          <m:ctrlPr>
                            <a:rPr lang="en-IN" i="1" smtClean="0">
                              <a:effectLst/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</m:rP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i</m:t>
                          </m:r>
                          <m: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</m:t>
                          </m:r>
                          <m: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p</m:t>
                          </m:r>
                          <m: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(</m:t>
                          </m:r>
                          <m:sSub>
                            <m:sSubPr>
                              <m:ctrlPr>
                                <a:rPr lang="en-IN" i="1"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)</m:t>
                          </m:r>
                        </m:e>
                      </m:nary>
                      <m:r>
                        <a:rPr lang="en-US" b="1" smtClean="0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b="1" i="1">
                          <a:solidFill>
                            <a:srgbClr val="FF0000"/>
                          </a:solidFill>
                          <a:effectLst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𝟏</m:t>
                      </m:r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93650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74B22D1-1537-9222-A90C-D599404C18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447190-2EB1-8B17-1051-40637A9D29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Remark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E158D3AC-C2BD-1F01-C2C1-61FC528A2DE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835514"/>
              </a:xfrm>
            </p:spPr>
            <p:txBody>
              <a:bodyPr/>
              <a:lstStyle/>
              <a:p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be a discrete random variable with possible values: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 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,…, 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IN" dirty="0"/>
                  <a:t>Corresponding events are: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,…, 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endParaRPr lang="en-IN" dirty="0"/>
              </a:p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For a discrete random variable events are:</a:t>
                </a:r>
              </a:p>
              <a:p>
                <a:pPr lvl="1"/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mutually exclusive</a:t>
                </a:r>
                <a:r>
                  <a:rPr lang="en-IN" dirty="0"/>
                  <a:t> because</a:t>
                </a:r>
              </a:p>
              <a:p>
                <a:pPr lvl="2"/>
                <a:r>
                  <a:rPr lang="en-US" dirty="0"/>
                  <a:t>In one experiment, the random variable can take only one value</a:t>
                </a:r>
              </a:p>
              <a:p>
                <a:pPr lvl="2"/>
                <a:r>
                  <a:rPr lang="en-US" dirty="0"/>
                  <a:t>Hence, these events cannot occur together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∩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j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ϕ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j</m:t>
                      </m:r>
                    </m:oMath>
                  </m:oMathPara>
                </a14:m>
                <a:endParaRPr lang="en-IN" dirty="0"/>
              </a:p>
              <a:p>
                <a:pPr lvl="1"/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mutually exhaustive</a:t>
                </a:r>
                <a:r>
                  <a:rPr lang="en-IN" dirty="0"/>
                  <a:t> because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…∪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E158D3AC-C2BD-1F01-C2C1-61FC528A2DE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835514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2939851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13641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algn="l"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mtClean="0"/>
                        <m:t>Is</m:t>
                      </m:r>
                      <m:r>
                        <a:rPr lang="en-US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b="0" i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sSup>
                        <m:sSup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b="0" i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r>
                        <a:rPr lang="en-US"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 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=0,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1 </m:t>
                      </m:r>
                      <m:r>
                        <m:rPr>
                          <m:nor/>
                        </m:rPr>
                        <a:rPr lang="en-US"/>
                        <m:t>a</m:t>
                      </m:r>
                      <m:r>
                        <m:rPr>
                          <m:nor/>
                        </m:rPr>
                        <a:rPr lang="en-US"/>
                        <m:t> </m:t>
                      </m:r>
                      <m:r>
                        <m:rPr>
                          <m:nor/>
                        </m:rPr>
                        <a:rPr lang="en-US"/>
                        <m:t>probability</m:t>
                      </m:r>
                      <m:r>
                        <m:rPr>
                          <m:nor/>
                        </m:rPr>
                        <a:rPr lang="en-US"/>
                        <m:t> </m:t>
                      </m:r>
                      <m:r>
                        <m:rPr>
                          <m:nor/>
                        </m:rPr>
                        <a:rPr lang="en-US"/>
                        <m:t>function</m:t>
                      </m:r>
                      <m:r>
                        <m:rPr>
                          <m:nor/>
                        </m:rPr>
                        <a:rPr lang="en-US"/>
                        <m:t>?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3641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3885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590909" y="2391280"/>
                <a:ext cx="102116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probability function if it satisfies following conditions: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09" y="2391280"/>
                <a:ext cx="10211623" cy="523220"/>
              </a:xfrm>
              <a:prstGeom prst="rect">
                <a:avLst/>
              </a:prstGeom>
              <a:blipFill>
                <a:blip r:embed="rId3"/>
                <a:stretch>
                  <a:fillRect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ECF3D9-6529-4F78-80FD-918D6FE626D7}"/>
                  </a:ext>
                </a:extLst>
              </p:cNvPr>
              <p:cNvSpPr txBox="1"/>
              <p:nvPr/>
            </p:nvSpPr>
            <p:spPr>
              <a:xfrm>
                <a:off x="1590910" y="3101922"/>
                <a:ext cx="41712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ctrlPr>
                          <a:rPr lang="en-US" sz="2800" b="1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e>
                    </m:d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ECF3D9-6529-4F78-80FD-918D6FE626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0" y="3101922"/>
                <a:ext cx="4171261" cy="523220"/>
              </a:xfrm>
              <a:prstGeom prst="rect">
                <a:avLst/>
              </a:prstGeom>
              <a:blipFill>
                <a:blip r:embed="rId4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1221068-93F3-4734-831F-AA42465C06A6}"/>
                  </a:ext>
                </a:extLst>
              </p:cNvPr>
              <p:cNvSpPr txBox="1"/>
              <p:nvPr/>
            </p:nvSpPr>
            <p:spPr>
              <a:xfrm>
                <a:off x="6018177" y="2858017"/>
                <a:ext cx="393242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1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e>
                      </m:d>
                      <m:r>
                        <a:rPr lang="en-IN" sz="2800" b="1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 ∈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1221068-93F3-4734-831F-AA42465C06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8177" y="2858017"/>
                <a:ext cx="3932422" cy="113569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FD37B6F-8A90-4FA5-B53A-57A994F2A71A}"/>
                  </a:ext>
                </a:extLst>
              </p:cNvPr>
              <p:cNvSpPr txBox="1"/>
              <p:nvPr/>
            </p:nvSpPr>
            <p:spPr>
              <a:xfrm>
                <a:off x="1590911" y="4396916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FD37B6F-8A90-4FA5-B53A-57A994F2A7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4396916"/>
                <a:ext cx="1747376" cy="523220"/>
              </a:xfrm>
              <a:prstGeom prst="rect">
                <a:avLst/>
              </a:prstGeom>
              <a:blipFill>
                <a:blip r:embed="rId6"/>
                <a:stretch>
                  <a:fillRect l="-731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7D0649CF-C2C1-4370-9A86-42C5E39D9903}"/>
                  </a:ext>
                </a:extLst>
              </p:cNvPr>
              <p:cNvSpPr txBox="1"/>
              <p:nvPr/>
            </p:nvSpPr>
            <p:spPr>
              <a:xfrm>
                <a:off x="3338287" y="4396916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7D0649CF-C2C1-4370-9A86-42C5E39D99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8287" y="4396916"/>
                <a:ext cx="174737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F1E6F49-A250-4DE0-8B58-0F7B2A03B4B5}"/>
                  </a:ext>
                </a:extLst>
              </p:cNvPr>
              <p:cNvSpPr txBox="1"/>
              <p:nvPr/>
            </p:nvSpPr>
            <p:spPr>
              <a:xfrm>
                <a:off x="4896977" y="4040470"/>
                <a:ext cx="2724259" cy="11446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p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F1E6F49-A250-4DE0-8B58-0F7B2A03B4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6977" y="4040470"/>
                <a:ext cx="2724259" cy="114467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86BA4CB-12C2-4AD1-8F67-6EACCC9AE91F}"/>
                  </a:ext>
                </a:extLst>
              </p:cNvPr>
              <p:cNvSpPr txBox="1"/>
              <p:nvPr/>
            </p:nvSpPr>
            <p:spPr>
              <a:xfrm>
                <a:off x="7621236" y="4211808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86BA4CB-12C2-4AD1-8F67-6EACCC9AE9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1236" y="4211808"/>
                <a:ext cx="936829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F9EA344-ADDC-460B-8349-2F379498A6B1}"/>
                  </a:ext>
                </a:extLst>
              </p:cNvPr>
              <p:cNvSpPr txBox="1"/>
              <p:nvPr/>
            </p:nvSpPr>
            <p:spPr>
              <a:xfrm>
                <a:off x="1590911" y="5730503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F9EA344-ADDC-460B-8349-2F379498A6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1" y="5730503"/>
                <a:ext cx="1747376" cy="523220"/>
              </a:xfrm>
              <a:prstGeom prst="rect">
                <a:avLst/>
              </a:prstGeom>
              <a:blipFill>
                <a:blip r:embed="rId10"/>
                <a:stretch>
                  <a:fillRect l="-731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4840B42-EDBC-4C00-871B-BB9CDF5F5316}"/>
                  </a:ext>
                </a:extLst>
              </p:cNvPr>
              <p:cNvSpPr txBox="1"/>
              <p:nvPr/>
            </p:nvSpPr>
            <p:spPr>
              <a:xfrm>
                <a:off x="3338287" y="5730503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4840B42-EDBC-4C00-871B-BB9CDF5F53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8287" y="5730503"/>
                <a:ext cx="1747376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C84C51F-0AB1-48F4-97F4-647EE451BECD}"/>
                  </a:ext>
                </a:extLst>
              </p:cNvPr>
              <p:cNvSpPr txBox="1"/>
              <p:nvPr/>
            </p:nvSpPr>
            <p:spPr>
              <a:xfrm>
                <a:off x="4896977" y="5374057"/>
                <a:ext cx="2724259" cy="11446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C84C51F-0AB1-48F4-97F4-647EE451BE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6977" y="5374057"/>
                <a:ext cx="2724259" cy="114467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4E8618C-2BC1-4ADC-8D7B-A99BD5C01296}"/>
                  </a:ext>
                </a:extLst>
              </p:cNvPr>
              <p:cNvSpPr txBox="1"/>
              <p:nvPr/>
            </p:nvSpPr>
            <p:spPr>
              <a:xfrm>
                <a:off x="7621236" y="5545395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4E8618C-2BC1-4ADC-8D7B-A99BD5C012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1236" y="5545395"/>
                <a:ext cx="936829" cy="89915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02165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6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3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208BEEEC-0AF3-4301-9EB8-F05D73463B24}"/>
                  </a:ext>
                </a:extLst>
              </p:cNvPr>
              <p:cNvSpPr txBox="1"/>
              <p:nvPr/>
            </p:nvSpPr>
            <p:spPr>
              <a:xfrm>
                <a:off x="1976124" y="963725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208BEEEC-0AF3-4301-9EB8-F05D73463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6124" y="963725"/>
                <a:ext cx="174737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5DA3131-D240-490B-A30F-4674B90C1937}"/>
                  </a:ext>
                </a:extLst>
              </p:cNvPr>
              <p:cNvSpPr txBox="1"/>
              <p:nvPr/>
            </p:nvSpPr>
            <p:spPr>
              <a:xfrm>
                <a:off x="3434230" y="778617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A5DA3131-D240-490B-A30F-4674B90C19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4230" y="778617"/>
                <a:ext cx="936829" cy="89915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388F6BE-5E25-413E-8EC2-325CD168C04F}"/>
                  </a:ext>
                </a:extLst>
              </p:cNvPr>
              <p:cNvSpPr txBox="1"/>
              <p:nvPr/>
            </p:nvSpPr>
            <p:spPr>
              <a:xfrm>
                <a:off x="4730532" y="963725"/>
                <a:ext cx="17473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388F6BE-5E25-413E-8EC2-325CD168C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0532" y="963725"/>
                <a:ext cx="174737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4B8A5FF-4401-4D78-8FC8-271C1FCBC7C9}"/>
                  </a:ext>
                </a:extLst>
              </p:cNvPr>
              <p:cNvSpPr txBox="1"/>
              <p:nvPr/>
            </p:nvSpPr>
            <p:spPr>
              <a:xfrm>
                <a:off x="6188637" y="778617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4B8A5FF-4401-4D78-8FC8-271C1FCBC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8637" y="778617"/>
                <a:ext cx="936829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06FB40C-1DBD-4DA8-9DAC-AB3B46412B09}"/>
                  </a:ext>
                </a:extLst>
              </p:cNvPr>
              <p:cNvSpPr txBox="1"/>
              <p:nvPr/>
            </p:nvSpPr>
            <p:spPr>
              <a:xfrm>
                <a:off x="1976124" y="1839173"/>
                <a:ext cx="43330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)≥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for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all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06FB40C-1DBD-4DA8-9DAC-AB3B46412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6124" y="1839173"/>
                <a:ext cx="4333055" cy="523220"/>
              </a:xfrm>
              <a:prstGeom prst="rect">
                <a:avLst/>
              </a:prstGeom>
              <a:blipFill>
                <a:blip r:embed="rId6"/>
                <a:stretch>
                  <a:fillRect l="-2813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6F813F9E-BBCE-4A5F-AFC3-F423DB9AACF8}"/>
              </a:ext>
            </a:extLst>
          </p:cNvPr>
          <p:cNvSpPr txBox="1"/>
          <p:nvPr/>
        </p:nvSpPr>
        <p:spPr>
          <a:xfrm>
            <a:off x="1976125" y="2666205"/>
            <a:ext cx="9693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A5CFDB4-DE7E-458D-A188-CABB05E9422F}"/>
                  </a:ext>
                </a:extLst>
              </p:cNvPr>
              <p:cNvSpPr txBox="1"/>
              <p:nvPr/>
            </p:nvSpPr>
            <p:spPr>
              <a:xfrm>
                <a:off x="2945495" y="2409564"/>
                <a:ext cx="2145027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pHide m:val="on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 ∈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A5CFDB4-DE7E-458D-A188-CABB05E942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5495" y="2409564"/>
                <a:ext cx="2145027" cy="113569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195771B-0AD2-449B-B258-B3AA58EB4DC9}"/>
                  </a:ext>
                </a:extLst>
              </p:cNvPr>
              <p:cNvSpPr txBox="1"/>
              <p:nvPr/>
            </p:nvSpPr>
            <p:spPr>
              <a:xfrm>
                <a:off x="5012981" y="2666205"/>
                <a:ext cx="21450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195771B-0AD2-449B-B258-B3AA58EB4D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2981" y="2666205"/>
                <a:ext cx="214502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BD035F2-B073-43FA-93FA-A28BCE4A60B6}"/>
                  </a:ext>
                </a:extLst>
              </p:cNvPr>
              <p:cNvSpPr txBox="1"/>
              <p:nvPr/>
            </p:nvSpPr>
            <p:spPr>
              <a:xfrm>
                <a:off x="7022323" y="2666205"/>
                <a:ext cx="21450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 </m:t>
                      </m:r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BD035F2-B073-43FA-93FA-A28BCE4A60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2323" y="2666205"/>
                <a:ext cx="214502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94CD47-8334-4523-AE2E-B46573E0A713}"/>
                  </a:ext>
                </a:extLst>
              </p:cNvPr>
              <p:cNvSpPr txBox="1"/>
              <p:nvPr/>
            </p:nvSpPr>
            <p:spPr>
              <a:xfrm>
                <a:off x="5012981" y="3452773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94CD47-8334-4523-AE2E-B46573E0A7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2981" y="3452773"/>
                <a:ext cx="936829" cy="89915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69EFA25-6316-4DB7-8F5C-E6D454918A35}"/>
                  </a:ext>
                </a:extLst>
              </p:cNvPr>
              <p:cNvSpPr txBox="1"/>
              <p:nvPr/>
            </p:nvSpPr>
            <p:spPr>
              <a:xfrm>
                <a:off x="6014441" y="3452773"/>
                <a:ext cx="93682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69EFA25-6316-4DB7-8F5C-E6D454918A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4441" y="3452773"/>
                <a:ext cx="936829" cy="89915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E6A2CB27-E51D-46ED-93C4-8C9F1C18689D}"/>
                  </a:ext>
                </a:extLst>
              </p:cNvPr>
              <p:cNvSpPr txBox="1"/>
              <p:nvPr/>
            </p:nvSpPr>
            <p:spPr>
              <a:xfrm>
                <a:off x="5012981" y="4615278"/>
                <a:ext cx="9368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E6A2CB27-E51D-46ED-93C4-8C9F1C1868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2981" y="4615278"/>
                <a:ext cx="936829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59B61C38-30D1-42B3-88F7-853018936F05}"/>
                  </a:ext>
                </a:extLst>
              </p:cNvPr>
              <p:cNvSpPr txBox="1"/>
              <p:nvPr/>
            </p:nvSpPr>
            <p:spPr>
              <a:xfrm>
                <a:off x="1976124" y="5401846"/>
                <a:ext cx="10322013" cy="11446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Thus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,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is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a</m:t>
                      </m:r>
                      <m:r>
                        <m:rPr>
                          <m:nor/>
                        </m:rPr>
                        <a:rPr lang="en-US" sz="280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>
                          <a:solidFill>
                            <a:srgbClr val="002060"/>
                          </a:solidFill>
                        </a:rPr>
                        <m:t>probability</m:t>
                      </m:r>
                      <m:r>
                        <m:rPr>
                          <m:nor/>
                        </m:rPr>
                        <a:rPr lang="en-US" sz="280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>
                          <a:solidFill>
                            <a:srgbClr val="002060"/>
                          </a:solidFill>
                        </a:rPr>
                        <m:t>function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</a:rPr>
                        <m:t>.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59B61C38-30D1-42B3-88F7-853018936F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6124" y="5401846"/>
                <a:ext cx="10322013" cy="114467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98497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2" grpId="0"/>
      <p:bldP spid="53" grpId="0"/>
      <p:bldP spid="54" grpId="0"/>
      <p:bldP spid="56" grpId="0"/>
      <p:bldP spid="57" grpId="0"/>
      <p:bldP spid="58" grpId="0"/>
      <p:bldP spid="59" grpId="0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8" y="867840"/>
                <a:ext cx="11929645" cy="245448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GB" dirty="0"/>
                  <a:t>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has the following probability function.</a:t>
                </a:r>
              </a:p>
              <a:p>
                <a:pPr>
                  <a:lnSpc>
                    <a:spcPct val="100000"/>
                  </a:lnSpc>
                </a:pPr>
                <a:r>
                  <a:rPr lang="en-GB" dirty="0"/>
                  <a:t>Find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k</m:t>
                    </m:r>
                  </m:oMath>
                </a14:m>
                <a:r>
                  <a:rPr lang="en-GB" dirty="0"/>
                  <a:t> and then evaluate                   ,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8" y="867840"/>
                <a:ext cx="11929645" cy="2454480"/>
              </a:xfrm>
              <a:prstGeom prst="rect">
                <a:avLst/>
              </a:prstGeom>
              <a:blipFill>
                <a:blip r:embed="rId3"/>
                <a:stretch>
                  <a:fillRect l="-1074" t="-223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47895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09557" y="2069197"/>
              <a:ext cx="11572881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86252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584787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i="1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800">
                                        <a:solidFill>
                                          <a:schemeClr val="bg1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US" sz="280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07388792"/>
                  </p:ext>
                </p:extLst>
              </p:nvPr>
            </p:nvGraphicFramePr>
            <p:xfrm>
              <a:off x="309557" y="2069197"/>
              <a:ext cx="11572881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86252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584787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3371" r="-522876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62632" t="-3371" r="-742105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1257" t="-3371" r="-638220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1257" t="-3371" r="-538220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63684" t="-3371" r="-441053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60733" t="-3371" r="-338743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64211" t="-3371" r="-240526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60209" t="-3371" r="-139267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31923" t="-3371" r="-2308" b="-1067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103371" r="-522876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62632" t="-103371" r="-742105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1257" t="-103371" r="-638220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1257" t="-103371" r="-538220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63684" t="-103371" r="-441053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60733" t="-103371" r="-338743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64211" t="-103371" r="-240526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60209" t="-103371" r="-139267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31923" t="-103371" r="-2308" b="-67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/>
              <p:nvPr/>
            </p:nvSpPr>
            <p:spPr>
              <a:xfrm>
                <a:off x="5367020" y="1427438"/>
                <a:ext cx="1673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GB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7020" y="1427438"/>
                <a:ext cx="16738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/>
              <p:nvPr/>
            </p:nvSpPr>
            <p:spPr>
              <a:xfrm>
                <a:off x="6943540" y="1427438"/>
                <a:ext cx="1673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≥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43540" y="1427438"/>
                <a:ext cx="16738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D169F9E-CC41-4B4C-A229-30AF595CC96F}"/>
                  </a:ext>
                </a:extLst>
              </p:cNvPr>
              <p:cNvSpPr txBox="1"/>
              <p:nvPr/>
            </p:nvSpPr>
            <p:spPr>
              <a:xfrm>
                <a:off x="8503100" y="1427438"/>
                <a:ext cx="7171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GB" sz="2800" dirty="0">
                          <a:solidFill>
                            <a:schemeClr val="bg1"/>
                          </a:solidFill>
                        </a:rPr>
                        <m:t>and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D169F9E-CC41-4B4C-A229-30AF595CC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03100" y="1427438"/>
                <a:ext cx="7171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/>
              <p:nvPr/>
            </p:nvSpPr>
            <p:spPr>
              <a:xfrm>
                <a:off x="9220200" y="1427438"/>
                <a:ext cx="2355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20200" y="1427438"/>
                <a:ext cx="23554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E31FC827-98BA-442F-83B2-3BFB48028855}"/>
              </a:ext>
            </a:extLst>
          </p:cNvPr>
          <p:cNvSpPr txBox="1"/>
          <p:nvPr/>
        </p:nvSpPr>
        <p:spPr>
          <a:xfrm>
            <a:off x="1594217" y="3477267"/>
            <a:ext cx="242261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We know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/>
              <p:nvPr/>
            </p:nvSpPr>
            <p:spPr>
              <a:xfrm>
                <a:off x="3669123" y="3477267"/>
                <a:ext cx="27625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P</m:t>
                        </m:r>
                        <m:d>
                          <m:d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  <m: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</m:d>
                      </m:e>
                    </m:nary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</a:t>
                </a: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9123" y="3477267"/>
                <a:ext cx="276252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A64EB490-C751-4F25-863D-D83617E830E3}"/>
                  </a:ext>
                </a:extLst>
              </p:cNvPr>
              <p:cNvSpPr txBox="1"/>
              <p:nvPr/>
            </p:nvSpPr>
            <p:spPr>
              <a:xfrm>
                <a:off x="1594217" y="4119997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A64EB490-C751-4F25-863D-D83617E83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4119997"/>
                <a:ext cx="54482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/>
              <p:nvPr/>
            </p:nvSpPr>
            <p:spPr>
              <a:xfrm>
                <a:off x="2139044" y="4058441"/>
                <a:ext cx="7249886" cy="11695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4" y="4058441"/>
                <a:ext cx="7249886" cy="116955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782DBD2-4EA3-4B55-90C6-8FEDD5566FC1}"/>
                  </a:ext>
                </a:extLst>
              </p:cNvPr>
              <p:cNvSpPr txBox="1"/>
              <p:nvPr/>
            </p:nvSpPr>
            <p:spPr>
              <a:xfrm>
                <a:off x="9192443" y="4663629"/>
                <a:ext cx="8605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782DBD2-4EA3-4B55-90C6-8FEDD5566F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2443" y="4663629"/>
                <a:ext cx="86051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958693C-50E3-49B8-BA53-FD51C44EB5BA}"/>
                  </a:ext>
                </a:extLst>
              </p:cNvPr>
              <p:cNvSpPr txBox="1"/>
              <p:nvPr/>
            </p:nvSpPr>
            <p:spPr>
              <a:xfrm>
                <a:off x="1594217" y="5341796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958693C-50E3-49B8-BA53-FD51C44EB5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5341796"/>
                <a:ext cx="54482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/>
              <p:nvPr/>
            </p:nvSpPr>
            <p:spPr>
              <a:xfrm>
                <a:off x="2139043" y="5341796"/>
                <a:ext cx="68416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2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7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3" y="5341796"/>
                <a:ext cx="684167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9B81EBD-DFF8-4D43-8021-36E33B35BCF0}"/>
                  </a:ext>
                </a:extLst>
              </p:cNvPr>
              <p:cNvSpPr txBox="1"/>
              <p:nvPr/>
            </p:nvSpPr>
            <p:spPr>
              <a:xfrm>
                <a:off x="8980713" y="5341796"/>
                <a:ext cx="8605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9B81EBD-DFF8-4D43-8021-36E33B35BC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0713" y="5341796"/>
                <a:ext cx="86051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43DC18-5EE5-4E28-ACA0-1C5002CBEA46}"/>
                  </a:ext>
                </a:extLst>
              </p:cNvPr>
              <p:cNvSpPr txBox="1"/>
              <p:nvPr/>
            </p:nvSpPr>
            <p:spPr>
              <a:xfrm>
                <a:off x="1594217" y="6040375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43DC18-5EE5-4E28-ACA0-1C5002CBEA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6040375"/>
                <a:ext cx="54482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E210683-6281-4F9A-A6B3-078F169E11B7}"/>
                  </a:ext>
                </a:extLst>
              </p:cNvPr>
              <p:cNvSpPr txBox="1"/>
              <p:nvPr/>
            </p:nvSpPr>
            <p:spPr>
              <a:xfrm>
                <a:off x="2139044" y="6038070"/>
                <a:ext cx="1877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9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E210683-6281-4F9A-A6B3-078F169E11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4" y="6038070"/>
                <a:ext cx="187778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F4836A2-4840-44C1-B31A-9677D3203453}"/>
                  </a:ext>
                </a:extLst>
              </p:cNvPr>
              <p:cNvSpPr txBox="1"/>
              <p:nvPr/>
            </p:nvSpPr>
            <p:spPr>
              <a:xfrm>
                <a:off x="3880215" y="6038070"/>
                <a:ext cx="8605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F4836A2-4840-44C1-B31A-9677D32034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0215" y="6038070"/>
                <a:ext cx="86051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96451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7" grpId="0"/>
      <p:bldP spid="18" grpId="0"/>
      <p:bldP spid="20" grpId="0"/>
      <p:bldP spid="21" grpId="0"/>
      <p:bldP spid="22" grpId="0"/>
      <p:bldP spid="23" grpId="0"/>
      <p:bldP spid="24" grpId="0"/>
      <p:bldP spid="25" grpId="0"/>
      <p:bldP spid="26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94217" y="791680"/>
              <a:ext cx="9566724" cy="89278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539655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310065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446391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3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3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46391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3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3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3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3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sSup>
                                  <m:sSupPr>
                                    <m:ctrlPr>
                                      <a:rPr lang="en-IN" sz="23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  <m:sSup>
                                  <m:sSupPr>
                                    <m:ctrlPr>
                                      <a:rPr lang="en-IN" sz="23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US" sz="230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0932645"/>
                  </p:ext>
                </p:extLst>
              </p:nvPr>
            </p:nvGraphicFramePr>
            <p:xfrm>
              <a:off x="1594217" y="791680"/>
              <a:ext cx="9566724" cy="89278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539655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310065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44639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351" r="-521344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1783" t="-1351" r="-740127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60127" t="-1351" r="-635443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2420" t="-1351" r="-539490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9494" t="-1351" r="-436076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3057" t="-1351" r="-338854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58861" t="-1351" r="-236709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3694" t="-1351" r="-138217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0698" t="-1351" r="-930" b="-10270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4639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01351" r="-521344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1783" t="-101351" r="-740127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60127" t="-101351" r="-635443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2420" t="-101351" r="-539490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9494" t="-101351" r="-436076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3057" t="-101351" r="-338854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58861" t="-101351" r="-236709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3694" t="-101351" r="-138217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0698" t="-101351" r="-930" b="-270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43DC18-5EE5-4E28-ACA0-1C5002CBEA46}"/>
                  </a:ext>
                </a:extLst>
              </p:cNvPr>
              <p:cNvSpPr txBox="1"/>
              <p:nvPr/>
            </p:nvSpPr>
            <p:spPr>
              <a:xfrm>
                <a:off x="1594217" y="2387467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43DC18-5EE5-4E28-ACA0-1C5002CBEA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2387467"/>
                <a:ext cx="54482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E210683-6281-4F9A-A6B3-078F169E11B7}"/>
                  </a:ext>
                </a:extLst>
              </p:cNvPr>
              <p:cNvSpPr txBox="1"/>
              <p:nvPr/>
            </p:nvSpPr>
            <p:spPr>
              <a:xfrm>
                <a:off x="2139043" y="1778371"/>
                <a:ext cx="1877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+10</m:t>
                      </m:r>
                      <m:sSup>
                        <m:s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E210683-6281-4F9A-A6B3-078F169E11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3" y="1778371"/>
                <a:ext cx="187778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F4836A2-4840-44C1-B31A-9677D3203453}"/>
                  </a:ext>
                </a:extLst>
              </p:cNvPr>
              <p:cNvSpPr txBox="1"/>
              <p:nvPr/>
            </p:nvSpPr>
            <p:spPr>
              <a:xfrm>
                <a:off x="3880214" y="1778371"/>
                <a:ext cx="8605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F4836A2-4840-44C1-B31A-9677D32034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0214" y="1778371"/>
                <a:ext cx="86051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ACE678D-B904-4352-ACBF-360399698E7B}"/>
                  </a:ext>
                </a:extLst>
              </p:cNvPr>
              <p:cNvSpPr txBox="1"/>
              <p:nvPr/>
            </p:nvSpPr>
            <p:spPr>
              <a:xfrm>
                <a:off x="2139042" y="2390312"/>
                <a:ext cx="330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+9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−1=0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ACE678D-B904-4352-ACBF-360399698E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2390312"/>
                <a:ext cx="330835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D235FD-72A2-4A59-A898-040C4B2F0CC6}"/>
                  </a:ext>
                </a:extLst>
              </p:cNvPr>
              <p:cNvSpPr txBox="1"/>
              <p:nvPr/>
            </p:nvSpPr>
            <p:spPr>
              <a:xfrm>
                <a:off x="1594217" y="3027049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D235FD-72A2-4A59-A898-040C4B2F0C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3027049"/>
                <a:ext cx="544826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77CA269A-D0A0-46F3-88A6-EA3BB1DA9B0E}"/>
                  </a:ext>
                </a:extLst>
              </p:cNvPr>
              <p:cNvSpPr txBox="1"/>
              <p:nvPr/>
            </p:nvSpPr>
            <p:spPr>
              <a:xfrm>
                <a:off x="2139042" y="3029183"/>
                <a:ext cx="41801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+10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−1=0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77CA269A-D0A0-46F3-88A6-EA3BB1DA9B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3029183"/>
                <a:ext cx="418011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A16FF63-236F-4ADC-B1B5-FD1F7A319533}"/>
                  </a:ext>
                </a:extLst>
              </p:cNvPr>
              <p:cNvSpPr txBox="1"/>
              <p:nvPr/>
            </p:nvSpPr>
            <p:spPr>
              <a:xfrm>
                <a:off x="1594217" y="3666631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A16FF63-236F-4ADC-B1B5-FD1F7A3195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3666631"/>
                <a:ext cx="54482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D053598-B35D-4585-930D-88D0C11CA2F5}"/>
                  </a:ext>
                </a:extLst>
              </p:cNvPr>
              <p:cNvSpPr txBox="1"/>
              <p:nvPr/>
            </p:nvSpPr>
            <p:spPr>
              <a:xfrm>
                <a:off x="2139042" y="3668054"/>
                <a:ext cx="4784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10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+1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−1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+1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D053598-B35D-4585-930D-88D0C11CA2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3668054"/>
                <a:ext cx="478427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BC49A3E-EB83-4B35-B901-B3A5830219A6}"/>
                  </a:ext>
                </a:extLst>
              </p:cNvPr>
              <p:cNvSpPr txBox="1"/>
              <p:nvPr/>
            </p:nvSpPr>
            <p:spPr>
              <a:xfrm>
                <a:off x="1594217" y="4306213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BC49A3E-EB83-4B35-B901-B3A5830219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4306213"/>
                <a:ext cx="54482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57B2B15-C4EF-4036-AB14-135595358064}"/>
                  </a:ext>
                </a:extLst>
              </p:cNvPr>
              <p:cNvSpPr txBox="1"/>
              <p:nvPr/>
            </p:nvSpPr>
            <p:spPr>
              <a:xfrm>
                <a:off x="2139042" y="4306925"/>
                <a:ext cx="4784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+1</m:t>
                          </m:r>
                        </m:e>
                      </m:d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−1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57B2B15-C4EF-4036-AB14-1355953580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4306925"/>
                <a:ext cx="478427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0F538A46-1695-43EE-9DD5-E15770056144}"/>
                  </a:ext>
                </a:extLst>
              </p:cNvPr>
              <p:cNvSpPr txBox="1"/>
              <p:nvPr/>
            </p:nvSpPr>
            <p:spPr>
              <a:xfrm>
                <a:off x="1594217" y="4944372"/>
                <a:ext cx="5448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0F538A46-1695-43EE-9DD5-E157700561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7" y="4944372"/>
                <a:ext cx="54482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86D4795-88B6-4FF2-ADCE-0826319117F9}"/>
                  </a:ext>
                </a:extLst>
              </p:cNvPr>
              <p:cNvSpPr txBox="1"/>
              <p:nvPr/>
            </p:nvSpPr>
            <p:spPr>
              <a:xfrm>
                <a:off x="2139042" y="4931951"/>
                <a:ext cx="13716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86D4795-88B6-4FF2-ADCE-0826319117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4931951"/>
                <a:ext cx="137160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/>
              <p:nvPr/>
            </p:nvSpPr>
            <p:spPr>
              <a:xfrm>
                <a:off x="4179875" y="4951418"/>
                <a:ext cx="13716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0.1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6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9875" y="4951418"/>
                <a:ext cx="137160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786D4795-88B6-4FF2-ADCE-0826319117F9}"/>
              </a:ext>
            </a:extLst>
          </p:cNvPr>
          <p:cNvSpPr txBox="1"/>
          <p:nvPr/>
        </p:nvSpPr>
        <p:spPr>
          <a:xfrm>
            <a:off x="3461323" y="4951418"/>
            <a:ext cx="66379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 b="0" i="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</a:lstStyle>
          <a:p>
            <a:pPr algn="ctr"/>
            <a:r>
              <a:rPr lang="en-US" b="0" i="0" dirty="0">
                <a:latin typeface="+mj-lt"/>
              </a:rPr>
              <a:t>or</a:t>
            </a:r>
            <a:endParaRPr lang="en-IN" dirty="0">
              <a:latin typeface="+mn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/>
              <p:nvPr/>
            </p:nvSpPr>
            <p:spPr>
              <a:xfrm>
                <a:off x="2139042" y="5455171"/>
                <a:ext cx="81910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r>
                  <a:rPr lang="en-US" b="0" i="0" dirty="0">
                    <a:latin typeface="+mj-lt"/>
                  </a:rPr>
                  <a:t>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dirty="0" smtClean="0">
                        <a:latin typeface="Cambria Math" panose="02040503050406030204" pitchFamily="18" charset="0"/>
                      </a:rPr>
                      <m:t>k</m:t>
                    </m:r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i="0" dirty="0">
                    <a:latin typeface="+mj-lt"/>
                  </a:rPr>
                  <a:t>represents probability it can not be negative.</a:t>
                </a:r>
              </a:p>
            </p:txBody>
          </p:sp>
        </mc:Choice>
        <mc:Fallback xmlns="">
          <p:sp>
            <p:nvSpPr>
              <p:cNvPr id="22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042" y="5455171"/>
                <a:ext cx="8191029" cy="523220"/>
              </a:xfrm>
              <a:prstGeom prst="rect">
                <a:avLst/>
              </a:prstGeom>
              <a:blipFill>
                <a:blip r:embed="rId20"/>
                <a:stretch>
                  <a:fillRect l="-1563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/>
              <p:nvPr/>
            </p:nvSpPr>
            <p:spPr>
              <a:xfrm>
                <a:off x="2162942" y="6012827"/>
                <a:ext cx="1829985" cy="523220"/>
              </a:xfrm>
              <a:prstGeom prst="rect">
                <a:avLst/>
              </a:prstGeom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 lvl="0"/>
                <a:r>
                  <a:rPr lang="en-IN" dirty="0">
                    <a:latin typeface="+mj-lt"/>
                  </a:rPr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k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3" name="!!k">
                <a:extLst>
                  <a:ext uri="{FF2B5EF4-FFF2-40B4-BE49-F238E27FC236}">
                    <a16:creationId xmlns:a16="http://schemas.microsoft.com/office/drawing/2014/main" id="{3B9B89CF-BC15-4F7E-92A1-BA898939E1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2942" y="6012827"/>
                <a:ext cx="1829985" cy="523220"/>
              </a:xfrm>
              <a:prstGeom prst="rect">
                <a:avLst/>
              </a:prstGeom>
              <a:blipFill>
                <a:blip r:embed="rId21"/>
                <a:stretch>
                  <a:fillRect l="-6623" t="-9091" b="-3068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35038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21" grpId="0"/>
      <p:bldP spid="22" grpId="0"/>
      <p:bldP spid="23" grpId="0" animBg="1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94217" y="791680"/>
              <a:ext cx="9566724" cy="89278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539655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310065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446391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3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3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46391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3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3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3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3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3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  <m:sSup>
                                  <m:sSupPr>
                                    <m:ctrlPr>
                                      <a:rPr lang="en-IN" sz="23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30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7</m:t>
                                </m:r>
                                <m:sSup>
                                  <m:sSupPr>
                                    <m:ctrlPr>
                                      <a:rPr lang="en-IN" sz="23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Fd605157-Identity-H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k</m:t>
                                    </m:r>
                                  </m:e>
                                  <m:sup>
                                    <m:r>
                                      <a:rPr lang="en-US" sz="23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US" sz="230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30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k</m:t>
                                </m:r>
                              </m:oMath>
                            </m:oMathPara>
                          </a14:m>
                          <a:endParaRPr lang="en-IN" sz="23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94217" y="791680"/>
              <a:ext cx="9566724" cy="89278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539655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59572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  <a:gridCol w="1310065">
                      <a:extLst>
                        <a:ext uri="{9D8B030D-6E8A-4147-A177-3AD203B41FA5}">
                          <a16:colId xmlns:a16="http://schemas.microsoft.com/office/drawing/2014/main" val="1904187451"/>
                        </a:ext>
                      </a:extLst>
                    </a:gridCol>
                  </a:tblGrid>
                  <a:tr h="44639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351" r="-521344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1783" t="-1351" r="-740127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60127" t="-1351" r="-635443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2420" t="-1351" r="-539490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9494" t="-1351" r="-436076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3057" t="-1351" r="-338854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58861" t="-1351" r="-236709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3694" t="-1351" r="-138217" b="-10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0698" t="-1351" r="-930" b="-10270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46391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5589" marR="75589" marT="37794" marB="37794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5" t="-101351" r="-521344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61783" t="-101351" r="-740127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60127" t="-101351" r="-635443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2420" t="-101351" r="-539490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9494" t="-101351" r="-436076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3057" t="-101351" r="-338854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58861" t="-101351" r="-236709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3694" t="-101351" r="-138217" b="-270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56692" marR="56692" marT="0" marB="0" anchor="ctr">
                        <a:lnL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30698" t="-101351" r="-930" b="-270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/>
              <p:nvPr/>
            </p:nvSpPr>
            <p:spPr>
              <a:xfrm>
                <a:off x="1094283" y="2280024"/>
                <a:ext cx="2214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(1) </m:t>
                      </m:r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&lt;6)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8BB3F576-7738-4872-8F34-73C18E96D6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4283" y="2280024"/>
                <a:ext cx="2214400" cy="523220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/>
              <p:nvPr/>
            </p:nvSpPr>
            <p:spPr>
              <a:xfrm>
                <a:off x="7312845" y="2291454"/>
                <a:ext cx="21759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≥6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F006C46E-AE0E-47C0-A40B-C1B55B90AD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2845" y="2291454"/>
                <a:ext cx="2175929" cy="523220"/>
              </a:xfrm>
              <a:prstGeom prst="rect">
                <a:avLst/>
              </a:prstGeom>
              <a:blipFill rotWithShape="0"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/>
              <p:nvPr/>
            </p:nvSpPr>
            <p:spPr>
              <a:xfrm>
                <a:off x="1126261" y="4591050"/>
                <a:ext cx="28066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(3)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0&lt;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&lt;5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9E26F16E-CA9B-4C2F-B031-92236DB063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6261" y="4591050"/>
                <a:ext cx="2806617" cy="523220"/>
              </a:xfrm>
              <a:prstGeom prst="rect">
                <a:avLst/>
              </a:prstGeom>
              <a:blipFill rotWithShape="0"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!!k">
                <a:extLst>
                  <a:ext uri="{FF2B5EF4-FFF2-40B4-BE49-F238E27FC236}">
                    <a16:creationId xmlns:a16="http://schemas.microsoft.com/office/drawing/2014/main" id="{ADE2BA05-74A6-4058-9A49-60C44FA9D381}"/>
                  </a:ext>
                </a:extLst>
              </p:cNvPr>
              <p:cNvSpPr txBox="1"/>
              <p:nvPr/>
            </p:nvSpPr>
            <p:spPr>
              <a:xfrm>
                <a:off x="1594218" y="1719641"/>
                <a:ext cx="14518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𝐤</m:t>
                      </m:r>
                      <m:r>
                        <a:rPr lang="en-IN" b="1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b="1" i="0" dirty="0" smtClean="0"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21" name="!!k">
                <a:extLst>
                  <a:ext uri="{FF2B5EF4-FFF2-40B4-BE49-F238E27FC236}">
                    <a16:creationId xmlns:a16="http://schemas.microsoft.com/office/drawing/2014/main" id="{ADE2BA05-74A6-4058-9A49-60C44FA9D3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1719641"/>
                <a:ext cx="145187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D21D34C4-00D1-4836-94CF-00CFB01B4516}"/>
                  </a:ext>
                </a:extLst>
              </p:cNvPr>
              <p:cNvSpPr txBox="1"/>
              <p:nvPr/>
            </p:nvSpPr>
            <p:spPr>
              <a:xfrm>
                <a:off x="3046092" y="2280024"/>
                <a:ext cx="40174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+3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D21D34C4-00D1-4836-94CF-00CFB01B45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92" y="2280024"/>
                <a:ext cx="401746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F97F333-6ABB-4273-A890-B39783381CCE}"/>
                  </a:ext>
                </a:extLst>
              </p:cNvPr>
              <p:cNvSpPr txBox="1"/>
              <p:nvPr/>
            </p:nvSpPr>
            <p:spPr>
              <a:xfrm>
                <a:off x="3046092" y="2850064"/>
                <a:ext cx="18203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F97F333-6ABB-4273-A890-B39783381C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92" y="2850064"/>
                <a:ext cx="182036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BBCBF88-447A-4F8B-984C-71889806F86E}"/>
                  </a:ext>
                </a:extLst>
              </p:cNvPr>
              <p:cNvSpPr txBox="1"/>
              <p:nvPr/>
            </p:nvSpPr>
            <p:spPr>
              <a:xfrm>
                <a:off x="3046092" y="3408463"/>
                <a:ext cx="29252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</m:t>
                      </m:r>
                      <m:d>
                        <m:d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0.1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b="0" i="1" dirty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0" i="1" dirty="0" smtClean="0">
                                  <a:latin typeface="Cambria Math" panose="02040503050406030204" pitchFamily="18" charset="0"/>
                                </a:rPr>
                                <m:t>0.1</m:t>
                              </m:r>
                            </m:e>
                          </m:d>
                        </m:e>
                        <m:sup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BBCBF88-447A-4F8B-984C-71889806F8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92" y="3408463"/>
                <a:ext cx="292526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6220C82D-074C-4FDF-9547-A6854C0CDEBA}"/>
                  </a:ext>
                </a:extLst>
              </p:cNvPr>
              <p:cNvSpPr txBox="1"/>
              <p:nvPr/>
            </p:nvSpPr>
            <p:spPr>
              <a:xfrm>
                <a:off x="3046092" y="3966862"/>
                <a:ext cx="13631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=0.81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6220C82D-074C-4FDF-9547-A6854C0CDE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92" y="3966862"/>
                <a:ext cx="136316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9F455FE-6B43-4115-8D01-F6612A631AF4}"/>
                  </a:ext>
                </a:extLst>
              </p:cNvPr>
              <p:cNvSpPr txBox="1"/>
              <p:nvPr/>
            </p:nvSpPr>
            <p:spPr>
              <a:xfrm>
                <a:off x="9323017" y="2273505"/>
                <a:ext cx="26494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=1−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&lt;6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9F455FE-6B43-4115-8D01-F6612A631A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3017" y="2273505"/>
                <a:ext cx="2649492" cy="523220"/>
              </a:xfrm>
              <a:prstGeom prst="rect">
                <a:avLst/>
              </a:prstGeom>
              <a:blipFill rotWithShape="0"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1C7BFFF5-1587-4B61-BC8D-93237D67EEFB}"/>
                  </a:ext>
                </a:extLst>
              </p:cNvPr>
              <p:cNvSpPr txBox="1"/>
              <p:nvPr/>
            </p:nvSpPr>
            <p:spPr>
              <a:xfrm>
                <a:off x="9323017" y="2849599"/>
                <a:ext cx="26494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=1−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C7BFFF5-1587-4B61-BC8D-93237D67EE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3017" y="2849599"/>
                <a:ext cx="2649492" cy="523220"/>
              </a:xfrm>
              <a:prstGeom prst="rect">
                <a:avLst/>
              </a:prstGeom>
              <a:blipFill rotWithShape="0"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198930C-A925-422C-84B7-C31F19051F5A}"/>
                  </a:ext>
                </a:extLst>
              </p:cNvPr>
              <p:cNvSpPr txBox="1"/>
              <p:nvPr/>
            </p:nvSpPr>
            <p:spPr>
              <a:xfrm>
                <a:off x="9335048" y="3401630"/>
                <a:ext cx="26494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=0.19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198930C-A925-422C-84B7-C31F19051F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35048" y="3401630"/>
                <a:ext cx="2649492" cy="523220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C183735F-E6B3-4DE3-817F-C273FE260688}"/>
                  </a:ext>
                </a:extLst>
              </p:cNvPr>
              <p:cNvSpPr txBox="1"/>
              <p:nvPr/>
            </p:nvSpPr>
            <p:spPr>
              <a:xfrm>
                <a:off x="3829672" y="4576059"/>
                <a:ext cx="33358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+3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C183735F-E6B3-4DE3-817F-C273FE2606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9672" y="4576059"/>
                <a:ext cx="3335882" cy="523220"/>
              </a:xfrm>
              <a:prstGeom prst="rect">
                <a:avLst/>
              </a:prstGeom>
              <a:blipFill rotWithShape="0"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6024A4C-FEF4-4944-821A-DA00A2F02DAB}"/>
                  </a:ext>
                </a:extLst>
              </p:cNvPr>
              <p:cNvSpPr txBox="1"/>
              <p:nvPr/>
            </p:nvSpPr>
            <p:spPr>
              <a:xfrm>
                <a:off x="3829672" y="5095967"/>
                <a:ext cx="10625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k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6024A4C-FEF4-4944-821A-DA00A2F02D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9672" y="5095967"/>
                <a:ext cx="1062582" cy="52322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14796AA-FD29-4198-A676-69340A9585BA}"/>
                  </a:ext>
                </a:extLst>
              </p:cNvPr>
              <p:cNvSpPr txBox="1"/>
              <p:nvPr/>
            </p:nvSpPr>
            <p:spPr>
              <a:xfrm>
                <a:off x="3829672" y="5611252"/>
                <a:ext cx="152740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</m:t>
                      </m:r>
                      <m:d>
                        <m:d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0.1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D14796AA-FD29-4198-A676-69340A9585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9672" y="5611252"/>
                <a:ext cx="1527402" cy="523220"/>
              </a:xfrm>
              <a:prstGeom prst="rect">
                <a:avLst/>
              </a:prstGeom>
              <a:blipFill rotWithShape="0"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F25655C-63C9-491B-99A6-FEA50FC209DE}"/>
                  </a:ext>
                </a:extLst>
              </p:cNvPr>
              <p:cNvSpPr txBox="1"/>
              <p:nvPr/>
            </p:nvSpPr>
            <p:spPr>
              <a:xfrm>
                <a:off x="3829672" y="6066692"/>
                <a:ext cx="152740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0.8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DF25655C-63C9-491B-99A6-FEA50FC209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9672" y="6066692"/>
                <a:ext cx="1527402" cy="523220"/>
              </a:xfrm>
              <a:prstGeom prst="rect">
                <a:avLst/>
              </a:prstGeom>
              <a:blipFill rotWithShape="0"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B73ACAD-CA46-4634-8C3F-43D707EB77AE}"/>
              </a:ext>
            </a:extLst>
          </p:cNvPr>
          <p:cNvCxnSpPr/>
          <p:nvPr/>
        </p:nvCxnSpPr>
        <p:spPr>
          <a:xfrm>
            <a:off x="7232650" y="2242861"/>
            <a:ext cx="0" cy="224722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AD13BB38-973C-21AA-5F24-5762F6817125}"/>
              </a:ext>
            </a:extLst>
          </p:cNvPr>
          <p:cNvSpPr/>
          <p:nvPr/>
        </p:nvSpPr>
        <p:spPr>
          <a:xfrm>
            <a:off x="3261573" y="1238071"/>
            <a:ext cx="5541959" cy="436734"/>
          </a:xfrm>
          <a:prstGeom prst="roundRect">
            <a:avLst/>
          </a:pr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73275847-FCEF-9AF1-806C-ADDE761F178F}"/>
              </a:ext>
            </a:extLst>
          </p:cNvPr>
          <p:cNvSpPr/>
          <p:nvPr/>
        </p:nvSpPr>
        <p:spPr>
          <a:xfrm>
            <a:off x="4216534" y="1238071"/>
            <a:ext cx="3596506" cy="436734"/>
          </a:xfrm>
          <a:prstGeom prst="roundRect">
            <a:avLst/>
          </a:pr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90498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6" grpId="0" animBg="1"/>
      <p:bldP spid="6" grpId="1" animBg="1"/>
      <p:bldP spid="7" grpId="0" animBg="1"/>
      <p:bldP spid="7" grpId="1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Mass Function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IN" dirty="0"/>
                  <a:t>Note:</a:t>
                </a:r>
              </a:p>
              <a:p>
                <a:pPr lvl="1"/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US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&lt;…&lt;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k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&lt;…&lt;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n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  <m:r>
                      <a:rPr lang="en-US"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b="1" i="1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𝐛</m:t>
                    </m:r>
                    <m:r>
                      <a:rPr lang="en-US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then</m:t>
                    </m:r>
                  </m:oMath>
                </a14:m>
                <a:endParaRPr lang="en-IN" dirty="0"/>
              </a:p>
              <a:p>
                <a:pPr lvl="2"/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b="1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US" b="1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b="1" i="1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dirty="0"/>
              </a:p>
              <a:p>
                <a:pPr lvl="2"/>
                <a14:m>
                  <m:oMath xmlns:m="http://schemas.openxmlformats.org/officeDocument/2006/math">
                    <m:r>
                      <a:rPr lang="en-US" b="1" i="1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b="1"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GB" dirty="0"/>
              </a:p>
              <a:p>
                <a:pPr lvl="2"/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b="1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  <m:sub>
                            <m:r>
                              <a:rPr lang="en-US" b="1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  <m:r>
                          <a:rPr lang="en-US" b="1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b="1">
                            <a:latin typeface="Cambria Math" panose="02040503050406030204" pitchFamily="18" charset="0"/>
                          </a:rPr>
                          <m:t>≤</m:t>
                        </m:r>
                        <m:sSub>
                          <m:sSubPr>
                            <m:ctrlPr>
                              <a:rPr lang="en-IN" b="1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1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  <m:sub>
                            <m:r>
                              <a:rPr lang="en-US" b="1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𝐤</m:t>
                            </m:r>
                          </m:sub>
                        </m:sSub>
                      </m:e>
                    </m:d>
                    <m:r>
                      <a:rPr lang="en-IN" b="1" i="1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C2EEE84-AE82-4A34-970E-F5720701CB60}"/>
                  </a:ext>
                </a:extLst>
              </p:cNvPr>
              <p:cNvSpPr txBox="1"/>
              <p:nvPr/>
            </p:nvSpPr>
            <p:spPr>
              <a:xfrm>
                <a:off x="2903220" y="2268974"/>
                <a:ext cx="94335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⋯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C2EEE84-AE82-4A34-970E-F5720701CB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3220" y="2268974"/>
                <a:ext cx="943356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D1E391F-4953-4F2F-AB2F-4654D1044BE1}"/>
                  </a:ext>
                </a:extLst>
              </p:cNvPr>
              <p:cNvSpPr txBox="1"/>
              <p:nvPr/>
            </p:nvSpPr>
            <p:spPr>
              <a:xfrm>
                <a:off x="3893820" y="3581243"/>
                <a:ext cx="6875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b="1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800" b="1" i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US" sz="2800" b="1" i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⋯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sz="2800" b="1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800" b="1" i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US" sz="2800" b="1" i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𝐤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D1E391F-4953-4F2F-AB2F-4654D1044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3820" y="3581243"/>
                <a:ext cx="68757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5B85C-06B6-4F0F-B5EA-354FAE64893D}"/>
                  </a:ext>
                </a:extLst>
              </p:cNvPr>
              <p:cNvSpPr txBox="1"/>
              <p:nvPr/>
            </p:nvSpPr>
            <p:spPr>
              <a:xfrm>
                <a:off x="2903220" y="2905780"/>
                <a:ext cx="6875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</m:t>
                      </m:r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+  ⋯ + </m:t>
                      </m:r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5B85C-06B6-4F0F-B5EA-354FAE6489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03220" y="2905780"/>
                <a:ext cx="687578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03581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  <p:bldP spid="6" grpId="0"/>
      <p:bldP spid="7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0A5FC-F657-7572-A0DB-5A7426B550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7C3CCE4-AE37-66D9-76CB-C723E560DCF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08630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algn="l"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If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to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5.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Find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or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2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&amp;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endChr m:val="|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0.5&lt;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&lt;2.5 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&gt;1).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7C3CCE4-AE37-66D9-76CB-C723E560DC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08630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CBE1D8D7-A031-A8F4-7E59-F0B71B86CF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C747B5A-FE1C-019E-09CE-8824D14EA81F}"/>
              </a:ext>
            </a:extLst>
          </p:cNvPr>
          <p:cNvSpPr txBox="1">
            <a:spLocks/>
          </p:cNvSpPr>
          <p:nvPr/>
        </p:nvSpPr>
        <p:spPr>
          <a:xfrm>
            <a:off x="131176" y="211078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797E36F0-292A-451D-ED84-0C5AC4CAA5F5}"/>
                  </a:ext>
                </a:extLst>
              </p:cNvPr>
              <p:cNvSpPr txBox="1"/>
              <p:nvPr/>
            </p:nvSpPr>
            <p:spPr>
              <a:xfrm>
                <a:off x="1594216" y="2007396"/>
                <a:ext cx="11139290" cy="8272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Here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, 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Probability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Mass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Function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is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: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=1, 2, 3, 4, 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797E36F0-292A-451D-ED84-0C5AC4CAA5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007396"/>
                <a:ext cx="11139290" cy="82727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BED6CA0C-EBB6-F2ED-C7D6-FE7D8040D30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37679" y="2721338"/>
                <a:ext cx="3575955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a:rPr lang="en-IN" b="1" i="0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𝐨𝐫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𝟐</m:t>
                        </m:r>
                      </m:e>
                    </m:d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BED6CA0C-EBB6-F2ED-C7D6-FE7D8040D3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679" y="2721338"/>
                <a:ext cx="3575955" cy="73438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E757DF1A-6235-08B9-7395-4F525E11EEA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37679" y="3423207"/>
                <a:ext cx="6844449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2"/>
                <a:r>
                  <a:rPr lang="en-IN" b="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Here, </a:t>
                </a:r>
                <a14:m>
                  <m:oMath xmlns:m="http://schemas.openxmlformats.org/officeDocument/2006/math">
                    <m:r>
                      <a:rPr lang="en-IN" i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1 </m:t>
                    </m:r>
                    <m:r>
                      <m:rPr>
                        <m:sty m:val="p"/>
                      </m:rPr>
                      <a:rPr lang="en-IN" i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or</m:t>
                    </m:r>
                    <m:r>
                      <a:rPr lang="en-IN" i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 2</m:t>
                    </m:r>
                  </m:oMath>
                </a14:m>
                <a:r>
                  <a:rPr lang="en-IN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means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=1 </m:t>
                    </m:r>
                    <m:r>
                      <m:rPr>
                        <m:sty m:val="p"/>
                      </m:rP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or</m:t>
                    </m:r>
                    <m: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=2</m:t>
                    </m:r>
                  </m:oMath>
                </a14:m>
                <a:endParaRPr lang="en-IN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E757DF1A-6235-08B9-7395-4F525E11EE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679" y="3423207"/>
                <a:ext cx="6844449" cy="734382"/>
              </a:xfrm>
              <a:prstGeom prst="rect">
                <a:avLst/>
              </a:prstGeom>
              <a:blipFill>
                <a:blip r:embed="rId5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6A44A363-89A6-BDF2-83E5-EF476443CC3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37679" y="4125076"/>
                <a:ext cx="9237453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2"/>
                <a:r>
                  <a:rPr lang="en-IN" b="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In one experiment,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can take only one value</a:t>
                </a: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6A44A363-89A6-BDF2-83E5-EF476443CC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679" y="4125076"/>
                <a:ext cx="9237453" cy="734382"/>
              </a:xfrm>
              <a:prstGeom prst="rect">
                <a:avLst/>
              </a:prstGeom>
              <a:blipFill>
                <a:blip r:embed="rId6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9230DBB3-AB38-C0EB-BA7C-1FD7096B492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37679" y="4826945"/>
                <a:ext cx="9237453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2"/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It cannot be both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at the same time</a:t>
                </a:r>
                <a:endParaRPr lang="en-IN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9230DBB3-AB38-C0EB-BA7C-1FD7096B49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679" y="4826945"/>
                <a:ext cx="9237453" cy="734382"/>
              </a:xfrm>
              <a:prstGeom prst="rect">
                <a:avLst/>
              </a:prstGeom>
              <a:blipFill>
                <a:blip r:embed="rId7"/>
                <a:stretch>
                  <a:fillRect b="-333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C4EC734-57F9-84DB-AA62-88D5ECE92DC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359903" y="5447661"/>
                <a:ext cx="4373623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∴</m:t>
                      </m:r>
                      <m:d>
                        <m:dPr>
                          <m:ctrlPr>
                            <a:rPr lang="en-IN" b="0" i="1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e>
                      </m:d>
                      <m:r>
                        <a:rPr lang="en-IN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∩</m:t>
                      </m:r>
                      <m:d>
                        <m:dPr>
                          <m:ctrlPr>
                            <a:rPr lang="en-IN" b="0" i="1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solidFill>
                                <a:schemeClr val="tx1">
                                  <a:lumMod val="90000"/>
                                  <a:lumOff val="1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  <m:r>
                        <a:rPr lang="en-IN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ϕ</m:t>
                      </m:r>
                    </m:oMath>
                  </m:oMathPara>
                </a14:m>
                <a:endParaRPr lang="en-IN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C4EC734-57F9-84DB-AA62-88D5ECE92D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9903" y="5447661"/>
                <a:ext cx="4373623" cy="73438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2CF66DE0-07BB-9F7E-2D06-C1C14FA900B1}"/>
              </a:ext>
            </a:extLst>
          </p:cNvPr>
          <p:cNvSpPr txBox="1">
            <a:spLocks/>
          </p:cNvSpPr>
          <p:nvPr/>
        </p:nvSpPr>
        <p:spPr>
          <a:xfrm>
            <a:off x="1846924" y="5990161"/>
            <a:ext cx="5497459" cy="73438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So,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the </a:t>
            </a:r>
            <a:r>
              <a:rPr lang="en-US" i="0" dirty="0">
                <a:solidFill>
                  <a:schemeClr val="tx1">
                    <a:lumMod val="90000"/>
                    <a:lumOff val="10000"/>
                  </a:schemeClr>
                </a:solidFill>
                <a:latin typeface="+mj-lt"/>
              </a:rPr>
              <a:t>events are mutually exclusive.</a:t>
            </a:r>
            <a:endParaRPr lang="en-IN" dirty="0">
              <a:solidFill>
                <a:schemeClr val="tx1">
                  <a:lumMod val="90000"/>
                  <a:lumOff val="1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1366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3AFC6B-1876-D128-D1D8-CF15E88669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4B36CF-2BC3-C2F5-ADF0-3C57860AB1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3ADA406-54AB-B7D7-49C0-C8FEEC02C125}"/>
                  </a:ext>
                </a:extLst>
              </p:cNvPr>
              <p:cNvSpPr txBox="1"/>
              <p:nvPr/>
            </p:nvSpPr>
            <p:spPr>
              <a:xfrm>
                <a:off x="7198468" y="-54434"/>
                <a:ext cx="5069231" cy="8272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=1, 2, 3, 4, 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3ADA406-54AB-B7D7-49C0-C8FEEC02C1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8468" y="-54434"/>
                <a:ext cx="5069231" cy="82727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BA680D1D-0271-ECE6-5B1B-55A2F08CEB3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32363" y="772844"/>
                <a:ext cx="3575955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a:rPr lang="en-IN" b="1" i="0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𝐨𝐫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𝟐</m:t>
                        </m:r>
                      </m:e>
                    </m:d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BA680D1D-0271-ECE6-5B1B-55A2F08CEB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2363" y="772844"/>
                <a:ext cx="3575955" cy="73438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9593A8F-B79F-0953-8129-BBBF925E018E}"/>
                  </a:ext>
                </a:extLst>
              </p:cNvPr>
              <p:cNvSpPr txBox="1"/>
              <p:nvPr/>
            </p:nvSpPr>
            <p:spPr>
              <a:xfrm>
                <a:off x="473413" y="1507226"/>
                <a:ext cx="50692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9593A8F-B79F-0953-8129-BBBF925E01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413" y="1507226"/>
                <a:ext cx="506923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5764F37-1F31-296A-2B7C-AE4C671619A0}"/>
                  </a:ext>
                </a:extLst>
              </p:cNvPr>
              <p:cNvSpPr txBox="1"/>
              <p:nvPr/>
            </p:nvSpPr>
            <p:spPr>
              <a:xfrm>
                <a:off x="473413" y="2303251"/>
                <a:ext cx="2600527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5764F37-1F31-296A-2B7C-AE4C671619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413" y="2303251"/>
                <a:ext cx="2600527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D323DA9-C058-45F5-F930-1ABFB337D3FF}"/>
                  </a:ext>
                </a:extLst>
              </p:cNvPr>
              <p:cNvSpPr txBox="1"/>
              <p:nvPr/>
            </p:nvSpPr>
            <p:spPr>
              <a:xfrm>
                <a:off x="2195209" y="2303251"/>
                <a:ext cx="1345659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D323DA9-C058-45F5-F930-1ABFB337D3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5209" y="2303251"/>
                <a:ext cx="1345659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9DA60EAD-C12B-7DA2-9FED-73D63B33E64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32364" y="3429000"/>
                <a:ext cx="5675008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endChr m:val="|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0.5&lt;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&lt;2.5 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&gt;1)</m:t>
                    </m:r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9DA60EAD-C12B-7DA2-9FED-73D63B33E6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2364" y="3429000"/>
                <a:ext cx="5675008" cy="73438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915E4CAC-E0C3-2154-7BF7-635A317EE57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73413" y="4054710"/>
                <a:ext cx="3974791" cy="128902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Let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  <a:p>
                <a:pPr marL="0" indent="0">
                  <a:buNone/>
                </a:pPr>
                <a:endParaRPr lang="en-IN" b="1" dirty="0"/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915E4CAC-E0C3-2154-7BF7-635A317EE5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413" y="4054710"/>
                <a:ext cx="3974791" cy="128902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F452AA7C-F24B-5B4D-40FA-0C17A68D9CF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87714" y="5373955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dirty="0"/>
                  <a:t>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0.5&lt;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&lt;2.5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F452AA7C-F24B-5B4D-40FA-0C17A68D9C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714" y="5373955"/>
                <a:ext cx="5172451" cy="711201"/>
              </a:xfrm>
              <a:prstGeom prst="rect">
                <a:avLst/>
              </a:prstGeom>
              <a:blipFill>
                <a:blip r:embed="rId9"/>
                <a:stretch>
                  <a:fillRect l="-2356" b="-68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4A38AA26-7D95-4601-3919-12DEC822C55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72517" y="5960718"/>
                <a:ext cx="2958849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dirty="0"/>
                  <a:t>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&gt;1</m:t>
                        </m:r>
                      </m:e>
                    </m:d>
                  </m:oMath>
                </a14:m>
                <a:endParaRPr lang="en-IN" dirty="0"/>
              </a:p>
              <a:p>
                <a:pPr marL="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4A38AA26-7D95-4601-3919-12DEC822C5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2517" y="5960718"/>
                <a:ext cx="2958849" cy="711201"/>
              </a:xfrm>
              <a:prstGeom prst="rect">
                <a:avLst/>
              </a:prstGeom>
              <a:blipFill>
                <a:blip r:embed="rId10"/>
                <a:stretch>
                  <a:fillRect l="-4115" b="-68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05DC38CF-B214-3CE0-7297-7DA56AB05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9398" y="806710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Event: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0.5&lt;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&lt;2.5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05DC38CF-B214-3CE0-7297-7DA56AB05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9398" y="806710"/>
                <a:ext cx="5172451" cy="711201"/>
              </a:xfrm>
              <a:prstGeom prst="rect">
                <a:avLst/>
              </a:prstGeom>
              <a:blipFill>
                <a:blip r:embed="rId11"/>
                <a:stretch>
                  <a:fillRect l="-2356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9B80DEDE-7D36-947B-6D4B-EA68AED1CB5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8" y="1507226"/>
                <a:ext cx="6147032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dirty="0"/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can only be integers : 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</a:rPr>
                      <m:t>1, 2, 3, 4, 5</m:t>
                    </m:r>
                  </m:oMath>
                </a14:m>
                <a:r>
                  <a:rPr lang="en-US" dirty="0"/>
                  <a:t> </a:t>
                </a:r>
                <a:endParaRPr lang="en-IN" dirty="0"/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9B80DEDE-7D36-947B-6D4B-EA68AED1CB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8" y="1507226"/>
                <a:ext cx="6147032" cy="711201"/>
              </a:xfrm>
              <a:prstGeom prst="rect">
                <a:avLst/>
              </a:prstGeom>
              <a:blipFill>
                <a:blip r:embed="rId12"/>
                <a:stretch>
                  <a:fillRect l="-2083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EF31020B-6869-7606-F689-FEB5E306A1E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9398" y="2215190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0.5&lt;</m:t>
                      </m:r>
                      <m:r>
                        <m:rPr>
                          <m:sty m:val="p"/>
                        </m:rPr>
                        <a:rPr lang="en-IN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i="0" smtClean="0">
                          <a:latin typeface="Cambria Math" panose="02040503050406030204" pitchFamily="18" charset="0"/>
                        </a:rPr>
                        <m:t>&lt;2.5⇒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=1, 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EF31020B-6869-7606-F689-FEB5E306A1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9398" y="2215190"/>
                <a:ext cx="5172451" cy="71120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53EF3F21-CC1C-76F4-51C5-D41DA736A87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8" y="2868890"/>
                <a:ext cx="2676439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1 ,2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53EF3F21-CC1C-76F4-51C5-D41DA736A8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8" y="2868890"/>
                <a:ext cx="2676439" cy="71120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A150CFBC-54FA-A16B-0E3E-677C15D0EE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8" y="3519353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Event: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&gt;1</m:t>
                        </m:r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A150CFBC-54FA-A16B-0E3E-677C15D0EE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8" y="3519353"/>
                <a:ext cx="5172451" cy="711201"/>
              </a:xfrm>
              <a:prstGeom prst="rect">
                <a:avLst/>
              </a:prstGeom>
              <a:blipFill>
                <a:blip r:embed="rId15"/>
                <a:stretch>
                  <a:fillRect l="-2476" b="-59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4F9779FE-81CC-AF00-1464-D22C577B11D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7" y="4185658"/>
                <a:ext cx="51724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&gt;1⇒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=2, 3, 4, 5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4F9779FE-81CC-AF00-1464-D22C577B11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7" y="4185658"/>
                <a:ext cx="5172451" cy="711201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359F617F-9493-14E1-A89C-5DEA00D6E40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6" y="4861420"/>
                <a:ext cx="2873659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2, 3, 4, 5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359F617F-9493-14E1-A89C-5DEA00D6E4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6" y="4861420"/>
                <a:ext cx="2873659" cy="71120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7C66CED3-5AF2-C015-C9F2-84E6FC6446F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44966" y="5553324"/>
                <a:ext cx="3396288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∩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7C66CED3-5AF2-C015-C9F2-84E6FC6446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4966" y="5553324"/>
                <a:ext cx="3396288" cy="71120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293EBA39-A2DA-4659-8CF9-55E6A03D6970}"/>
              </a:ext>
            </a:extLst>
          </p:cNvPr>
          <p:cNvCxnSpPr/>
          <p:nvPr/>
        </p:nvCxnSpPr>
        <p:spPr>
          <a:xfrm>
            <a:off x="5345485" y="880091"/>
            <a:ext cx="0" cy="5580000"/>
          </a:xfrm>
          <a:prstGeom prst="line">
            <a:avLst/>
          </a:prstGeom>
          <a:ln w="381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494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6" grpId="0"/>
      <p:bldP spid="17" grpId="0"/>
      <p:bldP spid="18" grpId="0"/>
      <p:bldP spid="20" grpId="0"/>
      <p:bldP spid="21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1710A-9E4E-0E0C-AE03-CFF1126F47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2AA518-46A9-5051-3015-106D2AA324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978F8E4-760B-8777-9310-2F2287BCAC98}"/>
                  </a:ext>
                </a:extLst>
              </p:cNvPr>
              <p:cNvSpPr txBox="1"/>
              <p:nvPr/>
            </p:nvSpPr>
            <p:spPr>
              <a:xfrm>
                <a:off x="7198468" y="-54434"/>
                <a:ext cx="5069231" cy="8272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=1, 2, 3, 4, 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978F8E4-760B-8777-9310-2F2287BCAC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8468" y="-54434"/>
                <a:ext cx="5069231" cy="82727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B1A93377-B5F4-BE38-81D7-AFF41C50703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161546" y="740557"/>
                <a:ext cx="5675008" cy="73438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endChr m:val="|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0.5&lt;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&lt;2.5 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&gt;1)</m:t>
                    </m:r>
                  </m:oMath>
                </a14:m>
                <a:endParaRPr lang="en-IN" b="1" dirty="0"/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B1A93377-B5F4-BE38-81D7-AFF41C5070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1546" y="740557"/>
                <a:ext cx="5675008" cy="73438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884422F5-5942-242E-3520-00C472973FF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4231" y="1366267"/>
                <a:ext cx="3974791" cy="128902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Let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i="0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884422F5-5942-242E-3520-00C472973F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231" y="1366267"/>
                <a:ext cx="3974791" cy="128902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FC7FA66E-E277-41C6-F81F-F994BD33E45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891680" y="788807"/>
                <a:ext cx="4466329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Now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&gt;1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FC7FA66E-E277-41C6-F81F-F994BD33E4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1680" y="788807"/>
                <a:ext cx="4466329" cy="71120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013A1F5B-97C2-A739-ABBF-B5F94AABBCB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4231" y="2846614"/>
                <a:ext cx="3396288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∩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013A1F5B-97C2-A739-ABBF-B5F94AABBC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231" y="2846614"/>
                <a:ext cx="3396288" cy="71120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0516D3E-9516-8D60-55CA-D867F90BE44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4230" y="3749135"/>
                <a:ext cx="397479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0516D3E-9516-8D60-55CA-D867F90BE4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230" y="3749135"/>
                <a:ext cx="3974791" cy="71120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CDD19B7-9C2A-AF07-74CA-F217AA53617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4229" y="4651656"/>
                <a:ext cx="3164733" cy="118035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i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∩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CDD19B7-9C2A-AF07-74CA-F217AA5361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229" y="4651656"/>
                <a:ext cx="3164733" cy="118035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8900AB4E-DEFB-B249-0379-86AB5F7D00E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21837" y="1395451"/>
                <a:ext cx="51448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=2</m:t>
                          </m:r>
                        </m:e>
                      </m:d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=3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8900AB4E-DEFB-B249-0379-86AB5F7D0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837" y="1395451"/>
                <a:ext cx="5144851" cy="711201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02A012D6-6C96-AB2A-8FD0-FB616CB7276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356348" y="2044827"/>
                <a:ext cx="3911351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=4</m:t>
                          </m:r>
                        </m:e>
                      </m:d>
                      <m:r>
                        <a:rPr lang="en-IN" i="1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=5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02A012D6-6C96-AB2A-8FD0-FB616CB727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56348" y="2044827"/>
                <a:ext cx="3911351" cy="71120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FD0A6775-D2CD-BABB-31C3-84D93B880F9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21837" y="2644659"/>
                <a:ext cx="4967303" cy="11774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4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FD0A6775-D2CD-BABB-31C3-84D93B880F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837" y="2644659"/>
                <a:ext cx="4967303" cy="117743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F59C13C-45BA-E034-D5B4-1AF7114113B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21837" y="3900679"/>
                <a:ext cx="2584027" cy="11774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14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F59C13C-45BA-E034-D5B4-1AF7114113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837" y="3900679"/>
                <a:ext cx="2584027" cy="1177439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77FBF911-39B9-8BD9-2904-142C13A8929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21837" y="5126531"/>
                <a:ext cx="4052903" cy="11774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∩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IN" b="1" dirty="0"/>
              </a:p>
              <a:p>
                <a:pPr marL="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77FBF911-39B9-8BD9-2904-142C13A892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837" y="5126531"/>
                <a:ext cx="4052903" cy="117743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3000AF58-DEB3-F456-DBD8-29E14680062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48009" y="4922475"/>
                <a:ext cx="1731235" cy="168283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>
                            <m:fPr>
                              <m:type m:val="skw"/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num>
                            <m:den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15</m:t>
                              </m:r>
                            </m:den>
                          </m:f>
                        </m:num>
                        <m:den>
                          <m:f>
                            <m:fPr>
                              <m:type m:val="skw"/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  <m:t>14</m:t>
                              </m:r>
                            </m:num>
                            <m:den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15</m:t>
                              </m:r>
                            </m:den>
                          </m:f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3000AF58-DEB3-F456-DBD8-29E1468006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48009" y="4922475"/>
                <a:ext cx="1731235" cy="168283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61630878-FD75-E6FE-79A3-14C9CCDFC6F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312023" y="5238849"/>
                <a:ext cx="1266721" cy="110844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7</m:t>
                          </m:r>
                          <m:r>
                            <a:rPr lang="en-IN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b="1" dirty="0"/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61630878-FD75-E6FE-79A3-14C9CCDFC6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12023" y="5238849"/>
                <a:ext cx="1266721" cy="110844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F4363DBE-A8C9-753A-16C5-E3DC19E8D3D0}"/>
              </a:ext>
            </a:extLst>
          </p:cNvPr>
          <p:cNvCxnSpPr/>
          <p:nvPr/>
        </p:nvCxnSpPr>
        <p:spPr>
          <a:xfrm>
            <a:off x="4615911" y="881924"/>
            <a:ext cx="0" cy="5580000"/>
          </a:xfrm>
          <a:prstGeom prst="line">
            <a:avLst/>
          </a:prstGeom>
          <a:ln w="381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451925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1" grpId="0"/>
      <p:bldP spid="4" grpId="0"/>
      <p:bldP spid="6" grpId="0"/>
      <p:bldP spid="7" grpId="0"/>
      <p:bldP spid="8" grpId="0"/>
      <p:bldP spid="9" grpId="0"/>
      <p:bldP spid="15" grpId="0"/>
      <p:bldP spid="19" grpId="0"/>
      <p:bldP spid="22" grpId="0"/>
      <p:bldP spid="23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A6880F-FC37-0AB2-5950-F12E2FCAE0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CE19F4-0BC5-2371-D1E3-B30E560E8A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Remark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D6DDD1C-63F1-13D1-EAFF-5261761EB84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835514"/>
              </a:xfrm>
            </p:spPr>
            <p:txBody>
              <a:bodyPr/>
              <a:lstStyle/>
              <a:p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be a discrete random variable with possible values: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 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,…, 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IN" dirty="0"/>
                  <a:t>Corresponding events are: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,…, 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endParaRPr lang="en-IN" dirty="0"/>
              </a:p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For a discrete random variable events are:</a:t>
                </a:r>
              </a:p>
              <a:p>
                <a:pPr lvl="1"/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mutually exclusive</a:t>
                </a:r>
                <a:r>
                  <a:rPr lang="en-IN" dirty="0"/>
                  <a:t> because</a:t>
                </a:r>
              </a:p>
              <a:p>
                <a:pPr lvl="2"/>
                <a:r>
                  <a:rPr lang="en-US" dirty="0"/>
                  <a:t>In one experiment, the random variable can take only one value</a:t>
                </a:r>
              </a:p>
              <a:p>
                <a:pPr lvl="2"/>
                <a:r>
                  <a:rPr lang="en-US" dirty="0"/>
                  <a:t>Hence, these events cannot occur together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∩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j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ϕ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j</m:t>
                      </m:r>
                    </m:oMath>
                  </m:oMathPara>
                </a14:m>
                <a:endParaRPr lang="en-IN" dirty="0"/>
              </a:p>
              <a:p>
                <a:pPr lvl="1"/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mutually exhaustive</a:t>
                </a:r>
                <a:r>
                  <a:rPr lang="en-IN" dirty="0"/>
                  <a:t> because</a:t>
                </a: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∪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IN" i="0">
                          <a:latin typeface="Cambria Math" panose="02040503050406030204" pitchFamily="18" charset="0"/>
                        </a:rPr>
                        <m:t>∪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…∪</m:t>
                      </m:r>
                      <m:d>
                        <m:dPr>
                          <m:begChr m:val="{"/>
                          <m:endChr m:val="}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</m:sub>
                          </m:sSub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  <a:p>
                <a:pPr marL="271463" lvl="1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D6DDD1C-63F1-13D1-EAFF-5261761EB84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835514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05318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Density Function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</a:t>
                </a:r>
                <a:r>
                  <a:rPr lang="en-US" b="1" dirty="0">
                    <a:solidFill>
                      <a:srgbClr val="FF0000"/>
                    </a:solidFill>
                  </a:rPr>
                  <a:t>continuous</a:t>
                </a:r>
                <a:r>
                  <a:rPr lang="en-US" dirty="0"/>
                  <a:t> random variable, then its probability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f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 i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/>
                  <a:t> is called continuous probability function, if it satisfies </a:t>
                </a:r>
                <a:r>
                  <a:rPr lang="en-IN" dirty="0"/>
                  <a:t>following</a:t>
                </a:r>
                <a:r>
                  <a:rPr lang="en-US" dirty="0"/>
                  <a:t> conditions: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smtClean="0">
                          <a:solidFill>
                            <a:srgbClr val="B84742"/>
                          </a:solidFill>
                          <a:effectLst/>
                          <a:latin typeface="Cambria Math" panose="02040503050406030204" pitchFamily="18" charset="0"/>
                          <a:sym typeface="Wingdings 3" panose="05040102010807070707" pitchFamily="18" charset="2"/>
                        </a:rPr>
                        <m:t></m:t>
                      </m:r>
                      <m:nary>
                        <m:naryPr>
                          <m:limLoc m:val="undOvr"/>
                          <m:ctrlPr>
                            <a:rPr lang="en-IN" b="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−</m:t>
                          </m:r>
                          <m:r>
                            <a:rPr lang="en-IN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∞</m:t>
                          </m:r>
                        </m:sub>
                        <m:sup>
                          <m:r>
                            <a:rPr lang="en-IN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𝟏</m:t>
                      </m:r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343ADD2-B090-47CD-9651-FDC90AC10B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861399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8F94CB-77A7-455B-B283-A7AFB8EFF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Probability Density Function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343ADD2-B090-47CD-9651-FDC90AC10B9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IN" dirty="0"/>
              <a:t>Note:</a:t>
            </a:r>
          </a:p>
          <a:p>
            <a:pPr marL="271463" lvl="1" indent="0">
              <a:buNone/>
            </a:pPr>
            <a:endParaRPr lang="en-GB" dirty="0"/>
          </a:p>
          <a:p>
            <a:pPr marL="271463" lvl="1" indent="0">
              <a:buNone/>
            </a:pPr>
            <a:endParaRPr lang="en-GB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C2EEE84-AE82-4A34-970E-F5720701CB60}"/>
                  </a:ext>
                </a:extLst>
              </p:cNvPr>
              <p:cNvSpPr txBox="1"/>
              <p:nvPr/>
            </p:nvSpPr>
            <p:spPr>
              <a:xfrm>
                <a:off x="2801258" y="1366714"/>
                <a:ext cx="1897380" cy="13971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−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∞</m:t>
                          </m:r>
                        </m:sub>
                        <m:sup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C2EEE84-AE82-4A34-970E-F5720701CB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1258" y="1366714"/>
                <a:ext cx="1897380" cy="139711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D1E391F-4953-4F2F-AB2F-4654D1044BE1}"/>
                  </a:ext>
                </a:extLst>
              </p:cNvPr>
              <p:cNvSpPr txBox="1"/>
              <p:nvPr/>
            </p:nvSpPr>
            <p:spPr>
              <a:xfrm>
                <a:off x="3439886" y="4965962"/>
                <a:ext cx="1897380" cy="14076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IN" sz="2800" b="1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D1E391F-4953-4F2F-AB2F-4654D1044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886" y="4965962"/>
                <a:ext cx="1897380" cy="140769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5B85C-06B6-4F0F-B5EA-354FAE64893D}"/>
                  </a:ext>
                </a:extLst>
              </p:cNvPr>
              <p:cNvSpPr txBox="1"/>
              <p:nvPr/>
            </p:nvSpPr>
            <p:spPr>
              <a:xfrm>
                <a:off x="2801258" y="3189069"/>
                <a:ext cx="189738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𝐚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0B5B85C-06B6-4F0F-B5EA-354FAE6489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1258" y="3189069"/>
                <a:ext cx="1897380" cy="135165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E133E62-97B6-4B6C-9393-ED81DEFB794C}"/>
                  </a:ext>
                </a:extLst>
              </p:cNvPr>
              <p:cNvSpPr txBox="1"/>
              <p:nvPr/>
            </p:nvSpPr>
            <p:spPr>
              <a:xfrm>
                <a:off x="404133" y="1804270"/>
                <a:ext cx="2397125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363538" lvl="1">
                  <a:lnSpc>
                    <a:spcPct val="100000"/>
                  </a:lnSpc>
                  <a:spcBef>
                    <a:spcPts val="0"/>
                  </a:spcBef>
                </a:pPr>
                <a14:m>
                  <m:oMath xmlns:m="http://schemas.openxmlformats.org/officeDocument/2006/math"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i="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E133E62-97B6-4B6C-9393-ED81DEFB79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133" y="1804270"/>
                <a:ext cx="2397125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7119D44-EA5E-4003-9871-042AA994F566}"/>
                  </a:ext>
                </a:extLst>
              </p:cNvPr>
              <p:cNvSpPr txBox="1"/>
              <p:nvPr/>
            </p:nvSpPr>
            <p:spPr>
              <a:xfrm>
                <a:off x="404133" y="3603895"/>
                <a:ext cx="2701925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363538" lvl="1">
                  <a:lnSpc>
                    <a:spcPct val="100000"/>
                  </a:lnSpc>
                  <a:spcBef>
                    <a:spcPts val="0"/>
                  </a:spcBef>
                </a:pPr>
                <a14:m>
                  <m:oMath xmlns:m="http://schemas.openxmlformats.org/officeDocument/2006/math"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US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</m:d>
                    <m:r>
                      <a:rPr lang="en-US" i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GB" i="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7119D44-EA5E-4003-9871-042AA994F5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133" y="3603895"/>
                <a:ext cx="2701925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EA662A1-F7C4-4498-B460-48F3870B70F4}"/>
                  </a:ext>
                </a:extLst>
              </p:cNvPr>
              <p:cNvSpPr txBox="1"/>
              <p:nvPr/>
            </p:nvSpPr>
            <p:spPr>
              <a:xfrm>
                <a:off x="404133" y="5403520"/>
                <a:ext cx="3035753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363538" lvl="1">
                  <a:lnSpc>
                    <a:spcPct val="100000"/>
                  </a:lnSpc>
                  <a:spcBef>
                    <a:spcPts val="0"/>
                  </a:spcBef>
                </a:pPr>
                <a14:m>
                  <m:oMath xmlns:m="http://schemas.openxmlformats.org/officeDocument/2006/math">
                    <m:r>
                      <a:rPr lang="en-US" i="0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i="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EA662A1-F7C4-4498-B460-48F3870B70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133" y="5403520"/>
                <a:ext cx="3035753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88209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5AFD3D-2BF6-8684-A331-238B4FBCC2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8D52FEC-B76F-FE4B-1A5C-0BBC734897A4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Remark (For Continuous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8D52FEC-B76F-FE4B-1A5C-0BBC734897A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9402" b="-1880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CF1FC1E-4DE6-4FBE-9A36-BC24ED9789BB}"/>
                  </a:ext>
                </a:extLst>
              </p:cNvPr>
              <p:cNvSpPr txBox="1"/>
              <p:nvPr/>
            </p:nvSpPr>
            <p:spPr>
              <a:xfrm>
                <a:off x="10423768" y="736408"/>
                <a:ext cx="1897380" cy="14076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IN" sz="2800" b="1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CF1FC1E-4DE6-4FBE-9A36-BC24ED9789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23768" y="736408"/>
                <a:ext cx="1897380" cy="140769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FF91516-CFDD-4A8D-99A0-8D1BA0070EA2}"/>
                  </a:ext>
                </a:extLst>
              </p:cNvPr>
              <p:cNvSpPr txBox="1"/>
              <p:nvPr/>
            </p:nvSpPr>
            <p:spPr>
              <a:xfrm>
                <a:off x="58367" y="1199113"/>
                <a:ext cx="11065357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4763">
                  <a:lnSpc>
                    <a:spcPct val="100000"/>
                  </a:lnSpc>
                  <a:spcBef>
                    <a:spcPts val="0"/>
                  </a:spcBef>
                </a:pPr>
                <a14:m>
                  <m:oMath xmlns:m="http://schemas.openxmlformats.org/officeDocument/2006/math">
                    <m:r>
                      <a:rPr lang="en-US" i="0" smtClean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IN" b="0" i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IN" b="0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i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IN" b="0" i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US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IN" b="1" i="0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IN" b="1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i="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FF91516-CFDD-4A8D-99A0-8D1BA0070E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67" y="1199113"/>
                <a:ext cx="11065357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380290FF-706D-EC8F-B0B8-80D5E50A3960}"/>
                  </a:ext>
                </a:extLst>
              </p:cNvPr>
              <p:cNvSpPr txBox="1"/>
              <p:nvPr/>
            </p:nvSpPr>
            <p:spPr>
              <a:xfrm>
                <a:off x="-148420" y="2232588"/>
                <a:ext cx="4544401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639763" lvl="2">
                  <a:lnSpc>
                    <a:spcPct val="100000"/>
                  </a:lnSpc>
                  <a:spcBef>
                    <a:spcPts val="0"/>
                  </a:spcBef>
                </a:pPr>
                <a:r>
                  <a:rPr lang="en-US" sz="2400" dirty="0"/>
                  <a:t>To prove: </a:t>
                </a:r>
                <a14:m>
                  <m:oMath xmlns:m="http://schemas.openxmlformats.org/officeDocument/2006/math">
                    <m:r>
                      <a:rPr lang="en-US" sz="2400" i="0">
                        <a:latin typeface="Cambria Math" panose="02040503050406030204" pitchFamily="18" charset="0"/>
                      </a:rPr>
                      <m:t>𝐏</m:t>
                    </m:r>
                    <m:d>
                      <m:dPr>
                        <m:ctrlPr>
                          <a:rPr lang="en-IN" sz="24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a:rPr lang="en-IN" sz="2400" b="0" i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US" sz="2400" i="0">
                            <a:latin typeface="Cambria Math" panose="02040503050406030204" pitchFamily="18" charset="0"/>
                          </a:rPr>
                          <m:t>𝐱</m:t>
                        </m:r>
                        <m:r>
                          <a:rPr lang="en-US" sz="2400" i="0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</m:oMath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380290FF-706D-EC8F-B0B8-80D5E50A3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8420" y="2232588"/>
                <a:ext cx="4544401" cy="522000"/>
              </a:xfrm>
              <a:prstGeom prst="rect">
                <a:avLst/>
              </a:prstGeom>
              <a:blipFill>
                <a:blip r:embed="rId5"/>
                <a:stretch>
                  <a:fillRect t="-8140" b="-1511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324A82-FED3-B425-8CD9-7B29C7F1FA73}"/>
                  </a:ext>
                </a:extLst>
              </p:cNvPr>
              <p:cNvSpPr txBox="1"/>
              <p:nvPr/>
            </p:nvSpPr>
            <p:spPr>
              <a:xfrm>
                <a:off x="695381" y="3266063"/>
                <a:ext cx="5803419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sz="24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}"/>
                          <m:ctrlPr>
                            <a:rPr lang="en-IN" sz="24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{"/>
                          <m:endChr m:val="}"/>
                          <m:ctrlPr>
                            <a:rPr lang="en-IN" sz="24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4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</m:oMath>
                  </m:oMathPara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324A82-FED3-B425-8CD9-7B29C7F1FA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5381" y="3266063"/>
                <a:ext cx="5803419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8146786-F612-655A-A057-8BE856BF4FC2}"/>
                  </a:ext>
                </a:extLst>
              </p:cNvPr>
              <p:cNvSpPr txBox="1"/>
              <p:nvPr/>
            </p:nvSpPr>
            <p:spPr>
              <a:xfrm>
                <a:off x="58366" y="3973079"/>
                <a:ext cx="6831087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1" i="1" smtClean="0">
                          <a:latin typeface="Cambria Math" panose="02040503050406030204" pitchFamily="18" charset="0"/>
                        </a:rPr>
                        <m:t>⇒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 smtClean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4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</m:oMath>
                  </m:oMathPara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8146786-F612-655A-A057-8BE856BF4F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66" y="3973079"/>
                <a:ext cx="6831087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5404D45-7969-4777-719F-D9B64F889424}"/>
                  </a:ext>
                </a:extLst>
              </p:cNvPr>
              <p:cNvSpPr txBox="1"/>
              <p:nvPr/>
            </p:nvSpPr>
            <p:spPr>
              <a:xfrm>
                <a:off x="58366" y="4680095"/>
                <a:ext cx="6745945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1" i="1" smtClean="0">
                          <a:latin typeface="Cambria Math" panose="02040503050406030204" pitchFamily="18" charset="0"/>
                        </a:rPr>
                        <m:t>⇒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 smtClean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5404D45-7969-4777-719F-D9B64F8894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66" y="4680095"/>
                <a:ext cx="6745945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8739BD4-398C-5DF2-0041-2C97975BF2F8}"/>
                  </a:ext>
                </a:extLst>
              </p:cNvPr>
              <p:cNvSpPr txBox="1"/>
              <p:nvPr/>
            </p:nvSpPr>
            <p:spPr>
              <a:xfrm>
                <a:off x="58366" y="5202095"/>
                <a:ext cx="5642043" cy="132516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1" i="1" smtClean="0">
                          <a:latin typeface="Cambria Math" panose="02040503050406030204" pitchFamily="18" charset="0"/>
                        </a:rPr>
                        <m:t>⇒</m:t>
                      </m:r>
                      <m:r>
                        <a:rPr lang="en-US" sz="2400" i="0"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sz="2400" b="0" i="0"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US" sz="2400" i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en-IN" sz="2400" b="1" i="0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400" i="1"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400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IN" sz="24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400" i="1"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400" i="0"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400" i="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8739BD4-398C-5DF2-0041-2C97975BF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66" y="5202095"/>
                <a:ext cx="5642043" cy="132516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B6BCD95-970F-F0B5-3C51-5B94BC0115EC}"/>
                  </a:ext>
                </a:extLst>
              </p:cNvPr>
              <p:cNvSpPr txBox="1"/>
              <p:nvPr/>
            </p:nvSpPr>
            <p:spPr>
              <a:xfrm>
                <a:off x="6021423" y="3973079"/>
                <a:ext cx="6692629" cy="5220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>
                    <a:solidFill>
                      <a:srgbClr val="002060"/>
                    </a:solidFill>
                  </a:defRPr>
                </a:lvl1pPr>
                <a:lvl2pPr marL="623888" lvl="1" indent="-352425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b="1" i="1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2pPr>
                <a:lvl3pPr marL="90011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002060"/>
                    </a:solidFill>
                  </a:defRPr>
                </a:lvl3pPr>
                <a:lvl4pPr marL="1262063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4pPr>
                <a:lvl5pPr marL="1612900" indent="-228600"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11113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𝐑𝐞𝐬𝐮𝐥𝐭</m:t>
                          </m:r>
                          <m:r>
                            <a:rPr lang="en-IN" sz="24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d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d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;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if</m:t>
                          </m:r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4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⊂</m:t>
                          </m:r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400" i="0" dirty="0">
                  <a:solidFill>
                    <a:schemeClr val="accent6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B6BCD95-970F-F0B5-3C51-5B94BC0115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1423" y="3973079"/>
                <a:ext cx="6692629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DCC3B2D-6918-5C19-D14E-4D9D850187D5}"/>
                  </a:ext>
                </a:extLst>
              </p:cNvPr>
              <p:cNvSpPr txBox="1"/>
              <p:nvPr/>
            </p:nvSpPr>
            <p:spPr>
              <a:xfrm>
                <a:off x="3490208" y="1860750"/>
                <a:ext cx="1750859" cy="12197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sym typeface="Wingdings 3" panose="05040102010807070707" pitchFamily="18" charset="2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sym typeface="Wingdings 3" panose="05040102010807070707" pitchFamily="18" charset="2"/>
                            </a:rPr>
                          </m:ctrlPr>
                        </m:naryPr>
                        <m:sub>
                          <m:r>
                            <a:rPr lang="en-IN" sz="24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IN" sz="2400" b="1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DCC3B2D-6918-5C19-D14E-4D9D850187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0208" y="1860750"/>
                <a:ext cx="1750859" cy="121975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23196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0" grpId="0"/>
      <p:bldP spid="13" grpId="0"/>
      <p:bldP spid="14" grpId="0"/>
      <p:bldP spid="15" grpId="0"/>
      <p:bldP spid="16" grpId="0"/>
      <p:bldP spid="17" grpId="0"/>
      <p:bldP spid="18" grpId="0"/>
      <p:bldP spid="21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2173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0000"/>
              </a:lnSpc>
              <a:spcBef>
                <a:spcPts val="1200"/>
              </a:spcBef>
            </a:pPr>
            <a:r>
              <a:rPr lang="en-US" i="0" dirty="0">
                <a:latin typeface="+mj-lt"/>
              </a:rPr>
              <a:t>Verify that the following function is P.D.F or not?</a:t>
            </a: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19296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603640" y="3192968"/>
                <a:ext cx="5248024" cy="11234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probability density function if it satisfies following conditions: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3640" y="3192968"/>
                <a:ext cx="5248024" cy="1123449"/>
              </a:xfrm>
              <a:prstGeom prst="rect">
                <a:avLst/>
              </a:prstGeom>
              <a:blipFill>
                <a:blip r:embed="rId2"/>
                <a:stretch>
                  <a:fillRect l="-2323" r="-2555" b="-146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ECED017-564A-4C89-A1F5-6C0157619677}"/>
                  </a:ext>
                </a:extLst>
              </p:cNvPr>
              <p:cNvSpPr txBox="1"/>
              <p:nvPr/>
            </p:nvSpPr>
            <p:spPr>
              <a:xfrm>
                <a:off x="1590910" y="4485312"/>
                <a:ext cx="41712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. 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ECED017-564A-4C89-A1F5-6C0157619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0" y="4485312"/>
                <a:ext cx="4171261" cy="523220"/>
              </a:xfrm>
              <a:prstGeom prst="rect">
                <a:avLst/>
              </a:prstGeom>
              <a:blipFill>
                <a:blip r:embed="rId3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/>
              <p:nvPr/>
            </p:nvSpPr>
            <p:spPr>
              <a:xfrm>
                <a:off x="1590910" y="5201936"/>
                <a:ext cx="3372976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. 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0910" y="5201936"/>
                <a:ext cx="3372976" cy="135165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/>
              <p:nvPr/>
            </p:nvSpPr>
            <p:spPr>
              <a:xfrm>
                <a:off x="131176" y="1311730"/>
                <a:ext cx="5317124" cy="16878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2−</m:t>
                                  </m:r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80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2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; 0≤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≤3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      0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311730"/>
                <a:ext cx="5317124" cy="168783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04924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/>
      <p:bldP spid="14" grpId="0"/>
      <p:bldP spid="15" grpId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4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9C5BC32-E5F2-45F4-A57D-84F331F65F1F}"/>
              </a:ext>
            </a:extLst>
          </p:cNvPr>
          <p:cNvSpPr txBox="1"/>
          <p:nvPr/>
        </p:nvSpPr>
        <p:spPr>
          <a:xfrm>
            <a:off x="1547031" y="979852"/>
            <a:ext cx="9563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Here,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EC728F5-B977-422A-A42D-A1BC5C834D47}"/>
                  </a:ext>
                </a:extLst>
              </p:cNvPr>
              <p:cNvSpPr txBox="1"/>
              <p:nvPr/>
            </p:nvSpPr>
            <p:spPr>
              <a:xfrm>
                <a:off x="2349517" y="790570"/>
                <a:ext cx="343971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for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EC728F5-B977-422A-A42D-A1BC5C834D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9517" y="790570"/>
                <a:ext cx="3439714" cy="90178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764171C-028E-4FE3-A489-33E113BE4325}"/>
                  </a:ext>
                </a:extLst>
              </p:cNvPr>
              <p:cNvSpPr txBox="1"/>
              <p:nvPr/>
            </p:nvSpPr>
            <p:spPr>
              <a:xfrm>
                <a:off x="2349517" y="1939361"/>
                <a:ext cx="17851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764171C-028E-4FE3-A489-33E113BE43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9517" y="1939361"/>
                <a:ext cx="178518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/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2−</m:t>
                                  </m:r>
                                  <m:f>
                                    <m:f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2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0≤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≤3</m:t>
                              </m:r>
                            </m:e>
                            <m:e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0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0758B8D-508D-4B23-B67F-D928D93D6CD0}"/>
                  </a:ext>
                </a:extLst>
              </p:cNvPr>
              <p:cNvSpPr txBox="1"/>
              <p:nvPr/>
            </p:nvSpPr>
            <p:spPr>
              <a:xfrm>
                <a:off x="2349518" y="2600735"/>
                <a:ext cx="2893762" cy="8246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−1.5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0758B8D-508D-4B23-B67F-D928D93D6C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9518" y="2600735"/>
                <a:ext cx="2893762" cy="82464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181D5F66-A934-475D-8E92-5391AEE92446}"/>
              </a:ext>
            </a:extLst>
          </p:cNvPr>
          <p:cNvSpPr txBox="1"/>
          <p:nvPr/>
        </p:nvSpPr>
        <p:spPr>
          <a:xfrm>
            <a:off x="1547031" y="1913196"/>
            <a:ext cx="9563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Now,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4DA2FEB-E98F-4288-B163-326C4A2DDE77}"/>
                  </a:ext>
                </a:extLst>
              </p:cNvPr>
              <p:cNvSpPr txBox="1"/>
              <p:nvPr/>
            </p:nvSpPr>
            <p:spPr>
              <a:xfrm>
                <a:off x="2349516" y="3563538"/>
                <a:ext cx="3041633" cy="8246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2≥2−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4DA2FEB-E98F-4288-B163-326C4A2DDE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9516" y="3563538"/>
                <a:ext cx="3041633" cy="82464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E634F49-6FD4-4C17-93A4-F959783F949F}"/>
                  </a:ext>
                </a:extLst>
              </p:cNvPr>
              <p:cNvSpPr txBox="1"/>
              <p:nvPr/>
            </p:nvSpPr>
            <p:spPr>
              <a:xfrm>
                <a:off x="2349516" y="4657934"/>
                <a:ext cx="4802397" cy="8276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2−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for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E634F49-6FD4-4C17-93A4-F959783F94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9516" y="4657934"/>
                <a:ext cx="4802397" cy="82766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213ED446-B0F4-4451-A6CF-5D95ACD16F9E}"/>
              </a:ext>
            </a:extLst>
          </p:cNvPr>
          <p:cNvSpPr txBox="1"/>
          <p:nvPr/>
        </p:nvSpPr>
        <p:spPr>
          <a:xfrm>
            <a:off x="7151913" y="2775428"/>
            <a:ext cx="9563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Also,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AC6E609-4DC1-40D0-BBA0-514B6F9DB03F}"/>
                  </a:ext>
                </a:extLst>
              </p:cNvPr>
              <p:cNvSpPr txBox="1"/>
              <p:nvPr/>
            </p:nvSpPr>
            <p:spPr>
              <a:xfrm>
                <a:off x="7954398" y="2775428"/>
                <a:ext cx="34238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b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, </a:t>
                </a:r>
                <a:r>
                  <a:rPr lang="en-IN" sz="2800" dirty="0">
                    <a:solidFill>
                      <a:srgbClr val="002060"/>
                    </a:solidFill>
                  </a:rPr>
                  <a:t>elsewhere </a:t>
                </a:r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AC6E609-4DC1-40D0-BBA0-514B6F9DB0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4398" y="2775428"/>
                <a:ext cx="3423893" cy="523220"/>
              </a:xfrm>
              <a:prstGeom prst="rect">
                <a:avLst/>
              </a:prstGeom>
              <a:blipFill>
                <a:blip r:embed="rId8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5B3E5D2E-9E92-49C6-910A-DDAF5B461BB7}"/>
              </a:ext>
            </a:extLst>
          </p:cNvPr>
          <p:cNvSpPr/>
          <p:nvPr/>
        </p:nvSpPr>
        <p:spPr>
          <a:xfrm>
            <a:off x="7479032" y="711202"/>
            <a:ext cx="4663981" cy="1539256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B9A430B-579B-442F-A087-63FA85477CF3}"/>
              </a:ext>
            </a:extLst>
          </p:cNvPr>
          <p:cNvSpPr txBox="1"/>
          <p:nvPr/>
        </p:nvSpPr>
        <p:spPr>
          <a:xfrm>
            <a:off x="1547031" y="4810155"/>
            <a:ext cx="9563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64F614B-7878-4506-94F0-E642C4C58345}"/>
                  </a:ext>
                </a:extLst>
              </p:cNvPr>
              <p:cNvSpPr txBox="1"/>
              <p:nvPr/>
            </p:nvSpPr>
            <p:spPr>
              <a:xfrm>
                <a:off x="1547031" y="5779182"/>
                <a:ext cx="4907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64F614B-7878-4506-94F0-E642C4C583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7031" y="5779182"/>
                <a:ext cx="49075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71BB952-E367-4FB9-A0CF-3158AC4B0897}"/>
                  </a:ext>
                </a:extLst>
              </p:cNvPr>
              <p:cNvSpPr txBox="1"/>
              <p:nvPr/>
            </p:nvSpPr>
            <p:spPr>
              <a:xfrm>
                <a:off x="2146316" y="5589899"/>
                <a:ext cx="4802397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9 </m:t>
                          </m:r>
                        </m:den>
                      </m:f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2−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num>
                            <m:den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 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+mj-lt"/>
                        </a:rPr>
                        <m:t>for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≤3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71BB952-E367-4FB9-A0CF-3158AC4B08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6316" y="5589899"/>
                <a:ext cx="4802397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7129BBEF-D0DF-4D1E-95A0-ECB8F49DA021}"/>
              </a:ext>
            </a:extLst>
          </p:cNvPr>
          <p:cNvCxnSpPr>
            <a:cxnSpLocks/>
          </p:cNvCxnSpPr>
          <p:nvPr/>
        </p:nvCxnSpPr>
        <p:spPr>
          <a:xfrm>
            <a:off x="6948713" y="2775428"/>
            <a:ext cx="0" cy="3659656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848E85A3-5C6E-48EF-AEE2-A512745F5532}"/>
              </a:ext>
            </a:extLst>
          </p:cNvPr>
          <p:cNvSpPr txBox="1"/>
          <p:nvPr/>
        </p:nvSpPr>
        <p:spPr>
          <a:xfrm>
            <a:off x="7151913" y="3887488"/>
            <a:ext cx="132533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Hence, </a:t>
            </a:r>
            <a:endParaRPr lang="en-GB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4937CFC-2F82-4BF0-BECE-08F2237B2BB0}"/>
                  </a:ext>
                </a:extLst>
              </p:cNvPr>
              <p:cNvSpPr txBox="1"/>
              <p:nvPr/>
            </p:nvSpPr>
            <p:spPr>
              <a:xfrm>
                <a:off x="7954398" y="4548545"/>
                <a:ext cx="34238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800" b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, </a:t>
                </a:r>
                <a:r>
                  <a:rPr lang="en-IN" sz="2800" dirty="0">
                    <a:solidFill>
                      <a:srgbClr val="002060"/>
                    </a:solidFill>
                  </a:rPr>
                  <a:t>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4937CFC-2F82-4BF0-BECE-08F2237B2B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4398" y="4548545"/>
                <a:ext cx="3423893" cy="523220"/>
              </a:xfrm>
              <a:prstGeom prst="rect">
                <a:avLst/>
              </a:prstGeom>
              <a:blipFill>
                <a:blip r:embed="rId11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13806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20" grpId="0"/>
      <p:bldP spid="21" grpId="0"/>
      <p:bldP spid="25" grpId="0"/>
      <p:bldP spid="26" grpId="0"/>
      <p:bldP spid="27" grpId="0"/>
      <p:bldP spid="16" grpId="0"/>
      <p:bldP spid="17" grpId="0"/>
      <p:bldP spid="22" grpId="0"/>
      <p:bldP spid="3" grpId="0" animBg="1"/>
      <p:bldP spid="23" grpId="0"/>
      <p:bldP spid="29" grpId="0"/>
      <p:bldP spid="30" grpId="0"/>
      <p:bldP spid="32" grpId="0"/>
      <p:bldP spid="33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4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D74BBE4-30E4-4B5B-A3A4-55710A2DD300}"/>
                  </a:ext>
                </a:extLst>
              </p:cNvPr>
              <p:cNvSpPr txBox="1"/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2−</m:t>
                                  </m:r>
                                  <m:f>
                                    <m:f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2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0≤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≤3</m:t>
                              </m:r>
                            </m:e>
                            <m:e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0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D74BBE4-30E4-4B5B-A3A4-55710A2DD3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9032" y="790570"/>
                <a:ext cx="4663981" cy="145988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D41F1136-D9F1-4A01-B213-AEF519EA2710}"/>
              </a:ext>
            </a:extLst>
          </p:cNvPr>
          <p:cNvSpPr/>
          <p:nvPr/>
        </p:nvSpPr>
        <p:spPr>
          <a:xfrm>
            <a:off x="7479032" y="711202"/>
            <a:ext cx="4663981" cy="1539256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/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C82C31F-700F-449C-9609-27D5211E3243}"/>
                  </a:ext>
                </a:extLst>
              </p:cNvPr>
              <p:cNvSpPr txBox="1"/>
              <p:nvPr/>
            </p:nvSpPr>
            <p:spPr>
              <a:xfrm>
                <a:off x="1631772" y="796818"/>
                <a:ext cx="221615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C82C31F-700F-449C-9609-27D5211E32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1772" y="796818"/>
                <a:ext cx="2216150" cy="138813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2171C46-6B5E-4C57-A8AD-F879B1DAA8B5}"/>
                  </a:ext>
                </a:extLst>
              </p:cNvPr>
              <p:cNvSpPr txBox="1"/>
              <p:nvPr/>
            </p:nvSpPr>
            <p:spPr>
              <a:xfrm>
                <a:off x="3667041" y="796818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2171C46-6B5E-4C57-A8AD-F879B1DAA8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041" y="796818"/>
                <a:ext cx="1905000" cy="138813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3165DBA-148A-4B78-9080-040ED260F52C}"/>
                  </a:ext>
                </a:extLst>
              </p:cNvPr>
              <p:cNvSpPr txBox="1"/>
              <p:nvPr/>
            </p:nvSpPr>
            <p:spPr>
              <a:xfrm>
                <a:off x="5515061" y="834918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3165DBA-148A-4B78-9080-040ED260F5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5061" y="834918"/>
                <a:ext cx="1905000" cy="138813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C0C869F-E8B6-4B35-BD1C-1F3CCBDA5EB8}"/>
                  </a:ext>
                </a:extLst>
              </p:cNvPr>
              <p:cNvSpPr txBox="1"/>
              <p:nvPr/>
            </p:nvSpPr>
            <p:spPr>
              <a:xfrm>
                <a:off x="1631772" y="2864305"/>
                <a:ext cx="806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C0C869F-E8B6-4B35-BD1C-1F3CCBDA5E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1772" y="2864305"/>
                <a:ext cx="80645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C148AE8-2150-4601-806F-4A09E52AFD9C}"/>
                  </a:ext>
                </a:extLst>
              </p:cNvPr>
              <p:cNvSpPr txBox="1"/>
              <p:nvPr/>
            </p:nvSpPr>
            <p:spPr>
              <a:xfrm>
                <a:off x="2329644" y="2405100"/>
                <a:ext cx="3550455" cy="13908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4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9 </m:t>
                                  </m:r>
                                </m:den>
                              </m:f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C148AE8-2150-4601-806F-4A09E52AF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9644" y="2405100"/>
                <a:ext cx="3550455" cy="139083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1EFA83D-B2BC-4D2A-A898-C77B1BADDE20}"/>
                  </a:ext>
                </a:extLst>
              </p:cNvPr>
              <p:cNvSpPr txBox="1"/>
              <p:nvPr/>
            </p:nvSpPr>
            <p:spPr>
              <a:xfrm>
                <a:off x="5572041" y="2864305"/>
                <a:ext cx="806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1EFA83D-B2BC-4D2A-A898-C77B1BADDE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72041" y="2864305"/>
                <a:ext cx="80645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0836675-80DD-49AE-A28B-623A6CE07DD3}"/>
                  </a:ext>
                </a:extLst>
              </p:cNvPr>
              <p:cNvSpPr txBox="1"/>
              <p:nvPr/>
            </p:nvSpPr>
            <p:spPr>
              <a:xfrm>
                <a:off x="1628514" y="3807260"/>
                <a:ext cx="3393430" cy="12083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f>
                            <m:f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9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  <m:sSup>
                                    <m:sSup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0836675-80DD-49AE-A28B-623A6CE07D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3807260"/>
                <a:ext cx="3393430" cy="120834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08B8B73-E759-4C15-AA1D-E7C60D0BEC13}"/>
                  </a:ext>
                </a:extLst>
              </p:cNvPr>
              <p:cNvSpPr txBox="1"/>
              <p:nvPr/>
            </p:nvSpPr>
            <p:spPr>
              <a:xfrm>
                <a:off x="1628513" y="5229660"/>
                <a:ext cx="3705487" cy="12083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9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08B8B73-E759-4C15-AA1D-E7C60D0BE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3" y="5229660"/>
                <a:ext cx="3705487" cy="120834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22690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 animBg="1"/>
      <p:bldP spid="29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9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4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/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6EC1BE7-12CC-4D6B-844F-19E800FB8B06}"/>
                  </a:ext>
                </a:extLst>
              </p:cNvPr>
              <p:cNvSpPr txBox="1"/>
              <p:nvPr/>
            </p:nvSpPr>
            <p:spPr>
              <a:xfrm>
                <a:off x="1628514" y="868472"/>
                <a:ext cx="3191136" cy="12083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6EC1BE7-12CC-4D6B-844F-19E800FB8B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868472"/>
                <a:ext cx="3191136" cy="120834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AD907CA-A0FA-46BA-BF14-C1E5335ED2B9}"/>
                  </a:ext>
                </a:extLst>
              </p:cNvPr>
              <p:cNvSpPr txBox="1"/>
              <p:nvPr/>
            </p:nvSpPr>
            <p:spPr>
              <a:xfrm>
                <a:off x="1628513" y="2387479"/>
                <a:ext cx="5204087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280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IN" sz="2800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IN" sz="2800" b="0" i="0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3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              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AD907CA-A0FA-46BA-BF14-C1E5335ED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3" y="2387479"/>
                <a:ext cx="5204087" cy="10691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E2A464F-AD02-45D8-ACE3-C82825749D70}"/>
                  </a:ext>
                </a:extLst>
              </p:cNvPr>
              <p:cNvSpPr txBox="1"/>
              <p:nvPr/>
            </p:nvSpPr>
            <p:spPr>
              <a:xfrm>
                <a:off x="2603499" y="2387478"/>
                <a:ext cx="2755900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E2A464F-AD02-45D8-ACE3-C82825749D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3499" y="2387478"/>
                <a:ext cx="2755900" cy="106913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58F0EEC-F16D-437A-A09E-03AEB5A59629}"/>
                  </a:ext>
                </a:extLst>
              </p:cNvPr>
              <p:cNvSpPr txBox="1"/>
              <p:nvPr/>
            </p:nvSpPr>
            <p:spPr>
              <a:xfrm>
                <a:off x="5283432" y="2671788"/>
                <a:ext cx="4798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58F0EEC-F16D-437A-A09E-03AEB5A596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3432" y="2671788"/>
                <a:ext cx="47981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764BCF-3DF9-41D5-B855-521A9CF9B76C}"/>
                  </a:ext>
                </a:extLst>
              </p:cNvPr>
              <p:cNvSpPr txBox="1"/>
              <p:nvPr/>
            </p:nvSpPr>
            <p:spPr>
              <a:xfrm>
                <a:off x="5687283" y="2671788"/>
                <a:ext cx="75128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E764BCF-3DF9-41D5-B855-521A9CF9B7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7283" y="2671788"/>
                <a:ext cx="751281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E3D9A84-4A16-472C-A60B-D06DD007A538}"/>
                  </a:ext>
                </a:extLst>
              </p:cNvPr>
              <p:cNvSpPr txBox="1"/>
              <p:nvPr/>
            </p:nvSpPr>
            <p:spPr>
              <a:xfrm>
                <a:off x="1628514" y="3651629"/>
                <a:ext cx="229034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E3D9A84-4A16-472C-A60B-D06DD007A5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3651629"/>
                <a:ext cx="2290344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8BBA5B6-6367-4419-8BC5-E138FD577EB6}"/>
                  </a:ext>
                </a:extLst>
              </p:cNvPr>
              <p:cNvSpPr txBox="1"/>
              <p:nvPr/>
            </p:nvSpPr>
            <p:spPr>
              <a:xfrm>
                <a:off x="1628514" y="4848734"/>
                <a:ext cx="141514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8BBA5B6-6367-4419-8BC5-E138FD577E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4848734"/>
                <a:ext cx="1415142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3633FAB-EC57-476B-8299-A6684EA8F0E7}"/>
                  </a:ext>
                </a:extLst>
              </p:cNvPr>
              <p:cNvSpPr txBox="1"/>
              <p:nvPr/>
            </p:nvSpPr>
            <p:spPr>
              <a:xfrm>
                <a:off x="1628513" y="5989528"/>
                <a:ext cx="7609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3633FAB-EC57-476B-8299-A6684EA8F0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3" y="5989528"/>
                <a:ext cx="76090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E603A32-E0F0-4A41-9BF0-2A87C52C5706}"/>
                  </a:ext>
                </a:extLst>
              </p:cNvPr>
              <p:cNvSpPr txBox="1"/>
              <p:nvPr/>
            </p:nvSpPr>
            <p:spPr>
              <a:xfrm>
                <a:off x="6843488" y="1356927"/>
                <a:ext cx="5348512" cy="16878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eqArr>
                            <m:eqArr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num>
                                <m:den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num>
                                    <m:den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    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E603A32-E0F0-4A41-9BF0-2A87C52C57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3488" y="1356927"/>
                <a:ext cx="5348512" cy="1687834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2379322D-1B49-496C-85C4-966FDCBC3250}"/>
              </a:ext>
            </a:extLst>
          </p:cNvPr>
          <p:cNvSpPr txBox="1"/>
          <p:nvPr/>
        </p:nvSpPr>
        <p:spPr>
          <a:xfrm>
            <a:off x="6832600" y="868175"/>
            <a:ext cx="103777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</a:pPr>
            <a:r>
              <a:rPr lang="en-IN" sz="2800" dirty="0">
                <a:solidFill>
                  <a:srgbClr val="002060"/>
                </a:solidFill>
              </a:rPr>
              <a:t>Thus,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0F642A9-ADA5-4173-A8A6-1E0A0E445785}"/>
              </a:ext>
            </a:extLst>
          </p:cNvPr>
          <p:cNvSpPr txBox="1"/>
          <p:nvPr/>
        </p:nvSpPr>
        <p:spPr>
          <a:xfrm>
            <a:off x="7223648" y="3139616"/>
            <a:ext cx="15066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</a:pPr>
            <a:r>
              <a:rPr lang="en-IN" sz="2800" dirty="0">
                <a:solidFill>
                  <a:srgbClr val="002060"/>
                </a:solidFill>
              </a:rPr>
              <a:t>is P.D.F.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5834B90D-2D3D-45F6-B247-071A0DD1FFB9}"/>
              </a:ext>
            </a:extLst>
          </p:cNvPr>
          <p:cNvCxnSpPr>
            <a:cxnSpLocks/>
          </p:cNvCxnSpPr>
          <p:nvPr/>
        </p:nvCxnSpPr>
        <p:spPr>
          <a:xfrm>
            <a:off x="6643913" y="868175"/>
            <a:ext cx="0" cy="5566909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060332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7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234716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algn="just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447675" algn="l"/>
                  </a:tabLst>
                </a:pPr>
                <a:r>
                  <a:rPr lang="en-US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Is the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f</m:t>
                    </m:r>
                    <m: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x</m:t>
                    </m:r>
                    <m: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)</m:t>
                    </m:r>
                  </m:oMath>
                </a14:m>
                <a:r>
                  <a:rPr lang="en-US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defined as below is a probability function? If so, find the probability that the variate having this density falls in the interval </a:t>
                </a:r>
                <a14:m>
                  <m:oMath xmlns:m="http://schemas.openxmlformats.org/officeDocument/2006/math">
                    <m:r>
                      <a:rPr lang="en-US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(1, 2)</m:t>
                    </m:r>
                  </m:oMath>
                </a14:m>
                <a:r>
                  <a:rPr lang="en-US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.</a:t>
                </a:r>
                <a:endParaRPr lang="en-IN" dirty="0">
                  <a:solidFill>
                    <a:schemeClr val="bg1"/>
                  </a:solidFill>
                  <a:effectLst/>
                  <a:latin typeface="+mj-lt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2347167"/>
              </a:xfrm>
              <a:prstGeom prst="rect">
                <a:avLst/>
              </a:prstGeom>
              <a:blipFill>
                <a:blip r:embed="rId2"/>
                <a:stretch>
                  <a:fillRect l="-1074" t="-2338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3408410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589852" y="3408410"/>
                <a:ext cx="5248024" cy="10857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probability density function if it satisfies following conditions:</a:t>
                </a: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9852" y="3408410"/>
                <a:ext cx="5248024" cy="1085746"/>
              </a:xfrm>
              <a:prstGeom prst="rect">
                <a:avLst/>
              </a:prstGeom>
              <a:blipFill>
                <a:blip r:embed="rId3"/>
                <a:stretch>
                  <a:fillRect l="-2439" t="-1124" r="-2439" b="-15169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9C5BC32-E5F2-45F4-A57D-84F331F65F1F}"/>
                  </a:ext>
                </a:extLst>
              </p:cNvPr>
              <p:cNvSpPr txBox="1"/>
              <p:nvPr/>
            </p:nvSpPr>
            <p:spPr>
              <a:xfrm>
                <a:off x="6984812" y="3408410"/>
                <a:ext cx="17851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GB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9C5BC32-E5F2-45F4-A57D-84F331F65F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84812" y="3408410"/>
                <a:ext cx="1785187" cy="523220"/>
              </a:xfrm>
              <a:prstGeom prst="rect">
                <a:avLst/>
              </a:prstGeom>
              <a:blipFill>
                <a:blip r:embed="rId4"/>
                <a:stretch>
                  <a:fillRect l="-716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EC728F5-B977-422A-A42D-A1BC5C834D47}"/>
                  </a:ext>
                </a:extLst>
              </p:cNvPr>
              <p:cNvSpPr txBox="1"/>
              <p:nvPr/>
            </p:nvSpPr>
            <p:spPr>
              <a:xfrm>
                <a:off x="8621107" y="3402284"/>
                <a:ext cx="34397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EC728F5-B977-422A-A42D-A1BC5C834D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1107" y="3402284"/>
                <a:ext cx="343971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ECED017-564A-4C89-A1F5-6C0157619677}"/>
                  </a:ext>
                </a:extLst>
              </p:cNvPr>
              <p:cNvSpPr txBox="1"/>
              <p:nvPr/>
            </p:nvSpPr>
            <p:spPr>
              <a:xfrm>
                <a:off x="1577122" y="4617547"/>
                <a:ext cx="41712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. 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ECED017-564A-4C89-A1F5-6C0157619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7122" y="4617547"/>
                <a:ext cx="4171261" cy="523220"/>
              </a:xfrm>
              <a:prstGeom prst="rect">
                <a:avLst/>
              </a:prstGeom>
              <a:blipFill>
                <a:blip r:embed="rId6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/>
              <p:nvPr/>
            </p:nvSpPr>
            <p:spPr>
              <a:xfrm>
                <a:off x="1577122" y="5248561"/>
                <a:ext cx="3372976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. 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7122" y="5248561"/>
                <a:ext cx="3372976" cy="135165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/>
              <p:nvPr/>
            </p:nvSpPr>
            <p:spPr>
              <a:xfrm>
                <a:off x="131176" y="1749466"/>
                <a:ext cx="3410310" cy="14679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sSup>
                                <m:sSupPr>
                                  <m:ctrlPr>
                                    <a:rPr lang="en-US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e</m:t>
                                  </m:r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sup>
                              </m:sSup>
                              <m: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; </m:t>
                              </m:r>
                              <m:r>
                                <m:rPr>
                                  <m:sty m:val="p"/>
                                </m:rP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≥0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0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&lt;0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749466"/>
                <a:ext cx="3410310" cy="146796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248F334E-98BF-4574-B387-BE084CFC6DE1}"/>
              </a:ext>
            </a:extLst>
          </p:cNvPr>
          <p:cNvCxnSpPr>
            <a:cxnSpLocks/>
          </p:cNvCxnSpPr>
          <p:nvPr/>
        </p:nvCxnSpPr>
        <p:spPr>
          <a:xfrm>
            <a:off x="6847300" y="3408410"/>
            <a:ext cx="0" cy="3249859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2519278-4105-4AB0-932A-F929D445B829}"/>
                  </a:ext>
                </a:extLst>
              </p:cNvPr>
              <p:cNvSpPr txBox="1"/>
              <p:nvPr/>
            </p:nvSpPr>
            <p:spPr>
              <a:xfrm>
                <a:off x="6984812" y="3953217"/>
                <a:ext cx="17851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2519278-4105-4AB0-932A-F929D445B8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84812" y="3953217"/>
                <a:ext cx="1785187" cy="523220"/>
              </a:xfrm>
              <a:prstGeom prst="rect">
                <a:avLst/>
              </a:prstGeom>
              <a:blipFill>
                <a:blip r:embed="rId9"/>
                <a:stretch>
                  <a:fillRect l="-716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FCADD88-1563-4ED2-8CC8-3D5E2D0F4D27}"/>
                  </a:ext>
                </a:extLst>
              </p:cNvPr>
              <p:cNvSpPr txBox="1"/>
              <p:nvPr/>
            </p:nvSpPr>
            <p:spPr>
              <a:xfrm>
                <a:off x="8621107" y="3947091"/>
                <a:ext cx="34397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FCADD88-1563-4ED2-8CC8-3D5E2D0F4D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1107" y="3947091"/>
                <a:ext cx="343971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7A89A0ED-0DED-4F87-9AD1-7434F2E485B6}"/>
              </a:ext>
            </a:extLst>
          </p:cNvPr>
          <p:cNvSpPr txBox="1"/>
          <p:nvPr/>
        </p:nvSpPr>
        <p:spPr>
          <a:xfrm>
            <a:off x="6984812" y="4484194"/>
            <a:ext cx="132533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Hence, </a:t>
            </a:r>
            <a:endParaRPr lang="en-GB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A8F3772-8739-4453-ABF3-644765340128}"/>
                  </a:ext>
                </a:extLst>
              </p:cNvPr>
              <p:cNvSpPr txBox="1"/>
              <p:nvPr/>
            </p:nvSpPr>
            <p:spPr>
              <a:xfrm>
                <a:off x="7787297" y="5015171"/>
                <a:ext cx="34238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800" b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, </a:t>
                </a:r>
                <a:r>
                  <a:rPr lang="en-IN" sz="2800" dirty="0">
                    <a:solidFill>
                      <a:srgbClr val="002060"/>
                    </a:solidFill>
                  </a:rPr>
                  <a:t>for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 </a:t>
                </a:r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A8F3772-8739-4453-ABF3-6447653401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7297" y="5015171"/>
                <a:ext cx="3423893" cy="523220"/>
              </a:xfrm>
              <a:prstGeom prst="rect">
                <a:avLst/>
              </a:prstGeom>
              <a:blipFill>
                <a:blip r:embed="rId11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40962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/>
      <p:bldP spid="18" grpId="0"/>
      <p:bldP spid="20" grpId="0"/>
      <p:bldP spid="14" grpId="0"/>
      <p:bldP spid="15" grpId="0"/>
      <p:bldP spid="16" grpId="0"/>
      <p:bldP spid="17" grpId="0"/>
      <p:bldP spid="22" grpId="0"/>
      <p:bldP spid="23" grpId="0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5 (Continue)</a:t>
            </a:r>
            <a:endParaRPr lang="en-US" dirty="0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D41F1136-D9F1-4A01-B213-AEF519EA2710}"/>
              </a:ext>
            </a:extLst>
          </p:cNvPr>
          <p:cNvSpPr/>
          <p:nvPr/>
        </p:nvSpPr>
        <p:spPr>
          <a:xfrm>
            <a:off x="9246686" y="790397"/>
            <a:ext cx="2921000" cy="1351652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/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F66DD12-A300-464C-941D-1B2F68648C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213" y="796818"/>
                <a:ext cx="1905000" cy="135165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C82C31F-700F-449C-9609-27D5211E3243}"/>
                  </a:ext>
                </a:extLst>
              </p:cNvPr>
              <p:cNvSpPr txBox="1"/>
              <p:nvPr/>
            </p:nvSpPr>
            <p:spPr>
              <a:xfrm>
                <a:off x="1631772" y="796818"/>
                <a:ext cx="221615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C82C31F-700F-449C-9609-27D5211E32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1772" y="796818"/>
                <a:ext cx="2216150" cy="138813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3165DBA-148A-4B78-9080-040ED260F52C}"/>
                  </a:ext>
                </a:extLst>
              </p:cNvPr>
              <p:cNvSpPr txBox="1"/>
              <p:nvPr/>
            </p:nvSpPr>
            <p:spPr>
              <a:xfrm>
                <a:off x="3847922" y="834918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3165DBA-148A-4B78-9080-040ED260F5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7922" y="834918"/>
                <a:ext cx="1905000" cy="138813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C0C869F-E8B6-4B35-BD1C-1F3CCBDA5EB8}"/>
                  </a:ext>
                </a:extLst>
              </p:cNvPr>
              <p:cNvSpPr txBox="1"/>
              <p:nvPr/>
            </p:nvSpPr>
            <p:spPr>
              <a:xfrm>
                <a:off x="1631772" y="2864305"/>
                <a:ext cx="8064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C0C869F-E8B6-4B35-BD1C-1F3CCBDA5E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1772" y="2864305"/>
                <a:ext cx="80645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C148AE8-2150-4601-806F-4A09E52AFD9C}"/>
                  </a:ext>
                </a:extLst>
              </p:cNvPr>
              <p:cNvSpPr txBox="1"/>
              <p:nvPr/>
            </p:nvSpPr>
            <p:spPr>
              <a:xfrm>
                <a:off x="2329644" y="2405100"/>
                <a:ext cx="2030085" cy="13908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sup>
                          </m:sSup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C148AE8-2150-4601-806F-4A09E52AF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9644" y="2405100"/>
                <a:ext cx="2030085" cy="139083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0836675-80DD-49AE-A28B-623A6CE07DD3}"/>
                  </a:ext>
                </a:extLst>
              </p:cNvPr>
              <p:cNvSpPr txBox="1"/>
              <p:nvPr/>
            </p:nvSpPr>
            <p:spPr>
              <a:xfrm>
                <a:off x="1628514" y="3846730"/>
                <a:ext cx="2030085" cy="5338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e</m:t>
                                  </m:r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0836675-80DD-49AE-A28B-623A6CE07D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3846730"/>
                <a:ext cx="2030085" cy="5338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7F900810-FE7C-4A5B-89DD-F9197507F244}"/>
                  </a:ext>
                </a:extLst>
              </p:cNvPr>
              <p:cNvSpPr txBox="1"/>
              <p:nvPr/>
            </p:nvSpPr>
            <p:spPr>
              <a:xfrm>
                <a:off x="9246687" y="828842"/>
                <a:ext cx="2921000" cy="12714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sSup>
                                <m:sSup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e</m:t>
                                  </m:r>
                                </m:e>
                                <m:sup>
                                  <m: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sup>
                              </m:sSup>
                              <m: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; </m:t>
                              </m:r>
                              <m:r>
                                <m:rPr>
                                  <m:sty m:val="p"/>
                                </m:r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≥0</m:t>
                              </m:r>
                            </m:e>
                            <m:e>
                              <m: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      ;</m:t>
                              </m:r>
                              <m:r>
                                <m:rPr>
                                  <m:sty m:val="p"/>
                                </m:r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&lt;0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7F900810-FE7C-4A5B-89DD-F9197507F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6687" y="828842"/>
                <a:ext cx="2921000" cy="127143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B32EE7C-2C4F-4233-A157-F6F13D957F42}"/>
                  </a:ext>
                </a:extLst>
              </p:cNvPr>
              <p:cNvSpPr txBox="1"/>
              <p:nvPr/>
            </p:nvSpPr>
            <p:spPr>
              <a:xfrm>
                <a:off x="1628514" y="4553817"/>
                <a:ext cx="22194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0−1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B32EE7C-2C4F-4233-A157-F6F13D957F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4553817"/>
                <a:ext cx="2219408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730264A-AE17-4438-9023-851254ECC825}"/>
                  </a:ext>
                </a:extLst>
              </p:cNvPr>
              <p:cNvSpPr txBox="1"/>
              <p:nvPr/>
            </p:nvSpPr>
            <p:spPr>
              <a:xfrm>
                <a:off x="1628514" y="5250260"/>
                <a:ext cx="8987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730264A-AE17-4438-9023-851254ECC8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5250260"/>
                <a:ext cx="89878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0FDE405-3404-4899-9DC3-805502EC7C8A}"/>
                  </a:ext>
                </a:extLst>
              </p:cNvPr>
              <p:cNvSpPr txBox="1"/>
              <p:nvPr/>
            </p:nvSpPr>
            <p:spPr>
              <a:xfrm>
                <a:off x="1628514" y="5946703"/>
                <a:ext cx="387894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Thus,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P.D.F.</a:t>
                </a: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0FDE405-3404-4899-9DC3-805502EC7C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8514" y="5946703"/>
                <a:ext cx="3878943" cy="523220"/>
              </a:xfrm>
              <a:prstGeom prst="rect">
                <a:avLst/>
              </a:prstGeom>
              <a:blipFill>
                <a:blip r:embed="rId11"/>
                <a:stretch>
                  <a:fillRect l="-3145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623F012-9FCB-43D0-A638-0F4859FCB041}"/>
              </a:ext>
            </a:extLst>
          </p:cNvPr>
          <p:cNvCxnSpPr>
            <a:cxnSpLocks/>
          </p:cNvCxnSpPr>
          <p:nvPr/>
        </p:nvCxnSpPr>
        <p:spPr>
          <a:xfrm>
            <a:off x="5765621" y="868175"/>
            <a:ext cx="0" cy="5566909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02EA758-E899-4F3E-AB16-D510C6AC42E0}"/>
                  </a:ext>
                </a:extLst>
              </p:cNvPr>
              <p:cNvSpPr txBox="1"/>
              <p:nvPr/>
            </p:nvSpPr>
            <p:spPr>
              <a:xfrm>
                <a:off x="5938108" y="1187907"/>
                <a:ext cx="25355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(1&lt;</m:t>
                      </m:r>
                      <m:r>
                        <m:rPr>
                          <m:sty m:val="p"/>
                        </m:rP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02EA758-E899-4F3E-AB16-D510C6AC42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8108" y="1187907"/>
                <a:ext cx="253555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55C05C-140D-491A-A86C-360607AF4686}"/>
                  </a:ext>
                </a:extLst>
              </p:cNvPr>
              <p:cNvSpPr txBox="1"/>
              <p:nvPr/>
            </p:nvSpPr>
            <p:spPr>
              <a:xfrm>
                <a:off x="6053764" y="1707936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55C05C-140D-491A-A86C-360607AF46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3764" y="1707936"/>
                <a:ext cx="1905000" cy="138813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AA97B97-40D0-4EB6-99E5-57DF4D94307C}"/>
                  </a:ext>
                </a:extLst>
              </p:cNvPr>
              <p:cNvSpPr txBox="1"/>
              <p:nvPr/>
            </p:nvSpPr>
            <p:spPr>
              <a:xfrm>
                <a:off x="6053764" y="3238607"/>
                <a:ext cx="1905000" cy="13881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sup>
                          </m:sSup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4AA97B97-40D0-4EB6-99E5-57DF4D9430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3764" y="3238607"/>
                <a:ext cx="1905000" cy="138813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C8E0B2B6-8599-4030-98FA-DFB2B67FB57A}"/>
                  </a:ext>
                </a:extLst>
              </p:cNvPr>
              <p:cNvSpPr txBox="1"/>
              <p:nvPr/>
            </p:nvSpPr>
            <p:spPr>
              <a:xfrm>
                <a:off x="6096001" y="4626744"/>
                <a:ext cx="1905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e</m:t>
                                  </m:r>
                                </m:e>
                                <m: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C8E0B2B6-8599-4030-98FA-DFB2B67FB5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1" y="4626744"/>
                <a:ext cx="1905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1C99247-2A5C-4B67-A58F-F34701CBE92E}"/>
                  </a:ext>
                </a:extLst>
              </p:cNvPr>
              <p:cNvSpPr txBox="1"/>
              <p:nvPr/>
            </p:nvSpPr>
            <p:spPr>
              <a:xfrm>
                <a:off x="6096000" y="5290725"/>
                <a:ext cx="2996381" cy="5282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</m:e>
                            <m: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1C99247-2A5C-4B67-A58F-F34701CBE9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5290725"/>
                <a:ext cx="2996381" cy="52822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A2F10B9-3AB9-4209-A706-F96DA2DDE6EC}"/>
                  </a:ext>
                </a:extLst>
              </p:cNvPr>
              <p:cNvSpPr txBox="1"/>
              <p:nvPr/>
            </p:nvSpPr>
            <p:spPr>
              <a:xfrm>
                <a:off x="6096001" y="5906862"/>
                <a:ext cx="2231570" cy="5282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sup>
                      </m:s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A2F10B9-3AB9-4209-A706-F96DA2DDE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1" y="5906862"/>
                <a:ext cx="2231570" cy="52822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87271B1-25A0-410F-BBFF-A316B487CB05}"/>
                  </a:ext>
                </a:extLst>
              </p:cNvPr>
              <p:cNvSpPr txBox="1"/>
              <p:nvPr/>
            </p:nvSpPr>
            <p:spPr>
              <a:xfrm>
                <a:off x="8327571" y="5906862"/>
                <a:ext cx="2231570" cy="5282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0.2325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87271B1-25A0-410F-BBFF-A316B487C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7571" y="5906862"/>
                <a:ext cx="2231570" cy="52822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34576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29" grpId="0"/>
      <p:bldP spid="31" grpId="0"/>
      <p:bldP spid="33" grpId="0"/>
      <p:bldP spid="34" grpId="0"/>
      <p:bldP spid="35" grpId="0"/>
      <p:bldP spid="37" grpId="0"/>
      <p:bldP spid="14" grpId="0"/>
      <p:bldP spid="15" grpId="0"/>
      <p:bldP spid="17" grpId="0"/>
      <p:bldP spid="20" grpId="0"/>
      <p:bldP spid="23" grpId="0"/>
      <p:bldP spid="24" grpId="0"/>
      <p:bldP spid="25" grpId="0"/>
      <p:bldP spid="26" grpId="0"/>
      <p:bldP spid="27" grpId="0"/>
      <p:bldP spid="28" grpId="0"/>
      <p:bldP spid="30" grpId="0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5</a:t>
            </a:r>
            <a:br>
              <a:rPr lang="en-IN" dirty="0"/>
            </a:br>
            <a:r>
              <a:rPr lang="en-GB" dirty="0"/>
              <a:t>Various Measures of Statistics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519E3D0-8028-4C02-9FE0-4E21C1CE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556819906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C7AA578-8D83-3CE5-1AC5-BBF7301BF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Mathematical Expectation (Expected Value)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E3F2F88-5536-8490-FDE7-0388ACEBA05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Mathematical Expectation (Expected Value) is the 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long-run average value</a:t>
            </a:r>
            <a:r>
              <a:rPr lang="en-US" dirty="0"/>
              <a:t> of a random variable when the same random experiment is repeated a very large number of times under identical conditions.</a:t>
            </a:r>
          </a:p>
          <a:p>
            <a:r>
              <a:rPr lang="en-US" dirty="0"/>
              <a:t>It answers the question:</a:t>
            </a:r>
          </a:p>
          <a:p>
            <a:pPr marL="0" indent="0" algn="ctr">
              <a:buNone/>
            </a:pPr>
            <a:r>
              <a:rPr lang="en-US" dirty="0"/>
              <a:t> If this experiment keeps happening again and again, what value should I expect on average?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597708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031AD9-881A-568C-208E-F0A520BF66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A31E43B-A93C-7D47-5AD2-66782E3577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need Mathematical Expectation?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175F00A-4863-FCD5-336A-DD940584542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2"/>
            <a:ext cx="11929641" cy="5742808"/>
          </a:xfrm>
        </p:spPr>
        <p:txBody>
          <a:bodyPr/>
          <a:lstStyle/>
          <a:p>
            <a:r>
              <a:rPr lang="en-US" dirty="0"/>
              <a:t>In real life:</a:t>
            </a:r>
          </a:p>
          <a:p>
            <a:pPr lvl="1"/>
            <a:r>
              <a:rPr lang="en-US" dirty="0"/>
              <a:t>Results are uncertain</a:t>
            </a:r>
          </a:p>
          <a:p>
            <a:pPr lvl="1"/>
            <a:r>
              <a:rPr lang="en-US" dirty="0"/>
              <a:t>Outcomes vary every time</a:t>
            </a:r>
          </a:p>
          <a:p>
            <a:pPr lvl="1"/>
            <a:r>
              <a:rPr lang="en-US" dirty="0"/>
              <a:t>Single outcomes are unreliable</a:t>
            </a:r>
          </a:p>
          <a:p>
            <a:r>
              <a:rPr lang="en-US" dirty="0"/>
              <a:t>So, we ask: </a:t>
            </a:r>
          </a:p>
          <a:p>
            <a:pPr lvl="1"/>
            <a:r>
              <a:rPr lang="en-US" dirty="0"/>
              <a:t>What is the central tendency of randomness?</a:t>
            </a:r>
          </a:p>
          <a:p>
            <a:pPr lvl="1"/>
            <a:r>
              <a:rPr lang="en-US" dirty="0"/>
              <a:t>What is the average effect of uncertainty?</a:t>
            </a:r>
          </a:p>
          <a:p>
            <a:r>
              <a:rPr lang="en-US" dirty="0"/>
              <a:t>Expectation converts randomness into a single meaningful number.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304250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B20C865-ECFB-4016-A5DE-19952CEB8F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D3D78BC-93A7-4759-9FE1-128EA0AE97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</p:spPr>
            <p:txBody>
              <a:bodyPr/>
              <a:lstStyle/>
              <a:p>
                <a:r>
                  <a:rPr lang="en-GB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a </a:t>
                </a:r>
                <a:r>
                  <a:rPr lang="en-GB" b="1" dirty="0">
                    <a:solidFill>
                      <a:srgbClr val="FF0000"/>
                    </a:solidFill>
                  </a:rPr>
                  <a:t>discrete</a:t>
                </a:r>
                <a:r>
                  <a:rPr lang="en-GB" dirty="0"/>
                  <a:t> random variable having various possible values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GB" i="1" dirty="0" err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b="0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b="0" i="0" dirty="0" smtClean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/>
                  <a:t> is the probability mass function, the mathematical expectation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defined &amp; denoted by</a:t>
                </a:r>
              </a:p>
              <a:p>
                <a:pPr marL="261938" indent="0">
                  <a:lnSpc>
                    <a:spcPct val="100000"/>
                  </a:lnSpc>
                  <a:spcAft>
                    <a:spcPts val="1800"/>
                  </a:spcAft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it-IT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r>
                        <a:rPr lang="it-IT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it-IT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  <m:r>
                        <a:rPr lang="it-IT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nary>
                        <m:naryPr>
                          <m:chr m:val="∑"/>
                          <m:ctrlPr>
                            <a:rPr lang="it-IT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it-IT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  <m:r>
                            <a:rPr lang="it-IT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it-IT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  <m:sup>
                          <m:r>
                            <a:rPr lang="it-IT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</m:sup>
                        <m:e>
                          <m:sSub>
                            <m:sSubPr>
                              <m:ctrlPr>
                                <a:rPr lang="it-IT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it-IT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it-IT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𝐢</m:t>
                              </m:r>
                            </m:sub>
                          </m:sSub>
                          <m:r>
                            <a:rPr lang="it-IT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it-IT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𝐩</m:t>
                          </m:r>
                          <m:d>
                            <m:dPr>
                              <m:ctrlPr>
                                <a:rPr lang="it-IT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it-IT" b="1" i="1" dirty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it-IT" b="1" i="0" dirty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it-IT" b="1" i="0" dirty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GB" dirty="0"/>
              </a:p>
              <a:p>
                <a:r>
                  <a:rPr lang="en-GB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a </a:t>
                </a:r>
                <a:r>
                  <a:rPr lang="en-GB" b="1" dirty="0">
                    <a:solidFill>
                      <a:srgbClr val="FF0000"/>
                    </a:solidFill>
                  </a:rPr>
                  <a:t>continuous</a:t>
                </a:r>
                <a:r>
                  <a:rPr lang="en-GB" dirty="0"/>
                  <a:t> random variable which has probability density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/>
                  <a:t>, the mathematical expectation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defined as </a:t>
                </a:r>
              </a:p>
              <a:p>
                <a:pPr marL="261938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</m:e>
                      </m:d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a:rPr lang="en-IN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  <m:r>
                            <a:rPr lang="en-IN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𝐟</m:t>
                          </m:r>
                          <m:d>
                            <m:dPr>
                              <m:ctrlPr>
                                <a:rPr lang="en-IN" b="1" i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d>
                        </m:e>
                      </m:nary>
                      <m:r>
                        <a:rPr lang="en-IN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𝐝𝐱</m:t>
                      </m:r>
                    </m:oMath>
                  </m:oMathPara>
                </a14:m>
                <a:endParaRPr lang="en-IN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D3D78BC-93A7-4759-9FE1-128EA0AE97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742808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E5A6560-F19F-4148-8B43-FA6620CA4E18}"/>
                  </a:ext>
                </a:extLst>
              </p:cNvPr>
              <p:cNvSpPr txBox="1"/>
              <p:nvPr/>
            </p:nvSpPr>
            <p:spPr>
              <a:xfrm>
                <a:off x="4514851" y="5366552"/>
                <a:ext cx="5695950" cy="954107"/>
              </a:xfrm>
              <a:prstGeom prst="rect">
                <a:avLst/>
              </a:prstGeom>
              <a:solidFill>
                <a:srgbClr val="C25956"/>
              </a:solidFill>
            </p:spPr>
            <p:txBody>
              <a:bodyPr wrap="square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smtClean="0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E</m:t>
                    </m:r>
                    <m:d>
                      <m:dPr>
                        <m:ctrlPr>
                          <a:rPr lang="en-IN" sz="2800" i="1">
                            <a:solidFill>
                              <a:schemeClr val="bg1"/>
                            </a:solidFill>
                            <a:effectLst/>
                            <a:latin typeface="Cambria Math" panose="02040503050406030204" pitchFamily="18" charset="0"/>
                            <a:cs typeface="Fd605157-Identity-H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800" i="0">
                            <a:solidFill>
                              <a:schemeClr val="bg1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sz="2800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is also known as the </a:t>
                </a:r>
                <a:r>
                  <a:rPr lang="en-US" sz="2800" b="1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mean value </a:t>
                </a:r>
                <a:r>
                  <a:rPr lang="en-US" sz="2800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of the probability distribution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chemeClr val="bg1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lang="en-US" sz="2800" dirty="0">
                    <a:solidFill>
                      <a:schemeClr val="bg1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.</a:t>
                </a:r>
                <a:endParaRPr lang="en-IN" sz="2800" dirty="0">
                  <a:solidFill>
                    <a:schemeClr val="bg1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E5A6560-F19F-4148-8B43-FA6620CA4E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4851" y="5366552"/>
                <a:ext cx="5695950" cy="954107"/>
              </a:xfrm>
              <a:prstGeom prst="rect">
                <a:avLst/>
              </a:prstGeom>
              <a:blipFill>
                <a:blip r:embed="rId3"/>
                <a:stretch>
                  <a:fillRect t="-5732" r="-964" b="-171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39941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7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233D4-01CC-922D-ABBD-E3F11387A0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325574-E6F3-74A3-DE54-9F6D13956A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07FBF3E-1D42-064D-26CA-8487CF0FA49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</p:spPr>
            <p:txBody>
              <a:bodyPr/>
              <a:lstStyle/>
              <a:p>
                <a:r>
                  <a:rPr lang="en-IN" dirty="0">
                    <a:solidFill>
                      <a:schemeClr val="accent6">
                        <a:lumMod val="75000"/>
                      </a:schemeClr>
                    </a:solidFill>
                  </a:rPr>
                  <a:t>Expected value of </a:t>
                </a: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constant</a:t>
                </a:r>
                <a:r>
                  <a:rPr lang="en-IN" dirty="0">
                    <a:solidFill>
                      <a:schemeClr val="accent6">
                        <a:lumMod val="75000"/>
                      </a:schemeClr>
                    </a:solidFill>
                  </a:rPr>
                  <a:t> term is </a:t>
                </a:r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constant</a:t>
                </a:r>
                <a:r>
                  <a:rPr lang="en-IN" dirty="0">
                    <a:solidFill>
                      <a:schemeClr val="accent6">
                        <a:lumMod val="75000"/>
                      </a:schemeClr>
                    </a:solidFill>
                  </a:rPr>
                  <a:t>. i.e.,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IN" i="1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dirty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𝐜</m:t>
                        </m:r>
                      </m:e>
                    </m:d>
                    <m:r>
                      <a:rPr lang="en-IN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𝐜</m:t>
                    </m:r>
                  </m:oMath>
                </a14:m>
                <a:r>
                  <a:rPr lang="en-IN" dirty="0"/>
                  <a:t>.</a:t>
                </a:r>
              </a:p>
              <a:p>
                <a:pPr lvl="1"/>
                <a:r>
                  <a:rPr lang="en-US" dirty="0"/>
                  <a:t>i.e., if something is fixed (not random), its expected value is just that number.</a:t>
                </a:r>
              </a:p>
              <a:p>
                <a:pPr lvl="1"/>
                <a:r>
                  <a:rPr lang="en-US" dirty="0"/>
                  <a:t>Because expectation averages over randomness. But a constant has no randomness.</a:t>
                </a:r>
              </a:p>
              <a:p>
                <a:r>
                  <a:rPr lang="en-IN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dirty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dirty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dirty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IN" dirty="0"/>
                  <a:t> are constants, then</a:t>
                </a:r>
              </a:p>
              <a:p>
                <a:pPr marL="261938" indent="0">
                  <a:lnSpc>
                    <a:spcPct val="114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dirty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  <m:r>
                                <m:rPr>
                                  <m:sty m:val="p"/>
                                </m:rPr>
                                <a:rPr lang="en-IN" dirty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dirty="0">
                                  <a:latin typeface="Cambria Math" panose="02040503050406030204" pitchFamily="18" charset="0"/>
                                </a:rPr>
                                <m:t>±</m:t>
                              </m:r>
                              <m:r>
                                <a:rPr lang="en-IN" b="1" dirty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𝐛</m:t>
                              </m:r>
                              <m:r>
                                <a:rPr lang="en-IN" dirty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b="1" dirty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𝐜</m:t>
                              </m:r>
                            </m:den>
                          </m:f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1" dirty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𝐜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E</m:t>
                          </m:r>
                          <m:d>
                            <m:d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dirty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±</m:t>
                          </m:r>
                          <m:r>
                            <a:rPr lang="en-IN" b="1" dirty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631825" lvl="1" indent="-273050">
                  <a:lnSpc>
                    <a:spcPct val="200000"/>
                  </a:lnSpc>
                  <a:spcBef>
                    <a:spcPts val="0"/>
                  </a:spcBef>
                </a:pPr>
                <a:r>
                  <a:rPr lang="en-US" dirty="0"/>
                  <a:t>i.e., expectation passes through addition and multiplication</a:t>
                </a:r>
              </a:p>
              <a:p>
                <a:pPr marL="631825" lvl="1" indent="-273050">
                  <a:lnSpc>
                    <a:spcPct val="114000"/>
                  </a:lnSpc>
                  <a:spcBef>
                    <a:spcPts val="0"/>
                  </a:spcBef>
                </a:pPr>
                <a:r>
                  <a:rPr lang="en-US" dirty="0"/>
                  <a:t>It treats constants separately from randomness.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07FBF3E-1D42-064D-26CA-8487CF0FA49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87940"/>
                <a:ext cx="11929641" cy="5666069"/>
              </a:xfrm>
              <a:blipFill>
                <a:blip r:embed="rId2"/>
                <a:stretch>
                  <a:fillRect l="-971" r="-1074" b="-75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37998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42C152-5CCF-EC10-99E7-A458060DA0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9B1D9B-DD50-796D-91FE-3F3C1D43C5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0908CE1-DD52-E4D0-29D2-0E90FF053E4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333075"/>
              </a:xfrm>
            </p:spPr>
            <p:txBody>
              <a:bodyPr/>
              <a:lstStyle/>
              <a:p>
                <a:pPr>
                  <a:lnSpc>
                    <a:spcPct val="130000"/>
                  </a:lnSpc>
                  <a:spcBef>
                    <a:spcPts val="2000"/>
                  </a:spcBef>
                </a:pPr>
                <a:r>
                  <a:rPr lang="en-IN" dirty="0"/>
                  <a:t>For Probability </a:t>
                </a:r>
                <a:r>
                  <a:rPr lang="en-IN" b="1" dirty="0"/>
                  <a:t>mass function</a:t>
                </a:r>
                <a:r>
                  <a:rPr lang="en-IN" dirty="0"/>
                  <a:t>,</a:t>
                </a:r>
              </a:p>
              <a:p>
                <a:pPr marL="0" indent="0">
                  <a:lnSpc>
                    <a:spcPct val="130000"/>
                  </a:lnSpc>
                  <a:spcBef>
                    <a:spcPts val="20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en-IN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𝐗</m:t>
                              </m:r>
                            </m:e>
                            <m:sup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</m:e>
                      </m:d>
                      <m:r>
                        <a:rPr lang="en-IN" b="1" i="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IN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  <m:sup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</m:sup>
                        <m:e>
                          <m:sSubSup>
                            <m:sSubSup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𝐢</m:t>
                              </m:r>
                            </m:sub>
                            <m:sup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bSup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𝐩</m:t>
                          </m:r>
                          <m:d>
                            <m:d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b="1" i="1" dirty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b="1" i="0" dirty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b="1" i="0" dirty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IN" b="1" dirty="0"/>
              </a:p>
              <a:p>
                <a:r>
                  <a:rPr lang="en-IN" dirty="0"/>
                  <a:t>For Probability </a:t>
                </a:r>
                <a:r>
                  <a:rPr lang="en-IN" b="1" dirty="0"/>
                  <a:t>density function</a:t>
                </a:r>
                <a:r>
                  <a:rPr lang="en-IN" dirty="0"/>
                  <a:t>,</a:t>
                </a:r>
              </a:p>
              <a:p>
                <a:pPr marL="261938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𝐄</m:t>
                      </m:r>
                      <m:d>
                        <m:dPr>
                          <m:ctrlPr>
                            <a:rPr lang="en-IN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𝐗</m:t>
                              </m:r>
                            </m:e>
                            <m:sup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</m:e>
                      </m:d>
                      <m:r>
                        <a:rPr lang="en-IN" b="1" i="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b="1" i="1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sSup>
                            <m:sSup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p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b="1" i="0" dirty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𝐟</m:t>
                          </m:r>
                          <m:d>
                            <m:dPr>
                              <m:ctrlPr>
                                <a:rPr lang="en-IN" b="1" i="1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1" i="0" dirty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d>
                        </m:e>
                      </m:nary>
                      <m:r>
                        <a:rPr lang="en-IN" b="1" i="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𝐝𝐱</m:t>
                      </m:r>
                    </m:oMath>
                  </m:oMathPara>
                </a14:m>
                <a:endParaRPr lang="en-IN" b="1" dirty="0">
                  <a:solidFill>
                    <a:schemeClr val="accent6">
                      <a:lumMod val="75000"/>
                    </a:schemeClr>
                  </a:solidFill>
                </a:endParaRPr>
              </a:p>
              <a:p>
                <a:pPr>
                  <a:lnSpc>
                    <a:spcPct val="130000"/>
                  </a:lnSpc>
                  <a:spcBef>
                    <a:spcPts val="2000"/>
                  </a:spcBef>
                </a:pPr>
                <a:r>
                  <a:rPr lang="en-IN" dirty="0"/>
                  <a:t>Note that,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p>
                            <m:r>
                              <a:rPr lang="en-IN" b="0" i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≠</m:t>
                    </m:r>
                    <m:sSup>
                      <m:sSup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b="0" i="0" smtClean="0">
                                <a:latin typeface="Cambria Math" panose="02040503050406030204" pitchFamily="18" charset="0"/>
                              </a:rPr>
                              <m:t>E</m:t>
                            </m:r>
                            <m:d>
                              <m:dPr>
                                <m:ctrlPr>
                                  <a:rPr lang="en-IN" b="0" i="1" smtClean="0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b="0" i="0" smtClean="0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d>
                          </m:e>
                        </m:d>
                      </m:e>
                      <m:sup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lang="en-IN" dirty="0"/>
              </a:p>
              <a:p>
                <a:pPr>
                  <a:lnSpc>
                    <a:spcPct val="130000"/>
                  </a:lnSpc>
                  <a:spcBef>
                    <a:spcPts val="2000"/>
                  </a:spcBef>
                </a:pP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0908CE1-DD52-E4D0-29D2-0E90FF053E4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33307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97315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AC67FB-0D24-41CB-9726-135ABCD65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Mathematical Expectation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333075"/>
              </a:xfrm>
            </p:spPr>
            <p:txBody>
              <a:bodyPr/>
              <a:lstStyle/>
              <a:p>
                <a:r>
                  <a:rPr lang="en-IN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IN" dirty="0"/>
                  <a:t> are two random variables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are constants, then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i="0" dirty="0" smtClean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m:rPr>
                              <m:sty m:val="p"/>
                            </m:rPr>
                            <a:rPr lang="en-IN" i="0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 dirty="0" smtClean="0">
                              <a:latin typeface="Cambria Math" panose="02040503050406030204" pitchFamily="18" charset="0"/>
                            </a:rPr>
                            <m:t>±</m:t>
                          </m:r>
                          <m:r>
                            <m:rPr>
                              <m:sty m:val="p"/>
                            </m:rP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m:rPr>
                              <m:sty m:val="p"/>
                            </m:rPr>
                            <a:rPr lang="en-IN" i="0" dirty="0" smtClean="0">
                              <a:latin typeface="Cambria Math" panose="02040503050406030204" pitchFamily="18" charset="0"/>
                            </a:rPr>
                            <m:t>Y</m:t>
                          </m:r>
                        </m:e>
                      </m:d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lang="en-IN" i="0" dirty="0" smtClean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±</m:t>
                      </m:r>
                      <m:r>
                        <m:rPr>
                          <m:sty m:val="p"/>
                        </m:rPr>
                        <a:rPr lang="en-IN" b="0" i="0" dirty="0" smtClean="0">
                          <a:latin typeface="Cambria Math" panose="02040503050406030204" pitchFamily="18" charset="0"/>
                        </a:rPr>
                        <m:t>b</m:t>
                      </m:r>
                      <m:r>
                        <m:rPr>
                          <m:sty m:val="p"/>
                        </m:rPr>
                        <a:rPr lang="en-IN" i="0" dirty="0" smtClean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 dirty="0" smtClean="0">
                              <a:latin typeface="Cambria Math" panose="02040503050406030204" pitchFamily="18" charset="0"/>
                            </a:rPr>
                            <m:t>Y</m:t>
                          </m:r>
                        </m:e>
                      </m:d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dirty="0"/>
              </a:p>
              <a:p>
                <a:r>
                  <a:rPr lang="en-IN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IN" dirty="0"/>
                  <a:t> are two </a:t>
                </a:r>
                <a:r>
                  <a:rPr lang="en-IN" b="1" dirty="0"/>
                  <a:t>independent</a:t>
                </a:r>
                <a:r>
                  <a:rPr lang="en-IN" dirty="0"/>
                  <a:t> random variables,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IN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i="0" dirty="0" smtClean="0">
                            <a:latin typeface="Cambria Math" panose="02040503050406030204" pitchFamily="18" charset="0"/>
                          </a:rPr>
                          <m:t>∙</m:t>
                        </m:r>
                        <m:r>
                          <m:rPr>
                            <m:sty m:val="p"/>
                          </m:rPr>
                          <a:rPr lang="en-IN" i="0" dirty="0" smtClean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d>
                    <m:r>
                      <a:rPr lang="en-IN" i="0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IN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IN" i="0" dirty="0" smtClean="0">
                        <a:latin typeface="Cambria Math" panose="02040503050406030204" pitchFamily="18" charset="0"/>
                      </a:rPr>
                      <m:t>∙</m:t>
                    </m:r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IN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i="0" dirty="0" smtClean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d>
                    <m:r>
                      <a:rPr lang="en-IN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33307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57282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B8EE5-DF5C-558B-1555-0EDF2595C0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Random Variables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D8333F3-1789-5E2B-A16F-2E146E38F65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805078"/>
                <a:ext cx="11929641" cy="5590565"/>
              </a:xfrm>
            </p:spPr>
            <p:txBody>
              <a:bodyPr/>
              <a:lstStyle/>
              <a:p>
                <a:r>
                  <a:rPr lang="en-IN" dirty="0"/>
                  <a:t>Two random variables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IN" dirty="0"/>
                  <a:t> are independent if knowing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given no information about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IN" dirty="0"/>
                  <a:t> and vice-versa.</a:t>
                </a:r>
              </a:p>
              <a:p>
                <a:pPr lvl="1"/>
                <a:r>
                  <a:rPr lang="en-US" dirty="0"/>
                  <a:t>i.e., the outcome of one random variable does not affect the outcome of the other.</a:t>
                </a:r>
              </a:p>
              <a:p>
                <a:r>
                  <a:rPr lang="en-IN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IN" dirty="0"/>
                  <a:t> be two random variables. They are independent if for all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y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dirty="0"/>
                  <a:t> 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and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y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∙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y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2D8333F3-1789-5E2B-A16F-2E146E38F65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805078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67193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BED97-02A0-6B33-922E-6CC70ABF73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214F85-5B12-D0D8-598A-6FEC46AF77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Independent Random Variables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FBD0C541-042A-A26A-3981-6A12A695433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11201"/>
                <a:ext cx="11929641" cy="5868096"/>
              </a:xfrm>
            </p:spPr>
            <p:txBody>
              <a:bodyPr/>
              <a:lstStyle/>
              <a:p>
                <a:r>
                  <a:rPr lang="en-IN" dirty="0"/>
                  <a:t>Example: 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: Height of a randomly selected person from City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US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US" dirty="0"/>
                  <a:t>: Weight of a randomly selected person from City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Since they come from different populations, height does not influence weight.</a:t>
                </a:r>
              </a:p>
              <a:p>
                <a:r>
                  <a:rPr lang="en-US" dirty="0"/>
                  <a:t>Non-Example: Tossing one coin twice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: Result of first toss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US" dirty="0"/>
                  <a:t>: Total number of heads in two tosses</a:t>
                </a:r>
              </a:p>
              <a:p>
                <a:r>
                  <a:rPr lang="en-US" dirty="0"/>
                  <a:t>Here if you know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, you already have information about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US" dirty="0"/>
                  <a:t> </a:t>
                </a:r>
              </a:p>
              <a:p>
                <a:r>
                  <a:rPr lang="en-US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US" dirty="0"/>
                  <a:t> are dependent.</a:t>
                </a:r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FBD0C541-042A-A26A-3981-6A12A695433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11201"/>
                <a:ext cx="11929641" cy="5868096"/>
              </a:xfrm>
              <a:blipFill>
                <a:blip r:embed="rId2"/>
                <a:stretch>
                  <a:fillRect l="-971" b="-291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62183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B5EDAA-10CE-9385-4334-DDACC98C1B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C1F456-779B-C670-9A41-5174FD7665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Variance of Random Variable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DD2EFC7-0BC4-A496-C78E-33A673C9818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738237"/>
              </a:xfrm>
            </p:spPr>
            <p:txBody>
              <a:bodyPr/>
              <a:lstStyle/>
              <a:p>
                <a:pPr lvl="0">
                  <a:lnSpc>
                    <a:spcPct val="114000"/>
                  </a:lnSpc>
                </a:pPr>
                <a:r>
                  <a:rPr lang="en-US" dirty="0"/>
                  <a:t>Variance is a characteristic of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it is used to measure dispersion (or variation)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Variance measures how much the values of a random variable spread out or fluctuate around their average (mean).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Variance is the mathematical way to measure how uncertain, unstable, or risky a random phenomenon is around its expected value.</a:t>
                </a:r>
              </a:p>
              <a:p>
                <a:pPr lvl="1">
                  <a:lnSpc>
                    <a:spcPct val="114000"/>
                  </a:lnSpc>
                </a:pPr>
                <a:r>
                  <a:rPr lang="en-US" dirty="0"/>
                  <a:t>Probability tells what can happen while Variance tells how unpredictable it is.</a:t>
                </a:r>
              </a:p>
              <a:p>
                <a:pPr lvl="0">
                  <a:lnSpc>
                    <a:spcPct val="114000"/>
                  </a:lnSpc>
                </a:pPr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random variable with probability mass function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r>
                      <a:rPr lang="en-US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/>
                  <a:t>, then expected value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X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E</m:t>
                            </m:r>
                            <m:d>
                              <m:dPr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d>
                          </m:e>
                        </m:d>
                      </m:e>
                      <m:sup>
                        <m:r>
                          <a:rPr lang="en-US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is known as the variance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it is denoted by </a:t>
                </a:r>
                <a14:m>
                  <m:oMath xmlns:m="http://schemas.openxmlformats.org/officeDocument/2006/math"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𝐕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𝐗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dirty="0"/>
              </a:p>
              <a:p>
                <a:pPr marL="261938" indent="0" algn="ctr">
                  <a:lnSpc>
                    <a:spcPct val="114000"/>
                  </a:lnSpc>
                  <a:buNone/>
                </a:pPr>
                <a:r>
                  <a:rPr lang="en-US" b="1" dirty="0"/>
                  <a:t> </a:t>
                </a:r>
                <a14:m>
                  <m:oMath xmlns:m="http://schemas.openxmlformats.org/officeDocument/2006/math"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𝐕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𝐗</m:t>
                        </m:r>
                      </m:e>
                    </m:d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𝐄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𝐗</m:t>
                            </m:r>
                          </m:e>
                          <m:sup>
                            <m:r>
                              <a:rPr lang="en-US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p>
                        </m:sSup>
                      </m:e>
                    </m:d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sSup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𝐄</m:t>
                            </m:r>
                            <m:d>
                              <m:dPr>
                                <m:ctrlPr>
                                  <a:rPr lang="en-IN" b="1" i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b="1" i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𝐗</m:t>
                                </m:r>
                              </m:e>
                            </m:d>
                          </m:e>
                        </m:d>
                      </m:e>
                      <m:sup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en-IN" dirty="0"/>
              </a:p>
              <a:p>
                <a:pPr marL="0" lvl="0" indent="0">
                  <a:lnSpc>
                    <a:spcPct val="114000"/>
                  </a:lnSpc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DD2EFC7-0BC4-A496-C78E-33A673C9818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738237"/>
              </a:xfrm>
              <a:blipFill>
                <a:blip r:embed="rId2"/>
                <a:stretch>
                  <a:fillRect l="-971" t="-638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68905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AC67FB-0D24-41CB-9726-135ABCD65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Variance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 fontAlgn="base"/>
                <a14:m>
                  <m:oMath xmlns:m="http://schemas.openxmlformats.org/officeDocument/2006/math">
                    <m:r>
                      <a:rPr lang="en-US" b="1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𝐕</m:t>
                    </m:r>
                    <m:d>
                      <m:dPr>
                        <m:ctrlPr>
                          <a:rPr lang="en-IN" b="1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𝐜</m:t>
                        </m:r>
                      </m:e>
                    </m:d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where,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𝐜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is a </a:t>
                </a:r>
                <a:r>
                  <a:rPr lang="en-US" b="1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constant</a:t>
                </a:r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.</a:t>
                </a:r>
              </a:p>
              <a:p>
                <a:pPr lvl="1" fontAlgn="base"/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If a quantity never changes, then there is no variability.</a:t>
                </a:r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pPr lvl="0" fontAlgn="base"/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are constants, then </a:t>
                </a:r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pPr marL="261938" lvl="0" indent="0" algn="ctr" fontAlgn="base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V</m:t>
                    </m:r>
                    <m:d>
                      <m:dPr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 smtClean="0">
                            <a:solidFill>
                              <a:srgbClr val="FF0000"/>
                            </a:solidFill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𝐚</m:t>
                        </m:r>
                        <m:r>
                          <m:rPr>
                            <m:sty m:val="p"/>
                          </m:rPr>
                          <a:rPr lang="en-US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b="1" i="1" smtClean="0">
                            <a:solidFill>
                              <a:srgbClr val="0070C0"/>
                            </a:solidFill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𝐛</m:t>
                        </m:r>
                      </m:e>
                    </m:d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1" i="1" smtClean="0">
                            <a:solidFill>
                              <a:srgbClr val="FF0000"/>
                            </a:solidFill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p>
                        <m:r>
                          <a:rPr lang="en-US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US" b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V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.</a:t>
                </a:r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r>
                  <a:rPr lang="en-US" dirty="0"/>
                  <a:t> are the </a:t>
                </a:r>
                <a:r>
                  <a:rPr lang="en-US" b="1" dirty="0"/>
                  <a:t>independent</a:t>
                </a:r>
                <a:r>
                  <a:rPr lang="en-US" dirty="0"/>
                  <a:t> random variables,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V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V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V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d>
                    <m:r>
                      <a:rPr lang="en-US" i="1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935689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AC67FB-0D24-41CB-9726-135ABCD65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Standard Deviation of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dirty="0"/>
                  <a:t>The positive square root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V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(Variance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) is called standard deviation of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is denoted by</a:t>
                </a:r>
                <a14:m>
                  <m:oMath xmlns:m="http://schemas.openxmlformats.org/officeDocument/2006/math">
                    <m:r>
                      <a:rPr lang="en-US" b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𝛔</m:t>
                    </m:r>
                    <m:r>
                      <a:rPr lang="en-US" b="1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dirty="0"/>
              </a:p>
              <a:p>
                <a:pPr marL="261938" indent="0">
                  <a:lnSpc>
                    <a:spcPct val="150000"/>
                  </a:lnSpc>
                  <a:spcBef>
                    <a:spcPts val="0"/>
                  </a:spcBef>
                  <a:buNone/>
                </a:pPr>
                <a:r>
                  <a:rPr lang="en-US" dirty="0"/>
                  <a:t>i.e.,</a:t>
                </a:r>
                <a:r>
                  <a:rPr lang="en-US" b="1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𝛔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US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𝐕</m:t>
                        </m:r>
                        <m:d>
                          <m:dPr>
                            <m:ctrlPr>
                              <a:rPr lang="en-IN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𝐗</m:t>
                            </m:r>
                          </m:e>
                        </m:d>
                        <m:r>
                          <a:rPr lang="en-US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rad>
                  </m:oMath>
                </a14:m>
                <a:endParaRPr lang="en-IN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D36FFAA-56F9-4DA6-984C-420D37CDB5A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43584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8" y="867840"/>
                <a:ext cx="11929645" cy="245448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GB" dirty="0"/>
                  <a:t>Probability distribution of 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given below. </a:t>
                </a:r>
              </a:p>
              <a:p>
                <a:pPr>
                  <a:lnSpc>
                    <a:spcPct val="100000"/>
                  </a:lnSpc>
                </a:pPr>
                <a:r>
                  <a:rPr lang="en-GB" dirty="0"/>
                  <a:t>Find            	        ,           ,                      ,                       . 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8" y="867840"/>
                <a:ext cx="11929645" cy="2454480"/>
              </a:xfrm>
              <a:prstGeom prst="rect">
                <a:avLst/>
              </a:prstGeom>
              <a:blipFill>
                <a:blip r:embed="rId3"/>
                <a:stretch>
                  <a:fillRect l="-1074" t="-223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7177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04762026"/>
                  </p:ext>
                </p:extLst>
              </p:nvPr>
            </p:nvGraphicFramePr>
            <p:xfrm>
              <a:off x="309557" y="2069197"/>
              <a:ext cx="6505706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86252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.</m:t>
                                </m:r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.</m:t>
                                </m:r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.</m:t>
                                </m:r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.</m:t>
                                </m:r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04762026"/>
                  </p:ext>
                </p:extLst>
              </p:nvPr>
            </p:nvGraphicFramePr>
            <p:xfrm>
              <a:off x="309557" y="2069197"/>
              <a:ext cx="6505706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186252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60796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3371" r="-251307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62632" t="-3371" r="-304737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1257" t="-3371" r="-203141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3158" t="-3371" r="-104211" b="-10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60733" t="-3371" r="-3665" b="-1067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80" t="-103371" r="-251307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62632" t="-103371" r="-304737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1257" t="-103371" r="-203141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63158" t="-103371" r="-104211" b="-674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60733" t="-103371" r="-3665" b="-674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/>
              <p:nvPr/>
            </p:nvSpPr>
            <p:spPr>
              <a:xfrm>
                <a:off x="825523" y="1427438"/>
                <a:ext cx="971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dirty="0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GB" sz="2800" i="1" dirty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sz="2800" dirty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bg1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B3F576-7738-4872-8F34-73C18E96D6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5523" y="1427438"/>
                <a:ext cx="971459" cy="523220"/>
              </a:xfrm>
              <a:prstGeom prst="rect">
                <a:avLst/>
              </a:prstGeom>
              <a:blipFill>
                <a:blip r:embed="rId5"/>
                <a:stretch>
                  <a:fillRect t="-10465" r="-1062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/>
              <p:nvPr/>
            </p:nvSpPr>
            <p:spPr>
              <a:xfrm>
                <a:off x="1710987" y="1427438"/>
                <a:ext cx="8332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0987" y="1427438"/>
                <a:ext cx="83321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/>
              <p:nvPr/>
            </p:nvSpPr>
            <p:spPr>
              <a:xfrm>
                <a:off x="5366136" y="1427438"/>
                <a:ext cx="18315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GB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6F16E-CA9B-4C2F-B031-92236DB063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6136" y="1427438"/>
                <a:ext cx="183152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/>
              <p:nvPr/>
            </p:nvSpPr>
            <p:spPr>
              <a:xfrm>
                <a:off x="1576712" y="3717709"/>
                <a:ext cx="16236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2" y="3717709"/>
                <a:ext cx="162368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/>
              <p:nvPr/>
            </p:nvSpPr>
            <p:spPr>
              <a:xfrm>
                <a:off x="2960079" y="4717774"/>
                <a:ext cx="7059410" cy="6309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0079" y="4717774"/>
                <a:ext cx="7059410" cy="63094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/>
              <p:nvPr/>
            </p:nvSpPr>
            <p:spPr>
              <a:xfrm>
                <a:off x="2960079" y="5417854"/>
                <a:ext cx="410220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0079" y="5417854"/>
                <a:ext cx="410220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F8D59A-59E4-4F5C-B13C-62F17751B5DA}"/>
                  </a:ext>
                </a:extLst>
              </p:cNvPr>
              <p:cNvSpPr txBox="1"/>
              <p:nvPr/>
            </p:nvSpPr>
            <p:spPr>
              <a:xfrm>
                <a:off x="2648703" y="1427438"/>
                <a:ext cx="86477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F8D59A-59E4-4F5C-B13C-62F17751B5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48703" y="1427438"/>
                <a:ext cx="86477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1B88C12-C5B2-44D4-95E1-5BC3719D656B}"/>
                  </a:ext>
                </a:extLst>
              </p:cNvPr>
              <p:cNvSpPr txBox="1"/>
              <p:nvPr/>
            </p:nvSpPr>
            <p:spPr>
              <a:xfrm>
                <a:off x="3617986" y="1427438"/>
                <a:ext cx="173182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GB" sz="2800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1B88C12-C5B2-44D4-95E1-5BC3719D65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7986" y="1427438"/>
                <a:ext cx="173182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0CF47FF-2FC5-4AAE-83DF-9FF438312482}"/>
                  </a:ext>
                </a:extLst>
              </p:cNvPr>
              <p:cNvSpPr txBox="1"/>
              <p:nvPr/>
            </p:nvSpPr>
            <p:spPr>
              <a:xfrm>
                <a:off x="2960079" y="3476883"/>
                <a:ext cx="2762520" cy="11378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F0CF47FF-2FC5-4AAE-83DF-9FF438312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0079" y="3476883"/>
                <a:ext cx="2762520" cy="1137876"/>
              </a:xfrm>
              <a:prstGeom prst="rect">
                <a:avLst/>
              </a:prstGeom>
              <a:blipFill rotWithShape="0"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F6C8F9E-ADDA-4C0E-A442-11FB39B6B0AC}"/>
                  </a:ext>
                </a:extLst>
              </p:cNvPr>
              <p:cNvSpPr txBox="1"/>
              <p:nvPr/>
            </p:nvSpPr>
            <p:spPr>
              <a:xfrm>
                <a:off x="2960079" y="6010213"/>
                <a:ext cx="13784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F6C8F9E-ADDA-4C0E-A442-11FB39B6B0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0079" y="6010213"/>
                <a:ext cx="137845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90365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  <p:bldP spid="22" grpId="0"/>
      <p:bldP spid="30" grpId="0"/>
      <p:bldP spid="31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/>
              <p:nvPr/>
            </p:nvSpPr>
            <p:spPr>
              <a:xfrm>
                <a:off x="52149" y="3587339"/>
                <a:ext cx="14956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006C46E-AE0E-47C0-A40B-C1B55B90AD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49" y="3587339"/>
                <a:ext cx="149567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/>
              <p:nvPr/>
            </p:nvSpPr>
            <p:spPr>
              <a:xfrm>
                <a:off x="1561839" y="2043267"/>
                <a:ext cx="7729685" cy="6309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sup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⋅0.1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⋅0.2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⋅0.5</m:t>
                          </m:r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⋅0.2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839" y="2043267"/>
                <a:ext cx="7729685" cy="63094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/>
              <p:nvPr/>
            </p:nvSpPr>
            <p:spPr>
              <a:xfrm>
                <a:off x="1561839" y="2868399"/>
                <a:ext cx="13094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=8.6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839" y="2868399"/>
                <a:ext cx="130943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F8D59A-59E4-4F5C-B13C-62F17751B5DA}"/>
                  </a:ext>
                </a:extLst>
              </p:cNvPr>
              <p:cNvSpPr txBox="1"/>
              <p:nvPr/>
            </p:nvSpPr>
            <p:spPr>
              <a:xfrm>
                <a:off x="83851" y="5920965"/>
                <a:ext cx="1799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l-GR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F8D59A-59E4-4F5C-B13C-62F17751B5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51" y="5920965"/>
                <a:ext cx="179913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6A098E7-9827-47BD-B77A-1477B1D3EE29}"/>
                  </a:ext>
                </a:extLst>
              </p:cNvPr>
              <p:cNvSpPr txBox="1"/>
              <p:nvPr/>
            </p:nvSpPr>
            <p:spPr>
              <a:xfrm>
                <a:off x="65316" y="937035"/>
                <a:ext cx="17535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6A098E7-9827-47BD-B77A-1477B1D3EE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16" y="937035"/>
                <a:ext cx="175359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9F1E231-0317-46F4-8B38-2B3E0032BAAB}"/>
                  </a:ext>
                </a:extLst>
              </p:cNvPr>
              <p:cNvSpPr txBox="1"/>
              <p:nvPr/>
            </p:nvSpPr>
            <p:spPr>
              <a:xfrm>
                <a:off x="1579527" y="711201"/>
                <a:ext cx="2762520" cy="11378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9F1E231-0317-46F4-8B38-2B3E0032BA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9527" y="711201"/>
                <a:ext cx="2762520" cy="113787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5629BEC-F0EB-44B8-BC8B-F72BB5B4B723}"/>
                  </a:ext>
                </a:extLst>
              </p:cNvPr>
              <p:cNvSpPr txBox="1"/>
              <p:nvPr/>
            </p:nvSpPr>
            <p:spPr>
              <a:xfrm>
                <a:off x="1414032" y="3585809"/>
                <a:ext cx="32618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i="0" dirty="0" smtClean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i="1" dirty="0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i="0" dirty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i="0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 dirty="0"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i="1" dirty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i="0" dirty="0"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5629BEC-F0EB-44B8-BC8B-F72BB5B4B7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4032" y="3585809"/>
                <a:ext cx="326181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1754950-BA04-40BE-B135-D8933A4382A4}"/>
                  </a:ext>
                </a:extLst>
              </p:cNvPr>
              <p:cNvSpPr txBox="1"/>
              <p:nvPr/>
            </p:nvSpPr>
            <p:spPr>
              <a:xfrm>
                <a:off x="1414032" y="4381301"/>
                <a:ext cx="254244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=8.6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b="0" i="0" dirty="0" smtClean="0">
                                  <a:latin typeface="Cambria Math" panose="02040503050406030204" pitchFamily="18" charset="0"/>
                                </a:rPr>
                                <m:t>2.8</m:t>
                              </m:r>
                            </m:e>
                          </m:d>
                        </m:e>
                        <m:sup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1754950-BA04-40BE-B135-D8933A4382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4032" y="4381301"/>
                <a:ext cx="2542448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33E9609-B792-440D-B947-D5527273FEBB}"/>
                  </a:ext>
                </a:extLst>
              </p:cNvPr>
              <p:cNvSpPr txBox="1"/>
              <p:nvPr/>
            </p:nvSpPr>
            <p:spPr>
              <a:xfrm>
                <a:off x="1419466" y="5180286"/>
                <a:ext cx="15307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=0.76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33E9609-B792-440D-B947-D5527273FE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9466" y="5180286"/>
                <a:ext cx="153077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229934D-F1B3-4B94-878B-199D9A0EA091}"/>
                  </a:ext>
                </a:extLst>
              </p:cNvPr>
              <p:cNvSpPr txBox="1"/>
              <p:nvPr/>
            </p:nvSpPr>
            <p:spPr>
              <a:xfrm>
                <a:off x="1415836" y="5856265"/>
                <a:ext cx="1799131" cy="6141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 smtClean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dirty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dirty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229934D-F1B3-4B94-878B-199D9A0EA0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5836" y="5856265"/>
                <a:ext cx="1799131" cy="61414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ED8C036-5790-4E24-9DD4-83C3A449F242}"/>
                  </a:ext>
                </a:extLst>
              </p:cNvPr>
              <p:cNvSpPr txBox="1"/>
              <p:nvPr/>
            </p:nvSpPr>
            <p:spPr>
              <a:xfrm>
                <a:off x="2990721" y="5953904"/>
                <a:ext cx="17991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0.8718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ED8C036-5790-4E24-9DD4-83C3A449F2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0721" y="5953904"/>
                <a:ext cx="179913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26CDEA8E-6DD1-439E-0A32-22BB32917E6F}"/>
                  </a:ext>
                </a:extLst>
              </p:cNvPr>
              <p:cNvSpPr txBox="1"/>
              <p:nvPr/>
            </p:nvSpPr>
            <p:spPr>
              <a:xfrm>
                <a:off x="5580231" y="3325198"/>
                <a:ext cx="2600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26CDEA8E-6DD1-439E-0A32-22BB32917E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0231" y="3325198"/>
                <a:ext cx="260063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AF3EB6D-9B1E-34B0-343C-C23C109082AA}"/>
                  </a:ext>
                </a:extLst>
              </p:cNvPr>
              <p:cNvSpPr txBox="1"/>
              <p:nvPr/>
            </p:nvSpPr>
            <p:spPr>
              <a:xfrm>
                <a:off x="7726408" y="3325198"/>
                <a:ext cx="2433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AF3EB6D-9B1E-34B0-343C-C23C109082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6408" y="3325198"/>
                <a:ext cx="243363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36BDF6C-4396-0221-5FA3-873355F96582}"/>
                  </a:ext>
                </a:extLst>
              </p:cNvPr>
              <p:cNvSpPr txBox="1"/>
              <p:nvPr/>
            </p:nvSpPr>
            <p:spPr>
              <a:xfrm>
                <a:off x="7726408" y="3975564"/>
                <a:ext cx="2433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 </m:t>
                      </m:r>
                      <m:d>
                        <m:d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dirty="0" smtClean="0">
                              <a:latin typeface="Cambria Math" panose="02040503050406030204" pitchFamily="18" charset="0"/>
                            </a:rPr>
                            <m:t>8.6</m:t>
                          </m:r>
                        </m:e>
                      </m:d>
                      <m:r>
                        <a:rPr lang="en-IN" dirty="0">
                          <a:latin typeface="Cambria Math" panose="02040503050406030204" pitchFamily="18" charset="0"/>
                        </a:rPr>
                        <m:t>+2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36BDF6C-4396-0221-5FA3-873355F965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6408" y="3975564"/>
                <a:ext cx="243363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C2973FA-1690-B2E1-22F7-D5C399246B64}"/>
                  </a:ext>
                </a:extLst>
              </p:cNvPr>
              <p:cNvSpPr txBox="1"/>
              <p:nvPr/>
            </p:nvSpPr>
            <p:spPr>
              <a:xfrm>
                <a:off x="9876221" y="3975564"/>
                <a:ext cx="2433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dirty="0">
                          <a:latin typeface="Cambria Math" panose="02040503050406030204" pitchFamily="18" charset="0"/>
                        </a:rPr>
                        <m:t>=10.4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C2973FA-1690-B2E1-22F7-D5C399246B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76221" y="3975564"/>
                <a:ext cx="243363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6E74EDD-167C-E6A2-42E2-8A8D921DA25D}"/>
                  </a:ext>
                </a:extLst>
              </p:cNvPr>
              <p:cNvSpPr txBox="1"/>
              <p:nvPr/>
            </p:nvSpPr>
            <p:spPr>
              <a:xfrm>
                <a:off x="5580231" y="4789808"/>
                <a:ext cx="23957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6E74EDD-167C-E6A2-42E2-8A8D921DA2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0231" y="4789808"/>
                <a:ext cx="239577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633E231-1CE7-FA5D-8FEF-41D129BD3ED0}"/>
                  </a:ext>
                </a:extLst>
              </p:cNvPr>
              <p:cNvSpPr txBox="1"/>
              <p:nvPr/>
            </p:nvSpPr>
            <p:spPr>
              <a:xfrm>
                <a:off x="7804458" y="4789808"/>
                <a:ext cx="19846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b="0" i="1" dirty="0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IN" dirty="0" smtClean="0"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  <m:sup>
                          <m:r>
                            <a:rPr lang="en-IN" b="0" i="1" dirty="0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dirty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dirty="0"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dirty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633E231-1CE7-FA5D-8FEF-41D129BD3E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4458" y="4789808"/>
                <a:ext cx="1984698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683BCBF-1FB1-4C30-E660-3BD8D2A39694}"/>
                  </a:ext>
                </a:extLst>
              </p:cNvPr>
              <p:cNvSpPr txBox="1"/>
              <p:nvPr/>
            </p:nvSpPr>
            <p:spPr>
              <a:xfrm>
                <a:off x="7804458" y="5371856"/>
                <a:ext cx="19846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=9⋅0.76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683BCBF-1FB1-4C30-E660-3BD8D2A396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4458" y="5371856"/>
                <a:ext cx="198469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86E6A0F-0C6F-3959-6647-31BFE16FA61B}"/>
                  </a:ext>
                </a:extLst>
              </p:cNvPr>
              <p:cNvSpPr txBox="1"/>
              <p:nvPr/>
            </p:nvSpPr>
            <p:spPr>
              <a:xfrm>
                <a:off x="7804458" y="5953904"/>
                <a:ext cx="16841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>
                          <a:latin typeface="Cambria Math" panose="02040503050406030204" pitchFamily="18" charset="0"/>
                        </a:rPr>
                        <m:t>=6.84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86E6A0F-0C6F-3959-6647-31BFE16FA6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4458" y="5953904"/>
                <a:ext cx="1684161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5" name="Picture 14">
            <a:extLst>
              <a:ext uri="{FF2B5EF4-FFF2-40B4-BE49-F238E27FC236}">
                <a16:creationId xmlns:a16="http://schemas.microsoft.com/office/drawing/2014/main" id="{D2B3F0D7-64EA-D230-0DCF-4AA6BEF54199}"/>
              </a:ext>
            </a:extLst>
          </p:cNvPr>
          <p:cNvPicPr>
            <a:picLocks noChangeAspect="1"/>
          </p:cNvPicPr>
          <p:nvPr/>
        </p:nvPicPr>
        <p:blipFill>
          <a:blip r:embed="rId22"/>
          <a:srcRect l="1414" r="1618"/>
          <a:stretch>
            <a:fillRect/>
          </a:stretch>
        </p:blipFill>
        <p:spPr>
          <a:xfrm>
            <a:off x="8094191" y="838347"/>
            <a:ext cx="3957543" cy="1099684"/>
          </a:xfrm>
          <a:prstGeom prst="rect">
            <a:avLst/>
          </a:prstGeom>
          <a:ln w="28575">
            <a:solidFill>
              <a:schemeClr val="accent6">
                <a:lumMod val="75000"/>
              </a:schemeClr>
            </a:solidFill>
          </a:ln>
        </p:spPr>
      </p:pic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A5A4130-476B-2A0F-8B7D-73362913B101}"/>
              </a:ext>
            </a:extLst>
          </p:cNvPr>
          <p:cNvCxnSpPr>
            <a:cxnSpLocks/>
          </p:cNvCxnSpPr>
          <p:nvPr/>
        </p:nvCxnSpPr>
        <p:spPr>
          <a:xfrm>
            <a:off x="5070830" y="3391619"/>
            <a:ext cx="0" cy="2988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8495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8" grpId="0"/>
      <p:bldP spid="22" grpId="0"/>
      <p:bldP spid="27" grpId="0"/>
      <p:bldP spid="16" grpId="0"/>
      <p:bldP spid="17" grpId="0"/>
      <p:bldP spid="20" grpId="0"/>
      <p:bldP spid="21" grpId="0"/>
      <p:bldP spid="23" grpId="0"/>
      <p:bldP spid="25" grpId="0"/>
      <p:bldP spid="26" grpId="0"/>
      <p:bldP spid="5" grpId="0"/>
      <p:bldP spid="6" grpId="0"/>
      <p:bldP spid="7" grpId="0"/>
      <p:bldP spid="8" grpId="0"/>
      <p:bldP spid="10" grpId="0"/>
      <p:bldP spid="12" grpId="0"/>
      <p:bldP spid="13" grpId="0"/>
      <p:bldP spid="14" grpId="0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8" y="867839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GB" dirty="0"/>
                  <a:t>Let mean and standard deviation of 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be </a:t>
                </a:r>
                <a14:m>
                  <m:oMath xmlns:m="http://schemas.openxmlformats.org/officeDocument/2006/math">
                    <m:r>
                      <a:rPr lang="en-GB" i="0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&amp;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GB" dirty="0"/>
                  <a:t> respectively,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E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p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lang="en-GB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E</m:t>
                    </m:r>
                    <m:sSup>
                      <m:sSup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+5</m:t>
                            </m:r>
                          </m:e>
                        </m:d>
                      </m:e>
                      <m:sup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8" y="867839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2248477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/>
              <p:nvPr/>
            </p:nvSpPr>
            <p:spPr>
              <a:xfrm>
                <a:off x="3191535" y="2247491"/>
                <a:ext cx="17084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0E9B969-074D-432C-AE58-BC469CF458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91535" y="2247491"/>
                <a:ext cx="170849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/>
              <p:nvPr/>
            </p:nvSpPr>
            <p:spPr>
              <a:xfrm>
                <a:off x="6917517" y="2247491"/>
                <a:ext cx="47897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2C146F1-724B-44F0-A3C1-73E6A84E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7517" y="2247491"/>
                <a:ext cx="47897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/>
              <p:nvPr/>
            </p:nvSpPr>
            <p:spPr>
              <a:xfrm>
                <a:off x="7396488" y="2247491"/>
                <a:ext cx="8780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/>
                        <m:t>V</m:t>
                      </m:r>
                      <m:r>
                        <m:rPr>
                          <m:nor/>
                        </m:rPr>
                        <a:rPr lang="en-IN"/>
                        <m:t>(</m:t>
                      </m:r>
                      <m:r>
                        <m:rPr>
                          <m:nor/>
                        </m:rPr>
                        <a:rPr lang="en-IN"/>
                        <m:t>X</m:t>
                      </m:r>
                      <m:r>
                        <m:rPr>
                          <m:nor/>
                        </m:rPr>
                        <a:rPr lang="en-IN"/>
                        <m:t>)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9F7F1D6-6A85-4F68-A8B6-8F9A263090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96488" y="2247491"/>
                <a:ext cx="87801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0CF47FF-2FC5-4AAE-83DF-9FF438312482}"/>
                  </a:ext>
                </a:extLst>
              </p:cNvPr>
              <p:cNvSpPr txBox="1"/>
              <p:nvPr/>
            </p:nvSpPr>
            <p:spPr>
              <a:xfrm>
                <a:off x="5379002" y="2247491"/>
                <a:ext cx="17084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0CF47FF-2FC5-4AAE-83DF-9FF438312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9002" y="2247491"/>
                <a:ext cx="170849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F6C8F9E-ADDA-4C0E-A442-11FB39B6B0AC}"/>
                  </a:ext>
                </a:extLst>
              </p:cNvPr>
              <p:cNvSpPr txBox="1"/>
              <p:nvPr/>
            </p:nvSpPr>
            <p:spPr>
              <a:xfrm>
                <a:off x="8127524" y="2251361"/>
                <a:ext cx="10741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F6C8F9E-ADDA-4C0E-A442-11FB39B6B0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27524" y="2251361"/>
                <a:ext cx="107410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TextBox 15">
            <a:extLst>
              <a:ext uri="{FF2B5EF4-FFF2-40B4-BE49-F238E27FC236}">
                <a16:creationId xmlns:a16="http://schemas.microsoft.com/office/drawing/2014/main" id="{0576DB33-DF6D-47CB-85E8-136660B8533E}"/>
              </a:ext>
            </a:extLst>
          </p:cNvPr>
          <p:cNvSpPr txBox="1"/>
          <p:nvPr/>
        </p:nvSpPr>
        <p:spPr>
          <a:xfrm>
            <a:off x="1576712" y="2251362"/>
            <a:ext cx="18777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Given that,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B5B09C1-98B3-4A4A-93E3-429E41BB747B}"/>
              </a:ext>
            </a:extLst>
          </p:cNvPr>
          <p:cNvSpPr txBox="1"/>
          <p:nvPr/>
        </p:nvSpPr>
        <p:spPr>
          <a:xfrm>
            <a:off x="4888911" y="2247491"/>
            <a:ext cx="46693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&amp;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79A341A-86D7-4D41-982E-9489D0066C47}"/>
              </a:ext>
            </a:extLst>
          </p:cNvPr>
          <p:cNvSpPr txBox="1"/>
          <p:nvPr/>
        </p:nvSpPr>
        <p:spPr>
          <a:xfrm>
            <a:off x="1576712" y="2860720"/>
            <a:ext cx="23421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We know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734765B-E024-469A-BA07-7AB4C3323E69}"/>
                  </a:ext>
                </a:extLst>
              </p:cNvPr>
              <p:cNvSpPr txBox="1"/>
              <p:nvPr/>
            </p:nvSpPr>
            <p:spPr>
              <a:xfrm>
                <a:off x="1594218" y="3467653"/>
                <a:ext cx="41840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734765B-E024-469A-BA07-7AB4C3323E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8" y="3467653"/>
                <a:ext cx="418401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CDD0C77-9AE7-4762-83C8-D2A419577D02}"/>
                  </a:ext>
                </a:extLst>
              </p:cNvPr>
              <p:cNvSpPr txBox="1"/>
              <p:nvPr/>
            </p:nvSpPr>
            <p:spPr>
              <a:xfrm>
                <a:off x="1504613" y="4158920"/>
                <a:ext cx="381242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sz="2800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d>
                        </m:e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CDD0C77-9AE7-4762-83C8-D2A419577D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4613" y="4158920"/>
                <a:ext cx="3812428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33C38E2-7176-47F5-84E8-F1E8D5F5E576}"/>
                  </a:ext>
                </a:extLst>
              </p:cNvPr>
              <p:cNvSpPr txBox="1"/>
              <p:nvPr/>
            </p:nvSpPr>
            <p:spPr>
              <a:xfrm>
                <a:off x="1504613" y="4821940"/>
                <a:ext cx="36017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=25+25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33C38E2-7176-47F5-84E8-F1E8D5F5E5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4613" y="4821940"/>
                <a:ext cx="360173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23D67B6-0FD6-46B1-A5C4-50E5C3BA8B16}"/>
                  </a:ext>
                </a:extLst>
              </p:cNvPr>
              <p:cNvSpPr txBox="1"/>
              <p:nvPr/>
            </p:nvSpPr>
            <p:spPr>
              <a:xfrm>
                <a:off x="1504613" y="5484960"/>
                <a:ext cx="254142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23D67B6-0FD6-46B1-A5C4-50E5C3BA8B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4613" y="5484960"/>
                <a:ext cx="254142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D47C78B8-0B21-449A-AB8C-10B2BFFFAB42}"/>
              </a:ext>
            </a:extLst>
          </p:cNvPr>
          <p:cNvCxnSpPr>
            <a:cxnSpLocks/>
          </p:cNvCxnSpPr>
          <p:nvPr/>
        </p:nvCxnSpPr>
        <p:spPr>
          <a:xfrm>
            <a:off x="5528030" y="2930589"/>
            <a:ext cx="0" cy="34461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E514F0BA-CCF9-46C4-B5A4-11D858625DB1}"/>
              </a:ext>
            </a:extLst>
          </p:cNvPr>
          <p:cNvSpPr txBox="1"/>
          <p:nvPr/>
        </p:nvSpPr>
        <p:spPr>
          <a:xfrm>
            <a:off x="5689240" y="2860720"/>
            <a:ext cx="9747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>
                <a:solidFill>
                  <a:srgbClr val="002060"/>
                </a:solidFill>
                <a:latin typeface="+mj-lt"/>
              </a:rPr>
              <a:t>Now,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A7D0DD0-B62B-4CBF-8C15-253E75391F16}"/>
                  </a:ext>
                </a:extLst>
              </p:cNvPr>
              <p:cNvSpPr txBox="1"/>
              <p:nvPr/>
            </p:nvSpPr>
            <p:spPr>
              <a:xfrm>
                <a:off x="5689239" y="3473949"/>
                <a:ext cx="193710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sSup>
                        <m:sSup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+5</m:t>
                              </m:r>
                            </m:e>
                          </m:d>
                        </m:e>
                        <m:sup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A7D0DD0-B62B-4CBF-8C15-253E75391F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9239" y="3473949"/>
                <a:ext cx="193710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01C00946-6A4B-4DA9-BE8F-7FFF1101C017}"/>
                  </a:ext>
                </a:extLst>
              </p:cNvPr>
              <p:cNvSpPr txBox="1"/>
              <p:nvPr/>
            </p:nvSpPr>
            <p:spPr>
              <a:xfrm>
                <a:off x="7510788" y="3473949"/>
                <a:ext cx="361724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+20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01C00946-6A4B-4DA9-BE8F-7FFF1101C0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0788" y="3473949"/>
                <a:ext cx="361724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40DD78E-2D3E-4E11-967B-D018D8381BF3}"/>
                  </a:ext>
                </a:extLst>
              </p:cNvPr>
              <p:cNvSpPr txBox="1"/>
              <p:nvPr/>
            </p:nvSpPr>
            <p:spPr>
              <a:xfrm>
                <a:off x="7510788" y="4097686"/>
                <a:ext cx="42621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+20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40DD78E-2D3E-4E11-967B-D018D8381B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0788" y="4097686"/>
                <a:ext cx="426210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9AB9C57-A6E6-4C97-80EC-85AA05CC0F27}"/>
                  </a:ext>
                </a:extLst>
              </p:cNvPr>
              <p:cNvSpPr txBox="1"/>
              <p:nvPr/>
            </p:nvSpPr>
            <p:spPr>
              <a:xfrm>
                <a:off x="7510788" y="4721423"/>
                <a:ext cx="42621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+20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9AB9C57-A6E6-4C97-80EC-85AA05CC0F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0788" y="4721423"/>
                <a:ext cx="4262109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2A1B481-7969-40DA-86B2-9B9A3326A7E0}"/>
                  </a:ext>
                </a:extLst>
              </p:cNvPr>
              <p:cNvSpPr txBox="1"/>
              <p:nvPr/>
            </p:nvSpPr>
            <p:spPr>
              <a:xfrm>
                <a:off x="7510788" y="5345160"/>
                <a:ext cx="42621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2A1B481-7969-40DA-86B2-9B9A3326A7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0788" y="5345160"/>
                <a:ext cx="426210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16043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  <p:bldP spid="22" grpId="0"/>
      <p:bldP spid="30" grpId="0"/>
      <p:bldP spid="31" grpId="0"/>
      <p:bldP spid="16" grpId="0"/>
      <p:bldP spid="25" grpId="0"/>
      <p:bldP spid="26" grpId="0"/>
      <p:bldP spid="29" grpId="0"/>
      <p:bldP spid="33" grpId="0"/>
      <p:bldP spid="35" grpId="0"/>
      <p:bldP spid="37" grpId="0"/>
      <p:bldP spid="41" grpId="0"/>
      <p:bldP spid="42" grpId="0"/>
      <p:bldP spid="43" grpId="0"/>
      <p:bldP spid="44" grpId="0"/>
      <p:bldP spid="45" grpId="0"/>
      <p:bldP spid="46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8" y="867840"/>
                <a:ext cx="11929645" cy="256828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00000"/>
                  </a:lnSpc>
                </a:pPr>
                <a:r>
                  <a:rPr lang="en-US" dirty="0"/>
                  <a:t>The following table gives the probabilities that a certain computer will malfunction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0,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1,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2,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3,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4,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5</m:t>
                    </m:r>
                  </m:oMath>
                </a14:m>
                <a:r>
                  <a:rPr lang="en-US" dirty="0"/>
                  <a:t> or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US" dirty="0"/>
                  <a:t> times on any one day.</a:t>
                </a:r>
                <a:endParaRPr lang="en-GB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8" y="867840"/>
                <a:ext cx="11929645" cy="2568284"/>
              </a:xfrm>
              <a:prstGeom prst="rect">
                <a:avLst/>
              </a:prstGeom>
              <a:blipFill>
                <a:blip r:embed="rId16"/>
                <a:stretch>
                  <a:fillRect l="-1074" t="-213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8" y="371905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52406" y="1862096"/>
              <a:ext cx="11507798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927708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3481490857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b="0" i="0" kern="1200" dirty="0">
                              <a:solidFill>
                                <a:schemeClr val="bg1"/>
                              </a:solidFill>
                              <a:effectLst/>
                              <a:latin typeface="+mj-lt"/>
                              <a:ea typeface="+mn-ea"/>
                              <a:cs typeface="+mn-cs"/>
                            </a:rPr>
                            <a:t>Number of malfunctions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US" sz="2800" b="0" i="0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x</m:t>
                              </m:r>
                            </m:oMath>
                          </a14:m>
                          <a:endParaRPr lang="en-IN" sz="2800" b="0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IN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</a:t>
                          </a: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1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2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3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4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5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6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800" b="0" i="0" kern="1200" dirty="0">
                              <a:solidFill>
                                <a:schemeClr val="bg1"/>
                              </a:solidFill>
                              <a:effectLst/>
                              <a:latin typeface="+mj-lt"/>
                              <a:ea typeface="+mn-ea"/>
                              <a:cs typeface="+mn-cs"/>
                            </a:rPr>
                            <a:t>Probability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US" sz="2800" b="0" i="0" kern="120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p</m:t>
                              </m:r>
                              <m:d>
                                <m:dPr>
                                  <m:ctrlPr>
                                    <a:rPr lang="en-US" sz="2800" b="0" i="1" kern="120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kern="1200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x</m:t>
                                  </m:r>
                                </m:e>
                              </m:d>
                            </m:oMath>
                          </a14:m>
                          <a:endParaRPr lang="en-IN" sz="2800" b="0" i="0" dirty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0.29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0.16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0.03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0.01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90036668"/>
                  </p:ext>
                </p:extLst>
              </p:nvPr>
            </p:nvGraphicFramePr>
            <p:xfrm>
              <a:off x="252406" y="1862096"/>
              <a:ext cx="11507798" cy="108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927708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3481490857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082870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465" t="-8989" r="-193798" b="-13033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IN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</a:t>
                          </a: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1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2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3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4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5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6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465" t="-108989" r="-193798" b="-3033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0.29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0.16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0.07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0.03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800" b="0" i="0" dirty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0.01</a:t>
                          </a:r>
                          <a:endParaRPr lang="en-IN" sz="2800" b="0" i="0" dirty="0">
                            <a:solidFill>
                              <a:schemeClr val="bg1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381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8" name="TextBox 7">
            <a:extLst>
              <a:ext uri="{FF2B5EF4-FFF2-40B4-BE49-F238E27FC236}">
                <a16:creationId xmlns:a16="http://schemas.microsoft.com/office/drawing/2014/main" id="{8BB3F576-7738-4872-8F34-73C18E96D683}"/>
              </a:ext>
            </a:extLst>
          </p:cNvPr>
          <p:cNvSpPr txBox="1"/>
          <p:nvPr/>
        </p:nvSpPr>
        <p:spPr>
          <a:xfrm>
            <a:off x="160926" y="2935206"/>
            <a:ext cx="862747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chemeClr val="bg1"/>
                </a:solidFill>
                <a:latin typeface="+mj-lt"/>
              </a:rPr>
              <a:t>Find the mean and variance of this probability distribution.</a:t>
            </a: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C9A99C2-FF34-4E16-AA75-5F8DB6F34A66}"/>
                  </a:ext>
                </a:extLst>
              </p:cNvPr>
              <p:cNvSpPr txBox="1"/>
              <p:nvPr/>
            </p:nvSpPr>
            <p:spPr>
              <a:xfrm>
                <a:off x="1576712" y="3717709"/>
                <a:ext cx="102216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C9A99C2-FF34-4E16-AA75-5F8DB6F34A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2" y="3717709"/>
                <a:ext cx="102216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2ED52A-64B6-41EA-84BA-F7F0BC49E97A}"/>
                  </a:ext>
                </a:extLst>
              </p:cNvPr>
              <p:cNvSpPr txBox="1"/>
              <p:nvPr/>
            </p:nvSpPr>
            <p:spPr>
              <a:xfrm>
                <a:off x="2380393" y="4616250"/>
                <a:ext cx="10002918" cy="11695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0.17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0.29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0.27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0.16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0.07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 marL="6008688"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0.03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2ED52A-64B6-41EA-84BA-F7F0BC49E9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0393" y="4616250"/>
                <a:ext cx="10002918" cy="1169551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858AAE0-91C8-49BD-A442-2AFB01386DEB}"/>
                  </a:ext>
                </a:extLst>
              </p:cNvPr>
              <p:cNvSpPr txBox="1"/>
              <p:nvPr/>
            </p:nvSpPr>
            <p:spPr>
              <a:xfrm>
                <a:off x="2380393" y="5990160"/>
                <a:ext cx="74312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0+0.29+0.54+0.48+0.28+0.15+0.06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858AAE0-91C8-49BD-A442-2AFB01386D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0393" y="5990160"/>
                <a:ext cx="743121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7C0869A-61F2-46D9-98A3-30A969143807}"/>
                  </a:ext>
                </a:extLst>
              </p:cNvPr>
              <p:cNvSpPr txBox="1"/>
              <p:nvPr/>
            </p:nvSpPr>
            <p:spPr>
              <a:xfrm>
                <a:off x="2380393" y="3479843"/>
                <a:ext cx="2762520" cy="11378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7C0869A-61F2-46D9-98A3-30A9691438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0393" y="3479843"/>
                <a:ext cx="2762520" cy="1137876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362A024-876E-457D-A842-E9A3B087B7C9}"/>
                  </a:ext>
                </a:extLst>
              </p:cNvPr>
              <p:cNvSpPr txBox="1"/>
              <p:nvPr/>
            </p:nvSpPr>
            <p:spPr>
              <a:xfrm>
                <a:off x="9572469" y="5990160"/>
                <a:ext cx="13808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>
                          <a:latin typeface="Cambria Math" panose="02040503050406030204" pitchFamily="18" charset="0"/>
                        </a:rPr>
                        <m:t>=1.8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362A024-876E-457D-A842-E9A3B087B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72469" y="5990160"/>
                <a:ext cx="1380875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38673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29" grpId="0"/>
      <p:bldP spid="30" grpId="0"/>
      <p:bldP spid="31" grpId="0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90045863"/>
                  </p:ext>
                </p:extLst>
              </p:nvPr>
            </p:nvGraphicFramePr>
            <p:xfrm>
              <a:off x="874599" y="867556"/>
              <a:ext cx="10442803" cy="98005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564218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3481490857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490026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600" b="0" i="0" kern="1200" dirty="0">
                              <a:solidFill>
                                <a:srgbClr val="002060"/>
                              </a:solidFill>
                              <a:effectLst/>
                              <a:latin typeface="+mj-lt"/>
                              <a:ea typeface="+mn-ea"/>
                              <a:cs typeface="+mn-cs"/>
                            </a:rPr>
                            <a:t>Number of malfunctions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US" sz="2600" b="0" i="0" kern="120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x</m:t>
                              </m:r>
                            </m:oMath>
                          </a14:m>
                          <a:endParaRPr lang="en-IN" sz="2600" b="0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82977" marR="82977" marT="41489" marB="41489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IN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</a:t>
                          </a: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1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2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3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4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5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6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90026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600" b="0" i="0" kern="1200" dirty="0">
                              <a:solidFill>
                                <a:srgbClr val="002060"/>
                              </a:solidFill>
                              <a:effectLst/>
                              <a:latin typeface="+mj-lt"/>
                              <a:ea typeface="+mn-ea"/>
                              <a:cs typeface="+mn-cs"/>
                            </a:rPr>
                            <a:t>Probability 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sty m:val="p"/>
                                </m:rPr>
                                <a:rPr lang="en-US" sz="2600" b="0" i="0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p</m:t>
                              </m:r>
                              <m:d>
                                <m:dPr>
                                  <m:ctrlPr>
                                    <a:rPr lang="en-US" sz="2600" b="0" i="1" kern="1200" dirty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kern="1200" dirty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x</m:t>
                                  </m:r>
                                </m:e>
                              </m:d>
                            </m:oMath>
                          </a14:m>
                          <a:endParaRPr lang="en-IN" sz="2600" b="0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marL="82977" marR="82977" marT="41489" marB="41489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0.29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0.16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0.03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0.01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4">
                <a:extLst>
                  <a:ext uri="{FF2B5EF4-FFF2-40B4-BE49-F238E27FC236}">
                    <a16:creationId xmlns:a16="http://schemas.microsoft.com/office/drawing/2014/main" id="{7051E448-F734-4B0D-AE23-7C0EEBE6A6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90045863"/>
                  </p:ext>
                </p:extLst>
              </p:nvPr>
            </p:nvGraphicFramePr>
            <p:xfrm>
              <a:off x="874599" y="867556"/>
              <a:ext cx="10442803" cy="980052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564218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3481490857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982655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49002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82977" marR="82977" marT="41489" marB="41489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1" t="-11111" r="-193333" b="-1308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IN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</a:t>
                          </a: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1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2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3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4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5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6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49002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82977" marR="82977" marT="41489" marB="41489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1" t="-111111" r="-193333" b="-3086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0.29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0.27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0.16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0.07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0.03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r>
                            <a:rPr lang="en-US" sz="2600" b="0" i="0" dirty="0">
                              <a:solidFill>
                                <a:srgbClr val="00206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Shruti" panose="020B0502040204020203" pitchFamily="34" charset="0"/>
                            </a:rPr>
                            <a:t>0.01</a:t>
                          </a:r>
                          <a:endParaRPr lang="en-IN" sz="2600" b="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2233" marR="62233" marT="0" marB="0" anchor="ctr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C9A99C2-FF34-4E16-AA75-5F8DB6F34A66}"/>
                  </a:ext>
                </a:extLst>
              </p:cNvPr>
              <p:cNvSpPr txBox="1"/>
              <p:nvPr/>
            </p:nvSpPr>
            <p:spPr>
              <a:xfrm>
                <a:off x="103358" y="2293304"/>
                <a:ext cx="5062029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C9A99C2-FF34-4E16-AA75-5F8DB6F34A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58" y="2293304"/>
                <a:ext cx="5062029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2ED52A-64B6-41EA-84BA-F7F0BC49E97A}"/>
                  </a:ext>
                </a:extLst>
              </p:cNvPr>
              <p:cNvSpPr txBox="1"/>
              <p:nvPr/>
            </p:nvSpPr>
            <p:spPr>
              <a:xfrm>
                <a:off x="1086614" y="3537831"/>
                <a:ext cx="6160492" cy="6309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0.17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0.29</m:t>
                          </m:r>
                        </m:e>
                      </m:d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</m:d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0.27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52ED52A-64B6-41EA-84BA-F7F0BC49E9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6614" y="3537831"/>
                <a:ext cx="6160492" cy="63094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858AAE0-91C8-49BD-A442-2AFB01386DEB}"/>
                  </a:ext>
                </a:extLst>
              </p:cNvPr>
              <p:cNvSpPr txBox="1"/>
              <p:nvPr/>
            </p:nvSpPr>
            <p:spPr>
              <a:xfrm>
                <a:off x="1086614" y="5342762"/>
                <a:ext cx="743121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0+0.29+1.08+1.44+1.12+0.75+0.36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858AAE0-91C8-49BD-A442-2AFB01386D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6614" y="5342762"/>
                <a:ext cx="743121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362A024-876E-457D-A842-E9A3B087B7C9}"/>
                  </a:ext>
                </a:extLst>
              </p:cNvPr>
              <p:cNvSpPr txBox="1"/>
              <p:nvPr/>
            </p:nvSpPr>
            <p:spPr>
              <a:xfrm>
                <a:off x="1086614" y="5990444"/>
                <a:ext cx="145230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>
                          <a:latin typeface="Cambria Math" panose="02040503050406030204" pitchFamily="18" charset="0"/>
                        </a:rPr>
                        <m:t>=5.04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362A024-876E-457D-A842-E9A3B087B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6614" y="5990444"/>
                <a:ext cx="145230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0226161-D675-4FC4-8ADA-DFAA672A2DB7}"/>
                  </a:ext>
                </a:extLst>
              </p:cNvPr>
              <p:cNvSpPr txBox="1"/>
              <p:nvPr/>
            </p:nvSpPr>
            <p:spPr>
              <a:xfrm>
                <a:off x="5295045" y="1877738"/>
                <a:ext cx="21466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=1.8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0226161-D675-4FC4-8ADA-DFAA672A2D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5045" y="1877738"/>
                <a:ext cx="214661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360BCC59-7601-05BD-BA80-EC0990C936F8}"/>
                  </a:ext>
                </a:extLst>
              </p:cNvPr>
              <p:cNvSpPr txBox="1"/>
              <p:nvPr/>
            </p:nvSpPr>
            <p:spPr>
              <a:xfrm>
                <a:off x="1462749" y="4148534"/>
                <a:ext cx="6160492" cy="11571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0.16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16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0.07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0.03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0.01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360BCC59-7601-05BD-BA80-EC0990C936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749" y="4148534"/>
                <a:ext cx="6160492" cy="115711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71263F1-34A9-85A3-E3AD-74B1817F179D}"/>
                  </a:ext>
                </a:extLst>
              </p:cNvPr>
              <p:cNvSpPr txBox="1"/>
              <p:nvPr/>
            </p:nvSpPr>
            <p:spPr>
              <a:xfrm>
                <a:off x="8313501" y="2579964"/>
                <a:ext cx="49596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GB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GB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71263F1-34A9-85A3-E3AD-74B1817F17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13501" y="2579964"/>
                <a:ext cx="495960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1D41C84-0BAC-8CC7-A3E7-7D68AA3855E6}"/>
                  </a:ext>
                </a:extLst>
              </p:cNvPr>
              <p:cNvSpPr txBox="1"/>
              <p:nvPr/>
            </p:nvSpPr>
            <p:spPr>
              <a:xfrm>
                <a:off x="9127256" y="3333575"/>
                <a:ext cx="26418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 dirty="0">
                          <a:latin typeface="Cambria Math" panose="02040503050406030204" pitchFamily="18" charset="0"/>
                        </a:rPr>
                        <m:t>5.04</m:t>
                      </m:r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i="1" dirty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i="1" dirty="0">
                                  <a:latin typeface="Cambria Math" panose="02040503050406030204" pitchFamily="18" charset="0"/>
                                </a:rPr>
                                <m:t>1.8</m:t>
                              </m:r>
                            </m:e>
                          </m:d>
                        </m:e>
                        <m:sup>
                          <m:r>
                            <a:rPr lang="en-IN" i="0" dirty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1D41C84-0BAC-8CC7-A3E7-7D68AA385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27256" y="3333575"/>
                <a:ext cx="264182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8AD4362-5770-6BE2-8FE4-AEE6152A8456}"/>
                  </a:ext>
                </a:extLst>
              </p:cNvPr>
              <p:cNvSpPr txBox="1"/>
              <p:nvPr/>
            </p:nvSpPr>
            <p:spPr>
              <a:xfrm>
                <a:off x="9127256" y="4087186"/>
                <a:ext cx="122297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1" dirty="0">
                          <a:latin typeface="Cambria Math" panose="02040503050406030204" pitchFamily="18" charset="0"/>
                        </a:rPr>
                        <m:t>=1.8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8AD4362-5770-6BE2-8FE4-AEE6152A84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27256" y="4087186"/>
                <a:ext cx="122297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A0FBF20D-BC3D-C213-1A05-5D5DB7459FE1}"/>
              </a:ext>
            </a:extLst>
          </p:cNvPr>
          <p:cNvCxnSpPr>
            <a:cxnSpLocks/>
          </p:cNvCxnSpPr>
          <p:nvPr/>
        </p:nvCxnSpPr>
        <p:spPr>
          <a:xfrm>
            <a:off x="7923360" y="2524915"/>
            <a:ext cx="0" cy="266376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6893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29" grpId="0"/>
      <p:bldP spid="31" grpId="0"/>
      <p:bldP spid="5" grpId="0"/>
      <p:bldP spid="6" grpId="0"/>
      <p:bldP spid="7" grpId="0"/>
      <p:bldP spid="8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166309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tabLst>
                    <a:tab pos="0" algn="l"/>
                    <a:tab pos="447675" algn="l"/>
                  </a:tabLst>
                </a:pPr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There are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3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red and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white balls in a box and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balls are taken at random from it. A person gets Rs.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20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each red ball and Rs.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10</m:t>
                    </m:r>
                  </m:oMath>
                </a14:m>
                <a:r>
                  <a:rPr lang="en-GB" dirty="0"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each white ball. Find his expected gain.</a:t>
                </a:r>
                <a:endParaRPr lang="en-IN" dirty="0">
                  <a:solidFill>
                    <a:schemeClr val="bg1"/>
                  </a:solidFill>
                  <a:effectLst/>
                  <a:latin typeface="+mj-lt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1663091"/>
              </a:xfrm>
              <a:prstGeom prst="rect">
                <a:avLst/>
              </a:prstGeom>
              <a:blipFill>
                <a:blip r:embed="rId2"/>
                <a:stretch>
                  <a:fillRect l="-1074" t="-733" r="-1074" b="-586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268756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9AB56B1-91F7-4EC3-A8DA-3E4826259CC3}"/>
              </a:ext>
            </a:extLst>
          </p:cNvPr>
          <p:cNvSpPr txBox="1"/>
          <p:nvPr/>
        </p:nvSpPr>
        <p:spPr>
          <a:xfrm>
            <a:off x="1576712" y="2687566"/>
            <a:ext cx="185346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Total balls: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C78593A-C600-46B7-B01F-94A7E33EAC11}"/>
                  </a:ext>
                </a:extLst>
              </p:cNvPr>
              <p:cNvSpPr txBox="1"/>
              <p:nvPr/>
            </p:nvSpPr>
            <p:spPr>
              <a:xfrm>
                <a:off x="3278415" y="2687566"/>
                <a:ext cx="975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red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1C78593A-C600-46B7-B01F-94A7E33EAC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8415" y="2687566"/>
                <a:ext cx="975988" cy="523220"/>
              </a:xfrm>
              <a:prstGeom prst="rect">
                <a:avLst/>
              </a:prstGeom>
              <a:blipFill>
                <a:blip r:embed="rId3"/>
                <a:stretch>
                  <a:fillRect t="-11628" r="-437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54EF61E-5A54-4832-ADD3-7C0776259514}"/>
                  </a:ext>
                </a:extLst>
              </p:cNvPr>
              <p:cNvSpPr txBox="1"/>
              <p:nvPr/>
            </p:nvSpPr>
            <p:spPr>
              <a:xfrm>
                <a:off x="4195297" y="2687566"/>
                <a:ext cx="5509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54EF61E-5A54-4832-ADD3-7C07762595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5297" y="2687566"/>
                <a:ext cx="55092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5FA8B8-230B-4474-85A0-475A8C70C327}"/>
                  </a:ext>
                </a:extLst>
              </p:cNvPr>
              <p:cNvSpPr txBox="1"/>
              <p:nvPr/>
            </p:nvSpPr>
            <p:spPr>
              <a:xfrm>
                <a:off x="4687111" y="2687566"/>
                <a:ext cx="124839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white</a:t>
                </a: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5FA8B8-230B-4474-85A0-475A8C70C3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7111" y="2687566"/>
                <a:ext cx="1248397" cy="523220"/>
              </a:xfrm>
              <a:prstGeom prst="rect">
                <a:avLst/>
              </a:prstGeom>
              <a:blipFill>
                <a:blip r:embed="rId5"/>
                <a:stretch>
                  <a:fillRect t="-11628" r="-5854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67F9813-FD35-4991-93B0-E4571962C0C9}"/>
                  </a:ext>
                </a:extLst>
              </p:cNvPr>
              <p:cNvSpPr txBox="1"/>
              <p:nvPr/>
            </p:nvSpPr>
            <p:spPr>
              <a:xfrm>
                <a:off x="5817295" y="2687566"/>
                <a:ext cx="5509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67F9813-FD35-4991-93B0-E4571962C0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7295" y="2687566"/>
                <a:ext cx="55092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292D230-C684-4FAF-A94C-63E33CFB5B4C}"/>
                  </a:ext>
                </a:extLst>
              </p:cNvPr>
              <p:cNvSpPr txBox="1"/>
              <p:nvPr/>
            </p:nvSpPr>
            <p:spPr>
              <a:xfrm>
                <a:off x="6277786" y="2687566"/>
                <a:ext cx="57376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292D230-C684-4FAF-A94C-63E33CFB5B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7786" y="2687566"/>
                <a:ext cx="57376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2D8613D-C637-4F2A-B162-E4E436BA9120}"/>
                  </a:ext>
                </a:extLst>
              </p:cNvPr>
              <p:cNvSpPr txBox="1"/>
              <p:nvPr/>
            </p:nvSpPr>
            <p:spPr>
              <a:xfrm>
                <a:off x="1576711" y="4641788"/>
                <a:ext cx="64158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represent the gain of the person in Rs.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2D8613D-C637-4F2A-B162-E4E436BA91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1" y="4641788"/>
                <a:ext cx="6415821" cy="523220"/>
              </a:xfrm>
              <a:prstGeom prst="rect">
                <a:avLst/>
              </a:prstGeom>
              <a:blipFill>
                <a:blip r:embed="rId8"/>
                <a:stretch>
                  <a:fillRect l="-1996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20BCA4F-D6BF-4AB5-95A6-167664FC252D}"/>
                  </a:ext>
                </a:extLst>
              </p:cNvPr>
              <p:cNvSpPr txBox="1"/>
              <p:nvPr/>
            </p:nvSpPr>
            <p:spPr>
              <a:xfrm>
                <a:off x="1576711" y="5341920"/>
                <a:ext cx="1036854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The possible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 depend on the combination of balls drawn.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20BCA4F-D6BF-4AB5-95A6-167664FC25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1" y="5341920"/>
                <a:ext cx="10368541" cy="523220"/>
              </a:xfrm>
              <a:prstGeom prst="rect">
                <a:avLst/>
              </a:prstGeom>
              <a:blipFill>
                <a:blip r:embed="rId9"/>
                <a:stretch>
                  <a:fillRect l="-1235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9C78E1-3CB5-4F91-BB82-CE7379B8332C}"/>
                  </a:ext>
                </a:extLst>
              </p:cNvPr>
              <p:cNvSpPr txBox="1"/>
              <p:nvPr/>
            </p:nvSpPr>
            <p:spPr>
              <a:xfrm>
                <a:off x="1576711" y="3314611"/>
                <a:ext cx="3642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Gain per red ball: Rs.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9C78E1-3CB5-4F91-BB82-CE7379B833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1" y="3314611"/>
                <a:ext cx="3642988" cy="523220"/>
              </a:xfrm>
              <a:prstGeom prst="rect">
                <a:avLst/>
              </a:prstGeom>
              <a:blipFill>
                <a:blip r:embed="rId10"/>
                <a:stretch>
                  <a:fillRect l="-3518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E748B9DE-AE05-4560-918D-622A490CA532}"/>
                  </a:ext>
                </a:extLst>
              </p:cNvPr>
              <p:cNvSpPr txBox="1"/>
              <p:nvPr/>
            </p:nvSpPr>
            <p:spPr>
              <a:xfrm>
                <a:off x="1576711" y="3941656"/>
                <a:ext cx="42405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  <a:latin typeface="+mj-lt"/>
                  </a:rPr>
                  <a:t>Gain per white ball: Rs. </a:t>
                </a:r>
                <a14:m>
                  <m:oMath xmlns:m="http://schemas.openxmlformats.org/officeDocument/2006/math"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E748B9DE-AE05-4560-918D-622A490CA5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76711" y="3941656"/>
                <a:ext cx="4240583" cy="523220"/>
              </a:xfrm>
              <a:prstGeom prst="rect">
                <a:avLst/>
              </a:prstGeom>
              <a:blipFill>
                <a:blip r:embed="rId11"/>
                <a:stretch>
                  <a:fillRect l="-3022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05AE86BF-9C37-4738-63C8-A159BB887FF6}"/>
              </a:ext>
            </a:extLst>
          </p:cNvPr>
          <p:cNvCxnSpPr>
            <a:cxnSpLocks/>
          </p:cNvCxnSpPr>
          <p:nvPr/>
        </p:nvCxnSpPr>
        <p:spPr>
          <a:xfrm>
            <a:off x="1635446" y="1428202"/>
            <a:ext cx="4457309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463731D-6D87-FB02-2F40-01C5A15BC3BA}"/>
              </a:ext>
            </a:extLst>
          </p:cNvPr>
          <p:cNvCxnSpPr>
            <a:cxnSpLocks/>
          </p:cNvCxnSpPr>
          <p:nvPr/>
        </p:nvCxnSpPr>
        <p:spPr>
          <a:xfrm>
            <a:off x="1201520" y="1976842"/>
            <a:ext cx="39600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3F4E21-6D97-918B-1E26-5A505854B3ED}"/>
              </a:ext>
            </a:extLst>
          </p:cNvPr>
          <p:cNvCxnSpPr>
            <a:cxnSpLocks/>
          </p:cNvCxnSpPr>
          <p:nvPr/>
        </p:nvCxnSpPr>
        <p:spPr>
          <a:xfrm>
            <a:off x="5817294" y="1976842"/>
            <a:ext cx="36000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8823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27" grpId="0"/>
      <p:bldP spid="29" grpId="0"/>
      <p:bldP spid="30" grpId="0"/>
      <p:bldP spid="31" grpId="0"/>
      <p:bldP spid="32" grpId="0"/>
      <p:bldP spid="46" grpId="0"/>
      <p:bldP spid="47" grpId="0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62587BB-74E3-41AA-998A-71DEF2582BBD}"/>
                  </a:ext>
                </a:extLst>
              </p:cNvPr>
              <p:cNvSpPr txBox="1"/>
              <p:nvPr/>
            </p:nvSpPr>
            <p:spPr>
              <a:xfrm>
                <a:off x="1263365" y="2149109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=40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62587BB-74E3-41AA-998A-71DEF2582B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3365" y="2149109"/>
                <a:ext cx="187808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1203F35-B21E-429F-A309-3EFE0AE21A4B}"/>
                  </a:ext>
                </a:extLst>
              </p:cNvPr>
              <p:cNvSpPr txBox="1"/>
              <p:nvPr/>
            </p:nvSpPr>
            <p:spPr>
              <a:xfrm>
                <a:off x="2894817" y="1868381"/>
                <a:ext cx="1409918" cy="10537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1203F35-B21E-429F-A309-3EFE0AE21A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4817" y="1868381"/>
                <a:ext cx="1409918" cy="105375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9614DBB-E7B9-4046-83C0-286C892727C5}"/>
                  </a:ext>
                </a:extLst>
              </p:cNvPr>
              <p:cNvSpPr txBox="1"/>
              <p:nvPr/>
            </p:nvSpPr>
            <p:spPr>
              <a:xfrm>
                <a:off x="4045931" y="1953251"/>
                <a:ext cx="122806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9614DBB-E7B9-4046-83C0-286C892727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5931" y="1953251"/>
                <a:ext cx="1228069" cy="89915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TextBox 48">
            <a:extLst>
              <a:ext uri="{FF2B5EF4-FFF2-40B4-BE49-F238E27FC236}">
                <a16:creationId xmlns:a16="http://schemas.microsoft.com/office/drawing/2014/main" id="{6D997A8A-DB1C-44B1-A675-581F96D0579F}"/>
              </a:ext>
            </a:extLst>
          </p:cNvPr>
          <p:cNvSpPr txBox="1"/>
          <p:nvPr/>
        </p:nvSpPr>
        <p:spPr>
          <a:xfrm>
            <a:off x="128573" y="866178"/>
            <a:ext cx="192807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Case 1: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591D-E0AC-4E5E-8BE8-7136A365E9C5}"/>
                  </a:ext>
                </a:extLst>
              </p:cNvPr>
              <p:cNvSpPr txBox="1"/>
              <p:nvPr/>
            </p:nvSpPr>
            <p:spPr>
              <a:xfrm>
                <a:off x="1263365" y="866178"/>
                <a:ext cx="30266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red balls drawn</a:t>
                </a: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591D-E0AC-4E5E-8BE8-7136A365E9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3365" y="866178"/>
                <a:ext cx="3026650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30717C3E-1236-4A34-8389-2CDC4A06DB9D}"/>
              </a:ext>
            </a:extLst>
          </p:cNvPr>
          <p:cNvSpPr txBox="1"/>
          <p:nvPr/>
        </p:nvSpPr>
        <p:spPr>
          <a:xfrm>
            <a:off x="1263365" y="1372471"/>
            <a:ext cx="9166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Gain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A3256E7-2944-4B8E-BF0B-98C78AC42C4E}"/>
                  </a:ext>
                </a:extLst>
              </p:cNvPr>
              <p:cNvSpPr txBox="1"/>
              <p:nvPr/>
            </p:nvSpPr>
            <p:spPr>
              <a:xfrm>
                <a:off x="2008421" y="1372471"/>
                <a:ext cx="916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A3256E7-2944-4B8E-BF0B-98C78AC42C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8421" y="1372471"/>
                <a:ext cx="91665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5F5E54E-5D91-4F66-99CA-E97BCC5C5D4E}"/>
                  </a:ext>
                </a:extLst>
              </p:cNvPr>
              <p:cNvSpPr txBox="1"/>
              <p:nvPr/>
            </p:nvSpPr>
            <p:spPr>
              <a:xfrm>
                <a:off x="1263365" y="4323917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=20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5F5E54E-5D91-4F66-99CA-E97BCC5C5D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3365" y="4323917"/>
                <a:ext cx="187808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28EBED5-01CD-4277-BED0-0D1ED3E82F27}"/>
                  </a:ext>
                </a:extLst>
              </p:cNvPr>
              <p:cNvSpPr txBox="1"/>
              <p:nvPr/>
            </p:nvSpPr>
            <p:spPr>
              <a:xfrm>
                <a:off x="2894817" y="4043189"/>
                <a:ext cx="1409918" cy="10537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28EBED5-01CD-4277-BED0-0D1ED3E82F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4817" y="4043189"/>
                <a:ext cx="1409918" cy="105375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9950B92-FB8D-48F9-A9AB-51266BDB34C9}"/>
                  </a:ext>
                </a:extLst>
              </p:cNvPr>
              <p:cNvSpPr txBox="1"/>
              <p:nvPr/>
            </p:nvSpPr>
            <p:spPr>
              <a:xfrm>
                <a:off x="4079717" y="4120485"/>
                <a:ext cx="122806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9950B92-FB8D-48F9-A9AB-51266BDB34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9717" y="4120485"/>
                <a:ext cx="1228069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6" name="TextBox 55">
            <a:extLst>
              <a:ext uri="{FF2B5EF4-FFF2-40B4-BE49-F238E27FC236}">
                <a16:creationId xmlns:a16="http://schemas.microsoft.com/office/drawing/2014/main" id="{490137A9-3002-4539-B915-484667A9D6A8}"/>
              </a:ext>
            </a:extLst>
          </p:cNvPr>
          <p:cNvSpPr txBox="1"/>
          <p:nvPr/>
        </p:nvSpPr>
        <p:spPr>
          <a:xfrm>
            <a:off x="128573" y="3040986"/>
            <a:ext cx="179261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Case 2: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B3F15E-8980-4816-92D6-004F7E864E46}"/>
                  </a:ext>
                </a:extLst>
              </p:cNvPr>
              <p:cNvSpPr txBox="1"/>
              <p:nvPr/>
            </p:nvSpPr>
            <p:spPr>
              <a:xfrm>
                <a:off x="1263364" y="3040986"/>
                <a:ext cx="39259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white balls drawn</a:t>
                </a: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B3F15E-8980-4816-92D6-004F7E864E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3364" y="3040986"/>
                <a:ext cx="3925953" cy="523220"/>
              </a:xfrm>
              <a:prstGeom prst="rect">
                <a:avLst/>
              </a:prstGeom>
              <a:blipFill>
                <a:blip r:embed="rId10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TextBox 57">
            <a:extLst>
              <a:ext uri="{FF2B5EF4-FFF2-40B4-BE49-F238E27FC236}">
                <a16:creationId xmlns:a16="http://schemas.microsoft.com/office/drawing/2014/main" id="{4A14A45D-7A35-4ADE-A370-4F25765C7604}"/>
              </a:ext>
            </a:extLst>
          </p:cNvPr>
          <p:cNvSpPr txBox="1"/>
          <p:nvPr/>
        </p:nvSpPr>
        <p:spPr>
          <a:xfrm>
            <a:off x="1263365" y="3547279"/>
            <a:ext cx="9166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Gain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A33D46C-B531-4C4D-96C6-FAB990D67ED6}"/>
                  </a:ext>
                </a:extLst>
              </p:cNvPr>
              <p:cNvSpPr txBox="1"/>
              <p:nvPr/>
            </p:nvSpPr>
            <p:spPr>
              <a:xfrm>
                <a:off x="1891766" y="3547279"/>
                <a:ext cx="11354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A33D46C-B531-4C4D-96C6-FAB990D67E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1766" y="3547279"/>
                <a:ext cx="113544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E1E79BF-F17F-47E8-84D4-5722F29A25F5}"/>
                  </a:ext>
                </a:extLst>
              </p:cNvPr>
              <p:cNvSpPr txBox="1"/>
              <p:nvPr/>
            </p:nvSpPr>
            <p:spPr>
              <a:xfrm>
                <a:off x="7303696" y="4339982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=30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E1E79BF-F17F-47E8-84D4-5722F29A25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3696" y="4339982"/>
                <a:ext cx="187808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2670E9F-32AC-45F0-8B11-FCCED29AD26F}"/>
                  </a:ext>
                </a:extLst>
              </p:cNvPr>
              <p:cNvSpPr txBox="1"/>
              <p:nvPr/>
            </p:nvSpPr>
            <p:spPr>
              <a:xfrm>
                <a:off x="8935148" y="4059254"/>
                <a:ext cx="2085796" cy="10537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×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sPre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Pre>
                            <m:sPre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PrePr>
                            <m: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sPre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2670E9F-32AC-45F0-8B11-FCCED29AD2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5148" y="4059254"/>
                <a:ext cx="2085796" cy="105375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F59262-B346-46BB-910E-05292FCCE1ED}"/>
                  </a:ext>
                </a:extLst>
              </p:cNvPr>
              <p:cNvSpPr txBox="1"/>
              <p:nvPr/>
            </p:nvSpPr>
            <p:spPr>
              <a:xfrm>
                <a:off x="8935148" y="5251617"/>
                <a:ext cx="1228069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F59262-B346-46BB-910E-05292FCCE1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5148" y="5251617"/>
                <a:ext cx="1228069" cy="91057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TextBox 62">
            <a:extLst>
              <a:ext uri="{FF2B5EF4-FFF2-40B4-BE49-F238E27FC236}">
                <a16:creationId xmlns:a16="http://schemas.microsoft.com/office/drawing/2014/main" id="{C5CC3962-5465-4769-8910-D3C188C55FAD}"/>
              </a:ext>
            </a:extLst>
          </p:cNvPr>
          <p:cNvSpPr txBox="1"/>
          <p:nvPr/>
        </p:nvSpPr>
        <p:spPr>
          <a:xfrm>
            <a:off x="6168904" y="3057051"/>
            <a:ext cx="15677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Case 3: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A7A3618-E44E-4799-9A81-58F198757FE7}"/>
                  </a:ext>
                </a:extLst>
              </p:cNvPr>
              <p:cNvSpPr txBox="1"/>
              <p:nvPr/>
            </p:nvSpPr>
            <p:spPr>
              <a:xfrm>
                <a:off x="7303695" y="3057051"/>
                <a:ext cx="48017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white and </a:t>
                </a:r>
                <a14:m>
                  <m:oMath xmlns:m="http://schemas.openxmlformats.org/officeDocument/2006/math">
                    <m:r>
                      <a:rPr lang="en-IN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red ball drawn</a:t>
                </a: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A7A3618-E44E-4799-9A81-58F198757F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3695" y="3057051"/>
                <a:ext cx="4801754" cy="523220"/>
              </a:xfrm>
              <a:prstGeom prst="rect">
                <a:avLst/>
              </a:prstGeom>
              <a:blipFill>
                <a:blip r:embed="rId1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TextBox 64">
            <a:extLst>
              <a:ext uri="{FF2B5EF4-FFF2-40B4-BE49-F238E27FC236}">
                <a16:creationId xmlns:a16="http://schemas.microsoft.com/office/drawing/2014/main" id="{2BE75BD8-F43D-4ABA-9988-5480E618679A}"/>
              </a:ext>
            </a:extLst>
          </p:cNvPr>
          <p:cNvSpPr txBox="1"/>
          <p:nvPr/>
        </p:nvSpPr>
        <p:spPr>
          <a:xfrm>
            <a:off x="7303696" y="3563344"/>
            <a:ext cx="9166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Gain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068175D-27D0-490A-828B-30655E2C25D9}"/>
                  </a:ext>
                </a:extLst>
              </p:cNvPr>
              <p:cNvSpPr txBox="1"/>
              <p:nvPr/>
            </p:nvSpPr>
            <p:spPr>
              <a:xfrm>
                <a:off x="7921743" y="3563344"/>
                <a:ext cx="117163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068175D-27D0-490A-828B-30655E2C25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21743" y="3563344"/>
                <a:ext cx="117163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9C07A516-FB5D-476E-88C0-D4830CDDBC8F}"/>
              </a:ext>
            </a:extLst>
          </p:cNvPr>
          <p:cNvCxnSpPr>
            <a:cxnSpLocks/>
          </p:cNvCxnSpPr>
          <p:nvPr/>
        </p:nvCxnSpPr>
        <p:spPr>
          <a:xfrm>
            <a:off x="5804215" y="3126180"/>
            <a:ext cx="0" cy="3324824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Picture 2">
            <a:extLst>
              <a:ext uri="{FF2B5EF4-FFF2-40B4-BE49-F238E27FC236}">
                <a16:creationId xmlns:a16="http://schemas.microsoft.com/office/drawing/2014/main" id="{08C7D55A-D84B-CB4C-AAA5-FE75D1732932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579360" y="890317"/>
            <a:ext cx="4500880" cy="167724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954398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62587BB-74E3-41AA-998A-71DEF2582BBD}"/>
                  </a:ext>
                </a:extLst>
              </p:cNvPr>
              <p:cNvSpPr txBox="1"/>
              <p:nvPr/>
            </p:nvSpPr>
            <p:spPr>
              <a:xfrm>
                <a:off x="5931206" y="959708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=40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62587BB-74E3-41AA-998A-71DEF2582B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206" y="959708"/>
                <a:ext cx="187808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9614DBB-E7B9-4046-83C0-286C892727C5}"/>
                  </a:ext>
                </a:extLst>
              </p:cNvPr>
              <p:cNvSpPr txBox="1"/>
              <p:nvPr/>
            </p:nvSpPr>
            <p:spPr>
              <a:xfrm>
                <a:off x="7497047" y="743165"/>
                <a:ext cx="122806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9614DBB-E7B9-4046-83C0-286C892727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7047" y="743165"/>
                <a:ext cx="1228069" cy="89915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5F5E54E-5D91-4F66-99CA-E97BCC5C5D4E}"/>
                  </a:ext>
                </a:extLst>
              </p:cNvPr>
              <p:cNvSpPr txBox="1"/>
              <p:nvPr/>
            </p:nvSpPr>
            <p:spPr>
              <a:xfrm>
                <a:off x="175042" y="959709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=20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5F5E54E-5D91-4F66-99CA-E97BCC5C5D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042" y="959709"/>
                <a:ext cx="187808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9950B92-FB8D-48F9-A9AB-51266BDB34C9}"/>
                  </a:ext>
                </a:extLst>
              </p:cNvPr>
              <p:cNvSpPr txBox="1"/>
              <p:nvPr/>
            </p:nvSpPr>
            <p:spPr>
              <a:xfrm>
                <a:off x="1759933" y="733640"/>
                <a:ext cx="1228069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9950B92-FB8D-48F9-A9AB-51266BDB34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33" y="733640"/>
                <a:ext cx="1228069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E1E79BF-F17F-47E8-84D4-5722F29A25F5}"/>
                  </a:ext>
                </a:extLst>
              </p:cNvPr>
              <p:cNvSpPr txBox="1"/>
              <p:nvPr/>
            </p:nvSpPr>
            <p:spPr>
              <a:xfrm>
                <a:off x="3137296" y="965415"/>
                <a:ext cx="18780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=30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E1E79BF-F17F-47E8-84D4-5722F29A25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296" y="965415"/>
                <a:ext cx="187808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F59262-B346-46BB-910E-05292FCCE1ED}"/>
                  </a:ext>
                </a:extLst>
              </p:cNvPr>
              <p:cNvSpPr txBox="1"/>
              <p:nvPr/>
            </p:nvSpPr>
            <p:spPr>
              <a:xfrm>
                <a:off x="4750346" y="743165"/>
                <a:ext cx="1228069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21F59262-B346-46BB-910E-05292FCCE1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0346" y="743165"/>
                <a:ext cx="1228069" cy="91057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TextBox 38">
            <a:extLst>
              <a:ext uri="{FF2B5EF4-FFF2-40B4-BE49-F238E27FC236}">
                <a16:creationId xmlns:a16="http://schemas.microsoft.com/office/drawing/2014/main" id="{BB613594-B41C-4B49-9BC3-80D086293308}"/>
              </a:ext>
            </a:extLst>
          </p:cNvPr>
          <p:cNvSpPr txBox="1"/>
          <p:nvPr/>
        </p:nvSpPr>
        <p:spPr>
          <a:xfrm>
            <a:off x="175042" y="2383928"/>
            <a:ext cx="27432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The expected gain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929EA63-0746-4896-AFC5-02D87EFFCE2E}"/>
                  </a:ext>
                </a:extLst>
              </p:cNvPr>
              <p:cNvSpPr txBox="1"/>
              <p:nvPr/>
            </p:nvSpPr>
            <p:spPr>
              <a:xfrm>
                <a:off x="174632" y="3255320"/>
                <a:ext cx="102216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929EA63-0746-4896-AFC5-02D87EFFCE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4632" y="3255320"/>
                <a:ext cx="102216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70BD401-4F32-456C-B015-752FD42EFC40}"/>
                  </a:ext>
                </a:extLst>
              </p:cNvPr>
              <p:cNvSpPr txBox="1"/>
              <p:nvPr/>
            </p:nvSpPr>
            <p:spPr>
              <a:xfrm>
                <a:off x="3265812" y="2876926"/>
                <a:ext cx="8118467" cy="11041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​20⋅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30⋅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5 </m:t>
                          </m:r>
                        </m:den>
                      </m:f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40⋅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70BD401-4F32-456C-B015-752FD42EFC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5812" y="2876926"/>
                <a:ext cx="8118467" cy="110414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6818BE6-6998-4F6F-A7FD-ED479F74B973}"/>
                  </a:ext>
                </a:extLst>
              </p:cNvPr>
              <p:cNvSpPr txBox="1"/>
              <p:nvPr/>
            </p:nvSpPr>
            <p:spPr>
              <a:xfrm>
                <a:off x="3265813" y="4295858"/>
                <a:ext cx="24773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18</m:t>
                      </m:r>
                      <m:r>
                        <a:rPr lang="en-IN" dirty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b="0" i="0" dirty="0" smtClean="0"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6818BE6-6998-4F6F-A7FD-ED479F74B9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5813" y="4295858"/>
                <a:ext cx="247735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0953212F-E7B8-4155-8ADC-EBE0B44BBA18}"/>
                  </a:ext>
                </a:extLst>
              </p:cNvPr>
              <p:cNvSpPr txBox="1"/>
              <p:nvPr/>
            </p:nvSpPr>
            <p:spPr>
              <a:xfrm>
                <a:off x="978313" y="3017454"/>
                <a:ext cx="2762520" cy="11378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  <m:brk m:alnAt="7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 ∈ </m:t>
                          </m:r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0953212F-E7B8-4155-8ADC-EBE0B44BBA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8313" y="3017454"/>
                <a:ext cx="2762520" cy="1137876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A73E695-9020-4772-BB61-C9396CFBBCE3}"/>
                  </a:ext>
                </a:extLst>
              </p:cNvPr>
              <p:cNvSpPr txBox="1"/>
              <p:nvPr/>
            </p:nvSpPr>
            <p:spPr>
              <a:xfrm>
                <a:off x="3203781" y="5134310"/>
                <a:ext cx="10741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i="1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A73E695-9020-4772-BB61-C9396CFBBC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3781" y="5134310"/>
                <a:ext cx="107410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TextBox 44">
            <a:extLst>
              <a:ext uri="{FF2B5EF4-FFF2-40B4-BE49-F238E27FC236}">
                <a16:creationId xmlns:a16="http://schemas.microsoft.com/office/drawing/2014/main" id="{1D785616-6A31-433E-848B-57FC527B9037}"/>
              </a:ext>
            </a:extLst>
          </p:cNvPr>
          <p:cNvSpPr txBox="1"/>
          <p:nvPr/>
        </p:nvSpPr>
        <p:spPr>
          <a:xfrm>
            <a:off x="175042" y="1834363"/>
            <a:ext cx="10217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1DB22DEA-3569-434D-ACDC-930C8A420544}"/>
                  </a:ext>
                </a:extLst>
              </p:cNvPr>
              <p:cNvSpPr txBox="1"/>
              <p:nvPr/>
            </p:nvSpPr>
            <p:spPr>
              <a:xfrm>
                <a:off x="174632" y="5831938"/>
                <a:ext cx="69576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 algn="just"/>
                <a:r>
                  <a:rPr lang="en-GB" i="0" dirty="0">
                    <a:latin typeface="+mj-lt"/>
                  </a:rPr>
                  <a:t>The expected gain of the person is Rs. </a:t>
                </a:r>
                <a14:m>
                  <m:oMath xmlns:m="http://schemas.openxmlformats.org/officeDocument/2006/math">
                    <m:r>
                      <a:rPr lang="en-GB" i="0" dirty="0" smtClean="0"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lang="en-GB" i="0" dirty="0">
                    <a:latin typeface="+mj-lt"/>
                  </a:rPr>
                  <a:t>.</a:t>
                </a: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1DB22DEA-3569-434D-ACDC-930C8A4205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4632" y="5831938"/>
                <a:ext cx="6957688" cy="523220"/>
              </a:xfrm>
              <a:prstGeom prst="rect">
                <a:avLst/>
              </a:prstGeom>
              <a:blipFill>
                <a:blip r:embed="rId13"/>
                <a:stretch>
                  <a:fillRect l="-1840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96082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44" grpId="0"/>
      <p:bldP spid="45" grpId="0"/>
      <p:bldP spid="48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9"/>
                <a:ext cx="11929645" cy="21731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spcBef>
                    <a:spcPts val="1200"/>
                  </a:spcBef>
                </a:pPr>
                <a:endParaRPr lang="en-GB" dirty="0">
                  <a:latin typeface="+mj-lt"/>
                </a:endParaRPr>
              </a:p>
              <a:p>
                <a:pPr>
                  <a:lnSpc>
                    <a:spcPct val="100000"/>
                  </a:lnSpc>
                  <a:spcBef>
                    <a:spcPts val="600"/>
                  </a:spcBef>
                </a:pPr>
                <a:r>
                  <a:rPr lang="en-GB" dirty="0">
                    <a:latin typeface="+mj-lt"/>
                  </a:rPr>
                  <a:t>A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>
                    <a:latin typeface="+mj-lt"/>
                  </a:rPr>
                  <a:t> has P.D.F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173100"/>
              </a:xfrm>
              <a:prstGeom prst="rect">
                <a:avLst/>
              </a:prstGeom>
              <a:blipFill>
                <a:blip r:embed="rId2"/>
                <a:stretch>
                  <a:fillRect l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6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19296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/>
              <p:nvPr/>
            </p:nvSpPr>
            <p:spPr>
              <a:xfrm>
                <a:off x="1603640" y="3120643"/>
                <a:ext cx="2582196" cy="6141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FDCC6CF-51F9-42EA-9779-CC332507EB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3640" y="3120643"/>
                <a:ext cx="2582196" cy="6141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/>
              <p:nvPr/>
            </p:nvSpPr>
            <p:spPr>
              <a:xfrm>
                <a:off x="2454682" y="4033311"/>
                <a:ext cx="259162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06AFBD4-358A-49D7-853B-D90AA92C2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4682" y="4033311"/>
                <a:ext cx="2591620" cy="135165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/>
              <p:nvPr/>
            </p:nvSpPr>
            <p:spPr>
              <a:xfrm>
                <a:off x="4418648" y="864488"/>
                <a:ext cx="5317124" cy="16878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GB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GB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GB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lang="en-GB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3+2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GB" sz="2800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18 </m:t>
                                  </m:r>
                                </m:den>
                              </m:f>
                              <m: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;  2≤</m:t>
                              </m:r>
                              <m:r>
                                <m:rPr>
                                  <m:sty m:val="p"/>
                                </m:rP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≤4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GB" sz="2800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0     ;</m:t>
                              </m:r>
                              <m:r>
                                <m:rPr>
                                  <m:nor/>
                                </m:rPr>
                                <a:rPr lang="en-IN" sz="2800" b="0" i="0" smtClean="0">
                                  <a:solidFill>
                                    <a:schemeClr val="bg1"/>
                                  </a:solidFill>
                                  <a:latin typeface="+mj-lt"/>
                                </a:rPr>
                                <m:t>  </m:t>
                              </m:r>
                              <m:r>
                                <m:rPr>
                                  <m:nor/>
                                </m:rPr>
                                <a:rPr lang="en-GB" sz="2800" i="0">
                                  <a:solidFill>
                                    <a:schemeClr val="bg1"/>
                                  </a:solidFill>
                                  <a:latin typeface="+mj-lt"/>
                                </a:rPr>
                                <m:t>otherwise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BF89230A-5B17-4A2F-AEBB-A96980CB2D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8648" y="864488"/>
                <a:ext cx="5317124" cy="168783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BAE94F7C-87B8-403A-BB33-51D39022409C}"/>
              </a:ext>
            </a:extLst>
          </p:cNvPr>
          <p:cNvSpPr txBox="1"/>
          <p:nvPr/>
        </p:nvSpPr>
        <p:spPr>
          <a:xfrm>
            <a:off x="131176" y="2526878"/>
            <a:ext cx="800671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Find the standard deviation of the distribution.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1EA84CD-7B89-477B-B6E7-411A94BCCF91}"/>
                  </a:ext>
                </a:extLst>
              </p:cNvPr>
              <p:cNvSpPr txBox="1"/>
              <p:nvPr/>
            </p:nvSpPr>
            <p:spPr>
              <a:xfrm>
                <a:off x="4134532" y="3239110"/>
                <a:ext cx="4003357" cy="5786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1EA84CD-7B89-477B-B6E7-411A94BCCF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4532" y="3239110"/>
                <a:ext cx="4003357" cy="5786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1603641" y="4437790"/>
                <a:ext cx="9218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3641" y="4437790"/>
                <a:ext cx="92184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83C57D7-B4FA-4F23-892A-7063629B7599}"/>
                  </a:ext>
                </a:extLst>
              </p:cNvPr>
              <p:cNvSpPr txBox="1"/>
              <p:nvPr/>
            </p:nvSpPr>
            <p:spPr>
              <a:xfrm>
                <a:off x="5046302" y="4033311"/>
                <a:ext cx="3430041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3+2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18</m:t>
                                  </m:r>
                                </m:den>
                              </m:f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83C57D7-B4FA-4F23-892A-7063629B75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6302" y="4033311"/>
                <a:ext cx="3430041" cy="138634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D63477E-1BBC-463A-9F11-13D9785D3F15}"/>
                  </a:ext>
                </a:extLst>
              </p:cNvPr>
              <p:cNvSpPr txBox="1"/>
              <p:nvPr/>
            </p:nvSpPr>
            <p:spPr>
              <a:xfrm>
                <a:off x="8137889" y="4024152"/>
                <a:ext cx="3686218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D63477E-1BBC-463A-9F11-13D9785D3F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7889" y="4024152"/>
                <a:ext cx="3686218" cy="138634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50761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5" grpId="0"/>
      <p:bldP spid="22" grpId="0"/>
      <p:bldP spid="23" grpId="0"/>
      <p:bldP spid="29" grpId="0"/>
      <p:bldP spid="30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1317891" y="1135227"/>
                <a:ext cx="9218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7891" y="1135227"/>
                <a:ext cx="92184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D63477E-1BBC-463A-9F11-13D9785D3F15}"/>
                  </a:ext>
                </a:extLst>
              </p:cNvPr>
              <p:cNvSpPr txBox="1"/>
              <p:nvPr/>
            </p:nvSpPr>
            <p:spPr>
              <a:xfrm>
                <a:off x="2124032" y="684216"/>
                <a:ext cx="3686218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D63477E-1BBC-463A-9F11-13D9785D3F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684216"/>
                <a:ext cx="3686218" cy="13863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AFEC660-3F2D-4DDD-9162-F892870687C9}"/>
                  </a:ext>
                </a:extLst>
              </p:cNvPr>
              <p:cNvSpPr txBox="1"/>
              <p:nvPr/>
            </p:nvSpPr>
            <p:spPr>
              <a:xfrm>
                <a:off x="5713904" y="768978"/>
                <a:ext cx="3597318" cy="12438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sSup>
                                    <m:sSupPr>
                                      <m:ctrlP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AFEC660-3F2D-4DDD-9162-F89287068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3904" y="768978"/>
                <a:ext cx="3597318" cy="124380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0EE04BF-541D-4F8C-A6AC-034F25F41A79}"/>
                  </a:ext>
                </a:extLst>
              </p:cNvPr>
              <p:cNvSpPr txBox="1"/>
              <p:nvPr/>
            </p:nvSpPr>
            <p:spPr>
              <a:xfrm>
                <a:off x="2124032" y="2173815"/>
                <a:ext cx="6137318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3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2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  <m:r>
                            <m:rPr>
                              <m:nor/>
                            </m:rPr>
                            <a:rPr lang="en-IN" sz="2800" dirty="0">
                              <a:solidFill>
                                <a:schemeClr val="bg1"/>
                              </a:solidFill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 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0EE04BF-541D-4F8C-A6AC-034F25F41A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2173815"/>
                <a:ext cx="6137318" cy="10691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1662CB8-EA3A-4930-B7C6-6DF55DBC393B}"/>
                  </a:ext>
                </a:extLst>
              </p:cNvPr>
              <p:cNvSpPr txBox="1"/>
              <p:nvPr/>
            </p:nvSpPr>
            <p:spPr>
              <a:xfrm>
                <a:off x="2124032" y="3346211"/>
                <a:ext cx="4714916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3</m:t>
                                  </m:r>
                                  <m:d>
                                    <m:dPr>
                                      <m:ctrlP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12</m:t>
                                      </m:r>
                                    </m:e>
                                  </m:d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</m:t>
                                  </m:r>
                                  <m:d>
                                    <m:dPr>
                                      <m:ctrlP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56</m:t>
                                      </m:r>
                                    </m:e>
                                  </m:d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1662CB8-EA3A-4930-B7C6-6DF55DBC39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3346211"/>
                <a:ext cx="4714916" cy="106913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8FA4C88-336D-4E35-8188-B4BE8920EF5F}"/>
                  </a:ext>
                </a:extLst>
              </p:cNvPr>
              <p:cNvSpPr txBox="1"/>
              <p:nvPr/>
            </p:nvSpPr>
            <p:spPr>
              <a:xfrm>
                <a:off x="2124032" y="4518607"/>
                <a:ext cx="3686218" cy="10691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12</m:t>
                                  </m:r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8FA4C88-336D-4E35-8188-B4BE8920EF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4518607"/>
                <a:ext cx="3686218" cy="106913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/>
              <p:nvPr/>
            </p:nvSpPr>
            <p:spPr>
              <a:xfrm>
                <a:off x="2124032" y="5691002"/>
                <a:ext cx="1181100" cy="9002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83​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032" y="5691002"/>
                <a:ext cx="1181100" cy="90024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729D950-85F1-4677-B56B-0B3446159DCA}"/>
                  </a:ext>
                </a:extLst>
              </p:cNvPr>
              <p:cNvSpPr txBox="1"/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4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729D950-85F1-4677-B56B-0B3446159D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3E6D46F-C825-424C-A260-9BE463134591}"/>
                  </a:ext>
                </a:extLst>
              </p:cNvPr>
              <p:cNvSpPr txBox="1"/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3E6D46F-C825-424C-A260-9BE4631345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blipFill>
                <a:blip r:embed="rId11"/>
                <a:stretch>
                  <a:fillRect l="-45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41AA4A9-47E4-4F4D-8951-4DBD6C30F7F0}"/>
                  </a:ext>
                </a:extLst>
              </p:cNvPr>
              <p:cNvSpPr txBox="1"/>
              <p:nvPr/>
            </p:nvSpPr>
            <p:spPr>
              <a:xfrm>
                <a:off x="3414600" y="2227463"/>
                <a:ext cx="200043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sup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41AA4A9-47E4-4F4D-8951-4DBD6C30F7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4600" y="2227463"/>
                <a:ext cx="2000430" cy="95410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A925D88-A38F-4695-A486-4F828C7E251B}"/>
                  </a:ext>
                </a:extLst>
              </p:cNvPr>
              <p:cNvSpPr txBox="1"/>
              <p:nvPr/>
            </p:nvSpPr>
            <p:spPr>
              <a:xfrm>
                <a:off x="5318652" y="2226052"/>
                <a:ext cx="2504159" cy="9569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sup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sup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</m:e>
                          </m:d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A925D88-A38F-4695-A486-4F828C7E25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8652" y="2226052"/>
                <a:ext cx="2504159" cy="95692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434497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20" grpId="0"/>
      <p:bldP spid="21" grpId="0"/>
      <p:bldP spid="25" grpId="0"/>
      <p:bldP spid="15" grpId="0"/>
      <p:bldP spid="16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10515491" y="932036"/>
                <a:ext cx="92184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5491" y="932036"/>
                <a:ext cx="921846" cy="461665"/>
              </a:xfrm>
              <a:prstGeom prst="rect">
                <a:avLst/>
              </a:prstGeom>
              <a:blipFill>
                <a:blip r:embed="rId2"/>
                <a:stretch>
                  <a:fillRect l="-198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AFEC660-3F2D-4DDD-9162-F892870687C9}"/>
                  </a:ext>
                </a:extLst>
              </p:cNvPr>
              <p:cNvSpPr txBox="1"/>
              <p:nvPr/>
            </p:nvSpPr>
            <p:spPr>
              <a:xfrm>
                <a:off x="2132235" y="3675712"/>
                <a:ext cx="3766820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nary>
                        <m:naryPr>
                          <m:limLoc m:val="undOvr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sSup>
                                <m:sSup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AFEC660-3F2D-4DDD-9162-F892870687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2235" y="3675712"/>
                <a:ext cx="3766820" cy="13863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/>
              <p:nvPr/>
            </p:nvSpPr>
            <p:spPr>
              <a:xfrm>
                <a:off x="11184472" y="743523"/>
                <a:ext cx="1181100" cy="7848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83​</m:t>
                          </m:r>
                        </m:num>
                        <m:den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  <m:r>
                            <a:rPr lang="en-IN" sz="24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84472" y="743523"/>
                <a:ext cx="1181100" cy="78489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8FAA074-841E-4727-86AB-5EB67B1BBD65}"/>
                  </a:ext>
                </a:extLst>
              </p:cNvPr>
              <p:cNvSpPr txBox="1"/>
              <p:nvPr/>
            </p:nvSpPr>
            <p:spPr>
              <a:xfrm>
                <a:off x="2132235" y="721755"/>
                <a:ext cx="2802299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8FAA074-841E-4727-86AB-5EB67B1BBD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2235" y="721755"/>
                <a:ext cx="2802299" cy="135165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/>
              <p:nvPr/>
            </p:nvSpPr>
            <p:spPr>
              <a:xfrm>
                <a:off x="1184800" y="1135971"/>
                <a:ext cx="10554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4800" y="1135971"/>
                <a:ext cx="105548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2311BC1-9E95-4DE9-9AE0-AE94F2BD5F31}"/>
                  </a:ext>
                </a:extLst>
              </p:cNvPr>
              <p:cNvSpPr txBox="1"/>
              <p:nvPr/>
            </p:nvSpPr>
            <p:spPr>
              <a:xfrm>
                <a:off x="2132235" y="2181388"/>
                <a:ext cx="3430041" cy="13863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  <m:e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d>
                            <m:d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3+2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18</m:t>
                                  </m:r>
                                </m:den>
                              </m:f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2311BC1-9E95-4DE9-9AE0-AE94F2BD5F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2235" y="2181388"/>
                <a:ext cx="3430041" cy="138634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BE6D940-131D-4C7D-AD06-33E21EE3E03B}"/>
                  </a:ext>
                </a:extLst>
              </p:cNvPr>
              <p:cNvSpPr txBox="1"/>
              <p:nvPr/>
            </p:nvSpPr>
            <p:spPr>
              <a:xfrm>
                <a:off x="2132235" y="5247002"/>
                <a:ext cx="3597318" cy="12438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sSup>
                                    <m:sSupPr>
                                      <m:ctrlPr>
                                        <a:rPr lang="en-IN" sz="2800" b="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p>
                                  </m:sSup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BE6D940-131D-4C7D-AD06-33E21EE3E0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2235" y="5247002"/>
                <a:ext cx="3597318" cy="124380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3B327F-A5AB-4ECB-B8D2-1BDF9661FC2E}"/>
                  </a:ext>
                </a:extLst>
              </p:cNvPr>
              <p:cNvSpPr txBox="1"/>
              <p:nvPr/>
            </p:nvSpPr>
            <p:spPr>
              <a:xfrm>
                <a:off x="5729553" y="5247002"/>
                <a:ext cx="3597318" cy="12438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3B327F-A5AB-4ECB-B8D2-1BDF9661FC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29553" y="5247002"/>
                <a:ext cx="3597318" cy="124380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2F130F6-D3CF-445D-BB85-FFFA6D86FB7D}"/>
                  </a:ext>
                </a:extLst>
              </p:cNvPr>
              <p:cNvSpPr txBox="1"/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4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2F130F6-D3CF-445D-BB85-FFFA6D86FB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7AB987D-8AD7-485C-95C9-85843AA49CDD}"/>
                  </a:ext>
                </a:extLst>
              </p:cNvPr>
              <p:cNvSpPr txBox="1"/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B7AB987D-8AD7-485C-95C9-85843AA49C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blipFill>
                <a:blip r:embed="rId10"/>
                <a:stretch>
                  <a:fillRect l="-45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55742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1" grpId="0"/>
      <p:bldP spid="12" grpId="0"/>
      <p:bldP spid="15" grpId="0"/>
      <p:bldP spid="16" grpId="0"/>
      <p:bldP spid="17" grpId="0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10515491" y="932036"/>
                <a:ext cx="92184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5491" y="932036"/>
                <a:ext cx="921846" cy="461665"/>
              </a:xfrm>
              <a:prstGeom prst="rect">
                <a:avLst/>
              </a:prstGeom>
              <a:blipFill>
                <a:blip r:embed="rId2"/>
                <a:stretch>
                  <a:fillRect l="-198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/>
              <p:nvPr/>
            </p:nvSpPr>
            <p:spPr>
              <a:xfrm>
                <a:off x="11184472" y="743523"/>
                <a:ext cx="1181100" cy="7848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83​</m:t>
                          </m:r>
                        </m:num>
                        <m:den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  <m:r>
                            <a:rPr lang="en-IN" sz="24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84472" y="743523"/>
                <a:ext cx="1181100" cy="78489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/>
              <p:nvPr/>
            </p:nvSpPr>
            <p:spPr>
              <a:xfrm>
                <a:off x="1184800" y="1135971"/>
                <a:ext cx="10554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4800" y="1135971"/>
                <a:ext cx="10554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3B327F-A5AB-4ECB-B8D2-1BDF9661FC2E}"/>
                  </a:ext>
                </a:extLst>
              </p:cNvPr>
              <p:cNvSpPr txBox="1"/>
              <p:nvPr/>
            </p:nvSpPr>
            <p:spPr>
              <a:xfrm>
                <a:off x="2193195" y="752750"/>
                <a:ext cx="3274155" cy="12438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b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513B327F-A5AB-4ECB-B8D2-1BDF9661FC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3195" y="752750"/>
                <a:ext cx="3274155" cy="124380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0EA61A2-0C72-4FD8-9CF1-B904669FE9D1}"/>
                  </a:ext>
                </a:extLst>
              </p:cNvPr>
              <p:cNvSpPr txBox="1"/>
              <p:nvPr/>
            </p:nvSpPr>
            <p:spPr>
              <a:xfrm>
                <a:off x="2240280" y="2154837"/>
                <a:ext cx="5608320" cy="12098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ctrlP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e>
                                    <m:sup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p>
                                    <m:sSup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sup>
                                      <m: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p>
                                  </m:sSup>
                                </m:e>
                              </m:d>
                              <m:r>
                                <a:rPr lang="en-IN" sz="2800" dirty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d>
                                    <m:dPr>
                                      <m:ctrlPr>
                                        <a:rPr lang="en-IN" sz="2800" i="1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p>
                                        <m:sSupPr>
                                          <m:ctrlPr>
                                            <a:rPr lang="en-IN" sz="2800" i="1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IN" sz="2800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4</m:t>
                                          </m:r>
                                        </m:e>
                                        <m:sup>
                                          <m:r>
                                            <a:rPr lang="en-IN" sz="2800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4</m:t>
                                          </m:r>
                                        </m:sup>
                                      </m:sSup>
                                      <m:r>
                                        <a:rPr lang="en-IN" sz="2800" dirty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p>
                                        <m:sSupPr>
                                          <m:ctrlPr>
                                            <a:rPr lang="en-IN" sz="2800" i="1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IN" sz="2800" i="1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e>
                                        <m:sup>
                                          <m:r>
                                            <a:rPr lang="en-IN" sz="2800" i="1" dirty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4</m:t>
                                          </m:r>
                                        </m:sup>
                                      </m:sSup>
                                    </m:e>
                                  </m:d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den>
                              </m:f>
                            </m:e>
                          </m:d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0EA61A2-0C72-4FD8-9CF1-B904669FE9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0280" y="2154837"/>
                <a:ext cx="5608320" cy="120988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6B49832-E226-4D38-9AF2-4899CD3A18C0}"/>
                  </a:ext>
                </a:extLst>
              </p:cNvPr>
              <p:cNvSpPr txBox="1"/>
              <p:nvPr/>
            </p:nvSpPr>
            <p:spPr>
              <a:xfrm>
                <a:off x="3511037" y="2530795"/>
                <a:ext cx="16705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sup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6B49832-E226-4D38-9AF2-4899CD3A18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1037" y="2530795"/>
                <a:ext cx="167056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DD3A571-E5EF-47EB-8900-2AD3A8D975B0}"/>
                  </a:ext>
                </a:extLst>
              </p:cNvPr>
              <p:cNvSpPr txBox="1"/>
              <p:nvPr/>
            </p:nvSpPr>
            <p:spPr>
              <a:xfrm>
                <a:off x="2240280" y="3523005"/>
                <a:ext cx="3703320" cy="9133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18 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56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f>
                            <m:f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240 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DD3A571-E5EF-47EB-8900-2AD3A8D975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0280" y="3523005"/>
                <a:ext cx="3703320" cy="91332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23586F-FFBC-4811-AC67-AEB3EA1597BD}"/>
                  </a:ext>
                </a:extLst>
              </p:cNvPr>
              <p:cNvSpPr txBox="1"/>
              <p:nvPr/>
            </p:nvSpPr>
            <p:spPr>
              <a:xfrm>
                <a:off x="2240280" y="4748634"/>
                <a:ext cx="119277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88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23586F-FFBC-4811-AC67-AEB3EA1597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0280" y="4748634"/>
                <a:ext cx="1192775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8BA55F-DE9B-4EFA-AD1F-44E6A4C86B0E}"/>
                  </a:ext>
                </a:extLst>
              </p:cNvPr>
              <p:cNvSpPr txBox="1"/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4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4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8BA55F-DE9B-4EFA-AD1F-44E6A4C86B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5793" y="5549451"/>
                <a:ext cx="2582196" cy="53957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63B61C-EEDD-4DAA-AE7E-C4A723D8E0A8}"/>
                  </a:ext>
                </a:extLst>
              </p:cNvPr>
              <p:cNvSpPr txBox="1"/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4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63B61C-EEDD-4DAA-AE7E-C4A723D8E0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471" y="6089022"/>
                <a:ext cx="4003357" cy="461665"/>
              </a:xfrm>
              <a:prstGeom prst="rect">
                <a:avLst/>
              </a:prstGeom>
              <a:blipFill>
                <a:blip r:embed="rId10"/>
                <a:stretch>
                  <a:fillRect l="-45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ECEA9DC-2748-42D2-A868-752B66EE6637}"/>
                  </a:ext>
                </a:extLst>
              </p:cNvPr>
              <p:cNvSpPr txBox="1"/>
              <p:nvPr/>
            </p:nvSpPr>
            <p:spPr>
              <a:xfrm>
                <a:off x="5105400" y="2260762"/>
                <a:ext cx="215646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sup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p>
                                <m:sSup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sup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sup>
                              </m:sSup>
                            </m:e>
                          </m:d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ECEA9DC-2748-42D2-A868-752B66EE66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05400" y="2260762"/>
                <a:ext cx="2156460" cy="95231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23397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8" grpId="0"/>
      <p:bldP spid="9" grpId="0"/>
      <p:bldP spid="10" grpId="0"/>
      <p:bldP spid="15" grpId="0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6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/>
              <p:nvPr/>
            </p:nvSpPr>
            <p:spPr>
              <a:xfrm>
                <a:off x="3887123" y="1019120"/>
                <a:ext cx="9218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165774-7CC6-4FBB-845A-8B8C5E9EC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7123" y="1019120"/>
                <a:ext cx="92184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/>
              <p:nvPr/>
            </p:nvSpPr>
            <p:spPr>
              <a:xfrm>
                <a:off x="4693453" y="783771"/>
                <a:ext cx="1181100" cy="9002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83​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35AF093-76DE-458E-ADDE-8D2B3EC6EE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93453" y="783771"/>
                <a:ext cx="1181100" cy="90024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/>
              <p:nvPr/>
            </p:nvSpPr>
            <p:spPr>
              <a:xfrm>
                <a:off x="1489600" y="1019120"/>
                <a:ext cx="10554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35B6FC6-FE02-49D9-88E4-4FE3F8C3A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9600" y="1019120"/>
                <a:ext cx="10554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23586F-FFBC-4811-AC67-AEB3EA1597BD}"/>
                  </a:ext>
                </a:extLst>
              </p:cNvPr>
              <p:cNvSpPr txBox="1"/>
              <p:nvPr/>
            </p:nvSpPr>
            <p:spPr>
              <a:xfrm>
                <a:off x="2495139" y="782232"/>
                <a:ext cx="119277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88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23586F-FFBC-4811-AC67-AEB3EA1597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5139" y="782232"/>
                <a:ext cx="1192775" cy="9017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E45AC67-1815-48F7-9C38-44C6327E4986}"/>
                  </a:ext>
                </a:extLst>
              </p:cNvPr>
              <p:cNvSpPr txBox="1"/>
              <p:nvPr/>
            </p:nvSpPr>
            <p:spPr>
              <a:xfrm>
                <a:off x="6002582" y="1901014"/>
                <a:ext cx="2582196" cy="6141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d>
                        <m:dPr>
                          <m:ctrlPr>
                            <a:rPr lang="el-GR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E45AC67-1815-48F7-9C38-44C6327E49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02582" y="1901014"/>
                <a:ext cx="2582196" cy="61414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B0DB908-EF77-4681-BEE3-72ECA12A9EA2}"/>
                  </a:ext>
                </a:extLst>
              </p:cNvPr>
              <p:cNvSpPr txBox="1"/>
              <p:nvPr/>
            </p:nvSpPr>
            <p:spPr>
              <a:xfrm>
                <a:off x="1489600" y="1991936"/>
                <a:ext cx="40033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E</m:t>
                              </m:r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B0DB908-EF77-4681-BEE3-72ECA12A9E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9600" y="1991936"/>
                <a:ext cx="40033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539243-63B9-4579-9A62-0F1C457929D5}"/>
                  </a:ext>
                </a:extLst>
              </p:cNvPr>
              <p:cNvSpPr txBox="1"/>
              <p:nvPr/>
            </p:nvSpPr>
            <p:spPr>
              <a:xfrm>
                <a:off x="2295931" y="2787846"/>
                <a:ext cx="2914221" cy="113627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88 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9 </m:t>
                          </m:r>
                        </m:den>
                      </m:f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83​</m:t>
                                  </m:r>
                                </m:num>
                                <m:den>
                                  <m: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27 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539243-63B9-4579-9A62-0F1C457929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5931" y="2787846"/>
                <a:ext cx="2914221" cy="11362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5C4E9FE-FBED-45AA-8D7D-DED4553FFB25}"/>
                  </a:ext>
                </a:extLst>
              </p:cNvPr>
              <p:cNvSpPr txBox="1"/>
              <p:nvPr/>
            </p:nvSpPr>
            <p:spPr>
              <a:xfrm>
                <a:off x="2295931" y="4298319"/>
                <a:ext cx="143010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239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729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5C4E9FE-FBED-45AA-8D7D-DED4553FFB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5931" y="4298319"/>
                <a:ext cx="1430101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DDEA5FA-CFF9-4697-94F3-841E68D7D545}"/>
                  </a:ext>
                </a:extLst>
              </p:cNvPr>
              <p:cNvSpPr txBox="1"/>
              <p:nvPr/>
            </p:nvSpPr>
            <p:spPr>
              <a:xfrm>
                <a:off x="2295931" y="5577270"/>
                <a:ext cx="17535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.3278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DDEA5FA-CFF9-4697-94F3-841E68D7D5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5931" y="5577270"/>
                <a:ext cx="175355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31EA6AD-92C5-42A1-897C-9CEEFD38A1C6}"/>
                  </a:ext>
                </a:extLst>
              </p:cNvPr>
              <p:cNvSpPr txBox="1"/>
              <p:nvPr/>
            </p:nvSpPr>
            <p:spPr>
              <a:xfrm>
                <a:off x="6791945" y="2814858"/>
                <a:ext cx="2582196" cy="57394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0.3278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31EA6AD-92C5-42A1-897C-9CEEFD38A1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1945" y="2814858"/>
                <a:ext cx="2582196" cy="57394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53A2949-2ECC-448B-BF4A-7481EFFB68DF}"/>
                  </a:ext>
                </a:extLst>
              </p:cNvPr>
              <p:cNvSpPr txBox="1"/>
              <p:nvPr/>
            </p:nvSpPr>
            <p:spPr>
              <a:xfrm>
                <a:off x="6791945" y="3688500"/>
                <a:ext cx="258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53A2949-2ECC-448B-BF4A-7481EFFB6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1945" y="3688500"/>
                <a:ext cx="2582196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5EA40F0D-686D-45A3-8C03-B67F098AA49E}"/>
              </a:ext>
            </a:extLst>
          </p:cNvPr>
          <p:cNvCxnSpPr>
            <a:cxnSpLocks/>
          </p:cNvCxnSpPr>
          <p:nvPr/>
        </p:nvCxnSpPr>
        <p:spPr>
          <a:xfrm>
            <a:off x="5606370" y="1991936"/>
            <a:ext cx="0" cy="399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98275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9" grpId="0"/>
      <p:bldP spid="20" grpId="0"/>
      <p:bldP spid="2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6</a:t>
            </a:r>
            <a:br>
              <a:rPr lang="en-IN" dirty="0"/>
            </a:br>
            <a:r>
              <a:rPr lang="en-GB" dirty="0"/>
              <a:t>Cumulative Distribution Function</a:t>
            </a:r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519E3D0-8028-4C02-9FE0-4E21C1CE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994456085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70E0401-8899-8202-6C9D-420D3D8CEA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do we even need a CDF?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8B280F4F-218E-E1D0-C85C-E213823C4960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5831839"/>
              </a:xfrm>
            </p:spPr>
            <p:txBody>
              <a:bodyPr/>
              <a:lstStyle/>
              <a:p>
                <a:r>
                  <a:rPr lang="en-US" dirty="0"/>
                  <a:t>Probability started with simple questions like:</a:t>
                </a:r>
              </a:p>
              <a:p>
                <a:pPr lvl="1"/>
                <a:r>
                  <a:rPr lang="en-US" dirty="0"/>
                  <a:t>What is the probability of getting exactly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US" dirty="0"/>
                  <a:t> heads?</a:t>
                </a:r>
              </a:p>
              <a:p>
                <a:pPr lvl="1"/>
                <a:r>
                  <a:rPr lang="en-US" dirty="0"/>
                  <a:t>What is the probability that height is exactly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lang="en-US" dirty="0"/>
                  <a:t> cm?</a:t>
                </a:r>
              </a:p>
              <a:p>
                <a:r>
                  <a:rPr lang="en-US" dirty="0"/>
                  <a:t>But real-life questions are usually cumulative:</a:t>
                </a:r>
              </a:p>
              <a:p>
                <a:pPr lvl="1"/>
                <a:r>
                  <a:rPr lang="en-US" dirty="0"/>
                  <a:t>What is the probability that age is less than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lang="en-US" dirty="0"/>
                  <a:t>?</a:t>
                </a:r>
              </a:p>
              <a:p>
                <a:pPr lvl="1"/>
                <a:r>
                  <a:rPr lang="en-US" dirty="0"/>
                  <a:t>What is the probability that life of a bulb is at most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lang="en-US" dirty="0"/>
                  <a:t> hours?</a:t>
                </a:r>
              </a:p>
              <a:p>
                <a:pPr lvl="1"/>
                <a:r>
                  <a:rPr lang="en-US" dirty="0"/>
                  <a:t>What is the probability that marks do not exceed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lang="en-US" dirty="0"/>
                  <a:t>? </a:t>
                </a:r>
              </a:p>
              <a:p>
                <a:r>
                  <a:rPr lang="en-US" dirty="0"/>
                  <a:t>These questions are not about a single value, but about everything up to a value. That is why we need the Cumulative Distribution Function (CDF).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8B280F4F-218E-E1D0-C85C-E213823C496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5831839"/>
              </a:xfrm>
              <a:blipFill>
                <a:blip r:embed="rId2"/>
                <a:stretch>
                  <a:fillRect l="-971" r="-1074" b="-136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34223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07A554-C67A-D251-DB37-0DB44710CC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BE1A054-AEED-4869-1F4A-C664DC1304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Cumulative Distribution Function(CDF)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F7CBE3B-7FAE-79CE-00F6-F2D96B853DF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4368799"/>
              </a:xfrm>
            </p:spPr>
            <p:txBody>
              <a:bodyPr/>
              <a:lstStyle/>
              <a:p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be a random variable. The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F</m:t>
                    </m:r>
                  </m:oMath>
                </a14:m>
                <a:r>
                  <a:rPr lang="en-IN" dirty="0"/>
                  <a:t> defined for all real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dirty="0"/>
                  <a:t> by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pPr marL="263525" indent="0">
                  <a:buNone/>
                </a:pPr>
                <a:r>
                  <a:rPr lang="en-IN" dirty="0"/>
                  <a:t>is called Distribution Function or Cumulative Distribution Function(CDF) of the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b="0" dirty="0"/>
              </a:p>
              <a:p>
                <a:r>
                  <a:rPr lang="en-IN" dirty="0"/>
                  <a:t>Example:</a:t>
                </a:r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≤3</m:t>
                        </m:r>
                      </m:e>
                    </m:d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endParaRPr lang="en-IN" b="0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a:rPr lang="en-IN" b="0" i="1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b="0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FF7CBE3B-7FAE-79CE-00F6-F2D96B853DF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436879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39A94793-6804-FB09-D196-CAED79D4B8FA}"/>
                  </a:ext>
                </a:extLst>
              </p:cNvPr>
              <p:cNvSpPr txBox="1"/>
              <p:nvPr/>
            </p:nvSpPr>
            <p:spPr>
              <a:xfrm>
                <a:off x="2604725" y="4484668"/>
                <a:ext cx="271911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≤3</m:t>
                          </m:r>
                        </m:e>
                      </m:d>
                    </m:oMath>
                  </m:oMathPara>
                </a14:m>
                <a:endParaRPr kumimoji="0" lang="en-IN" sz="180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39A94793-6804-FB09-D196-CAED79D4B8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4725" y="4484668"/>
                <a:ext cx="271911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C8EC59E-95F9-4B8C-F76E-FFC1287E281B}"/>
                  </a:ext>
                </a:extLst>
              </p:cNvPr>
              <p:cNvSpPr txBox="1"/>
              <p:nvPr/>
            </p:nvSpPr>
            <p:spPr>
              <a:xfrm>
                <a:off x="4686660" y="4484668"/>
                <a:ext cx="271911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e>
                      </m:d>
                    </m:oMath>
                  </m:oMathPara>
                </a14:m>
                <a:endParaRPr kumimoji="0" lang="en-IN" sz="180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C8EC59E-95F9-4B8C-F76E-FFC1287E28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6660" y="4484668"/>
                <a:ext cx="271911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7F3236D0-C057-C6A4-C7AC-2960AD38449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81" y="5207000"/>
                <a:ext cx="11929640" cy="116839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/>
                  <a:t>For any real number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, the CDF tells us the total probability accumulated up to and including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7F3236D0-C057-C6A4-C7AC-2960AD3844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1" y="5207000"/>
                <a:ext cx="11929640" cy="1168399"/>
              </a:xfrm>
              <a:prstGeom prst="rect">
                <a:avLst/>
              </a:prstGeom>
              <a:blipFill>
                <a:blip r:embed="rId5"/>
                <a:stretch>
                  <a:fillRect l="-971" r="-1074" b="-989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56274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7" grpId="0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Cumulative Distribution Function for Discrete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2"/>
                <a:ext cx="11929641" cy="5953758"/>
              </a:xfrm>
            </p:spPr>
            <p:txBody>
              <a:bodyPr/>
              <a:lstStyle/>
              <a:p>
                <a:r>
                  <a:rPr lang="en-IN" b="1" dirty="0"/>
                  <a:t>Discrete Distribution Function</a:t>
                </a:r>
              </a:p>
              <a:p>
                <a:pPr lvl="1"/>
                <a:r>
                  <a:rPr lang="en-GB" dirty="0"/>
                  <a:t>The distribution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GB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GB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GB" dirty="0">
                    <a:solidFill>
                      <a:srgbClr val="002060"/>
                    </a:solidFill>
                  </a:rPr>
                  <a:t> </a:t>
                </a:r>
                <a:r>
                  <a:rPr lang="en-GB" dirty="0"/>
                  <a:t>of the discrete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defined by </a:t>
                </a:r>
              </a:p>
              <a:p>
                <a:pPr marL="628650" lvl="1" indent="0">
                  <a:lnSpc>
                    <a:spcPct val="10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𝐅</m:t>
                      </m:r>
                      <m:d>
                        <m:dPr>
                          <m:ctrlPr>
                            <a:rPr lang="en-GB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GB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  <m:r>
                        <a:rPr lang="en-GB" b="1" i="0" dirty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GB" b="1" i="1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  <m:r>
                            <a:rPr lang="en-GB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sup>
                        <m:e>
                          <m:r>
                            <a:rPr lang="en-IN" b="1" i="0" dirty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𝐩</m:t>
                          </m:r>
                          <m:d>
                            <m:dPr>
                              <m:ctrlPr>
                                <a:rPr lang="en-GB" b="1" i="1" dirty="0" smtClean="0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GB" b="1" i="1" dirty="0" err="1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IN" b="1" i="0" dirty="0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𝐱</m:t>
                                  </m:r>
                                </m:e>
                                <m:sub>
                                  <m:r>
                                    <a:rPr lang="en-IN" b="1" i="0" dirty="0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𝐢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IN" b="1" dirty="0"/>
              </a:p>
              <a:p>
                <a:pPr marL="622300" indent="0">
                  <a:lnSpc>
                    <a:spcPct val="100000"/>
                  </a:lnSpc>
                  <a:buNone/>
                </a:pPr>
                <a:r>
                  <a:rPr lang="en-GB" dirty="0"/>
                  <a:t>where,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be a discrete random variable which takes the values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…</m:t>
                    </m:r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GB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dirty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GB" dirty="0"/>
                  <a:t>.</a:t>
                </a:r>
              </a:p>
              <a:p>
                <a:pPr marL="622300" indent="0" algn="ctr">
                  <a:lnSpc>
                    <a:spcPct val="100000"/>
                  </a:lnSpc>
                  <a:buNone/>
                </a:pPr>
                <a:r>
                  <a:rPr lang="en-GB" dirty="0"/>
                  <a:t>such that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i="0" dirty="0" smtClean="0">
                        <a:latin typeface="Cambria Math" panose="02040503050406030204" pitchFamily="18" charset="0"/>
                      </a:rPr>
                      <m:t>&lt;⋯</m:t>
                    </m:r>
                  </m:oMath>
                </a14:m>
                <a:r>
                  <a:rPr lang="en-GB" dirty="0"/>
                  <a:t> </a:t>
                </a:r>
                <a14:m>
                  <m:oMath xmlns:m="http://schemas.openxmlformats.org/officeDocument/2006/math">
                    <m:r>
                      <a:rPr lang="en-GB" dirty="0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en-GB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b="0" i="0" dirty="0" smtClean="0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GB" dirty="0"/>
                  <a:t> with probabilities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  <m:r>
                      <a:rPr lang="en-GB" i="0" dirty="0" smtClean="0">
                        <a:latin typeface="Cambria Math" panose="02040503050406030204" pitchFamily="18" charset="0"/>
                      </a:rPr>
                      <m:t>,  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  <m:r>
                      <a:rPr lang="en-GB" i="0" dirty="0" smtClean="0">
                        <a:latin typeface="Cambria Math" panose="02040503050406030204" pitchFamily="18" charset="0"/>
                      </a:rPr>
                      <m:t>,  </m:t>
                    </m:r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GB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GB" i="0" dirty="0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e>
                    </m:d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GB" i="0" dirty="0" smtClean="0">
                        <a:latin typeface="Cambria Math" panose="02040503050406030204" pitchFamily="18" charset="0"/>
                      </a:rPr>
                      <m:t>…</m:t>
                    </m:r>
                    <m:r>
                      <a:rPr lang="en-US" b="0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US" b="0" i="0" dirty="0" smtClean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b="0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GB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GB" dirty="0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dirty="0"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e>
                    </m:d>
                  </m:oMath>
                </a14:m>
                <a:r>
                  <a:rPr lang="en-GB" dirty="0"/>
                  <a:t> </a:t>
                </a:r>
              </a:p>
              <a:p>
                <a:pPr marL="622300" indent="0" algn="ctr">
                  <a:lnSpc>
                    <a:spcPct val="100000"/>
                  </a:lnSpc>
                  <a:buNone/>
                </a:pPr>
                <a:r>
                  <a:rPr lang="en-GB" dirty="0"/>
                  <a:t>&amp;</a:t>
                </a:r>
              </a:p>
              <a:p>
                <a:pPr marL="622300" indent="0">
                  <a:lnSpc>
                    <a:spcPct val="112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GB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GB" i="0" dirty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GB" i="0" dirty="0" smtClean="0"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d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≥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for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all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values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of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i="0" dirty="0" smtClean="0"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GB" i="0" dirty="0" smtClean="0">
                          <a:latin typeface="+mj-lt"/>
                        </a:rPr>
                        <m:t>and</m:t>
                      </m:r>
                      <m:r>
                        <a:rPr lang="en-GB" i="0" dirty="0" smtClean="0">
                          <a:latin typeface="Cambria Math" panose="02040503050406030204" pitchFamily="18" charset="0"/>
                        </a:rPr>
                        <m:t> </m:t>
                      </m:r>
                      <m:nary>
                        <m:naryPr>
                          <m:chr m:val="∑"/>
                          <m:ctrlPr>
                            <a:rPr lang="en-GB" i="1" dirty="0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GB" i="0" dirty="0" smtClean="0">
                              <a:latin typeface="Cambria Math" panose="02040503050406030204" pitchFamily="18" charset="0"/>
                            </a:rPr>
                            <m:t>p</m:t>
                          </m:r>
                          <m:d>
                            <m:dPr>
                              <m:ctrlPr>
                                <a:rPr lang="en-GB" i="1" dirty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GB" i="1" dirty="0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GB" i="0" dirty="0" smtClean="0"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GB" i="0" dirty="0" smtClean="0"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d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GB" i="0" dirty="0" smtClean="0"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nary>
                    </m:oMath>
                  </m:oMathPara>
                </a14:m>
                <a:endParaRPr lang="en-GB" dirty="0"/>
              </a:p>
              <a:p>
                <a:pPr marL="622300" indent="0">
                  <a:lnSpc>
                    <a:spcPct val="100000"/>
                  </a:lnSpc>
                  <a:buNone/>
                </a:pPr>
                <a:r>
                  <a:rPr lang="en-GB" dirty="0"/>
                  <a:t>where,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GB" dirty="0"/>
                  <a:t> is any integer.</a:t>
                </a:r>
              </a:p>
              <a:p>
                <a:pPr marL="622300" indent="0"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2"/>
                <a:ext cx="11929641" cy="5953758"/>
              </a:xfrm>
              <a:blipFill>
                <a:blip r:embed="rId2"/>
                <a:stretch>
                  <a:fillRect l="-971" b="-3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2220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Cumulative Distribution Function for Discrete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2640"/>
                <a:ext cx="11929641" cy="5651369"/>
              </a:xfrm>
            </p:spPr>
            <p:txBody>
              <a:bodyPr/>
              <a:lstStyle/>
              <a:p>
                <a:r>
                  <a:rPr lang="en-IN" b="1" dirty="0"/>
                  <a:t>Discrete Distribution Function</a:t>
                </a:r>
              </a:p>
              <a:p>
                <a:pPr lvl="1"/>
                <a:r>
                  <a:rPr lang="en-US" dirty="0"/>
                  <a:t>The set of pairs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 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F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</m:d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i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=1, 2 ,…</m:t>
                    </m:r>
                  </m:oMath>
                </a14:m>
                <a:r>
                  <a:rPr lang="en-US" dirty="0"/>
                  <a:t> is known as the cumulative probability distribution.</a:t>
                </a: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2640"/>
                <a:ext cx="11929641" cy="5651369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5" name="Table 2">
            <a:extLst>
              <a:ext uri="{FF2B5EF4-FFF2-40B4-BE49-F238E27FC236}">
                <a16:creationId xmlns:a16="http://schemas.microsoft.com/office/drawing/2014/main" id="{6D37302F-E57B-46C8-BCA8-59A5C952C31E}"/>
              </a:ext>
            </a:extLst>
          </p:cNvPr>
          <p:cNvGraphicFramePr>
            <a:graphicFrameLocks noGrp="1"/>
          </p:cNvGraphicFramePr>
          <p:nvPr/>
        </p:nvGraphicFramePr>
        <p:xfrm>
          <a:off x="878841" y="2823861"/>
          <a:ext cx="10193402" cy="1210278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147600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688303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2461067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3668032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83004793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baseline="300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baseline="300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C39AA80-7E19-4894-93DA-20E386175E83}"/>
                  </a:ext>
                </a:extLst>
              </p:cNvPr>
              <p:cNvSpPr txBox="1"/>
              <p:nvPr/>
            </p:nvSpPr>
            <p:spPr>
              <a:xfrm>
                <a:off x="1179163" y="2841465"/>
                <a:ext cx="85663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𝐗</m:t>
                      </m:r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C39AA80-7E19-4894-93DA-20E386175E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9163" y="2841465"/>
                <a:ext cx="85663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7D6E60-C35C-4223-8AFF-C6A230E75D18}"/>
                  </a:ext>
                </a:extLst>
              </p:cNvPr>
              <p:cNvSpPr txBox="1"/>
              <p:nvPr/>
            </p:nvSpPr>
            <p:spPr>
              <a:xfrm>
                <a:off x="1179163" y="3478828"/>
                <a:ext cx="856638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𝐅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1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7D6E60-C35C-4223-8AFF-C6A230E75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9163" y="3478828"/>
                <a:ext cx="856638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F4E2151-D9A7-48DF-B694-294C0921D865}"/>
                  </a:ext>
                </a:extLst>
              </p:cNvPr>
              <p:cNvSpPr txBox="1"/>
              <p:nvPr/>
            </p:nvSpPr>
            <p:spPr>
              <a:xfrm>
                <a:off x="2869740" y="284146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𝐱</m:t>
                          </m:r>
                        </m:e>
                        <m:sub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F4E2151-D9A7-48DF-B694-294C0921D8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9740" y="2841465"/>
                <a:ext cx="6536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0B40002-3903-45FA-8B8F-C8B0D3665B38}"/>
                  </a:ext>
                </a:extLst>
              </p:cNvPr>
              <p:cNvSpPr txBox="1"/>
              <p:nvPr/>
            </p:nvSpPr>
            <p:spPr>
              <a:xfrm>
                <a:off x="4974221" y="284146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𝐱</m:t>
                          </m:r>
                        </m:e>
                        <m:sub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0B40002-3903-45FA-8B8F-C8B0D3665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4221" y="2841465"/>
                <a:ext cx="65361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DB92B05-1D4A-40DC-8AB7-82C2144B1BD8}"/>
                  </a:ext>
                </a:extLst>
              </p:cNvPr>
              <p:cNvSpPr txBox="1"/>
              <p:nvPr/>
            </p:nvSpPr>
            <p:spPr>
              <a:xfrm>
                <a:off x="8169640" y="2852244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𝐱</m:t>
                          </m:r>
                        </m:e>
                        <m:sub>
                          <m:r>
                            <a:rPr kumimoji="0" lang="en-IN" sz="2800" b="1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DB92B05-1D4A-40DC-8AB7-82C2144B1B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69640" y="2852244"/>
                <a:ext cx="6536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DE8FFAD-175C-4744-BAE4-B48B6F687AEC}"/>
                  </a:ext>
                </a:extLst>
              </p:cNvPr>
              <p:cNvSpPr txBox="1"/>
              <p:nvPr/>
            </p:nvSpPr>
            <p:spPr>
              <a:xfrm>
                <a:off x="2523445" y="347882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DE8FFAD-175C-4744-BAE4-B48B6F687A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3445" y="3478828"/>
                <a:ext cx="133514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9A9C16-8F95-4D00-B60C-9118BC8F76BD}"/>
                  </a:ext>
                </a:extLst>
              </p:cNvPr>
              <p:cNvSpPr txBox="1"/>
              <p:nvPr/>
            </p:nvSpPr>
            <p:spPr>
              <a:xfrm>
                <a:off x="4105529" y="3478828"/>
                <a:ext cx="9985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9A9C16-8F95-4D00-B60C-9118BC8F76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5529" y="3478828"/>
                <a:ext cx="99852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21B253A-F550-42BF-B9A5-70E88346161B}"/>
                  </a:ext>
                </a:extLst>
              </p:cNvPr>
              <p:cNvSpPr txBox="1"/>
              <p:nvPr/>
            </p:nvSpPr>
            <p:spPr>
              <a:xfrm>
                <a:off x="5032517" y="34896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21B253A-F550-42BF-B9A5-70E8834616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2517" y="3489607"/>
                <a:ext cx="133514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55A39B3-2654-4030-9BF3-065C5F462C6F}"/>
                  </a:ext>
                </a:extLst>
              </p:cNvPr>
              <p:cNvSpPr txBox="1"/>
              <p:nvPr/>
            </p:nvSpPr>
            <p:spPr>
              <a:xfrm>
                <a:off x="10265929" y="2891372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…</m:t>
                      </m:r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55A39B3-2654-4030-9BF3-065C5F462C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65929" y="2891372"/>
                <a:ext cx="6536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F7924A4-B28E-4941-BD5B-438210E5C97F}"/>
                  </a:ext>
                </a:extLst>
              </p:cNvPr>
              <p:cNvSpPr txBox="1"/>
              <p:nvPr/>
            </p:nvSpPr>
            <p:spPr>
              <a:xfrm>
                <a:off x="6539952" y="3478828"/>
                <a:ext cx="99852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𝟏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F7924A4-B28E-4941-BD5B-438210E5C9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9952" y="3478828"/>
                <a:ext cx="99852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772F230-2110-43EE-A393-B9CC187BE4EF}"/>
                  </a:ext>
                </a:extLst>
              </p:cNvPr>
              <p:cNvSpPr txBox="1"/>
              <p:nvPr/>
            </p:nvSpPr>
            <p:spPr>
              <a:xfrm>
                <a:off x="7488109" y="34896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𝟐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772F230-2110-43EE-A393-B9CC187BE4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88109" y="3489607"/>
                <a:ext cx="133514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A5D5A7D8-4D8F-49A7-942E-0C6AF15950C5}"/>
                  </a:ext>
                </a:extLst>
              </p:cNvPr>
              <p:cNvSpPr txBox="1"/>
              <p:nvPr/>
            </p:nvSpPr>
            <p:spPr>
              <a:xfrm>
                <a:off x="8784808" y="3489607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𝐩</m:t>
                      </m:r>
                      <m:d>
                        <m:dPr>
                          <m:ctrlPr>
                            <a:rPr kumimoji="0" lang="en-IN" sz="2800" b="1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kumimoji="0" lang="en-IN" sz="2800" b="1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𝐱</m:t>
                              </m:r>
                            </m:e>
                            <m:sub>
                              <m:r>
                                <a:rPr kumimoji="0" lang="en-IN" sz="2800" b="1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𝟑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A5D5A7D8-4D8F-49A7-942E-0C6AF15950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4808" y="3489607"/>
                <a:ext cx="133514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B55F120-5656-44F4-9D56-595AE61DE66D}"/>
                  </a:ext>
                </a:extLst>
              </p:cNvPr>
              <p:cNvSpPr txBox="1"/>
              <p:nvPr/>
            </p:nvSpPr>
            <p:spPr>
              <a:xfrm>
                <a:off x="10265929" y="3490713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kumimoji="0" lang="en-IN" sz="2800" b="1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…</m:t>
                      </m:r>
                    </m:oMath>
                  </m:oMathPara>
                </a14:m>
                <a:endPara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B55F120-5656-44F4-9D56-595AE61DE6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65929" y="3490713"/>
                <a:ext cx="65361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38076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2" grpId="0"/>
      <p:bldP spid="14" grpId="0"/>
      <p:bldP spid="15" grpId="0"/>
      <p:bldP spid="16" grpId="0"/>
      <p:bldP spid="18" grpId="0"/>
      <p:bldP spid="19" grpId="0"/>
      <p:bldP spid="20" grpId="0"/>
      <p:bldP spid="21" grpId="0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F6404A-0F9C-BF5B-97EB-8121DC14B5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AB390BB-ADBB-8DBE-D2D1-65DBE5FA1E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249718D1-AAF9-8AB4-603D-84FC978324D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07396"/>
                <a:ext cx="11929641" cy="5646613"/>
              </a:xfrm>
            </p:spPr>
            <p:txBody>
              <a:bodyPr/>
              <a:lstStyle/>
              <a:p>
                <a:pPr>
                  <a:tabLst>
                    <a:tab pos="1614488" algn="l"/>
                  </a:tabLst>
                </a:pPr>
                <a:r>
                  <a:rPr lang="en-US" b="1" dirty="0"/>
                  <a:t>Example:</a:t>
                </a:r>
                <a:r>
                  <a:rPr lang="en-US" dirty="0"/>
                  <a:t>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be the random variable representing the number of heads in two  tosses of a fair coin. Find the distribution function.</a:t>
                </a:r>
              </a:p>
              <a:p>
                <a:pPr>
                  <a:tabLst>
                    <a:tab pos="1614488" algn="l"/>
                  </a:tabLst>
                </a:pPr>
                <a:r>
                  <a:rPr lang="en-IN" b="1" dirty="0"/>
                  <a:t>Solution:</a:t>
                </a:r>
                <a:r>
                  <a:rPr lang="en-IN" dirty="0"/>
                  <a:t> Sample Space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HH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HT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TH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TT</m:t>
                        </m:r>
                      </m:e>
                    </m:d>
                  </m:oMath>
                </a14:m>
                <a:endParaRPr lang="en-IN" dirty="0"/>
              </a:p>
              <a:p>
                <a:pPr lvl="1">
                  <a:tabLst>
                    <a:tab pos="1614488" algn="l"/>
                  </a:tabLst>
                </a:pPr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dirty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dirty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number of heads in two tosses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249718D1-AAF9-8AB4-603D-84FC978324D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07396"/>
                <a:ext cx="11929641" cy="5646613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E6E4032-DFF9-3574-CF69-4EE64DB7B90F}"/>
                  </a:ext>
                </a:extLst>
              </p:cNvPr>
              <p:cNvSpPr txBox="1"/>
              <p:nvPr/>
            </p:nvSpPr>
            <p:spPr>
              <a:xfrm>
                <a:off x="788670" y="3554917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E6E4032-DFF9-3574-CF69-4EE64DB7B9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3554917"/>
                <a:ext cx="166497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5ED48F2-530C-88AF-6279-E10AFDFD5D10}"/>
                  </a:ext>
                </a:extLst>
              </p:cNvPr>
              <p:cNvSpPr txBox="1"/>
              <p:nvPr/>
            </p:nvSpPr>
            <p:spPr>
              <a:xfrm>
                <a:off x="2273618" y="3554917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5ED48F2-530C-88AF-6279-E10AFDFD5D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3554917"/>
                <a:ext cx="255778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643DC57-3FE3-6339-6C0F-BFF7313C869C}"/>
                  </a:ext>
                </a:extLst>
              </p:cNvPr>
              <p:cNvSpPr txBox="1"/>
              <p:nvPr/>
            </p:nvSpPr>
            <p:spPr>
              <a:xfrm>
                <a:off x="4419600" y="3334513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643DC57-3FE3-6339-6C0F-BFF7313C8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9600" y="3334513"/>
                <a:ext cx="1036320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E364DBB-E069-AAF7-5448-4D049380DCD9}"/>
                  </a:ext>
                </a:extLst>
              </p:cNvPr>
              <p:cNvSpPr txBox="1"/>
              <p:nvPr/>
            </p:nvSpPr>
            <p:spPr>
              <a:xfrm>
                <a:off x="5280822" y="3554917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E364DBB-E069-AAF7-5448-4D049380DC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0822" y="3554917"/>
                <a:ext cx="1280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DAAE1F74-D7FD-256E-A71E-B774E27014DA}"/>
                  </a:ext>
                </a:extLst>
              </p:cNvPr>
              <p:cNvSpPr txBox="1"/>
              <p:nvPr/>
            </p:nvSpPr>
            <p:spPr>
              <a:xfrm>
                <a:off x="788670" y="4598500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=1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DC58197-67D6-4586-9C94-F7C96A9F2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4598500"/>
                <a:ext cx="166497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B5BE28C-2F78-4EC0-86E5-3FACDBF42D79}"/>
                  </a:ext>
                </a:extLst>
              </p:cNvPr>
              <p:cNvSpPr txBox="1"/>
              <p:nvPr/>
            </p:nvSpPr>
            <p:spPr>
              <a:xfrm>
                <a:off x="2273618" y="4598500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one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F0B33CB-0D83-4CB9-A73D-1D37992DB6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4598500"/>
                <a:ext cx="255778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E0DA88F7-E724-9CDD-63C0-AAE720B78F6D}"/>
                  </a:ext>
                </a:extLst>
              </p:cNvPr>
              <p:cNvSpPr txBox="1"/>
              <p:nvPr/>
            </p:nvSpPr>
            <p:spPr>
              <a:xfrm>
                <a:off x="4577371" y="4410531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195EAE17-21FB-4829-A61C-5336BCA031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371" y="4410531"/>
                <a:ext cx="1036320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B3FCABF-DC96-3466-4F16-5A1991489A47}"/>
                  </a:ext>
                </a:extLst>
              </p:cNvPr>
              <p:cNvSpPr txBox="1"/>
              <p:nvPr/>
            </p:nvSpPr>
            <p:spPr>
              <a:xfrm>
                <a:off x="5455920" y="4413001"/>
                <a:ext cx="128016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13D9CC0-2F79-4664-8E95-DF7835BBB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5920" y="4413001"/>
                <a:ext cx="1280160" cy="89915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0ACE15C-1301-EC10-3E68-E58138E3D5AF}"/>
                  </a:ext>
                </a:extLst>
              </p:cNvPr>
              <p:cNvSpPr txBox="1"/>
              <p:nvPr/>
            </p:nvSpPr>
            <p:spPr>
              <a:xfrm>
                <a:off x="788670" y="5732947"/>
                <a:ext cx="16649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=2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5A412DD-D091-4211-A1E9-0E79EFF45B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670" y="5732947"/>
                <a:ext cx="166497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305EA566-194D-BDE2-D59A-CF027C457485}"/>
                  </a:ext>
                </a:extLst>
              </p:cNvPr>
              <p:cNvSpPr txBox="1"/>
              <p:nvPr/>
            </p:nvSpPr>
            <p:spPr>
              <a:xfrm>
                <a:off x="2273618" y="5732947"/>
                <a:ext cx="2557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  <m:r>
                            <m:rPr>
                              <m:nor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tw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o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+mj-lt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head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 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362E761-5C9B-4A2C-B36A-F249109D58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3618" y="5732947"/>
                <a:ext cx="255778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CF8291ED-CA01-A8AD-5413-88F3B3137315}"/>
                  </a:ext>
                </a:extLst>
              </p:cNvPr>
              <p:cNvSpPr txBox="1"/>
              <p:nvPr/>
            </p:nvSpPr>
            <p:spPr>
              <a:xfrm>
                <a:off x="4577371" y="5544978"/>
                <a:ext cx="103632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1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9CD7C17-55FF-4738-A394-5E893ED045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7371" y="5544978"/>
                <a:ext cx="1036320" cy="89915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C0E1EEA-9FDB-6EA0-BCEF-9F328D5C36B0}"/>
                  </a:ext>
                </a:extLst>
              </p:cNvPr>
              <p:cNvSpPr txBox="1"/>
              <p:nvPr/>
            </p:nvSpPr>
            <p:spPr>
              <a:xfrm>
                <a:off x="5455920" y="5748228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C0E1EEA-9FDB-6EA0-BCEF-9F328D5C36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5920" y="5748228"/>
                <a:ext cx="128016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AC3F228-D5C8-566B-EF8E-77A14F89988D}"/>
                  </a:ext>
                </a:extLst>
              </p:cNvPr>
              <p:cNvSpPr txBox="1"/>
              <p:nvPr/>
            </p:nvSpPr>
            <p:spPr>
              <a:xfrm>
                <a:off x="6316346" y="4600970"/>
                <a:ext cx="1280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A49D03F-B099-4110-8CE7-8C73411BB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6346" y="4600970"/>
                <a:ext cx="128016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42490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22" grpId="0"/>
      <p:bldP spid="23" grpId="0"/>
      <p:bldP spid="29" grpId="0"/>
      <p:bldP spid="30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C090F0-C06E-654D-FE8B-14ED587CB6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3C843DE-8AA7-FD5D-8D3F-A7CFF4ACD9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p:graphicFrame>
        <p:nvGraphicFramePr>
          <p:cNvPr id="17" name="Table 2">
            <a:extLst>
              <a:ext uri="{FF2B5EF4-FFF2-40B4-BE49-F238E27FC236}">
                <a16:creationId xmlns:a16="http://schemas.microsoft.com/office/drawing/2014/main" id="{0F420DAB-7498-E553-AE41-A9CD8FC30D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2036467"/>
              </p:ext>
            </p:extLst>
          </p:nvPr>
        </p:nvGraphicFramePr>
        <p:xfrm>
          <a:off x="245738" y="1365011"/>
          <a:ext cx="6348572" cy="1210278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08B56D6-C5AB-721F-008B-400CA5348D8F}"/>
                  </a:ext>
                </a:extLst>
              </p:cNvPr>
              <p:cNvSpPr txBox="1"/>
              <p:nvPr/>
            </p:nvSpPr>
            <p:spPr>
              <a:xfrm>
                <a:off x="438618" y="1382615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08B56D6-C5AB-721F-008B-400CA5348D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618" y="1382615"/>
                <a:ext cx="1669345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62FBC5B-A266-DD7F-AD26-E845C92C37C1}"/>
                  </a:ext>
                </a:extLst>
              </p:cNvPr>
              <p:cNvSpPr txBox="1"/>
              <p:nvPr/>
            </p:nvSpPr>
            <p:spPr>
              <a:xfrm>
                <a:off x="438618" y="201997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62FBC5B-A266-DD7F-AD26-E845C92C37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618" y="2019978"/>
                <a:ext cx="166934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80074F5-EEDA-B6A2-0D29-EB6E898F8176}"/>
                  </a:ext>
                </a:extLst>
              </p:cNvPr>
              <p:cNvSpPr txBox="1"/>
              <p:nvPr/>
            </p:nvSpPr>
            <p:spPr>
              <a:xfrm>
                <a:off x="2633277" y="1284231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80074F5-EEDA-B6A2-0D29-EB6E898F81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33277" y="1284231"/>
                <a:ext cx="653612" cy="735747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1EB1B87-67DB-958B-4DE0-5D6574DFE77E}"/>
                  </a:ext>
                </a:extLst>
              </p:cNvPr>
              <p:cNvSpPr txBox="1"/>
              <p:nvPr/>
            </p:nvSpPr>
            <p:spPr>
              <a:xfrm>
                <a:off x="4100902" y="138261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1EB1B87-67DB-958B-4DE0-5D6574DFE7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0902" y="1382615"/>
                <a:ext cx="6536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C6B3F54-F4DC-2C1E-CA80-9BC386C0E075}"/>
                  </a:ext>
                </a:extLst>
              </p:cNvPr>
              <p:cNvSpPr txBox="1"/>
              <p:nvPr/>
            </p:nvSpPr>
            <p:spPr>
              <a:xfrm>
                <a:off x="5550420" y="138261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C6B3F54-F4DC-2C1E-CA80-9BC386C0E0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0420" y="1382615"/>
                <a:ext cx="65361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7670384-33AA-68E3-5644-A0ECC5E51B3E}"/>
                  </a:ext>
                </a:extLst>
              </p:cNvPr>
              <p:cNvSpPr txBox="1"/>
              <p:nvPr/>
            </p:nvSpPr>
            <p:spPr>
              <a:xfrm>
                <a:off x="2305089" y="201997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7670384-33AA-68E3-5644-A0ECC5E51B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5089" y="2019978"/>
                <a:ext cx="133514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48536C3-E740-DAA1-3842-7271089DEE6A}"/>
                  </a:ext>
                </a:extLst>
              </p:cNvPr>
              <p:cNvSpPr txBox="1"/>
              <p:nvPr/>
            </p:nvSpPr>
            <p:spPr>
              <a:xfrm>
                <a:off x="3755989" y="201997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48536C3-E740-DAA1-3842-7271089DEE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5989" y="2019978"/>
                <a:ext cx="133514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629F230-AC67-5D41-3DD6-5DC99819F93C}"/>
                  </a:ext>
                </a:extLst>
              </p:cNvPr>
              <p:cNvSpPr txBox="1"/>
              <p:nvPr/>
            </p:nvSpPr>
            <p:spPr>
              <a:xfrm>
                <a:off x="5136377" y="201209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629F230-AC67-5D41-3DD6-5DC99819F9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6377" y="2012098"/>
                <a:ext cx="133514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0728D34-C7BA-AB9A-7DB4-81151A1371DC}"/>
                  </a:ext>
                </a:extLst>
              </p:cNvPr>
              <p:cNvSpPr txBox="1"/>
              <p:nvPr/>
            </p:nvSpPr>
            <p:spPr>
              <a:xfrm>
                <a:off x="114565" y="771632"/>
                <a:ext cx="66217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>
                  <a:spcBef>
                    <a:spcPts val="0"/>
                  </a:spcBef>
                </a:pPr>
                <a:r>
                  <a:rPr lang="en-GB" sz="280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So, probability distribution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 is as follow:</a:t>
                </a:r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0728D34-C7BA-AB9A-7DB4-81151A1371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565" y="771632"/>
                <a:ext cx="6621780" cy="523220"/>
              </a:xfrm>
              <a:prstGeom prst="rect">
                <a:avLst/>
              </a:prstGeom>
              <a:blipFill>
                <a:blip r:embed="rId10"/>
                <a:stretch>
                  <a:fillRect l="-1934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9" name="Group 28">
            <a:extLst>
              <a:ext uri="{FF2B5EF4-FFF2-40B4-BE49-F238E27FC236}">
                <a16:creationId xmlns:a16="http://schemas.microsoft.com/office/drawing/2014/main" id="{884EEE82-4BCF-D33D-AD77-5DAE0AC82A91}"/>
              </a:ext>
            </a:extLst>
          </p:cNvPr>
          <p:cNvGrpSpPr/>
          <p:nvPr/>
        </p:nvGrpSpPr>
        <p:grpSpPr>
          <a:xfrm>
            <a:off x="1344038" y="4658787"/>
            <a:ext cx="9503924" cy="893615"/>
            <a:chOff x="937017" y="5883204"/>
            <a:chExt cx="9503924" cy="89361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61BF6F05-9B6C-E0F1-8202-41A3AF656FCB}"/>
                    </a:ext>
                  </a:extLst>
                </p:cNvPr>
                <p:cNvSpPr txBox="1"/>
                <p:nvPr/>
              </p:nvSpPr>
              <p:spPr>
                <a:xfrm>
                  <a:off x="2531650" y="6041072"/>
                  <a:ext cx="653612" cy="735747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just"/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TextBox 10">
                  <a:extLst>
                    <a:ext uri="{FF2B5EF4-FFF2-40B4-BE49-F238E27FC236}">
                      <a16:creationId xmlns:a16="http://schemas.microsoft.com/office/drawing/2014/main" id="{61BF6F05-9B6C-E0F1-8202-41A3AF656F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31650" y="6041072"/>
                  <a:ext cx="653612" cy="735747"/>
                </a:xfrm>
                <a:prstGeom prst="ellipse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TextBox 11">
                  <a:extLst>
                    <a:ext uri="{FF2B5EF4-FFF2-40B4-BE49-F238E27FC236}">
                      <a16:creationId xmlns:a16="http://schemas.microsoft.com/office/drawing/2014/main" id="{6BECEDA1-23C9-A6EE-198E-B81FBCEA3F68}"/>
                    </a:ext>
                  </a:extLst>
                </p:cNvPr>
                <p:cNvSpPr txBox="1"/>
                <p:nvPr/>
              </p:nvSpPr>
              <p:spPr>
                <a:xfrm>
                  <a:off x="5273804" y="6041071"/>
                  <a:ext cx="653612" cy="735747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just"/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2" name="TextBox 11">
                  <a:extLst>
                    <a:ext uri="{FF2B5EF4-FFF2-40B4-BE49-F238E27FC236}">
                      <a16:creationId xmlns:a16="http://schemas.microsoft.com/office/drawing/2014/main" id="{6BECEDA1-23C9-A6EE-198E-B81FBCEA3F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3804" y="6041071"/>
                  <a:ext cx="653612" cy="735747"/>
                </a:xfrm>
                <a:prstGeom prst="ellipse">
                  <a:avLst/>
                </a:prstGeom>
                <a:blipFill>
                  <a:blip r:embed="rId1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3A34372E-7B93-E6BB-D673-752ACD917B6C}"/>
                </a:ext>
              </a:extLst>
            </p:cNvPr>
            <p:cNvCxnSpPr/>
            <p:nvPr/>
          </p:nvCxnSpPr>
          <p:spPr>
            <a:xfrm>
              <a:off x="937017" y="5991204"/>
              <a:ext cx="9503924" cy="0"/>
            </a:xfrm>
            <a:prstGeom prst="line">
              <a:avLst/>
            </a:prstGeom>
            <a:ln w="5715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7EC5BAD4-AF9C-D5F3-F22D-BB75B3CE47DB}"/>
                </a:ext>
              </a:extLst>
            </p:cNvPr>
            <p:cNvSpPr/>
            <p:nvPr/>
          </p:nvSpPr>
          <p:spPr>
            <a:xfrm>
              <a:off x="2751090" y="5883204"/>
              <a:ext cx="216000" cy="216000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9BEABE7D-E941-C6DB-5A20-70D16FF7039A}"/>
                </a:ext>
              </a:extLst>
            </p:cNvPr>
            <p:cNvSpPr/>
            <p:nvPr/>
          </p:nvSpPr>
          <p:spPr>
            <a:xfrm>
              <a:off x="5493244" y="5883204"/>
              <a:ext cx="216000" cy="216000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D5115ECC-67E7-C0B2-033A-2121D5AD22E6}"/>
                </a:ext>
              </a:extLst>
            </p:cNvPr>
            <p:cNvSpPr/>
            <p:nvPr/>
          </p:nvSpPr>
          <p:spPr>
            <a:xfrm>
              <a:off x="8235398" y="5883204"/>
              <a:ext cx="216000" cy="216000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DF155480-D291-9210-7102-0CB5FD6C55AC}"/>
                    </a:ext>
                  </a:extLst>
                </p:cNvPr>
                <p:cNvSpPr txBox="1"/>
                <p:nvPr/>
              </p:nvSpPr>
              <p:spPr>
                <a:xfrm>
                  <a:off x="8016592" y="5991204"/>
                  <a:ext cx="653612" cy="735747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just"/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DF155480-D291-9210-7102-0CB5FD6C55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16592" y="5991204"/>
                  <a:ext cx="653612" cy="735747"/>
                </a:xfrm>
                <a:prstGeom prst="ellipse">
                  <a:avLst/>
                </a:prstGeom>
                <a:blipFill>
                  <a:blip r:embed="rId1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6030524-B978-B46D-863E-B3B3A8CF7CD6}"/>
                  </a:ext>
                </a:extLst>
              </p:cNvPr>
              <p:cNvSpPr txBox="1"/>
              <p:nvPr/>
            </p:nvSpPr>
            <p:spPr>
              <a:xfrm>
                <a:off x="3406312" y="4031041"/>
                <a:ext cx="2631821" cy="735747"/>
              </a:xfrm>
              <a:prstGeom prst="ellipse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6030524-B978-B46D-863E-B3B3A8CF7C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6312" y="4031041"/>
                <a:ext cx="2631821" cy="735747"/>
              </a:xfrm>
              <a:prstGeom prst="ellipse">
                <a:avLst/>
              </a:prstGeom>
              <a:blipFill>
                <a:blip r:embed="rId14"/>
                <a:stretch>
                  <a:fillRect/>
                </a:stretch>
              </a:blipFill>
              <a:ln w="38100"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81BAB89-3E6D-87D8-8C16-602EC7984910}"/>
                  </a:ext>
                </a:extLst>
              </p:cNvPr>
              <p:cNvSpPr txBox="1"/>
              <p:nvPr/>
            </p:nvSpPr>
            <p:spPr>
              <a:xfrm>
                <a:off x="6024366" y="4020877"/>
                <a:ext cx="2631821" cy="735747"/>
              </a:xfrm>
              <a:prstGeom prst="ellipse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81BAB89-3E6D-87D8-8C16-602EC79849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4366" y="4020877"/>
                <a:ext cx="2631821" cy="735747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38100"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A5F75E8-27A1-4A8D-2C7F-45F5D454F27C}"/>
                  </a:ext>
                </a:extLst>
              </p:cNvPr>
              <p:cNvSpPr txBox="1"/>
              <p:nvPr/>
            </p:nvSpPr>
            <p:spPr>
              <a:xfrm>
                <a:off x="8841682" y="4031039"/>
                <a:ext cx="2089810" cy="735747"/>
              </a:xfrm>
              <a:prstGeom prst="ellipse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A5F75E8-27A1-4A8D-2C7F-45F5D454F2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41682" y="4031039"/>
                <a:ext cx="2089810" cy="735747"/>
              </a:xfrm>
              <a:prstGeom prst="ellipse">
                <a:avLst/>
              </a:prstGeom>
              <a:blipFill>
                <a:blip r:embed="rId16"/>
                <a:stretch>
                  <a:fillRect/>
                </a:stretch>
              </a:blipFill>
              <a:ln w="38100"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E1718C2-F9A6-55BC-8CEC-8A83472AC8FA}"/>
                  </a:ext>
                </a:extLst>
              </p:cNvPr>
              <p:cNvSpPr txBox="1"/>
              <p:nvPr/>
            </p:nvSpPr>
            <p:spPr>
              <a:xfrm>
                <a:off x="7148039" y="1284231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E1718C2-F9A6-55BC-8CEC-8A83472AC8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8039" y="1284231"/>
                <a:ext cx="2557780" cy="203478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6B2A51B-E8FE-4952-FEC3-0627252E9630}"/>
                  </a:ext>
                </a:extLst>
              </p:cNvPr>
              <p:cNvSpPr txBox="1"/>
              <p:nvPr/>
            </p:nvSpPr>
            <p:spPr>
              <a:xfrm>
                <a:off x="1602984" y="4031039"/>
                <a:ext cx="1614865" cy="756074"/>
              </a:xfrm>
              <a:prstGeom prst="ellipse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6B2A51B-E8FE-4952-FEC3-0627252E96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2984" y="4031039"/>
                <a:ext cx="1614865" cy="756074"/>
              </a:xfrm>
              <a:prstGeom prst="ellipse">
                <a:avLst/>
              </a:prstGeom>
              <a:blipFill>
                <a:blip r:embed="rId18"/>
                <a:stretch>
                  <a:fillRect/>
                </a:stretch>
              </a:blipFill>
              <a:ln w="38100"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D6B76D70-F74C-2A3A-036C-BB09BE8EFF73}"/>
                  </a:ext>
                </a:extLst>
              </p:cNvPr>
              <p:cNvSpPr txBox="1"/>
              <p:nvPr/>
            </p:nvSpPr>
            <p:spPr>
              <a:xfrm>
                <a:off x="9753496" y="122918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D6B76D70-F74C-2A3A-036C-BB09BE8EFF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53496" y="1229186"/>
                <a:ext cx="227627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6403431-8104-3227-C529-43A40EF806CD}"/>
                  </a:ext>
                </a:extLst>
              </p:cNvPr>
              <p:cNvSpPr txBox="1"/>
              <p:nvPr/>
            </p:nvSpPr>
            <p:spPr>
              <a:xfrm>
                <a:off x="9753496" y="176256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6403431-8104-3227-C529-43A40EF806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53496" y="1762569"/>
                <a:ext cx="227627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D6DFFC3-5783-F9B5-71AD-6C0531B1F92E}"/>
                  </a:ext>
                </a:extLst>
              </p:cNvPr>
              <p:cNvSpPr txBox="1"/>
              <p:nvPr/>
            </p:nvSpPr>
            <p:spPr>
              <a:xfrm>
                <a:off x="9753496" y="2295952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D6DFFC3-5783-F9B5-71AD-6C0531B1F9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53496" y="2295952"/>
                <a:ext cx="2276272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A533E78-C186-6F5D-DF51-90C7A6FDAA92}"/>
                  </a:ext>
                </a:extLst>
              </p:cNvPr>
              <p:cNvSpPr txBox="1"/>
              <p:nvPr/>
            </p:nvSpPr>
            <p:spPr>
              <a:xfrm>
                <a:off x="9753496" y="2829335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A533E78-C186-6F5D-DF51-90C7A6FDAA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53496" y="2829335"/>
                <a:ext cx="2276272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88136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4" grpId="0"/>
      <p:bldP spid="26" grpId="0"/>
      <p:bldP spid="28" grpId="0"/>
      <p:bldP spid="31" grpId="0"/>
      <p:bldP spid="15" grpId="0"/>
      <p:bldP spid="16" grpId="0"/>
      <p:bldP spid="23" grpId="0"/>
      <p:bldP spid="25" grpId="0"/>
      <p:bldP spid="27" grpId="0"/>
      <p:bldP spid="32" grpId="0"/>
      <p:bldP spid="33" grpId="0"/>
      <p:bldP spid="36" grpId="0"/>
      <p:bldP spid="37" grpId="0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55C79F-03C3-A78E-0C41-111A02D07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08902FD-824C-A514-0052-A28C8BF77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D418B2F-C860-316E-7415-68A2B345920C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D418B2F-C860-316E-7415-68A2B34592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B8A320C-D59F-FB34-0EAC-531C42B7CC81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B8A320C-D59F-FB34-0EAC-531C42B7CC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89C01A8-53C2-C520-D18A-0D8799982F94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89C01A8-53C2-C520-D18A-0D8799982F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62C1684-0E0E-B74E-905F-ADD184CFECF1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62C1684-0E0E-B74E-905F-ADD184CFEC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91C8AC5-8F47-06F1-BB60-1D7F67BEC416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91C8AC5-8F47-06F1-BB60-1D7F67BEC4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25637F55-8ECA-8608-B9F0-5228536FF3AE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25637F55-8ECA-8608-B9F0-5228536FF3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C92F7D1E-1505-ACEF-8AA0-1D1448B52F4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3603" y="2120199"/>
                <a:ext cx="11929640" cy="388646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sz="2400" b="1" dirty="0">
                    <a:solidFill>
                      <a:schemeClr val="accent6">
                        <a:lumMod val="75000"/>
                      </a:schemeClr>
                    </a:solidFill>
                  </a:rPr>
                  <a:t>Case – 1 : </a:t>
                </a:r>
                <a14:m>
                  <m:oMath xmlns:m="http://schemas.openxmlformats.org/officeDocument/2006/math"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𝐱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endParaRPr lang="en-IN" sz="2400" b="1" dirty="0"/>
              </a:p>
              <a:p>
                <a:pPr lvl="1"/>
                <a:r>
                  <a:rPr lang="en-US" sz="2400" dirty="0"/>
                  <a:t>The smallest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can take is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US" sz="2400" dirty="0"/>
              </a:p>
              <a:p>
                <a:pPr lvl="1"/>
                <a:r>
                  <a:rPr lang="en-US" sz="2400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sz="2400" dirty="0"/>
                  <a:t> then:</a:t>
                </a:r>
              </a:p>
              <a:p>
                <a:pPr lvl="2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US" sz="2400" i="0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means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≤</m:t>
                    </m:r>
                  </m:oMath>
                </a14:m>
                <a:r>
                  <a:rPr lang="en-US" sz="2400" dirty="0"/>
                  <a:t> (a negative number)</a:t>
                </a:r>
              </a:p>
              <a:p>
                <a:pPr lvl="2"/>
                <a:r>
                  <a:rPr lang="en-US" sz="2400" dirty="0"/>
                  <a:t>But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cannot be negative here.</a:t>
                </a:r>
              </a:p>
              <a:p>
                <a:pPr lvl="1"/>
                <a:r>
                  <a:rPr lang="en-US" sz="2400" dirty="0"/>
                  <a:t>There are no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dirty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dirty="0"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US" sz="2400" dirty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sz="2400" dirty="0"/>
                  <a:t> 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F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 sz="2400" i="0" dirty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)=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C92F7D1E-1505-ACEF-8AA0-1D1448B52F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603" y="2120199"/>
                <a:ext cx="11929640" cy="3886466"/>
              </a:xfrm>
              <a:prstGeom prst="rect">
                <a:avLst/>
              </a:prstGeom>
              <a:blipFill>
                <a:blip r:embed="rId8"/>
                <a:stretch>
                  <a:fillRect l="-71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Picture 13">
            <a:extLst>
              <a:ext uri="{FF2B5EF4-FFF2-40B4-BE49-F238E27FC236}">
                <a16:creationId xmlns:a16="http://schemas.microsoft.com/office/drawing/2014/main" id="{1882837B-525B-6B5C-7759-D5C8B9C8EEF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84825" y="743899"/>
            <a:ext cx="5699711" cy="11715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9100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E2FFEF-D4AB-114A-BFD6-D8843DD348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7D222DD-C7D4-6761-463A-131E999760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E422D4E-56FD-574C-9991-1B5A1527C6FC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E422D4E-56FD-574C-9991-1B5A1527C6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7792F75-43DE-FD65-51A1-ACB5014F6B70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E7792F75-43DE-FD65-51A1-ACB5014F6B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1DF323E-345A-50D8-D5CA-CE357C929A45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1DF323E-345A-50D8-D5CA-CE357C929A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C0D502E8-C416-29C4-F3F1-48142CB47D35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C0D502E8-C416-29C4-F3F1-48142CB47D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6F21D00E-75E1-97F0-E279-0B2BE930BC99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6F21D00E-75E1-97F0-E279-0B2BE930BC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817B763-E030-D1A2-D7F6-604C81655899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817B763-E030-D1A2-D7F6-604C816558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2036F06-6984-3AC9-23A2-4C9112700842}"/>
                  </a:ext>
                </a:extLst>
              </p:cNvPr>
              <p:cNvSpPr txBox="1"/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2036F06-6984-3AC9-23A2-4C91127008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C3BC6A80-CAE6-FA1E-3558-7D19ECE91A6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399" y="1948145"/>
                <a:ext cx="7280138" cy="247796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sz="2400" b="1" dirty="0">
                    <a:solidFill>
                      <a:schemeClr val="accent6">
                        <a:lumMod val="75000"/>
                      </a:schemeClr>
                    </a:solidFill>
                  </a:rPr>
                  <a:t>Case – 2 :</a:t>
                </a:r>
                <a:r>
                  <a:rPr lang="en-IN" sz="2400" dirty="0"/>
                  <a:t> </a:t>
                </a:r>
                <a14:m>
                  <m:oMath xmlns:m="http://schemas.openxmlformats.org/officeDocument/2006/math"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𝐱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IN" sz="2400" b="1" dirty="0">
                    <a:solidFill>
                      <a:srgbClr val="0070C0"/>
                    </a:solidFill>
                  </a:rPr>
                  <a:t> </a:t>
                </a:r>
                <a:endParaRPr lang="en-IN" sz="2400" b="1" dirty="0"/>
              </a:p>
              <a:p>
                <a:pPr lvl="1"/>
                <a:r>
                  <a:rPr lang="en-US" sz="2400" dirty="0"/>
                  <a:t>Let us pick a number, say: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0.6</m:t>
                    </m:r>
                  </m:oMath>
                </a14:m>
                <a:endParaRPr lang="en-US" sz="2400" dirty="0"/>
              </a:p>
              <a:p>
                <a:pPr lvl="1"/>
                <a:r>
                  <a:rPr lang="en-US" sz="2400" dirty="0"/>
                  <a:t>Now ask: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 b="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=0.6</m:t>
                    </m:r>
                  </m:oMath>
                </a14:m>
                <a:r>
                  <a:rPr lang="en-US" sz="2400" dirty="0"/>
                  <a:t>?</a:t>
                </a:r>
              </a:p>
              <a:p>
                <a:pPr lvl="1"/>
                <a:r>
                  <a:rPr lang="en-US" sz="2400" dirty="0"/>
                  <a:t>Possible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are: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∈{0,1,2}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C3BC6A80-CAE6-FA1E-3558-7D19ECE91A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99" y="1948145"/>
                <a:ext cx="7280138" cy="2477960"/>
              </a:xfrm>
              <a:prstGeom prst="rect">
                <a:avLst/>
              </a:prstGeom>
              <a:blipFill>
                <a:blip r:embed="rId9"/>
                <a:stretch>
                  <a:fillRect l="-117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9C249B53-F674-0986-BE7A-71D548D8ED3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387242" y="3221860"/>
                <a:ext cx="4176631" cy="1945339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 b="0" i="0" smtClean="0">
                        <a:latin typeface="Cambria Math" panose="02040503050406030204" pitchFamily="18" charset="0"/>
                      </a:rPr>
                      <m:t>=0≤0.6 −</m:t>
                    </m:r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Yes</m:t>
                    </m:r>
                  </m:oMath>
                </a14:m>
                <a:endParaRPr lang="en-IN" sz="2400" b="0" dirty="0"/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>
                        <a:latin typeface="Cambria Math" panose="02040503050406030204" pitchFamily="18" charset="0"/>
                      </a:rPr>
                      <m:t>=1≤0.6 −</m:t>
                    </m:r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No</m:t>
                    </m:r>
                  </m:oMath>
                </a14:m>
                <a:endParaRPr lang="en-IN" sz="2400" dirty="0"/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>
                        <a:latin typeface="Cambria Math" panose="02040503050406030204" pitchFamily="18" charset="0"/>
                      </a:rPr>
                      <m:t>=2≤0.6 −</m:t>
                    </m:r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No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9C249B53-F674-0986-BE7A-71D548D8ED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7242" y="3221860"/>
                <a:ext cx="4176631" cy="1945339"/>
              </a:xfrm>
              <a:prstGeom prst="rect">
                <a:avLst/>
              </a:prstGeom>
              <a:blipFill>
                <a:blip r:embed="rId10"/>
                <a:stretch>
                  <a:fillRect l="-204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8B31FFE7-437F-B178-D728-FA025F39D9E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2871" y="4266063"/>
                <a:ext cx="7110104" cy="131469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dirty="0"/>
                  <a:t>So, the only value satisfying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is: </a:t>
                </a:r>
                <a14:m>
                  <m:oMath xmlns:m="http://schemas.openxmlformats.org/officeDocument/2006/math"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𝐗</m:t>
                    </m:r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endParaRPr lang="en-US" sz="2400" b="1" dirty="0"/>
              </a:p>
              <a:p>
                <a:pPr lvl="1"/>
                <a:r>
                  <a:rPr lang="en-US" sz="2400" dirty="0"/>
                  <a:t>Therefore: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F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 sz="2400" i="0" dirty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)=</m:t>
                    </m:r>
                    <m:r>
                      <m:rPr>
                        <m:sty m:val="p"/>
                      </m:rPr>
                      <a:rPr lang="en-US" sz="2400" i="0" dirty="0">
                        <a:latin typeface="Cambria Math" panose="02040503050406030204" pitchFamily="18" charset="0"/>
                      </a:rPr>
                      <m:t>P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US" sz="2400" i="0" dirty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=0)=0.25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8B31FFE7-437F-B178-D728-FA025F39D9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71" y="4266063"/>
                <a:ext cx="7110104" cy="1314694"/>
              </a:xfrm>
              <a:prstGeom prst="rect">
                <a:avLst/>
              </a:prstGeom>
              <a:blipFill>
                <a:blip r:embed="rId11"/>
                <a:stretch>
                  <a:fillRect l="-120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" name="Picture 6">
            <a:extLst>
              <a:ext uri="{FF2B5EF4-FFF2-40B4-BE49-F238E27FC236}">
                <a16:creationId xmlns:a16="http://schemas.microsoft.com/office/drawing/2014/main" id="{655B3565-FC43-D29B-1F1B-55C39176F245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84825" y="743899"/>
            <a:ext cx="5699711" cy="117154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04AC3F6F-ADC1-8EEB-9A34-5CD987E9679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139" y="5455066"/>
                <a:ext cx="10668287" cy="98584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b="1" dirty="0"/>
                  <a:t>Meaning of this Case: </a:t>
                </a:r>
                <a:r>
                  <a:rPr lang="en-US" sz="2400" dirty="0"/>
                  <a:t>Up to any value just before </a:t>
                </a:r>
                <a14:m>
                  <m:oMath xmlns:m="http://schemas.openxmlformats.org/officeDocument/2006/math"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400" dirty="0"/>
                  <a:t>, we have collected only the probability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 = 0</m:t>
                    </m:r>
                  </m:oMath>
                </a14:m>
                <a:r>
                  <a:rPr lang="en-US" sz="2400" dirty="0"/>
                  <a:t>.</a:t>
                </a:r>
                <a:endParaRPr lang="en-IN" sz="2400" dirty="0"/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04AC3F6F-ADC1-8EEB-9A34-5CD987E967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39" y="5455066"/>
                <a:ext cx="10668287" cy="985848"/>
              </a:xfrm>
              <a:prstGeom prst="rect">
                <a:avLst/>
              </a:prstGeom>
              <a:blipFill>
                <a:blip r:embed="rId13"/>
                <a:stretch>
                  <a:fillRect l="-800" r="-914" b="-1234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31662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595D97-A7FE-4B2D-6245-D1299C3E95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BE737D4-5AD0-CDC4-8AD6-C4A3654F8C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F0E32C2-CF19-D964-986F-4A7D0CADACF1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F0E32C2-CF19-D964-986F-4A7D0CADAC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070FD256-38A3-D4F9-7482-642E011EB3AC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070FD256-38A3-D4F9-7482-642E011EB3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1E7DC0E-825D-A48F-2247-FD8D3257165E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1E7DC0E-825D-A48F-2247-FD8D325716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CD05027F-325E-0D06-54AF-AA4B45EA2EB0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CD05027F-325E-0D06-54AF-AA4B45EA2E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0101ADF-3C92-EF00-F57C-EF389CE6FB4F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0101ADF-3C92-EF00-F57C-EF389CE6FB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89A8E66-9725-3311-A2AA-DAA02520D9C9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E89A8E66-9725-3311-A2AA-DAA02520D9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860B5D38-9C51-507D-ED1A-2380F700DD8D}"/>
                  </a:ext>
                </a:extLst>
              </p:cNvPr>
              <p:cNvSpPr txBox="1"/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860B5D38-9C51-507D-ED1A-2380F700DD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4EED88E-C2F4-E282-EBAB-9AA6697F0813}"/>
                  </a:ext>
                </a:extLst>
              </p:cNvPr>
              <p:cNvSpPr txBox="1"/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4EED88E-C2F4-E282-EBAB-9AA6697F08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0D5697DA-A4C3-A8B1-DEE8-F2CC46BE40D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399" y="1948145"/>
                <a:ext cx="7139308" cy="247796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sz="2400" b="1" dirty="0">
                    <a:solidFill>
                      <a:schemeClr val="accent6">
                        <a:lumMod val="75000"/>
                      </a:schemeClr>
                    </a:solidFill>
                  </a:rPr>
                  <a:t>Case – 3 : </a:t>
                </a:r>
                <a14:m>
                  <m:oMath xmlns:m="http://schemas.openxmlformats.org/officeDocument/2006/math"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𝐱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r>
                  <a:rPr lang="en-IN" sz="2400" b="1" dirty="0">
                    <a:solidFill>
                      <a:srgbClr val="0070C0"/>
                    </a:solidFill>
                  </a:rPr>
                  <a:t> </a:t>
                </a:r>
                <a:endParaRPr lang="en-IN" sz="2400" b="1" dirty="0"/>
              </a:p>
              <a:p>
                <a:pPr lvl="1"/>
                <a:r>
                  <a:rPr lang="en-US" sz="2400" dirty="0"/>
                  <a:t>Let us pick a number </a:t>
                </a:r>
                <a:r>
                  <a:rPr lang="en-IN" sz="2400" dirty="0"/>
                  <a:t>inside the interval</a:t>
                </a:r>
                <a:r>
                  <a:rPr lang="en-US" sz="2400" dirty="0"/>
                  <a:t>, say: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endParaRPr lang="en-US" sz="2400" dirty="0"/>
              </a:p>
              <a:p>
                <a:pPr lvl="1"/>
                <a:r>
                  <a:rPr lang="en-US" sz="2400" dirty="0"/>
                  <a:t>Now ask: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≤1.5</m:t>
                    </m:r>
                  </m:oMath>
                </a14:m>
                <a:r>
                  <a:rPr lang="en-US" sz="2400" dirty="0"/>
                  <a:t>?</a:t>
                </a:r>
              </a:p>
              <a:p>
                <a:pPr lvl="1"/>
                <a:r>
                  <a:rPr lang="en-US" sz="2400" dirty="0"/>
                  <a:t>Possible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are: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∈{0,1,2}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0D5697DA-A4C3-A8B1-DEE8-F2CC46BE4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99" y="1948145"/>
                <a:ext cx="7139308" cy="2477960"/>
              </a:xfrm>
              <a:prstGeom prst="rect">
                <a:avLst/>
              </a:prstGeom>
              <a:blipFill>
                <a:blip r:embed="rId10"/>
                <a:stretch>
                  <a:fillRect l="-119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820878EB-5AFB-E33B-E667-CD2094B81D9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12110" y="3373796"/>
                <a:ext cx="3466287" cy="184995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 b="0" i="0" smtClean="0">
                        <a:latin typeface="Cambria Math" panose="02040503050406030204" pitchFamily="18" charset="0"/>
                      </a:rPr>
                      <m:t>=0≤1.5 −</m:t>
                    </m:r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Yes</m:t>
                    </m:r>
                  </m:oMath>
                </a14:m>
                <a:endParaRPr lang="en-IN" sz="2400" b="0" dirty="0"/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>
                        <a:latin typeface="Cambria Math" panose="02040503050406030204" pitchFamily="18" charset="0"/>
                      </a:rPr>
                      <m:t>=1≤1.5 −</m:t>
                    </m:r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Yes</m:t>
                    </m:r>
                  </m:oMath>
                </a14:m>
                <a:endParaRPr lang="en-IN" sz="2400" dirty="0"/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>
                        <a:latin typeface="Cambria Math" panose="02040503050406030204" pitchFamily="18" charset="0"/>
                      </a:rPr>
                      <m:t>=2≤1.5 −</m:t>
                    </m:r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No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820878EB-5AFB-E33B-E667-CD2094B81D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2110" y="3373796"/>
                <a:ext cx="3466287" cy="1849958"/>
              </a:xfrm>
              <a:prstGeom prst="rect">
                <a:avLst/>
              </a:prstGeom>
              <a:blipFill>
                <a:blip r:embed="rId11"/>
                <a:stretch>
                  <a:fillRect l="-246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A0EAB6E-B83C-D8A9-5767-7E1C230C9F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2871" y="4266063"/>
                <a:ext cx="7110104" cy="131469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dirty="0"/>
                  <a:t>So, the only value satisfying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is: </a:t>
                </a:r>
                <a14:m>
                  <m:oMath xmlns:m="http://schemas.openxmlformats.org/officeDocument/2006/math"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𝐗</m:t>
                    </m:r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endParaRPr lang="en-US" sz="2400" b="1" dirty="0"/>
              </a:p>
              <a:p>
                <a:pPr lvl="1"/>
                <a:r>
                  <a:rPr lang="en-US" sz="2400" dirty="0"/>
                  <a:t>Therefore: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sz="24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400" i="0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 sz="2400" i="0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sz="2400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sz="24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400" i="0" dirty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 sz="2400" i="0" dirty="0">
                            <a:latin typeface="Cambria Math" panose="02040503050406030204" pitchFamily="18" charset="0"/>
                          </a:rPr>
                          <m:t>=0</m:t>
                        </m:r>
                      </m:e>
                    </m:d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sz="240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sz="24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400" dirty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 sz="2400" dirty="0">
                            <a:latin typeface="Cambria Math" panose="02040503050406030204" pitchFamily="18" charset="0"/>
                          </a:rPr>
                          <m:t>=1</m:t>
                        </m:r>
                      </m:e>
                    </m:d>
                    <m:r>
                      <a:rPr lang="en-US" sz="2400" i="0" dirty="0">
                        <a:latin typeface="Cambria Math" panose="02040503050406030204" pitchFamily="18" charset="0"/>
                      </a:rPr>
                      <m:t>=0.</m:t>
                    </m:r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7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A0EAB6E-B83C-D8A9-5767-7E1C230C9F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71" y="4266063"/>
                <a:ext cx="7110104" cy="1314694"/>
              </a:xfrm>
              <a:prstGeom prst="rect">
                <a:avLst/>
              </a:prstGeom>
              <a:blipFill>
                <a:blip r:embed="rId12"/>
                <a:stretch>
                  <a:fillRect l="-120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" name="Picture 6">
            <a:extLst>
              <a:ext uri="{FF2B5EF4-FFF2-40B4-BE49-F238E27FC236}">
                <a16:creationId xmlns:a16="http://schemas.microsoft.com/office/drawing/2014/main" id="{EE75C32F-A10B-511E-92D0-E592450B5290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84825" y="743899"/>
            <a:ext cx="5699711" cy="117154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A677514A-B680-BC12-2364-16353D9C9B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139" y="5455066"/>
                <a:ext cx="10668287" cy="98584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b="1" dirty="0"/>
                  <a:t>Meaning of this Case: </a:t>
                </a:r>
                <a:r>
                  <a:rPr lang="en-US" sz="2400" dirty="0">
                    <a:solidFill>
                      <a:srgbClr val="002060"/>
                    </a:solidFill>
                  </a:rPr>
                  <a:t>By the time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reaches </a:t>
                </a:r>
                <a14:m>
                  <m:oMath xmlns:m="http://schemas.openxmlformats.org/officeDocument/2006/math">
                    <m:r>
                      <a:rPr lang="en-US" sz="24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400" dirty="0">
                    <a:solidFill>
                      <a:srgbClr val="002060"/>
                    </a:solidFill>
                  </a:rPr>
                  <a:t> or slightly more, the probability mass at: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b="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b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400" b="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4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and</m:t>
                    </m:r>
                    <m:r>
                      <a:rPr lang="en-IN" sz="24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4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b="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400" dirty="0"/>
                  <a:t> has been accumulated.</a:t>
                </a: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A677514A-B680-BC12-2364-16353D9C9B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39" y="5455066"/>
                <a:ext cx="10668287" cy="985848"/>
              </a:xfrm>
              <a:prstGeom prst="rect">
                <a:avLst/>
              </a:prstGeom>
              <a:blipFill>
                <a:blip r:embed="rId14"/>
                <a:stretch>
                  <a:fillRect l="-800" r="-914" b="-1234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01071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3" grpId="0"/>
      <p:bldP spid="8" grpId="0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904829-44AC-BB0D-8648-204A6E8CAB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AA296CB-CB69-305B-76D9-91EC3F7176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09D0422-EDA1-F11F-ADF7-46E90045261A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09D0422-EDA1-F11F-ADF7-46E9004526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7E9FDF2-4929-A6B8-3CCA-0FBECCAFC5F8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7E9FDF2-4929-A6B8-3CCA-0FBECCAFC5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AD091BF-39B3-F9E1-2F5E-BC57D4F0E0A4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AD091BF-39B3-F9E1-2F5E-BC57D4F0E0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C27544ED-9B94-7841-6E4C-9683B6E522FF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C27544ED-9B94-7841-6E4C-9683B6E522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DC630AE-B1F4-ED14-B685-89D7A0662F75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DC630AE-B1F4-ED14-B685-89D7A0662F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AFF5DD8-850D-4A2C-AFBA-60012F254657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AFF5DD8-850D-4A2C-AFBA-60012F2546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8A93EDEC-65DE-5B48-A04A-23443141792C}"/>
                  </a:ext>
                </a:extLst>
              </p:cNvPr>
              <p:cNvSpPr txBox="1"/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8A93EDEC-65DE-5B48-A04A-2344314179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953E9EF-3ADA-8E2E-F466-AF2FB0AFB116}"/>
                  </a:ext>
                </a:extLst>
              </p:cNvPr>
              <p:cNvSpPr txBox="1"/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953E9EF-3ADA-8E2E-F466-AF2FB0AFB1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77C3D30-3433-D55C-E17A-4562C24F934D}"/>
                  </a:ext>
                </a:extLst>
              </p:cNvPr>
              <p:cNvSpPr txBox="1"/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77C3D30-3433-D55C-E17A-4562C24F93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EC432F43-23F0-EBAA-693E-78566EBF533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399" y="1948145"/>
                <a:ext cx="7139308" cy="247796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sz="2400" b="1" dirty="0">
                    <a:solidFill>
                      <a:schemeClr val="accent6">
                        <a:lumMod val="75000"/>
                      </a:schemeClr>
                    </a:solidFill>
                  </a:rPr>
                  <a:t>Case – 4 : </a:t>
                </a:r>
                <a14:m>
                  <m:oMath xmlns:m="http://schemas.openxmlformats.org/officeDocument/2006/math"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𝐱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b="1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r>
                  <a:rPr lang="en-IN" sz="2400" b="0" dirty="0"/>
                  <a:t> </a:t>
                </a:r>
              </a:p>
              <a:p>
                <a:pPr lvl="1"/>
                <a:r>
                  <a:rPr lang="en-US" sz="2400" dirty="0"/>
                  <a:t>Let us pick a number </a:t>
                </a:r>
                <a:r>
                  <a:rPr lang="en-IN" sz="2400" dirty="0"/>
                  <a:t>inside the interval</a:t>
                </a:r>
                <a:r>
                  <a:rPr lang="en-US" sz="2400" dirty="0"/>
                  <a:t>, say: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2.5</m:t>
                    </m:r>
                  </m:oMath>
                </a14:m>
                <a:endParaRPr lang="en-US" sz="2400" dirty="0"/>
              </a:p>
              <a:p>
                <a:pPr lvl="1"/>
                <a:r>
                  <a:rPr lang="en-US" sz="2400" dirty="0"/>
                  <a:t>Now ask: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≤2.5</m:t>
                    </m:r>
                  </m:oMath>
                </a14:m>
                <a:r>
                  <a:rPr lang="en-US" sz="2400" dirty="0"/>
                  <a:t>?</a:t>
                </a:r>
              </a:p>
              <a:p>
                <a:pPr lvl="1"/>
                <a:r>
                  <a:rPr lang="en-US" sz="2400" dirty="0"/>
                  <a:t>Possible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dirty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are: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∈{0,1,2}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EC432F43-23F0-EBAA-693E-78566EBF53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99" y="1948145"/>
                <a:ext cx="7139308" cy="2477960"/>
              </a:xfrm>
              <a:prstGeom prst="rect">
                <a:avLst/>
              </a:prstGeom>
              <a:blipFill>
                <a:blip r:embed="rId11"/>
                <a:stretch>
                  <a:fillRect l="-119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328E7079-4071-FDB9-E847-735DC986B14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12110" y="3373796"/>
                <a:ext cx="3466287" cy="184995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 b="0" i="0" smtClean="0">
                        <a:latin typeface="Cambria Math" panose="02040503050406030204" pitchFamily="18" charset="0"/>
                      </a:rPr>
                      <m:t>=0≤2.5 −</m:t>
                    </m:r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Yes</m:t>
                    </m:r>
                  </m:oMath>
                </a14:m>
                <a:endParaRPr lang="en-IN" sz="2400" b="0" dirty="0"/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>
                        <a:latin typeface="Cambria Math" panose="02040503050406030204" pitchFamily="18" charset="0"/>
                      </a:rPr>
                      <m:t>=1≤2.5 −</m:t>
                    </m:r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Yes</m:t>
                    </m:r>
                  </m:oMath>
                </a14:m>
                <a:endParaRPr lang="en-IN" sz="2400" dirty="0"/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400">
                        <a:latin typeface="Cambria Math" panose="02040503050406030204" pitchFamily="18" charset="0"/>
                      </a:rPr>
                      <m:t>=2≤2.5 −</m:t>
                    </m:r>
                    <m:r>
                      <m:rPr>
                        <m:sty m:val="p"/>
                      </m:rPr>
                      <a:rPr lang="en-IN" sz="2400" b="0" i="0" smtClean="0">
                        <a:latin typeface="Cambria Math" panose="02040503050406030204" pitchFamily="18" charset="0"/>
                      </a:rPr>
                      <m:t>Yes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328E7079-4071-FDB9-E847-735DC986B1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2110" y="3373796"/>
                <a:ext cx="3466287" cy="1849958"/>
              </a:xfrm>
              <a:prstGeom prst="rect">
                <a:avLst/>
              </a:prstGeom>
              <a:blipFill>
                <a:blip r:embed="rId12"/>
                <a:stretch>
                  <a:fillRect l="-246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C453C21-0088-84BB-A691-EE0727F402F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2871" y="4266063"/>
                <a:ext cx="8078908" cy="131469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dirty="0"/>
                  <a:t>So, the values satisfying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400" i="0" dirty="0" smtClean="0"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are: </a:t>
                </a:r>
                <a14:m>
                  <m:oMath xmlns:m="http://schemas.openxmlformats.org/officeDocument/2006/math"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𝐗</m:t>
                    </m:r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 sz="2400" b="1" i="0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US" sz="2400" b="1" dirty="0"/>
              </a:p>
              <a:p>
                <a:pPr lvl="1"/>
                <a:r>
                  <a:rPr lang="en-US" sz="2400" dirty="0"/>
                  <a:t>Therefore: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sz="24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400" i="0" dirty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 sz="2400" i="0" dirty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sz="2400" i="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sz="24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400" i="0" dirty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 sz="2400" i="0" dirty="0">
                            <a:latin typeface="Cambria Math" panose="02040503050406030204" pitchFamily="18" charset="0"/>
                          </a:rPr>
                          <m:t>=0</m:t>
                        </m:r>
                      </m:e>
                    </m:d>
                    <m:r>
                      <a:rPr lang="en-IN" sz="2400" b="0" i="0" dirty="0" smtClean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sz="240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sz="24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400" dirty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 sz="2400" dirty="0">
                            <a:latin typeface="Cambria Math" panose="02040503050406030204" pitchFamily="18" charset="0"/>
                          </a:rPr>
                          <m:t>=1</m:t>
                        </m:r>
                      </m:e>
                    </m:d>
                    <m:r>
                      <a:rPr lang="en-IN" sz="2400" b="0" i="1" dirty="0" smtClean="0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 sz="2400" dirty="0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US" sz="2400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z="2400" dirty="0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 sz="2400" dirty="0">
                            <a:latin typeface="Cambria Math" panose="02040503050406030204" pitchFamily="18" charset="0"/>
                          </a:rPr>
                          <m:t>=2</m:t>
                        </m:r>
                      </m:e>
                    </m:d>
                    <m:r>
                      <a:rPr lang="en-US" sz="2400" i="0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0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400" dirty="0"/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C453C21-0088-84BB-A691-EE0727F402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71" y="4266063"/>
                <a:ext cx="8078908" cy="1314694"/>
              </a:xfrm>
              <a:prstGeom prst="rect">
                <a:avLst/>
              </a:prstGeom>
              <a:blipFill>
                <a:blip r:embed="rId13"/>
                <a:stretch>
                  <a:fillRect l="-105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" name="Picture 6">
            <a:extLst>
              <a:ext uri="{FF2B5EF4-FFF2-40B4-BE49-F238E27FC236}">
                <a16:creationId xmlns:a16="http://schemas.microsoft.com/office/drawing/2014/main" id="{0DD4D9C6-7B70-90A0-D554-A75AC8CF0208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4825" y="743899"/>
            <a:ext cx="5699711" cy="117154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296D7C49-A0D1-2FCC-2E51-6E59224088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139" y="5455066"/>
                <a:ext cx="10668287" cy="98584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2400" b="1" dirty="0"/>
                  <a:t>Meaning of this Case: </a:t>
                </a:r>
                <a:r>
                  <a:rPr lang="en-US" sz="2400" dirty="0"/>
                  <a:t>Once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400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sz="2400" dirty="0"/>
                  <a:t> reaches the maximum possible value, the CDF becomes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400" dirty="0"/>
                  <a:t> and stays </a:t>
                </a:r>
                <a14:m>
                  <m:oMath xmlns:m="http://schemas.openxmlformats.org/officeDocument/2006/math">
                    <m:r>
                      <a:rPr lang="en-US" sz="2400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400" dirty="0"/>
                  <a:t> forever.</a:t>
                </a: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296D7C49-A0D1-2FCC-2E51-6E59224088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39" y="5455066"/>
                <a:ext cx="10668287" cy="985848"/>
              </a:xfrm>
              <a:prstGeom prst="rect">
                <a:avLst/>
              </a:prstGeom>
              <a:blipFill>
                <a:blip r:embed="rId15"/>
                <a:stretch>
                  <a:fillRect l="-800" r="-914" b="-1234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13310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3" grpId="0"/>
      <p:bldP spid="8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B8D6A9-29E6-3D2E-AB70-175AA38366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642F7EE-9EFC-1A88-D058-A7348FE291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13FB859-3731-7B35-B5BE-745C5725DFCA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13FB859-3731-7B35-B5BE-745C5725DF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FF3BF8A-5222-8283-3C17-E45F15F3C03F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FF3BF8A-5222-8283-3C17-E45F15F3C0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230B965-FC6C-FB32-1787-B8465C61F01E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230B965-FC6C-FB32-1787-B8465C61F0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06B1A66-66B8-AD02-EC0B-348B2CA264E2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06B1A66-66B8-AD02-EC0B-348B2CA264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4870CC4-521F-E660-6DD8-0A9F28C2B0B0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4870CC4-521F-E660-6DD8-0A9F28C2B0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BA7017F-B60B-A323-9429-9B9C53A81E09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BA7017F-B60B-A323-9429-9B9C53A81E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0E1C797-B5E4-087B-40F3-719DAC26EB03}"/>
                  </a:ext>
                </a:extLst>
              </p:cNvPr>
              <p:cNvSpPr txBox="1"/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0E1C797-B5E4-087B-40F3-719DAC26EB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90F7CF12-A32C-F321-8B2B-7FFDAB54D8C2}"/>
                  </a:ext>
                </a:extLst>
              </p:cNvPr>
              <p:cNvSpPr txBox="1"/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90F7CF12-A32C-F321-8B2B-7FFDAB54D8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A6C7F53-5393-8DF7-6B0A-F16789CB9DF9}"/>
                  </a:ext>
                </a:extLst>
              </p:cNvPr>
              <p:cNvSpPr txBox="1"/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1A6C7F53-5393-8DF7-6B0A-F16789CB9D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1" name="Table 2">
            <a:extLst>
              <a:ext uri="{FF2B5EF4-FFF2-40B4-BE49-F238E27FC236}">
                <a16:creationId xmlns:a16="http://schemas.microsoft.com/office/drawing/2014/main" id="{59E918D7-2A55-5E4D-C7F0-ABB69F4BB7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5121643"/>
              </p:ext>
            </p:extLst>
          </p:nvPr>
        </p:nvGraphicFramePr>
        <p:xfrm>
          <a:off x="240826" y="906141"/>
          <a:ext cx="6348572" cy="1815417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4327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91E08C8-8C95-3C76-C724-D83FBD56F4D6}"/>
                  </a:ext>
                </a:extLst>
              </p:cNvPr>
              <p:cNvSpPr txBox="1"/>
              <p:nvPr/>
            </p:nvSpPr>
            <p:spPr>
              <a:xfrm>
                <a:off x="433706" y="923745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91E08C8-8C95-3C76-C724-D83FBD56F4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06" y="923745"/>
                <a:ext cx="166934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62D4001-93DA-D3ED-E3AE-7965C6CF10AA}"/>
                  </a:ext>
                </a:extLst>
              </p:cNvPr>
              <p:cNvSpPr txBox="1"/>
              <p:nvPr/>
            </p:nvSpPr>
            <p:spPr>
              <a:xfrm>
                <a:off x="433706" y="156110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62D4001-93DA-D3ED-E3AE-7965C6CF10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06" y="1561108"/>
                <a:ext cx="166934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97DEFA1-ADCD-CB1C-97DD-9438A250BE0F}"/>
                  </a:ext>
                </a:extLst>
              </p:cNvPr>
              <p:cNvSpPr txBox="1"/>
              <p:nvPr/>
            </p:nvSpPr>
            <p:spPr>
              <a:xfrm>
                <a:off x="2628365" y="825361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97DEFA1-ADCD-CB1C-97DD-9438A250BE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8365" y="825361"/>
                <a:ext cx="653612" cy="735747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9E9E158-3A00-B5C3-EA1C-9D70D844820B}"/>
                  </a:ext>
                </a:extLst>
              </p:cNvPr>
              <p:cNvSpPr txBox="1"/>
              <p:nvPr/>
            </p:nvSpPr>
            <p:spPr>
              <a:xfrm>
                <a:off x="4095990" y="92374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D9E9E158-3A00-B5C3-EA1C-9D70D84482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5990" y="923745"/>
                <a:ext cx="65361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3E4E8B2-6F4F-90D5-7061-0DABE0C674F7}"/>
                  </a:ext>
                </a:extLst>
              </p:cNvPr>
              <p:cNvSpPr txBox="1"/>
              <p:nvPr/>
            </p:nvSpPr>
            <p:spPr>
              <a:xfrm>
                <a:off x="5545508" y="92374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3E4E8B2-6F4F-90D5-7061-0DABE0C674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45508" y="923745"/>
                <a:ext cx="65361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0CBDB2A-5547-9401-57C7-7EC9C2035B21}"/>
                  </a:ext>
                </a:extLst>
              </p:cNvPr>
              <p:cNvSpPr txBox="1"/>
              <p:nvPr/>
            </p:nvSpPr>
            <p:spPr>
              <a:xfrm>
                <a:off x="2300177" y="156110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0CBDB2A-5547-9401-57C7-7EC9C2035B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0177" y="1561108"/>
                <a:ext cx="133514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D82FEE9-D842-0D78-D049-938E3AD01D18}"/>
                  </a:ext>
                </a:extLst>
              </p:cNvPr>
              <p:cNvSpPr txBox="1"/>
              <p:nvPr/>
            </p:nvSpPr>
            <p:spPr>
              <a:xfrm>
                <a:off x="3751077" y="156110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0.50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D82FEE9-D842-0D78-D049-938E3AD01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1077" y="1561108"/>
                <a:ext cx="133514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0DC78DB-A20A-5015-5B39-16115E7D5D5C}"/>
                  </a:ext>
                </a:extLst>
              </p:cNvPr>
              <p:cNvSpPr txBox="1"/>
              <p:nvPr/>
            </p:nvSpPr>
            <p:spPr>
              <a:xfrm>
                <a:off x="5131465" y="155322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0DC78DB-A20A-5015-5B39-16115E7D5D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1465" y="1553228"/>
                <a:ext cx="133514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1270DB-8C83-320D-03F8-2DB4DA745563}"/>
                  </a:ext>
                </a:extLst>
              </p:cNvPr>
              <p:cNvSpPr txBox="1"/>
              <p:nvPr/>
            </p:nvSpPr>
            <p:spPr>
              <a:xfrm>
                <a:off x="764372" y="2109678"/>
                <a:ext cx="10199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1270DB-8C83-320D-03F8-2DB4DA7455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4372" y="2109678"/>
                <a:ext cx="1019998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8C9B240-9786-9BDD-FFC0-385C43198331}"/>
                  </a:ext>
                </a:extLst>
              </p:cNvPr>
              <p:cNvSpPr txBox="1"/>
              <p:nvPr/>
            </p:nvSpPr>
            <p:spPr>
              <a:xfrm>
                <a:off x="2517098" y="2162272"/>
                <a:ext cx="9958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8C9B240-9786-9BDD-FFC0-385C431983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7098" y="2162272"/>
                <a:ext cx="995889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56AB28-1B89-690E-3BCF-788E4378BA00}"/>
                  </a:ext>
                </a:extLst>
              </p:cNvPr>
              <p:cNvSpPr txBox="1"/>
              <p:nvPr/>
            </p:nvSpPr>
            <p:spPr>
              <a:xfrm>
                <a:off x="3974449" y="2147323"/>
                <a:ext cx="8883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856AB28-1B89-690E-3BCF-788E4378BA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74449" y="2147323"/>
                <a:ext cx="88839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B48CC38-AF1D-D4A9-8FE2-A4FB5F6A086B}"/>
                  </a:ext>
                </a:extLst>
              </p:cNvPr>
              <p:cNvSpPr txBox="1"/>
              <p:nvPr/>
            </p:nvSpPr>
            <p:spPr>
              <a:xfrm>
                <a:off x="5648927" y="2165413"/>
                <a:ext cx="47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B48CC38-AF1D-D4A9-8FE2-A4FB5F6A08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48927" y="2165413"/>
                <a:ext cx="472196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7B04D3B2-068E-D03F-900D-A13BA35943F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1422" y="2886123"/>
                <a:ext cx="11452859" cy="3300668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To find 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𝐅</m:t>
                    </m:r>
                    <m:d>
                      <m:dPr>
                        <m:ctrlPr>
                          <a:rPr lang="en-IN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e>
                    </m:d>
                  </m:oMath>
                </a14:m>
                <a:endParaRPr lang="en-IN" b="1" dirty="0"/>
              </a:p>
              <a:p>
                <a:pPr lvl="1"/>
                <a:r>
                  <a:rPr lang="en-IN" dirty="0"/>
                  <a:t>Since </a:t>
                </a:r>
                <a14:m>
                  <m:oMath xmlns:m="http://schemas.openxmlformats.org/officeDocument/2006/math">
                    <m:r>
                      <a:rPr lang="en-IN" b="0" i="1" smtClean="0">
                        <a:latin typeface="Cambria Math" panose="02040503050406030204" pitchFamily="18" charset="0"/>
                      </a:rPr>
                      <m:t>1≤1.5&lt;2</m:t>
                    </m:r>
                  </m:oMath>
                </a14:m>
                <a:endParaRPr lang="en-IN" b="0" dirty="0"/>
              </a:p>
              <a:p>
                <a:pPr lvl="1"/>
                <a:r>
                  <a:rPr lang="en-IN" dirty="0"/>
                  <a:t>Using Case : 3,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1.5</m:t>
                        </m:r>
                      </m:e>
                    </m:d>
                    <m:r>
                      <a:rPr lang="en-IN" b="0" i="1" smtClean="0">
                        <a:latin typeface="Cambria Math" panose="02040503050406030204" pitchFamily="18" charset="0"/>
                      </a:rPr>
                      <m:t>=0.75</m:t>
                    </m:r>
                  </m:oMath>
                </a14:m>
                <a:endParaRPr lang="en-IN" b="0" dirty="0"/>
              </a:p>
              <a:p>
                <a:pPr lvl="1"/>
                <a:r>
                  <a:rPr lang="en-US" dirty="0"/>
                  <a:t>So, there is a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75%</m:t>
                    </m:r>
                  </m:oMath>
                </a14:m>
                <a:r>
                  <a:rPr lang="en-US" dirty="0"/>
                  <a:t> probability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less than or equal to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lang="en-US" dirty="0"/>
                  <a:t>, i.e.,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either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US" dirty="0"/>
                  <a:t> or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7B04D3B2-068E-D03F-900D-A13BA35943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422" y="2886123"/>
                <a:ext cx="11452859" cy="3300668"/>
              </a:xfrm>
              <a:prstGeom prst="rect">
                <a:avLst/>
              </a:prstGeom>
              <a:blipFill>
                <a:blip r:embed="rId23"/>
                <a:stretch>
                  <a:fillRect l="-1011" r="-106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86587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C19C2E-98D2-588E-2E8B-30A930C46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6CF33BA-9265-7576-A6A0-F9BABA847D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99059D1-29F2-3C93-B6CC-F84AAB86F854}"/>
                  </a:ext>
                </a:extLst>
              </p:cNvPr>
              <p:cNvSpPr txBox="1"/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algn="ctr">
                  <a:spcBef>
                    <a:spcPts val="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𝐱</m:t>
                          </m:r>
                        </m:e>
                      </m:d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99059D1-29F2-3C93-B6CC-F84AAB86F8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668" y="851335"/>
                <a:ext cx="2557780" cy="203478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7638780-AC65-EDE3-C25E-20DAA03FFE6D}"/>
                  </a:ext>
                </a:extLst>
              </p:cNvPr>
              <p:cNvSpPr txBox="1"/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7638780-AC65-EDE3-C25E-20DAA03FFE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796290"/>
                <a:ext cx="227627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0924C62-E048-C207-C35E-CA92BC685CA4}"/>
                  </a:ext>
                </a:extLst>
              </p:cNvPr>
              <p:cNvSpPr txBox="1"/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0924C62-E048-C207-C35E-CA92BC685C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329673"/>
                <a:ext cx="227627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8C13352-5416-AA99-A1FB-8071A8DACAA5}"/>
                  </a:ext>
                </a:extLst>
              </p:cNvPr>
              <p:cNvSpPr txBox="1"/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8C13352-5416-AA99-A1FB-8071A8DACA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1863056"/>
                <a:ext cx="227627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05BE92C-68CB-3133-F023-3542FBC26F69}"/>
                  </a:ext>
                </a:extLst>
              </p:cNvPr>
              <p:cNvSpPr txBox="1"/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</m:t>
                      </m:r>
                      <m:r>
                        <a:rPr lang="en-IN" sz="2800" b="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05BE92C-68CB-3133-F023-3542FBC26F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2125" y="2396439"/>
                <a:ext cx="227627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9A05AC4-442A-3C25-F7ED-0A317FE0B14C}"/>
                  </a:ext>
                </a:extLst>
              </p:cNvPr>
              <p:cNvSpPr txBox="1"/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9A05AC4-442A-3C25-F7ED-0A317FE0B1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9013" y="825361"/>
                <a:ext cx="498657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BBD7BA88-F1E5-20AA-F211-C56A4FFB88F5}"/>
                  </a:ext>
                </a:extLst>
              </p:cNvPr>
              <p:cNvSpPr txBox="1"/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BBD7BA88-F1E5-20AA-F211-C56A4FFB88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506" y="1339007"/>
                <a:ext cx="96614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4CDCC09-08B3-0D70-1D88-57C6D3D80570}"/>
                  </a:ext>
                </a:extLst>
              </p:cNvPr>
              <p:cNvSpPr txBox="1"/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4CDCC09-08B3-0D70-1D88-57C6D3D805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2139" y="1870669"/>
                <a:ext cx="96614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E62877D-CCB5-8605-E230-BFCA91A55AC4}"/>
                  </a:ext>
                </a:extLst>
              </p:cNvPr>
              <p:cNvSpPr txBox="1"/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E62877D-CCB5-8605-E230-BFCA91A55A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2289" y="2410773"/>
                <a:ext cx="54555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1" name="Table 2">
            <a:extLst>
              <a:ext uri="{FF2B5EF4-FFF2-40B4-BE49-F238E27FC236}">
                <a16:creationId xmlns:a16="http://schemas.microsoft.com/office/drawing/2014/main" id="{5446DC67-D9EF-05B6-929E-F25694577B2C}"/>
              </a:ext>
            </a:extLst>
          </p:cNvPr>
          <p:cNvGraphicFramePr>
            <a:graphicFrameLocks noGrp="1"/>
          </p:cNvGraphicFramePr>
          <p:nvPr/>
        </p:nvGraphicFramePr>
        <p:xfrm>
          <a:off x="240826" y="906141"/>
          <a:ext cx="6348572" cy="1815417"/>
        </p:xfrm>
        <a:graphic>
          <a:graphicData uri="http://schemas.openxmlformats.org/drawingml/2006/table">
            <a:tbl>
              <a:tblPr firstCol="1" bandRow="1">
                <a:tableStyleId>{93296810-A885-4BE3-A3E7-6D5BEEA58F35}</a:tableStyleId>
              </a:tblPr>
              <a:tblGrid>
                <a:gridCol w="2003030">
                  <a:extLst>
                    <a:ext uri="{9D8B030D-6E8A-4147-A177-3AD203B41FA5}">
                      <a16:colId xmlns:a16="http://schemas.microsoft.com/office/drawing/2014/main" val="2280401672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9709473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1526058969"/>
                    </a:ext>
                  </a:extLst>
                </a:gridCol>
                <a:gridCol w="1448514">
                  <a:extLst>
                    <a:ext uri="{9D8B030D-6E8A-4147-A177-3AD203B41FA5}">
                      <a16:colId xmlns:a16="http://schemas.microsoft.com/office/drawing/2014/main" val="3685876560"/>
                    </a:ext>
                  </a:extLst>
                </a:gridCol>
              </a:tblGrid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7204194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7604946"/>
                  </a:ext>
                </a:extLst>
              </a:tr>
              <a:tr h="605139"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43274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9915431-8954-1465-A4E4-0D9A7818499A}"/>
                  </a:ext>
                </a:extLst>
              </p:cNvPr>
              <p:cNvSpPr txBox="1"/>
              <p:nvPr/>
            </p:nvSpPr>
            <p:spPr>
              <a:xfrm>
                <a:off x="433706" y="923745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9915431-8954-1465-A4E4-0D9A781849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06" y="923745"/>
                <a:ext cx="166934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37E76AB-8B1E-EEB9-168C-A5A20E1E803C}"/>
                  </a:ext>
                </a:extLst>
              </p:cNvPr>
              <p:cNvSpPr txBox="1"/>
              <p:nvPr/>
            </p:nvSpPr>
            <p:spPr>
              <a:xfrm>
                <a:off x="433706" y="1561108"/>
                <a:ext cx="1669345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𝐏</m:t>
                      </m:r>
                      <m:d>
                        <m:dPr>
                          <m:ctrlPr>
                            <a:rPr lang="en-IN" sz="2800" b="1" i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𝐗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1" dirty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37E76AB-8B1E-EEB9-168C-A5A20E1E8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06" y="1561108"/>
                <a:ext cx="166934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CE3042D-1B5B-92AA-53B4-16BA54829424}"/>
                  </a:ext>
                </a:extLst>
              </p:cNvPr>
              <p:cNvSpPr txBox="1"/>
              <p:nvPr/>
            </p:nvSpPr>
            <p:spPr>
              <a:xfrm>
                <a:off x="2628365" y="825361"/>
                <a:ext cx="653612" cy="735747"/>
              </a:xfrm>
              <a:prstGeom prst="ellipse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CE3042D-1B5B-92AA-53B4-16BA548294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8365" y="825361"/>
                <a:ext cx="653612" cy="735747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7F1FDE-5A36-DAB6-FD6E-263AAF947779}"/>
                  </a:ext>
                </a:extLst>
              </p:cNvPr>
              <p:cNvSpPr txBox="1"/>
              <p:nvPr/>
            </p:nvSpPr>
            <p:spPr>
              <a:xfrm>
                <a:off x="4095990" y="92374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7F1FDE-5A36-DAB6-FD6E-263AAF9477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5990" y="923745"/>
                <a:ext cx="65361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5B086CC-7256-F55C-6419-5AF4A7A03704}"/>
                  </a:ext>
                </a:extLst>
              </p:cNvPr>
              <p:cNvSpPr txBox="1"/>
              <p:nvPr/>
            </p:nvSpPr>
            <p:spPr>
              <a:xfrm>
                <a:off x="5545508" y="923745"/>
                <a:ext cx="65361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5B086CC-7256-F55C-6419-5AF4A7A037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45508" y="923745"/>
                <a:ext cx="653612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E038F9E-C7B7-81C2-FA7B-DF8924CEF2F2}"/>
                  </a:ext>
                </a:extLst>
              </p:cNvPr>
              <p:cNvSpPr txBox="1"/>
              <p:nvPr/>
            </p:nvSpPr>
            <p:spPr>
              <a:xfrm>
                <a:off x="2300177" y="156110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E038F9E-C7B7-81C2-FA7B-DF8924CEF2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0177" y="1561108"/>
                <a:ext cx="133514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DFC0349-1B08-9379-D0F4-83AD442AAEC0}"/>
                  </a:ext>
                </a:extLst>
              </p:cNvPr>
              <p:cNvSpPr txBox="1"/>
              <p:nvPr/>
            </p:nvSpPr>
            <p:spPr>
              <a:xfrm>
                <a:off x="3751077" y="156110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DFC0349-1B08-9379-D0F4-83AD442AAE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1077" y="1561108"/>
                <a:ext cx="133514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07CD15A-9A8D-DB09-304F-F000FB9460AE}"/>
                  </a:ext>
                </a:extLst>
              </p:cNvPr>
              <p:cNvSpPr txBox="1"/>
              <p:nvPr/>
            </p:nvSpPr>
            <p:spPr>
              <a:xfrm>
                <a:off x="5131465" y="1553228"/>
                <a:ext cx="1335143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07CD15A-9A8D-DB09-304F-F000FB9460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1465" y="1553228"/>
                <a:ext cx="133514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2713A95-92B2-8823-D88E-EEF5CB2B8F36}"/>
                  </a:ext>
                </a:extLst>
              </p:cNvPr>
              <p:cNvSpPr txBox="1"/>
              <p:nvPr/>
            </p:nvSpPr>
            <p:spPr>
              <a:xfrm>
                <a:off x="764372" y="2109678"/>
                <a:ext cx="10199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𝐅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2713A95-92B2-8823-D88E-EEF5CB2B8F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4372" y="2109678"/>
                <a:ext cx="1019998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9A7BDE8-12EA-4812-A3AF-ED1610F765A7}"/>
                  </a:ext>
                </a:extLst>
              </p:cNvPr>
              <p:cNvSpPr txBox="1"/>
              <p:nvPr/>
            </p:nvSpPr>
            <p:spPr>
              <a:xfrm>
                <a:off x="2517098" y="2162272"/>
                <a:ext cx="9958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9A7BDE8-12EA-4812-A3AF-ED1610F765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7098" y="2162272"/>
                <a:ext cx="995889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63EA59F-83DC-30D4-E56B-2809DF0C2A32}"/>
                  </a:ext>
                </a:extLst>
              </p:cNvPr>
              <p:cNvSpPr txBox="1"/>
              <p:nvPr/>
            </p:nvSpPr>
            <p:spPr>
              <a:xfrm>
                <a:off x="3974449" y="2147323"/>
                <a:ext cx="8883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63EA59F-83DC-30D4-E56B-2809DF0C2A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74449" y="2147323"/>
                <a:ext cx="88839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3806416-662D-B083-431A-08113A3B4191}"/>
                  </a:ext>
                </a:extLst>
              </p:cNvPr>
              <p:cNvSpPr txBox="1"/>
              <p:nvPr/>
            </p:nvSpPr>
            <p:spPr>
              <a:xfrm>
                <a:off x="5648927" y="2165413"/>
                <a:ext cx="4721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3806416-662D-B083-431A-08113A3B4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48927" y="2165413"/>
                <a:ext cx="472196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86E8E8A6-4F85-1184-3E18-DBFFECB8936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1422" y="2886123"/>
                <a:ext cx="11896975" cy="2979656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IN" b="1" dirty="0">
                    <a:solidFill>
                      <a:schemeClr val="accent6">
                        <a:lumMod val="75000"/>
                      </a:schemeClr>
                    </a:solidFill>
                  </a:rPr>
                  <a:t>To find 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𝐅</m:t>
                    </m:r>
                    <m:d>
                      <m:dPr>
                        <m:ctrlPr>
                          <a:rPr lang="en-IN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𝟕𝟓</m:t>
                        </m:r>
                      </m:e>
                    </m:d>
                  </m:oMath>
                </a14:m>
                <a:endParaRPr lang="en-IN" b="1" dirty="0"/>
              </a:p>
              <a:p>
                <a:pPr lvl="1"/>
                <a:r>
                  <a:rPr lang="en-IN" dirty="0"/>
                  <a:t>Since </a:t>
                </a:r>
                <a14:m>
                  <m:oMath xmlns:m="http://schemas.openxmlformats.org/officeDocument/2006/math">
                    <m:r>
                      <a:rPr lang="en-IN" b="0" i="1" smtClean="0"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75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dirty="0"/>
              </a:p>
              <a:p>
                <a:pPr lvl="1"/>
                <a:r>
                  <a:rPr lang="en-IN" dirty="0"/>
                  <a:t>Using Case : 4,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IN" b="0" i="0" smtClean="0">
                            <a:latin typeface="Cambria Math" panose="02040503050406030204" pitchFamily="18" charset="0"/>
                          </a:rPr>
                          <m:t>75</m:t>
                        </m:r>
                      </m:e>
                    </m:d>
                    <m:r>
                      <a:rPr lang="en-IN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b="0" dirty="0"/>
              </a:p>
              <a:p>
                <a:pPr lvl="1"/>
                <a:r>
                  <a:rPr lang="en-US" dirty="0"/>
                  <a:t>So, there is a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100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%</m:t>
                    </m:r>
                  </m:oMath>
                </a14:m>
                <a:r>
                  <a:rPr lang="en-US" dirty="0"/>
                  <a:t> chance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≤ 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3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lang="en-US" dirty="0"/>
                  <a:t>,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can never exceed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86E8E8A6-4F85-1184-3E18-DBFFECB89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422" y="2886123"/>
                <a:ext cx="11896975" cy="2979656"/>
              </a:xfrm>
              <a:prstGeom prst="rect">
                <a:avLst/>
              </a:prstGeom>
              <a:blipFill>
                <a:blip r:embed="rId23"/>
                <a:stretch>
                  <a:fillRect l="-9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74542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DDAFEA-3EE2-5187-9E62-424720F88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476C736-4EF4-165E-605C-91921FC6F0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Remark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5">
                <a:extLst>
                  <a:ext uri="{FF2B5EF4-FFF2-40B4-BE49-F238E27FC236}">
                    <a16:creationId xmlns:a16="http://schemas.microsoft.com/office/drawing/2014/main" id="{56E5A9E7-BBD0-8302-3CB0-5C13588D173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4856420"/>
              </a:xfrm>
            </p:spPr>
            <p:txBody>
              <a:bodyPr/>
              <a:lstStyle/>
              <a:p>
                <a:r>
                  <a:rPr lang="en-US" dirty="0"/>
                  <a:t>CDF does not care whether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can equal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US" dirty="0"/>
              </a:p>
              <a:p>
                <a:r>
                  <a:rPr lang="en-US" dirty="0"/>
                  <a:t>It only asks:</a:t>
                </a:r>
              </a:p>
              <a:p>
                <a:pPr marL="0" indent="0" algn="ctr">
                  <a:buNone/>
                </a:pPr>
                <a:r>
                  <a:rPr lang="en-US" dirty="0"/>
                  <a:t>Which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are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?</a:t>
                </a:r>
              </a:p>
              <a:p>
                <a:pPr algn="l"/>
                <a:r>
                  <a:rPr lang="en-US" dirty="0"/>
                  <a:t>That is why:</a:t>
                </a:r>
              </a:p>
              <a:p>
                <a:pPr lvl="1" algn="l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 dirty="0">
                            <a:latin typeface="Cambria Math" panose="02040503050406030204" pitchFamily="18" charset="0"/>
                          </a:rPr>
                          <m:t>1.5</m:t>
                        </m:r>
                      </m:e>
                    </m:d>
                  </m:oMath>
                </a14:m>
                <a:r>
                  <a:rPr lang="en-US" dirty="0"/>
                  <a:t> is meaningful</a:t>
                </a:r>
              </a:p>
              <a:p>
                <a:pPr lvl="1" algn="l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0" dirty="0">
                            <a:latin typeface="Cambria Math" panose="02040503050406030204" pitchFamily="18" charset="0"/>
                          </a:rPr>
                          <m:t>3.</m:t>
                        </m:r>
                        <m:r>
                          <a:rPr lang="en-IN" b="0" i="0" dirty="0" smtClean="0"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US" i="0" dirty="0"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r>
                  <a:rPr lang="en-US" dirty="0"/>
                  <a:t> is meaningful</a:t>
                </a:r>
              </a:p>
              <a:p>
                <a:pPr marL="273050" indent="0" algn="l">
                  <a:buNone/>
                </a:pPr>
                <a:r>
                  <a:rPr lang="en-US" dirty="0"/>
                  <a:t>even though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never equals those values.</a:t>
                </a:r>
                <a:endParaRPr lang="en-IN" dirty="0"/>
              </a:p>
            </p:txBody>
          </p:sp>
        </mc:Choice>
        <mc:Fallback xmlns="">
          <p:sp>
            <p:nvSpPr>
              <p:cNvPr id="6" name="Content Placeholder 5">
                <a:extLst>
                  <a:ext uri="{FF2B5EF4-FFF2-40B4-BE49-F238E27FC236}">
                    <a16:creationId xmlns:a16="http://schemas.microsoft.com/office/drawing/2014/main" id="{56E5A9E7-BBD0-8302-3CB0-5C13588D173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4856420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75936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EF086B-A5BE-0E20-ACDB-03D7D34544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149EFDC-0299-E575-1692-FA86EC1AF3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Steps to build the CDF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5">
                <a:extLst>
                  <a:ext uri="{FF2B5EF4-FFF2-40B4-BE49-F238E27FC236}">
                    <a16:creationId xmlns:a16="http://schemas.microsoft.com/office/drawing/2014/main" id="{3B6D6529-C247-0780-437B-052396DE2B7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2755245"/>
              </a:xfrm>
            </p:spPr>
            <p:txBody>
              <a:bodyPr/>
              <a:lstStyle/>
              <a:p>
                <a:r>
                  <a:rPr lang="en-US" dirty="0"/>
                  <a:t>To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i="0" dirty="0" smtClean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, we must do three Steps every time: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Step :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US" dirty="0"/>
                  <a:t> Fix a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(real number)</a:t>
                </a:r>
              </a:p>
              <a:p>
                <a:pPr lvl="1"/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Step : </a:t>
                </a:r>
                <a14:m>
                  <m:oMath xmlns:m="http://schemas.openxmlformats.org/officeDocument/2006/math">
                    <m:r>
                      <a:rPr lang="en-IN" b="1" i="1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r>
                  <a:rPr lang="en-US" dirty="0"/>
                  <a:t> List all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that satisfy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US" dirty="0"/>
              </a:p>
              <a:p>
                <a:pPr lvl="1"/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</a:rPr>
                  <a:t>Step : </a:t>
                </a:r>
                <a14:m>
                  <m:oMath xmlns:m="http://schemas.openxmlformats.org/officeDocument/2006/math">
                    <m:r>
                      <a:rPr lang="en-IN" b="1" i="1" dirty="0" smtClean="0">
                        <a:solidFill>
                          <a:schemeClr val="accent6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US" dirty="0"/>
                  <a:t> Add their probabilities</a:t>
                </a:r>
                <a:endParaRPr lang="en-IN" dirty="0"/>
              </a:p>
            </p:txBody>
          </p:sp>
        </mc:Choice>
        <mc:Fallback xmlns="">
          <p:sp>
            <p:nvSpPr>
              <p:cNvPr id="6" name="Content Placeholder 5">
                <a:extLst>
                  <a:ext uri="{FF2B5EF4-FFF2-40B4-BE49-F238E27FC236}">
                    <a16:creationId xmlns:a16="http://schemas.microsoft.com/office/drawing/2014/main" id="{3B6D6529-C247-0780-437B-052396DE2B7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275524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09945008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38"/>
                <a:ext cx="11929645" cy="2121533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A random variable X takes the values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−3,  −2,  −1,  0,  1,  2,  3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 such that </a:t>
                </a:r>
              </a:p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 Math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=−3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=−2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=−1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=1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=2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=3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.</m:t>
                      </m:r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  <a:p>
                <a:pPr marL="0" marR="0" lvl="0" indent="0" algn="just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B84742"/>
                  </a:buClr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Obtain the probability distribution and the distribution function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X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Calibri" panose="020F0502020204030204" pitchFamily="34" charset="0"/>
                    <a:cs typeface="Shruti" panose="020B0502040204020203" pitchFamily="34" charset="0"/>
                  </a:rPr>
                  <a:t>.</a:t>
                </a:r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8"/>
                <a:ext cx="11929645" cy="2121533"/>
              </a:xfrm>
              <a:prstGeom prst="rect">
                <a:avLst/>
              </a:prstGeom>
              <a:blipFill>
                <a:blip r:embed="rId2"/>
                <a:stretch>
                  <a:fillRect l="-1074" t="-575" b="-718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314600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9AB56B1-91F7-4EC3-A8DA-3E4826259CC3}"/>
              </a:ext>
            </a:extLst>
          </p:cNvPr>
          <p:cNvSpPr txBox="1"/>
          <p:nvPr/>
        </p:nvSpPr>
        <p:spPr>
          <a:xfrm>
            <a:off x="114082" y="3694420"/>
            <a:ext cx="916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Let,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CF186C8-77AB-404B-A0B6-C8F8ECDECB94}"/>
                  </a:ext>
                </a:extLst>
              </p:cNvPr>
              <p:cNvSpPr txBox="1"/>
              <p:nvPr/>
            </p:nvSpPr>
            <p:spPr>
              <a:xfrm>
                <a:off x="43542" y="4228318"/>
                <a:ext cx="12192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=−3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=−2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=−1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=1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=2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=3</m:t>
                          </m:r>
                        </m:e>
                      </m:d>
                      <m:r>
                        <a:rPr kumimoji="0" lang="en-IN" sz="28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1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𝐤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CF186C8-77AB-404B-A0B6-C8F8ECDECB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42" y="4228318"/>
                <a:ext cx="1219200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TextBox 15">
            <a:extLst>
              <a:ext uri="{FF2B5EF4-FFF2-40B4-BE49-F238E27FC236}">
                <a16:creationId xmlns:a16="http://schemas.microsoft.com/office/drawing/2014/main" id="{8D69D989-F456-4122-AD05-CFFA2B715BB7}"/>
              </a:ext>
            </a:extLst>
          </p:cNvPr>
          <p:cNvSpPr txBox="1"/>
          <p:nvPr/>
        </p:nvSpPr>
        <p:spPr>
          <a:xfrm>
            <a:off x="114082" y="4751538"/>
            <a:ext cx="916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DD6633E-7A11-4142-99B6-21BFF5287101}"/>
                  </a:ext>
                </a:extLst>
              </p:cNvPr>
              <p:cNvSpPr txBox="1"/>
              <p:nvPr/>
            </p:nvSpPr>
            <p:spPr>
              <a:xfrm>
                <a:off x="685582" y="5274758"/>
                <a:ext cx="18018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DD6633E-7A11-4142-99B6-21BFF52871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5582" y="5274758"/>
                <a:ext cx="180180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E9AF7BE-B2F0-4DDD-88DB-B59176CE4451}"/>
                  </a:ext>
                </a:extLst>
              </p:cNvPr>
              <p:cNvSpPr txBox="1"/>
              <p:nvPr/>
            </p:nvSpPr>
            <p:spPr>
              <a:xfrm>
                <a:off x="2148622" y="5274758"/>
                <a:ext cx="64492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=−3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=−2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=−1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E9AF7BE-B2F0-4DDD-88DB-B59176CE44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8622" y="5274758"/>
                <a:ext cx="644928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4EB6BFB-A0BD-4664-9AEC-E29AD7EDB5A9}"/>
                  </a:ext>
                </a:extLst>
              </p:cNvPr>
              <p:cNvSpPr txBox="1"/>
              <p:nvPr/>
            </p:nvSpPr>
            <p:spPr>
              <a:xfrm>
                <a:off x="8360736" y="5274758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4EB6BFB-A0BD-4664-9AEC-E29AD7EDB5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60736" y="5274758"/>
                <a:ext cx="97739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!!1">
                <a:extLst>
                  <a:ext uri="{FF2B5EF4-FFF2-40B4-BE49-F238E27FC236}">
                    <a16:creationId xmlns:a16="http://schemas.microsoft.com/office/drawing/2014/main" id="{89D1BC4C-6B41-46BC-80AB-79C22A2C5E1A}"/>
                  </a:ext>
                </a:extLst>
              </p:cNvPr>
              <p:cNvSpPr txBox="1"/>
              <p:nvPr/>
            </p:nvSpPr>
            <p:spPr>
              <a:xfrm>
                <a:off x="236655" y="5983268"/>
                <a:ext cx="5621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!!1">
                <a:extLst>
                  <a:ext uri="{FF2B5EF4-FFF2-40B4-BE49-F238E27FC236}">
                    <a16:creationId xmlns:a16="http://schemas.microsoft.com/office/drawing/2014/main" id="{89D1BC4C-6B41-46BC-80AB-79C22A2C5E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655" y="5983268"/>
                <a:ext cx="56213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B288A80-52A4-4A23-8EEF-3076F2A88942}"/>
                  </a:ext>
                </a:extLst>
              </p:cNvPr>
              <p:cNvSpPr txBox="1"/>
              <p:nvPr/>
            </p:nvSpPr>
            <p:spPr>
              <a:xfrm>
                <a:off x="3925045" y="5983268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B288A80-52A4-4A23-8EEF-3076F2A88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25045" y="5983268"/>
                <a:ext cx="97739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8A67B34-1177-4099-A72D-BBEFA1278049}"/>
                  </a:ext>
                </a:extLst>
              </p:cNvPr>
              <p:cNvSpPr txBox="1"/>
              <p:nvPr/>
            </p:nvSpPr>
            <p:spPr>
              <a:xfrm>
                <a:off x="680902" y="5983268"/>
                <a:ext cx="18018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8A67B34-1177-4099-A72D-BBEFA12780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02" y="5983268"/>
                <a:ext cx="180180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F7E9724-5CCD-4C55-8A66-DF148AAB0E14}"/>
                  </a:ext>
                </a:extLst>
              </p:cNvPr>
              <p:cNvSpPr txBox="1"/>
              <p:nvPr/>
            </p:nvSpPr>
            <p:spPr>
              <a:xfrm>
                <a:off x="2139534" y="5983268"/>
                <a:ext cx="20022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F7E9724-5CCD-4C55-8A66-DF148AAB0E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9534" y="5983268"/>
                <a:ext cx="2002208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57082F6-A0C2-469A-B3A8-33F6786BC543}"/>
                  </a:ext>
                </a:extLst>
              </p:cNvPr>
              <p:cNvSpPr txBox="1"/>
              <p:nvPr/>
            </p:nvSpPr>
            <p:spPr>
              <a:xfrm>
                <a:off x="131176" y="1405384"/>
                <a:ext cx="52028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&gt;0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&lt;0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57082F6-A0C2-469A-B3A8-33F6786BC5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405384"/>
                <a:ext cx="5202824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084933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15" grpId="0"/>
      <p:bldP spid="16" grpId="0"/>
      <p:bldP spid="17" grpId="0"/>
      <p:bldP spid="18" grpId="0"/>
      <p:bldP spid="20" grpId="0"/>
      <p:bldP spid="22" grpId="0"/>
      <p:bldP spid="24" grpId="0"/>
      <p:bldP spid="28" grpId="0"/>
      <p:bldP spid="33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E9AF7BE-B2F0-4DDD-88DB-B59176CE4451}"/>
              </a:ext>
            </a:extLst>
          </p:cNvPr>
          <p:cNvSpPr txBox="1"/>
          <p:nvPr/>
        </p:nvSpPr>
        <p:spPr>
          <a:xfrm>
            <a:off x="1028482" y="1386593"/>
            <a:ext cx="104706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Since,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4EB6BFB-A0BD-4664-9AEC-E29AD7EDB5A9}"/>
                  </a:ext>
                </a:extLst>
              </p:cNvPr>
              <p:cNvSpPr txBox="1"/>
              <p:nvPr/>
            </p:nvSpPr>
            <p:spPr>
              <a:xfrm>
                <a:off x="6096000" y="1974774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4EB6BFB-A0BD-4664-9AEC-E29AD7EDB5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1974774"/>
                <a:ext cx="97739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89D1BC4C-6B41-46BC-80AB-79C22A2C5E1A}"/>
              </a:ext>
            </a:extLst>
          </p:cNvPr>
          <p:cNvSpPr txBox="1"/>
          <p:nvPr/>
        </p:nvSpPr>
        <p:spPr>
          <a:xfrm>
            <a:off x="190934" y="3304084"/>
            <a:ext cx="8375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B288A80-52A4-4A23-8EEF-3076F2A88942}"/>
                  </a:ext>
                </a:extLst>
              </p:cNvPr>
              <p:cNvSpPr txBox="1"/>
              <p:nvPr/>
            </p:nvSpPr>
            <p:spPr>
              <a:xfrm>
                <a:off x="6246660" y="798412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B288A80-52A4-4A23-8EEF-3076F2A88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660" y="798412"/>
                <a:ext cx="97739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2CDCAFC-03E6-425D-B0D4-9F5662EFB5F7}"/>
                  </a:ext>
                </a:extLst>
              </p:cNvPr>
              <p:cNvSpPr txBox="1"/>
              <p:nvPr/>
            </p:nvSpPr>
            <p:spPr>
              <a:xfrm>
                <a:off x="953152" y="1974774"/>
                <a:ext cx="52181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&lt;0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=0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2CDCAFC-03E6-425D-B0D4-9F5662EFB5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52" y="1974774"/>
                <a:ext cx="521817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FECE5B7-6B69-4744-9190-78353F3749AC}"/>
                  </a:ext>
                </a:extLst>
              </p:cNvPr>
              <p:cNvSpPr txBox="1"/>
              <p:nvPr/>
            </p:nvSpPr>
            <p:spPr>
              <a:xfrm>
                <a:off x="3743324" y="2587649"/>
                <a:ext cx="23526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+3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FECE5B7-6B69-4744-9190-78353F3749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3324" y="2587649"/>
                <a:ext cx="235267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CB53ADB-A1C1-4720-B4E1-F3F77884EFEA}"/>
                  </a:ext>
                </a:extLst>
              </p:cNvPr>
              <p:cNvSpPr txBox="1"/>
              <p:nvPr/>
            </p:nvSpPr>
            <p:spPr>
              <a:xfrm>
                <a:off x="6096000" y="2585205"/>
                <a:ext cx="977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CB53ADB-A1C1-4720-B4E1-F3F77884EF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2585205"/>
                <a:ext cx="97739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0E54957-1803-4814-A2F8-E062BF6233DA}"/>
                  </a:ext>
                </a:extLst>
              </p:cNvPr>
              <p:cNvSpPr txBox="1"/>
              <p:nvPr/>
            </p:nvSpPr>
            <p:spPr>
              <a:xfrm>
                <a:off x="7300726" y="2585205"/>
                <a:ext cx="6095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k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0E54957-1803-4814-A2F8-E062BF6233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0726" y="2585205"/>
                <a:ext cx="609599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A881714-765D-4B17-B6A1-32A32D0C1F1F}"/>
                  </a:ext>
                </a:extLst>
              </p:cNvPr>
              <p:cNvSpPr txBox="1"/>
              <p:nvPr/>
            </p:nvSpPr>
            <p:spPr>
              <a:xfrm>
                <a:off x="7794436" y="2389546"/>
                <a:ext cx="977393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5A881714-765D-4B17-B6A1-32A32D0C1F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4436" y="2389546"/>
                <a:ext cx="977393" cy="898964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4">
                <a:extLst>
                  <a:ext uri="{FF2B5EF4-FFF2-40B4-BE49-F238E27FC236}">
                    <a16:creationId xmlns:a16="http://schemas.microsoft.com/office/drawing/2014/main" id="{92E38ED7-8240-4EB9-B2BA-C908D303DFD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09557" y="3910113"/>
              <a:ext cx="9960617" cy="1512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200900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𝐗</m:t>
                                </m:r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−3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−2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−1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effectLst/>
                                    <a:uFill>
                                      <a:solidFill>
                                        <a:srgbClr val="0070C0"/>
                                      </a:solidFill>
                                    </a:uFill>
                                    <a:latin typeface="Cambria Math" panose="02040503050406030204" pitchFamily="18" charset="0"/>
                                    <a:ea typeface="Times New Roman" panose="02020603050405020304" pitchFamily="18" charset="0"/>
                                    <a:cs typeface="Shruti" panose="020B0502040204020203" pitchFamily="34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b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4">
                <a:extLst>
                  <a:ext uri="{FF2B5EF4-FFF2-40B4-BE49-F238E27FC236}">
                    <a16:creationId xmlns:a16="http://schemas.microsoft.com/office/drawing/2014/main" id="{92E38ED7-8240-4EB9-B2BA-C908D303DFD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36572716"/>
                  </p:ext>
                </p:extLst>
              </p:nvPr>
            </p:nvGraphicFramePr>
            <p:xfrm>
              <a:off x="309557" y="3910113"/>
              <a:ext cx="9960617" cy="1512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2009002">
                      <a:extLst>
                        <a:ext uri="{9D8B030D-6E8A-4147-A177-3AD203B41FA5}">
                          <a16:colId xmlns:a16="http://schemas.microsoft.com/office/drawing/2014/main" val="2160788424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442773458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291606709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336429719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548766450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208636898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1962852765"/>
                        </a:ext>
                      </a:extLst>
                    </a:gridCol>
                    <a:gridCol w="1135945">
                      <a:extLst>
                        <a:ext uri="{9D8B030D-6E8A-4147-A177-3AD203B41FA5}">
                          <a16:colId xmlns:a16="http://schemas.microsoft.com/office/drawing/2014/main" val="2281907699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303" t="-2247" r="-396364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177957" t="-2247" r="-603226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276471" t="-2247" r="-500000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378495" t="-2247" r="-402688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475936" t="-2247" r="-300535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579032" t="-2247" r="-202151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675401" t="-2247" r="-101070" b="-1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779570" t="-2247" r="-1613" b="-18314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5006325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303" t="-56875" r="-396364" b="-187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49985232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5220574-0619-42CF-99E3-0366DDF88189}"/>
                  </a:ext>
                </a:extLst>
              </p:cNvPr>
              <p:cNvSpPr txBox="1"/>
              <p:nvPr/>
            </p:nvSpPr>
            <p:spPr>
              <a:xfrm>
                <a:off x="2375141" y="4474824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5220574-0619-42CF-99E3-0366DDF881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141" y="4474824"/>
                <a:ext cx="1001729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C29BE1C-628B-4FCE-86E2-8E70BB304409}"/>
                  </a:ext>
                </a:extLst>
              </p:cNvPr>
              <p:cNvSpPr txBox="1"/>
              <p:nvPr/>
            </p:nvSpPr>
            <p:spPr>
              <a:xfrm>
                <a:off x="3511692" y="4474823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C29BE1C-628B-4FCE-86E2-8E70BB3044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1692" y="4474823"/>
                <a:ext cx="1001729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6FA41B5-EA94-45D9-B59E-57EA0D4D5E47}"/>
                  </a:ext>
                </a:extLst>
              </p:cNvPr>
              <p:cNvSpPr txBox="1"/>
              <p:nvPr/>
            </p:nvSpPr>
            <p:spPr>
              <a:xfrm>
                <a:off x="4648243" y="4474822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6FA41B5-EA94-45D9-B59E-57EA0D4D5E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8243" y="4474822"/>
                <a:ext cx="1001729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2E65DD3-907C-4759-9C66-A01379F975C1}"/>
                  </a:ext>
                </a:extLst>
              </p:cNvPr>
              <p:cNvSpPr txBox="1"/>
              <p:nvPr/>
            </p:nvSpPr>
            <p:spPr>
              <a:xfrm>
                <a:off x="5793834" y="4474821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42E65DD3-907C-4759-9C66-A01379F975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3834" y="4474821"/>
                <a:ext cx="1001729" cy="90178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5FFDCC9-0D65-465D-A093-37914E833C36}"/>
                  </a:ext>
                </a:extLst>
              </p:cNvPr>
              <p:cNvSpPr txBox="1"/>
              <p:nvPr/>
            </p:nvSpPr>
            <p:spPr>
              <a:xfrm>
                <a:off x="6921345" y="44748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5FFDCC9-0D65-465D-A093-37914E833C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21345" y="4474820"/>
                <a:ext cx="1001729" cy="90178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D4584C96-FF04-4CC8-A01C-BE5F77BAC03A}"/>
                  </a:ext>
                </a:extLst>
              </p:cNvPr>
              <p:cNvSpPr txBox="1"/>
              <p:nvPr/>
            </p:nvSpPr>
            <p:spPr>
              <a:xfrm>
                <a:off x="8057896" y="4474819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D4584C96-FF04-4CC8-A01C-BE5F77BAC0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7896" y="4474819"/>
                <a:ext cx="1001729" cy="90178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100801E-FBE2-49B1-A660-3F33457E0DFC}"/>
                  </a:ext>
                </a:extLst>
              </p:cNvPr>
              <p:cNvSpPr txBox="1"/>
              <p:nvPr/>
            </p:nvSpPr>
            <p:spPr>
              <a:xfrm>
                <a:off x="9194445" y="4474818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100801E-FBE2-49B1-A660-3F33457E0D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4445" y="4474818"/>
                <a:ext cx="1001729" cy="90178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D116EDE-71D4-4BFC-9D09-5D0DB07D84F3}"/>
                  </a:ext>
                </a:extLst>
              </p:cNvPr>
              <p:cNvSpPr txBox="1"/>
              <p:nvPr/>
            </p:nvSpPr>
            <p:spPr>
              <a:xfrm>
                <a:off x="6932932" y="2587649"/>
                <a:ext cx="51326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2D116EDE-71D4-4BFC-9D09-5D0DB07D84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932" y="2587649"/>
                <a:ext cx="51326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A4104331-87EB-4F68-9D0D-76DB4C1B91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09557" y="5422113"/>
              <a:ext cx="9960621" cy="972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2014284">
                      <a:extLst>
                        <a:ext uri="{9D8B030D-6E8A-4147-A177-3AD203B41FA5}">
                          <a16:colId xmlns:a16="http://schemas.microsoft.com/office/drawing/2014/main" val="4214428969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1050801041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875159002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15126673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137501542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794655546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166557846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3745598535"/>
                        </a:ext>
                      </a:extLst>
                    </a:gridCol>
                  </a:tblGrid>
                  <a:tr h="97200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𝐅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left"/>
                              </m:oMathParaPr>
                              <m:oMath xmlns:m="http://schemas.openxmlformats.org/officeDocument/2006/math"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IN" sz="2800" b="1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𝐏</m:t>
                                </m:r>
                                <m:d>
                                  <m:dPr>
                                    <m:ctrlPr>
                                      <a:rPr lang="en-IN" sz="2800" b="1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𝐗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≤</m:t>
                                    </m:r>
                                    <m:r>
                                      <a:rPr lang="en-IN" sz="2800" b="1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𝐱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en-IN" sz="2800" b="1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endParaRPr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16859406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A4104331-87EB-4F68-9D0D-76DB4C1B914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48783474"/>
                  </p:ext>
                </p:extLst>
              </p:nvPr>
            </p:nvGraphicFramePr>
            <p:xfrm>
              <a:off x="309557" y="5422113"/>
              <a:ext cx="9960621" cy="972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2014284">
                      <a:extLst>
                        <a:ext uri="{9D8B030D-6E8A-4147-A177-3AD203B41FA5}">
                          <a16:colId xmlns:a16="http://schemas.microsoft.com/office/drawing/2014/main" val="4214428969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1050801041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875159002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15126673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2137501542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794655546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166557846"/>
                        </a:ext>
                      </a:extLst>
                    </a:gridCol>
                    <a:gridCol w="1135191">
                      <a:extLst>
                        <a:ext uri="{9D8B030D-6E8A-4147-A177-3AD203B41FA5}">
                          <a16:colId xmlns:a16="http://schemas.microsoft.com/office/drawing/2014/main" val="3745598535"/>
                        </a:ext>
                      </a:extLst>
                    </a:gridCol>
                  </a:tblGrid>
                  <a:tr h="972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302" t="-1250" r="-394864" b="-25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algn="ctr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</a:pPr>
                          <a:endParaRPr lang="en-IN" sz="2800" i="0" dirty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endParaRPr>
                        </a:p>
                      </a:txBody>
                      <a:tcPr marL="68580" marR="68580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316859406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041176B-C103-46B4-AF82-65328C768783}"/>
                  </a:ext>
                </a:extLst>
              </p:cNvPr>
              <p:cNvSpPr txBox="1"/>
              <p:nvPr/>
            </p:nvSpPr>
            <p:spPr>
              <a:xfrm>
                <a:off x="2375141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041176B-C103-46B4-AF82-65328C7687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141" y="5457220"/>
                <a:ext cx="1001729" cy="90178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72F86B5-8249-48A8-9925-B143B48E3406}"/>
                  </a:ext>
                </a:extLst>
              </p:cNvPr>
              <p:cNvSpPr txBox="1"/>
              <p:nvPr/>
            </p:nvSpPr>
            <p:spPr>
              <a:xfrm>
                <a:off x="3496854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72F86B5-8249-48A8-9925-B143B48E34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6854" y="5457220"/>
                <a:ext cx="1001729" cy="90178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6A348C6-4643-45C6-929A-27F8D080A96A}"/>
                  </a:ext>
                </a:extLst>
              </p:cNvPr>
              <p:cNvSpPr txBox="1"/>
              <p:nvPr/>
            </p:nvSpPr>
            <p:spPr>
              <a:xfrm>
                <a:off x="4648242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6A348C6-4643-45C6-929A-27F8D080A9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8242" y="5457220"/>
                <a:ext cx="1001729" cy="90178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4F3099D-C0E0-4315-BADC-05C69989EE76}"/>
                  </a:ext>
                </a:extLst>
              </p:cNvPr>
              <p:cNvSpPr txBox="1"/>
              <p:nvPr/>
            </p:nvSpPr>
            <p:spPr>
              <a:xfrm>
                <a:off x="5793834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4F3099D-C0E0-4315-BADC-05C69989EE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3834" y="5457220"/>
                <a:ext cx="1001729" cy="90178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F12AC73-E867-4A2D-9500-50B0B3F8D753}"/>
                  </a:ext>
                </a:extLst>
              </p:cNvPr>
              <p:cNvSpPr txBox="1"/>
              <p:nvPr/>
            </p:nvSpPr>
            <p:spPr>
              <a:xfrm>
                <a:off x="6939426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F12AC73-E867-4A2D-9500-50B0B3F8D7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9426" y="5457220"/>
                <a:ext cx="1001729" cy="901785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D12C0A1-753B-4173-85F0-24AD9E42F162}"/>
                  </a:ext>
                </a:extLst>
              </p:cNvPr>
              <p:cNvSpPr txBox="1"/>
              <p:nvPr/>
            </p:nvSpPr>
            <p:spPr>
              <a:xfrm>
                <a:off x="8056170" y="5457220"/>
                <a:ext cx="100172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8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9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D12C0A1-753B-4173-85F0-24AD9E42F1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6170" y="5457220"/>
                <a:ext cx="1001729" cy="90178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45F153B-67BF-4560-81D0-472E2CE4C8A8}"/>
                  </a:ext>
                </a:extLst>
              </p:cNvPr>
              <p:cNvSpPr txBox="1"/>
              <p:nvPr/>
            </p:nvSpPr>
            <p:spPr>
              <a:xfrm>
                <a:off x="9194444" y="5646502"/>
                <a:ext cx="100172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45F153B-67BF-4560-81D0-472E2CE4C8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94444" y="5646502"/>
                <a:ext cx="1001729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E24382B-CE27-4B1D-A854-2E492E1E4007}"/>
                  </a:ext>
                </a:extLst>
              </p:cNvPr>
              <p:cNvSpPr txBox="1"/>
              <p:nvPr/>
            </p:nvSpPr>
            <p:spPr>
              <a:xfrm>
                <a:off x="1028481" y="797217"/>
                <a:ext cx="52028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=0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&gt;0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&lt;0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E24382B-CE27-4B1D-A854-2E492E1E4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8481" y="797217"/>
                <a:ext cx="520282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066537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50"/>
                            </p:stCondLst>
                            <p:childTnLst>
                              <p:par>
                                <p:cTn id="62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20" grpId="0"/>
      <p:bldP spid="22" grpId="0"/>
      <p:bldP spid="25" grpId="0"/>
      <p:bldP spid="26" grpId="0"/>
      <p:bldP spid="27" grpId="0"/>
      <p:bldP spid="29" grpId="0"/>
      <p:bldP spid="31" grpId="0"/>
      <p:bldP spid="35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D2F3BA-698A-E441-8610-D7279B6A4A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Graph of CDF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C364A4C-19A7-5645-804C-E7133C3C03CA}"/>
              </a:ext>
            </a:extLst>
          </p:cNvPr>
          <p:cNvCxnSpPr>
            <a:cxnSpLocks/>
          </p:cNvCxnSpPr>
          <p:nvPr/>
        </p:nvCxnSpPr>
        <p:spPr>
          <a:xfrm>
            <a:off x="2850204" y="1177046"/>
            <a:ext cx="0" cy="5097294"/>
          </a:xfrm>
          <a:prstGeom prst="straightConnector1">
            <a:avLst/>
          </a:prstGeom>
          <a:ln w="571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75D2C3A7-8F7F-A2EE-8DF4-A1C06C35E2FD}"/>
              </a:ext>
            </a:extLst>
          </p:cNvPr>
          <p:cNvCxnSpPr>
            <a:cxnSpLocks/>
          </p:cNvCxnSpPr>
          <p:nvPr/>
        </p:nvCxnSpPr>
        <p:spPr>
          <a:xfrm rot="16200000">
            <a:off x="4525936" y="924791"/>
            <a:ext cx="0" cy="9000000"/>
          </a:xfrm>
          <a:prstGeom prst="straightConnector1">
            <a:avLst/>
          </a:prstGeom>
          <a:ln w="571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0141D9F-D311-2F83-5992-698DC37493C6}"/>
                  </a:ext>
                </a:extLst>
              </p:cNvPr>
              <p:cNvSpPr txBox="1"/>
              <p:nvPr/>
            </p:nvSpPr>
            <p:spPr>
              <a:xfrm>
                <a:off x="2454204" y="5424790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0141D9F-D311-2F83-5992-698DC37493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4204" y="5424790"/>
                <a:ext cx="498657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1D47292-EEE6-33D0-8A91-CC10B9D051EF}"/>
                  </a:ext>
                </a:extLst>
              </p:cNvPr>
              <p:cNvSpPr txBox="1"/>
              <p:nvPr/>
            </p:nvSpPr>
            <p:spPr>
              <a:xfrm>
                <a:off x="4526608" y="5424790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1D47292-EEE6-33D0-8A91-CC10B9D051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6608" y="5424790"/>
                <a:ext cx="498657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1DD9AD5-1299-F055-8CD2-286BBDAC2044}"/>
                  </a:ext>
                </a:extLst>
              </p:cNvPr>
              <p:cNvSpPr txBox="1"/>
              <p:nvPr/>
            </p:nvSpPr>
            <p:spPr>
              <a:xfrm>
                <a:off x="6599012" y="5424790"/>
                <a:ext cx="4986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1DD9AD5-1299-F055-8CD2-286BBDAC20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99012" y="5424790"/>
                <a:ext cx="49865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5D49B01-DD51-9BD8-2A09-0D259B06ABFA}"/>
                  </a:ext>
                </a:extLst>
              </p:cNvPr>
              <p:cNvSpPr txBox="1"/>
              <p:nvPr/>
            </p:nvSpPr>
            <p:spPr>
              <a:xfrm>
                <a:off x="1887171" y="4059675"/>
                <a:ext cx="10656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𝟐𝟓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5D49B01-DD51-9BD8-2A09-0D259B06AB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7171" y="4059675"/>
                <a:ext cx="106569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F7BC76F-45EC-0CF9-130D-09ED2068FC7A}"/>
                  </a:ext>
                </a:extLst>
              </p:cNvPr>
              <p:cNvSpPr txBox="1"/>
              <p:nvPr/>
            </p:nvSpPr>
            <p:spPr>
              <a:xfrm>
                <a:off x="1887171" y="2627460"/>
                <a:ext cx="10656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𝟕𝟓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F7BC76F-45EC-0CF9-130D-09ED2068F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7171" y="2627460"/>
                <a:ext cx="106569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9BA2928-7372-3440-8E39-2E6F85310223}"/>
                  </a:ext>
                </a:extLst>
              </p:cNvPr>
              <p:cNvSpPr txBox="1"/>
              <p:nvPr/>
            </p:nvSpPr>
            <p:spPr>
              <a:xfrm>
                <a:off x="2420016" y="1581021"/>
                <a:ext cx="4961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9BA2928-7372-3440-8E39-2E6F853102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0016" y="1581021"/>
                <a:ext cx="49610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7B4BB12-3B1B-1FEF-9949-0FE54503FF98}"/>
              </a:ext>
            </a:extLst>
          </p:cNvPr>
          <p:cNvCxnSpPr>
            <a:cxnSpLocks/>
          </p:cNvCxnSpPr>
          <p:nvPr/>
        </p:nvCxnSpPr>
        <p:spPr>
          <a:xfrm>
            <a:off x="195851" y="5424790"/>
            <a:ext cx="2592000" cy="0"/>
          </a:xfrm>
          <a:prstGeom prst="line">
            <a:avLst/>
          </a:prstGeom>
          <a:ln w="762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Group 21">
            <a:extLst>
              <a:ext uri="{FF2B5EF4-FFF2-40B4-BE49-F238E27FC236}">
                <a16:creationId xmlns:a16="http://schemas.microsoft.com/office/drawing/2014/main" id="{89B46918-E7CC-2444-636B-3134A2AFAA4A}"/>
              </a:ext>
            </a:extLst>
          </p:cNvPr>
          <p:cNvGrpSpPr/>
          <p:nvPr/>
        </p:nvGrpSpPr>
        <p:grpSpPr>
          <a:xfrm>
            <a:off x="2778204" y="4249285"/>
            <a:ext cx="1980001" cy="144000"/>
            <a:chOff x="3118673" y="4083915"/>
            <a:chExt cx="1980001" cy="144000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AB58A2E-3426-A674-1B7F-84FCB932C0C0}"/>
                </a:ext>
              </a:extLst>
            </p:cNvPr>
            <p:cNvCxnSpPr>
              <a:cxnSpLocks/>
            </p:cNvCxnSpPr>
            <p:nvPr/>
          </p:nvCxnSpPr>
          <p:spPr>
            <a:xfrm>
              <a:off x="3190673" y="4156762"/>
              <a:ext cx="1764000" cy="0"/>
            </a:xfrm>
            <a:prstGeom prst="line">
              <a:avLst/>
            </a:prstGeom>
            <a:ln w="571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4BD08638-797E-1847-DFE2-DBC94D2B7CB8}"/>
                </a:ext>
              </a:extLst>
            </p:cNvPr>
            <p:cNvSpPr/>
            <p:nvPr/>
          </p:nvSpPr>
          <p:spPr>
            <a:xfrm>
              <a:off x="4954674" y="4083915"/>
              <a:ext cx="144000" cy="144000"/>
            </a:xfrm>
            <a:prstGeom prst="ellipse">
              <a:avLst/>
            </a:prstGeom>
            <a:noFill/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59D4E4D2-D262-6CBC-B265-4C85D15E1C1A}"/>
                </a:ext>
              </a:extLst>
            </p:cNvPr>
            <p:cNvSpPr/>
            <p:nvPr/>
          </p:nvSpPr>
          <p:spPr>
            <a:xfrm>
              <a:off x="3118673" y="4083915"/>
              <a:ext cx="144000" cy="144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61B667C-939E-DC10-B591-052565CCD6EA}"/>
              </a:ext>
            </a:extLst>
          </p:cNvPr>
          <p:cNvGrpSpPr/>
          <p:nvPr/>
        </p:nvGrpSpPr>
        <p:grpSpPr>
          <a:xfrm>
            <a:off x="4611264" y="2817070"/>
            <a:ext cx="2234940" cy="144000"/>
            <a:chOff x="4951733" y="2651700"/>
            <a:chExt cx="2234940" cy="144000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09EF7D1-8A00-8B13-8D28-63ADEBB37BBD}"/>
                </a:ext>
              </a:extLst>
            </p:cNvPr>
            <p:cNvCxnSpPr>
              <a:cxnSpLocks/>
            </p:cNvCxnSpPr>
            <p:nvPr/>
          </p:nvCxnSpPr>
          <p:spPr>
            <a:xfrm>
              <a:off x="5026673" y="2724547"/>
              <a:ext cx="2016000" cy="0"/>
            </a:xfrm>
            <a:prstGeom prst="line">
              <a:avLst/>
            </a:prstGeom>
            <a:ln w="571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9096C33-1700-F7FD-078C-DABA49921BC1}"/>
                </a:ext>
              </a:extLst>
            </p:cNvPr>
            <p:cNvSpPr/>
            <p:nvPr/>
          </p:nvSpPr>
          <p:spPr>
            <a:xfrm>
              <a:off x="7042673" y="2651700"/>
              <a:ext cx="144000" cy="144000"/>
            </a:xfrm>
            <a:prstGeom prst="ellipse">
              <a:avLst/>
            </a:prstGeom>
            <a:noFill/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80E95BCD-1818-4862-0B55-298DE893DBD4}"/>
                </a:ext>
              </a:extLst>
            </p:cNvPr>
            <p:cNvSpPr/>
            <p:nvPr/>
          </p:nvSpPr>
          <p:spPr>
            <a:xfrm>
              <a:off x="4951733" y="2651700"/>
              <a:ext cx="144000" cy="144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7EFC1EA-6203-5098-824A-D0E12F692B8E}"/>
              </a:ext>
            </a:extLst>
          </p:cNvPr>
          <p:cNvGrpSpPr/>
          <p:nvPr/>
        </p:nvGrpSpPr>
        <p:grpSpPr>
          <a:xfrm>
            <a:off x="6702204" y="1774820"/>
            <a:ext cx="2090940" cy="144000"/>
            <a:chOff x="4951733" y="2651700"/>
            <a:chExt cx="2090940" cy="144000"/>
          </a:xfrm>
        </p:grpSpPr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A1CB6CB4-DA08-B5EF-66B4-8D734C173C68}"/>
                </a:ext>
              </a:extLst>
            </p:cNvPr>
            <p:cNvCxnSpPr>
              <a:cxnSpLocks/>
            </p:cNvCxnSpPr>
            <p:nvPr/>
          </p:nvCxnSpPr>
          <p:spPr>
            <a:xfrm>
              <a:off x="5026673" y="2724547"/>
              <a:ext cx="2016000" cy="0"/>
            </a:xfrm>
            <a:prstGeom prst="line">
              <a:avLst/>
            </a:prstGeom>
            <a:ln w="571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7462C923-B177-B36B-9C98-FF98BCE8BD56}"/>
                </a:ext>
              </a:extLst>
            </p:cNvPr>
            <p:cNvSpPr/>
            <p:nvPr/>
          </p:nvSpPr>
          <p:spPr>
            <a:xfrm>
              <a:off x="4951733" y="2651700"/>
              <a:ext cx="144000" cy="144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sp>
        <p:nvSpPr>
          <p:cNvPr id="33" name="Oval 32">
            <a:extLst>
              <a:ext uri="{FF2B5EF4-FFF2-40B4-BE49-F238E27FC236}">
                <a16:creationId xmlns:a16="http://schemas.microsoft.com/office/drawing/2014/main" id="{38EEC542-20E6-C452-F4F1-F9DF5B6ABAE0}"/>
              </a:ext>
            </a:extLst>
          </p:cNvPr>
          <p:cNvSpPr/>
          <p:nvPr/>
        </p:nvSpPr>
        <p:spPr>
          <a:xfrm>
            <a:off x="2772663" y="5352789"/>
            <a:ext cx="144000" cy="144000"/>
          </a:xfrm>
          <a:prstGeom prst="ellipse">
            <a:avLst/>
          </a:pr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B8DE117-74DB-D198-91CB-6C7303E8419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78631" y="900394"/>
            <a:ext cx="3515138" cy="1537873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3BFCA37C-5115-E431-86BD-F58DBCE41A4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025936" y="2726370"/>
            <a:ext cx="3030931" cy="9098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6387815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Cumulative Distribution Function for </a:t>
            </a:r>
            <a:r>
              <a:rPr lang="en-US" dirty="0"/>
              <a:t>Continuous</a:t>
            </a:r>
            <a:r>
              <a:rPr lang="en-GB" dirty="0"/>
              <a:t>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11203"/>
                <a:ext cx="11929641" cy="4279085"/>
              </a:xfrm>
            </p:spPr>
            <p:txBody>
              <a:bodyPr/>
              <a:lstStyle/>
              <a:p>
                <a:pPr>
                  <a:lnSpc>
                    <a:spcPct val="130000"/>
                  </a:lnSpc>
                </a:pPr>
                <a:r>
                  <a:rPr lang="en-US" b="1" dirty="0"/>
                  <a:t>Continuous </a:t>
                </a:r>
                <a:r>
                  <a:rPr lang="en-IN" b="1" dirty="0"/>
                  <a:t>Distribution Function</a:t>
                </a:r>
              </a:p>
              <a:p>
                <a:pPr lvl="1">
                  <a:lnSpc>
                    <a:spcPct val="130000"/>
                  </a:lnSpc>
                </a:pPr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is a continuous random variable having the probability density function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then the function </a:t>
                </a:r>
                <a:endParaRPr lang="en-IN" dirty="0"/>
              </a:p>
              <a:p>
                <a:pPr marL="628650" indent="0">
                  <a:lnSpc>
                    <a:spcPct val="130000"/>
                  </a:lnSpc>
                  <a:spcBef>
                    <a:spcPts val="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</m:d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dt</m:t>
                          </m:r>
                        </m:e>
                      </m:nary>
                      <m:r>
                        <a:rPr lang="en-US">
                          <a:latin typeface="Cambria Math" panose="02040503050406030204" pitchFamily="18" charset="0"/>
                        </a:rPr>
                        <m:t>  ;  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∞&lt;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&lt;∞</m:t>
                      </m:r>
                    </m:oMath>
                  </m:oMathPara>
                </a14:m>
                <a:endParaRPr lang="en-IN" dirty="0"/>
              </a:p>
              <a:p>
                <a:pPr marL="628650" indent="0">
                  <a:lnSpc>
                    <a:spcPct val="130000"/>
                  </a:lnSpc>
                  <a:buNone/>
                </a:pPr>
                <a:r>
                  <a:rPr lang="en-US" dirty="0"/>
                  <a:t>is known as the continuous distribution function.</a:t>
                </a:r>
              </a:p>
              <a:p>
                <a:pPr marL="622300" indent="0">
                  <a:lnSpc>
                    <a:spcPct val="110000"/>
                  </a:lnSpc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11203"/>
                <a:ext cx="11929641" cy="4279085"/>
              </a:xfrm>
              <a:blipFill>
                <a:blip r:embed="rId2"/>
                <a:stretch>
                  <a:fillRect l="-971" b="-712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10501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716E6F-B0E1-462E-6ADB-9A59E89339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129D3D-B648-F9D1-2FC8-B3059CD6D2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Cumulative Distribution Function for </a:t>
            </a:r>
            <a:r>
              <a:rPr lang="en-US" dirty="0"/>
              <a:t>Continuous</a:t>
            </a:r>
            <a:r>
              <a:rPr lang="en-GB" dirty="0"/>
              <a:t> Random Variable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8D6EC075-FCEE-2FEE-E19C-D36C9B4F033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79" y="711203"/>
                <a:ext cx="11929641" cy="4755742"/>
              </a:xfrm>
            </p:spPr>
            <p:txBody>
              <a:bodyPr/>
              <a:lstStyle/>
              <a:p>
                <a:pPr>
                  <a:lnSpc>
                    <a:spcPct val="130000"/>
                  </a:lnSpc>
                </a:pPr>
                <a:r>
                  <a:rPr lang="en-US" dirty="0"/>
                  <a:t>So, to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P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endParaRPr lang="en-IN" dirty="0"/>
              </a:p>
              <a:p>
                <a:pPr lvl="1">
                  <a:lnSpc>
                    <a:spcPct val="130000"/>
                  </a:lnSpc>
                </a:pPr>
                <a:r>
                  <a:rPr lang="en-US" dirty="0"/>
                  <a:t>We add all tiny probabilities from:</a:t>
                </a:r>
              </a:p>
              <a:p>
                <a:pPr lvl="2">
                  <a:lnSpc>
                    <a:spcPct val="130000"/>
                  </a:lnSpc>
                </a:pPr>
                <a:r>
                  <a:rPr lang="en-US" dirty="0"/>
                  <a:t>the smallest possible value (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−∞</m:t>
                    </m:r>
                  </m:oMath>
                </a14:m>
                <a:r>
                  <a:rPr lang="en-US" dirty="0"/>
                  <a:t>)</a:t>
                </a:r>
              </a:p>
              <a:p>
                <a:pPr lvl="2">
                  <a:lnSpc>
                    <a:spcPct val="130000"/>
                  </a:lnSpc>
                </a:pPr>
                <a:r>
                  <a:rPr lang="en-US" dirty="0"/>
                  <a:t>up to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US" dirty="0"/>
              </a:p>
              <a:p>
                <a:pPr>
                  <a:lnSpc>
                    <a:spcPct val="130000"/>
                  </a:lnSpc>
                </a:pPr>
                <a:r>
                  <a:rPr lang="en-US" dirty="0"/>
                  <a:t>That addition of infinitely small probabilities is done using integration.</a:t>
                </a:r>
              </a:p>
              <a:p>
                <a:pPr>
                  <a:lnSpc>
                    <a:spcPct val="130000"/>
                  </a:lnSpc>
                </a:pPr>
                <a:r>
                  <a:rPr lang="en-US" dirty="0"/>
                  <a:t>Note that, we use the lower limit as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−∞</m:t>
                    </m:r>
                  </m:oMath>
                </a14:m>
                <a:r>
                  <a:rPr lang="en-IN" dirty="0"/>
                  <a:t> </a:t>
                </a:r>
                <a:r>
                  <a:rPr lang="en-US" dirty="0"/>
                  <a:t>because CDF must start counting from the very beginning of all possible values.</a:t>
                </a:r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8D6EC075-FCEE-2FEE-E19C-D36C9B4F033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79" y="711203"/>
                <a:ext cx="11929641" cy="4755742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80755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Properties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1544475"/>
              </a:xfrm>
            </p:spPr>
            <p:txBody>
              <a:bodyPr/>
              <a:lstStyle/>
              <a:p>
                <a:pPr lvl="0" fontAlgn="base">
                  <a:lnSpc>
                    <a:spcPct val="135000"/>
                  </a:lnSpc>
                  <a:spcBef>
                    <a:spcPts val="1600"/>
                  </a:spcBef>
                </a:pP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Property : 1</a:t>
                </a:r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For</m:t>
                    </m:r>
                    <m:r>
                      <a:rPr lang="en-US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∞&lt;</m:t>
                    </m:r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&lt;∞, </m:t>
                    </m:r>
                    <m:r>
                      <a:rPr lang="en-US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0≤</m:t>
                    </m:r>
                    <m:r>
                      <m:rPr>
                        <m:sty m:val="p"/>
                      </m:rP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≤1</m:t>
                    </m:r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pPr lvl="2" fontAlgn="base">
                  <a:lnSpc>
                    <a:spcPct val="135000"/>
                  </a:lnSpc>
                  <a:spcBef>
                    <a:spcPts val="1600"/>
                  </a:spcBef>
                </a:pPr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Because probability cannot exceed </a:t>
                </a:r>
                <a14:m>
                  <m:oMath xmlns:m="http://schemas.openxmlformats.org/officeDocument/2006/math">
                    <m:r>
                      <a:rPr lang="en-IN" i="1" dirty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.</a:t>
                </a:r>
              </a:p>
              <a:p>
                <a:pPr fontAlgn="base">
                  <a:lnSpc>
                    <a:spcPct val="135000"/>
                  </a:lnSpc>
                  <a:spcBef>
                    <a:spcPts val="1600"/>
                  </a:spcBef>
                </a:pPr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24C63A3C-2CE8-4697-8081-BFF51219793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1544475"/>
              </a:xfrm>
              <a:blipFill>
                <a:blip r:embed="rId2"/>
                <a:stretch>
                  <a:fillRect l="-971" b="-158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1">
            <a:extLst>
              <a:ext uri="{FF2B5EF4-FFF2-40B4-BE49-F238E27FC236}">
                <a16:creationId xmlns:a16="http://schemas.microsoft.com/office/drawing/2014/main" id="{0D3A56AB-F7CC-D8F9-3261-3DCC78892AF2}"/>
              </a:ext>
            </a:extLst>
          </p:cNvPr>
          <p:cNvSpPr txBox="1">
            <a:spLocks/>
          </p:cNvSpPr>
          <p:nvPr/>
        </p:nvSpPr>
        <p:spPr>
          <a:xfrm>
            <a:off x="131179" y="2407921"/>
            <a:ext cx="11929641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base">
              <a:lnSpc>
                <a:spcPct val="135000"/>
              </a:lnSpc>
              <a:spcBef>
                <a:spcPts val="1600"/>
              </a:spcBef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Property : 2</a:t>
            </a:r>
            <a:endParaRPr lang="en-IN" dirty="0">
              <a:effectLst>
                <a:glow>
                  <a:srgbClr val="000000"/>
                </a:glow>
                <a:outerShdw sx="0" sy="0">
                  <a:srgbClr val="000000"/>
                </a:outerShdw>
                <a:reflection stA="0" endPos="0" fadeDir="0" sx="0" sy="0"/>
              </a:effectLst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399444BD-FA0B-7F84-37AB-725C373A5F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5018" y="3119121"/>
                <a:ext cx="4461142" cy="113776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US" i="1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∞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IN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IN" i="1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IN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b="0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 → −∞</m:t>
                              </m:r>
                            </m:lim>
                          </m:limLow>
                        </m:fName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i="1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func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399444BD-FA0B-7F84-37AB-725C373A5F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018" y="3119121"/>
                <a:ext cx="4461142" cy="113776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92ABC924-F11C-C51D-9A62-2B64EC42B0F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23098" y="4104641"/>
                <a:ext cx="728652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b="0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because </a:t>
                </a:r>
                <a:r>
                  <a:rPr lang="en-US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before anything starts → probability</a:t>
                </a:r>
                <a14:m>
                  <m:oMath xmlns:m="http://schemas.openxmlformats.org/officeDocument/2006/math">
                    <m:r>
                      <a:rPr lang="en-US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 =0</m:t>
                    </m:r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92ABC924-F11C-C51D-9A62-2B64EC42B0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3098" y="4104641"/>
                <a:ext cx="7286522" cy="711200"/>
              </a:xfrm>
              <a:prstGeom prst="rect">
                <a:avLst/>
              </a:prstGeom>
              <a:blipFill>
                <a:blip r:embed="rId4"/>
                <a:stretch>
                  <a:fillRect l="-1757" b="-1025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7B1E7242-62DB-8EE2-A309-36EE9CC5953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5018" y="4856791"/>
                <a:ext cx="3851542" cy="1137764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US" i="1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∞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IN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IN" i="1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IN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b="0" i="0" smtClean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 → ∞</m:t>
                              </m:r>
                            </m:lim>
                          </m:limLow>
                        </m:fName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i="1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i="0">
                                  <a:effectLst>
                                    <a:glow>
                                      <a:srgbClr val="000000"/>
                                    </a:glow>
                                    <a:outerShdw sx="0" sy="0">
                                      <a:srgbClr val="000000"/>
                                    </a:outerShdw>
                                    <a:reflection stA="0" endPos="0" fadeDir="0" sx="0" sy="0"/>
                                  </a:effectLst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func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7B1E7242-62DB-8EE2-A309-36EE9CC595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018" y="4856791"/>
                <a:ext cx="3851542" cy="11377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1">
                <a:extLst>
                  <a:ext uri="{FF2B5EF4-FFF2-40B4-BE49-F238E27FC236}">
                    <a16:creationId xmlns:a16="http://schemas.microsoft.com/office/drawing/2014/main" id="{139F5E23-A4C6-9264-0780-63D1DCBD4A4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59841" y="5791743"/>
                <a:ext cx="8209281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b="0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because </a:t>
                </a:r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after everything is included → probability </a:t>
                </a:r>
                <a14:m>
                  <m:oMath xmlns:m="http://schemas.openxmlformats.org/officeDocument/2006/math">
                    <m:r>
                      <a:rPr lang="en-US" i="1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0" i="1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8" name="Content Placeholder 1">
                <a:extLst>
                  <a:ext uri="{FF2B5EF4-FFF2-40B4-BE49-F238E27FC236}">
                    <a16:creationId xmlns:a16="http://schemas.microsoft.com/office/drawing/2014/main" id="{139F5E23-A4C6-9264-0780-63D1DCBD4A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59841" y="5791743"/>
                <a:ext cx="8209281" cy="711200"/>
              </a:xfrm>
              <a:prstGeom prst="rect">
                <a:avLst/>
              </a:prstGeom>
              <a:blipFill>
                <a:blip r:embed="rId6"/>
                <a:stretch>
                  <a:fillRect l="-1560" b="-1025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56234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D87686-51AA-9BED-4E9C-21F602B71F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07178DB-6D83-C591-B88B-284F5112FD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Properties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944CF53B-151B-3C99-9DEA-35EE2970D1C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711201"/>
                <a:ext cx="11929641" cy="1297237"/>
              </a:xfrm>
            </p:spPr>
            <p:txBody>
              <a:bodyPr/>
              <a:lstStyle/>
              <a:p>
                <a:pPr lvl="0" fontAlgn="base">
                  <a:lnSpc>
                    <a:spcPct val="135000"/>
                  </a:lnSpc>
                  <a:spcBef>
                    <a:spcPts val="1600"/>
                  </a:spcBef>
                </a:pPr>
                <a:r>
                  <a:rPr lang="en-US" b="1" dirty="0">
                    <a:solidFill>
                      <a:schemeClr val="accent6">
                        <a:lumMod val="75000"/>
                      </a:schemeClr>
                    </a:solidFill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Property : 3</a:t>
                </a:r>
                <a:r>
                  <a:rPr lang="en-US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</a:t>
                </a:r>
                <a:r>
                  <a:rPr lang="en-US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For</a:t>
                </a:r>
                <a:r>
                  <a:rPr lang="en-IN" b="0" i="0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  <a:latin typeface="+mj-lt"/>
                  </a:rPr>
                  <a:t> any</a:t>
                </a:r>
                <a14:m>
                  <m:oMath xmlns:m="http://schemas.openxmlformats.org/officeDocument/2006/math">
                    <m: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and random variable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944CF53B-151B-3C99-9DEA-35EE2970D1C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711201"/>
                <a:ext cx="11929641" cy="1297237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1">
            <a:extLst>
              <a:ext uri="{FF2B5EF4-FFF2-40B4-BE49-F238E27FC236}">
                <a16:creationId xmlns:a16="http://schemas.microsoft.com/office/drawing/2014/main" id="{1E993B3C-10ED-B346-D3E3-026DD48BABB7}"/>
              </a:ext>
            </a:extLst>
          </p:cNvPr>
          <p:cNvSpPr txBox="1">
            <a:spLocks/>
          </p:cNvSpPr>
          <p:nvPr/>
        </p:nvSpPr>
        <p:spPr>
          <a:xfrm>
            <a:off x="131179" y="2054626"/>
            <a:ext cx="1850021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 fontAlgn="base">
              <a:lnSpc>
                <a:spcPct val="135000"/>
              </a:lnSpc>
              <a:spcBef>
                <a:spcPts val="1600"/>
              </a:spcBef>
            </a:pPr>
            <a:r>
              <a:rPr lang="en-IN" b="1" dirty="0">
                <a:solidFill>
                  <a:schemeClr val="accent6">
                    <a:lumMod val="75000"/>
                  </a:schemeClr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Proof:</a:t>
            </a:r>
            <a:endParaRPr lang="en-IN" dirty="0">
              <a:effectLst>
                <a:glow>
                  <a:srgbClr val="000000"/>
                </a:glow>
                <a:outerShdw sx="0" sy="0">
                  <a:srgbClr val="000000"/>
                </a:outerShdw>
                <a:reflection stA="0" endPos="0" fadeDir="0" sx="0" sy="0"/>
              </a:effectLst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D6E23461-7966-1072-DCD9-9F9878E7910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26298" y="2054626"/>
                <a:ext cx="989674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The event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 are mutually exclusive.</a:t>
                </a:r>
              </a:p>
            </p:txBody>
          </p:sp>
        </mc:Choice>
        <mc:Fallback xmlns="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D6E23461-7966-1072-DCD9-9F9878E791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6298" y="2054626"/>
                <a:ext cx="9896742" cy="711200"/>
              </a:xfrm>
              <a:prstGeom prst="rect">
                <a:avLst/>
              </a:prstGeom>
              <a:blipFill>
                <a:blip r:embed="rId3"/>
                <a:stretch>
                  <a:fillRect l="-1232" b="-1025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C2B28EC7-424E-9949-EAFA-7A4AC1043A2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26298" y="2813852"/>
                <a:ext cx="989674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dirty="0">
                    <a:effectLst>
                      <a:glow>
                        <a:srgbClr val="000000"/>
                      </a:glow>
                      <a:outerShdw sx="0" sy="0">
                        <a:srgbClr val="000000"/>
                      </a:outerShdw>
                      <a:reflection stA="0" endPos="0" fadeDir="0" sx="0" sy="0"/>
                    </a:effectLst>
                  </a:rPr>
                  <a:t>Also, 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}"/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b="0" i="1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begChr m:val="{"/>
                        <m:endChr m:val="}"/>
                        <m:ctrlPr>
                          <a:rPr lang="en-IN" i="1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b="0" i="1" smtClean="0">
                        <a:effectLst>
                          <a:glow>
                            <a:srgbClr val="000000"/>
                          </a:glow>
                          <a:outerShdw sx="0" sy="0">
                            <a:srgbClr val="000000"/>
                          </a:outerShdw>
                          <a:reflection stA="0" endPos="0" fadeDir="0" sx="0" sy="0"/>
                        </a:effectLst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IN" b="0" i="1" smtClean="0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m:rPr>
                            <m:sty m:val="p"/>
                          </m:rPr>
                          <a:rPr lang="en-IN">
                            <a:effectLst>
                              <a:glow>
                                <a:srgbClr val="000000"/>
                              </a:glow>
                              <a:outerShdw sx="0" sy="0">
                                <a:srgbClr val="000000"/>
                              </a:outerShdw>
                              <a:reflection stA="0" endPos="0" fadeDir="0" sx="0" sy="0"/>
                            </a:effectLst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C2B28EC7-424E-9949-EAFA-7A4AC1043A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6298" y="2813852"/>
                <a:ext cx="9896742" cy="711200"/>
              </a:xfrm>
              <a:prstGeom prst="rect">
                <a:avLst/>
              </a:prstGeom>
              <a:blipFill>
                <a:blip r:embed="rId4"/>
                <a:stretch>
                  <a:fillRect l="-1232" b="-1120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25F069CF-6261-F2DC-0036-B94B47CD5BB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61578" y="3548146"/>
                <a:ext cx="718402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25F069CF-6261-F2DC-0036-B94B47CD5B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78" y="3548146"/>
                <a:ext cx="7184022" cy="7112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1">
                <a:extLst>
                  <a:ext uri="{FF2B5EF4-FFF2-40B4-BE49-F238E27FC236}">
                    <a16:creationId xmlns:a16="http://schemas.microsoft.com/office/drawing/2014/main" id="{5575C897-3F7D-FD22-A7DA-DD208F36632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61578" y="4330466"/>
                <a:ext cx="718402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8" name="Content Placeholder 1">
                <a:extLst>
                  <a:ext uri="{FF2B5EF4-FFF2-40B4-BE49-F238E27FC236}">
                    <a16:creationId xmlns:a16="http://schemas.microsoft.com/office/drawing/2014/main" id="{5575C897-3F7D-FD22-A7DA-DD208F3663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78" y="4330466"/>
                <a:ext cx="7184022" cy="7112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1">
                <a:extLst>
                  <a:ext uri="{FF2B5EF4-FFF2-40B4-BE49-F238E27FC236}">
                    <a16:creationId xmlns:a16="http://schemas.microsoft.com/office/drawing/2014/main" id="{00545C42-BE50-CFD2-1F26-D55C5A2F4D5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61578" y="5112786"/>
                <a:ext cx="7184022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fontAlgn="base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P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lang="en-IN" i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>
                          <a:effectLst>
                            <a:glow>
                              <a:srgbClr val="000000"/>
                            </a:glow>
                            <a:outerShdw sx="0" sy="0">
                              <a:srgbClr val="000000"/>
                            </a:outerShdw>
                            <a:reflection stA="0" endPos="0" fadeDir="0" sx="0" sy="0"/>
                          </a:effectLst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effectLst>
                                <a:glow>
                                  <a:srgbClr val="000000"/>
                                </a:glow>
                                <a:outerShdw sx="0" sy="0">
                                  <a:srgbClr val="000000"/>
                                </a:outerShdw>
                                <a:reflection stA="0" endPos="0" fadeDir="0" sx="0" sy="0"/>
                              </a:effectLst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dirty="0">
                  <a:effectLst>
                    <a:glow>
                      <a:srgbClr val="000000"/>
                    </a:glow>
                    <a:outerShdw sx="0" sy="0">
                      <a:srgbClr val="000000"/>
                    </a:outerShdw>
                    <a:reflection stA="0" endPos="0" fadeDir="0" sx="0" sy="0"/>
                  </a:effectLst>
                </a:endParaRPr>
              </a:p>
            </p:txBody>
          </p:sp>
        </mc:Choice>
        <mc:Fallback xmlns="">
          <p:sp>
            <p:nvSpPr>
              <p:cNvPr id="9" name="Content Placeholder 1">
                <a:extLst>
                  <a:ext uri="{FF2B5EF4-FFF2-40B4-BE49-F238E27FC236}">
                    <a16:creationId xmlns:a16="http://schemas.microsoft.com/office/drawing/2014/main" id="{00545C42-BE50-CFD2-1F26-D55C5A2F4D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78" y="5112786"/>
                <a:ext cx="7184022" cy="7112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44029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59751" y="867838"/>
            <a:ext cx="11929645" cy="466210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A discrete random variable X has the following distribution function: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573387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/>
              <p:nvPr/>
            </p:nvSpPr>
            <p:spPr>
              <a:xfrm>
                <a:off x="131176" y="1398342"/>
                <a:ext cx="4400552" cy="35720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;  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4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4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5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6</m:t>
                                  </m:r>
                                  <m:r>
                                    <a:rPr kumimoji="0" lang="en-GB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6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</m:e>
                            <m:e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;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</m:t>
                              </m:r>
                              <m:r>
                                <a:rPr kumimoji="0" lang="en-GB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398342"/>
                <a:ext cx="4400552" cy="357206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AE8ACC66-9495-434A-A4DF-815B37A71728}"/>
              </a:ext>
            </a:extLst>
          </p:cNvPr>
          <p:cNvSpPr txBox="1"/>
          <p:nvPr/>
        </p:nvSpPr>
        <p:spPr>
          <a:xfrm>
            <a:off x="131176" y="4962014"/>
            <a:ext cx="1004333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Find			  ,	          ,		       ,		    ,		.</a:t>
            </a: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6502579-3CBA-45B3-B562-CD22F6CEAA77}"/>
                  </a:ext>
                </a:extLst>
              </p:cNvPr>
              <p:cNvSpPr txBox="1"/>
              <p:nvPr/>
            </p:nvSpPr>
            <p:spPr>
              <a:xfrm>
                <a:off x="1014943" y="4962014"/>
                <a:ext cx="22140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6502579-3CBA-45B3-B562-CD22F6CEA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4943" y="4962014"/>
                <a:ext cx="221406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09D69-E19A-454E-888F-F665FADCCDE7}"/>
                  </a:ext>
                </a:extLst>
              </p:cNvPr>
              <p:cNvSpPr txBox="1"/>
              <p:nvPr/>
            </p:nvSpPr>
            <p:spPr>
              <a:xfrm>
                <a:off x="3138936" y="4962014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 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09D69-E19A-454E-888F-F665FADCCD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8936" y="4962014"/>
                <a:ext cx="166345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6ED9EFC3-C8BE-4DFF-A6F5-E75231C057C5}"/>
                  </a:ext>
                </a:extLst>
              </p:cNvPr>
              <p:cNvSpPr txBox="1"/>
              <p:nvPr/>
            </p:nvSpPr>
            <p:spPr>
              <a:xfrm>
                <a:off x="4762667" y="4962014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6ED9EFC3-C8BE-4DFF-A6F5-E75231C057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2667" y="4962014"/>
                <a:ext cx="166345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0B5B27A-3458-4445-BF6A-43A21C09FC65}"/>
                  </a:ext>
                </a:extLst>
              </p:cNvPr>
              <p:cNvSpPr txBox="1"/>
              <p:nvPr/>
            </p:nvSpPr>
            <p:spPr>
              <a:xfrm>
                <a:off x="6364631" y="4962014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0B5B27A-3458-4445-BF6A-43A21C09FC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4631" y="4962014"/>
                <a:ext cx="166345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22BC35F-E21D-4871-9D29-4C0111AB3EA5}"/>
                  </a:ext>
                </a:extLst>
              </p:cNvPr>
              <p:cNvSpPr txBox="1"/>
              <p:nvPr/>
            </p:nvSpPr>
            <p:spPr>
              <a:xfrm>
                <a:off x="7880165" y="4962014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22BC35F-E21D-4871-9D29-4C0111AB3E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0165" y="4962014"/>
                <a:ext cx="166345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71883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81699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/>
              <p:nvPr/>
            </p:nvSpPr>
            <p:spPr>
              <a:xfrm>
                <a:off x="8416288" y="711201"/>
                <a:ext cx="3775712" cy="307507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4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  ;  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3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1≤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&lt;4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4≤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&lt;6</m:t>
                              </m:r>
                            </m:e>
                            <m:e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5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6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6≤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&lt;10</m:t>
                              </m:r>
                            </m:e>
                            <m:e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1   ;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6288" y="711201"/>
                <a:ext cx="3775712" cy="307507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17E159D-6B10-4F64-89B9-BE33CD94B8B3}"/>
                  </a:ext>
                </a:extLst>
              </p:cNvPr>
              <p:cNvSpPr txBox="1"/>
              <p:nvPr/>
            </p:nvSpPr>
            <p:spPr>
              <a:xfrm>
                <a:off x="114082" y="1470661"/>
                <a:ext cx="22140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2&lt;</m:t>
                          </m:r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17E159D-6B10-4F64-89B9-BE33CD94B8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082" y="1470661"/>
                <a:ext cx="221406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51D38E4-9406-4EBF-B566-61A7C504BD66}"/>
                  </a:ext>
                </a:extLst>
              </p:cNvPr>
              <p:cNvSpPr txBox="1"/>
              <p:nvPr/>
            </p:nvSpPr>
            <p:spPr>
              <a:xfrm>
                <a:off x="2328145" y="1470661"/>
                <a:ext cx="25181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51D38E4-9406-4EBF-B566-61A7C504B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1470661"/>
                <a:ext cx="251817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A83BD2-7121-4D3F-BAFB-6BCAB977458E}"/>
                  </a:ext>
                </a:extLst>
              </p:cNvPr>
              <p:cNvSpPr txBox="1"/>
              <p:nvPr/>
            </p:nvSpPr>
            <p:spPr>
              <a:xfrm>
                <a:off x="2328146" y="2076044"/>
                <a:ext cx="188099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5A83BD2-7121-4D3F-BAFB-6BCAB97745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6" y="2076044"/>
                <a:ext cx="1880998" cy="91057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3D83ED8-80A7-481B-84D9-7443E3360FDE}"/>
              </a:ext>
            </a:extLst>
          </p:cNvPr>
          <p:cNvSpPr/>
          <p:nvPr/>
        </p:nvSpPr>
        <p:spPr>
          <a:xfrm>
            <a:off x="9814323" y="2621280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4EA60E7A-1567-4772-B4F4-2B0AC2CD2574}"/>
              </a:ext>
            </a:extLst>
          </p:cNvPr>
          <p:cNvSpPr/>
          <p:nvPr/>
        </p:nvSpPr>
        <p:spPr>
          <a:xfrm>
            <a:off x="9814323" y="1164590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E0E5922-7B8B-44C4-B143-6A2A20C0D058}"/>
                  </a:ext>
                </a:extLst>
              </p:cNvPr>
              <p:cNvSpPr txBox="1"/>
              <p:nvPr/>
            </p:nvSpPr>
            <p:spPr>
              <a:xfrm>
                <a:off x="4056206" y="2076044"/>
                <a:ext cx="109636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E0E5922-7B8B-44C4-B143-6A2A20C0D0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6206" y="2076044"/>
                <a:ext cx="1096365" cy="89915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A18F7A5-5E82-4003-916B-D4B0C0999851}"/>
                  </a:ext>
                </a:extLst>
              </p:cNvPr>
              <p:cNvSpPr txBox="1"/>
              <p:nvPr/>
            </p:nvSpPr>
            <p:spPr>
              <a:xfrm>
                <a:off x="769257" y="3243845"/>
                <a:ext cx="15588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=5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A18F7A5-5E82-4003-916B-D4B0C09998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57" y="3243845"/>
                <a:ext cx="155888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CBB539A-4804-4F2B-A2B2-C580282E3FC4}"/>
                  </a:ext>
                </a:extLst>
              </p:cNvPr>
              <p:cNvSpPr txBox="1"/>
              <p:nvPr/>
            </p:nvSpPr>
            <p:spPr>
              <a:xfrm>
                <a:off x="2328145" y="3243845"/>
                <a:ext cx="39275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≤5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CBB539A-4804-4F2B-A2B2-C580282E3F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3243845"/>
                <a:ext cx="392751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B5A8731-B17F-4856-B4E7-28F838506FCF}"/>
                  </a:ext>
                </a:extLst>
              </p:cNvPr>
              <p:cNvSpPr txBox="1"/>
              <p:nvPr/>
            </p:nvSpPr>
            <p:spPr>
              <a:xfrm>
                <a:off x="2328145" y="5063973"/>
                <a:ext cx="188099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B5A8731-B17F-4856-B4E7-28F838506F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5063973"/>
                <a:ext cx="1880998" cy="91057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877E097-9087-41AE-9C05-B64CDA82829A}"/>
                  </a:ext>
                </a:extLst>
              </p:cNvPr>
              <p:cNvSpPr txBox="1"/>
              <p:nvPr/>
            </p:nvSpPr>
            <p:spPr>
              <a:xfrm>
                <a:off x="2328145" y="6074905"/>
                <a:ext cx="79011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877E097-9087-41AE-9C05-B64CDA8282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6074905"/>
                <a:ext cx="79011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0EF67AF2-B7E0-4679-B61C-8D08A0B14467}"/>
              </a:ext>
            </a:extLst>
          </p:cNvPr>
          <p:cNvSpPr/>
          <p:nvPr/>
        </p:nvSpPr>
        <p:spPr>
          <a:xfrm>
            <a:off x="9814323" y="1885315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E16564D-2875-44DB-B0CE-7850DC0254C3}"/>
                  </a:ext>
                </a:extLst>
              </p:cNvPr>
              <p:cNvSpPr txBox="1"/>
              <p:nvPr/>
            </p:nvSpPr>
            <p:spPr>
              <a:xfrm>
                <a:off x="2328145" y="3850554"/>
                <a:ext cx="35211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≤4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E16564D-2875-44DB-B0CE-7850DC0254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3850554"/>
                <a:ext cx="35211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088B8FA-D9B3-4AAD-9F6C-87C92115656D}"/>
                  </a:ext>
                </a:extLst>
              </p:cNvPr>
              <p:cNvSpPr txBox="1"/>
              <p:nvPr/>
            </p:nvSpPr>
            <p:spPr>
              <a:xfrm>
                <a:off x="2328145" y="4457263"/>
                <a:ext cx="35211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088B8FA-D9B3-4AAD-9F6C-87C9211565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4457263"/>
                <a:ext cx="35211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2E75D14-3314-4AEC-8ACC-1BA018F19435}"/>
                  </a:ext>
                </a:extLst>
              </p:cNvPr>
              <p:cNvSpPr txBox="1"/>
              <p:nvPr/>
            </p:nvSpPr>
            <p:spPr>
              <a:xfrm>
                <a:off x="1589000" y="829321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=4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2E75D14-3314-4AEC-8ACC-1BA018F194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9000" y="829321"/>
                <a:ext cx="166345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BA469B7-1B72-4DED-9659-D0152860E69F}"/>
                  </a:ext>
                </a:extLst>
              </p:cNvPr>
              <p:cNvSpPr txBox="1"/>
              <p:nvPr/>
            </p:nvSpPr>
            <p:spPr>
              <a:xfrm>
                <a:off x="3589526" y="829321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BA469B7-1B72-4DED-9659-D0152860E6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89526" y="829321"/>
                <a:ext cx="166345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65153AC-E70D-4519-853D-9C1F489B7087}"/>
                  </a:ext>
                </a:extLst>
              </p:cNvPr>
              <p:cNvSpPr txBox="1"/>
              <p:nvPr/>
            </p:nvSpPr>
            <p:spPr>
              <a:xfrm>
                <a:off x="5909221" y="829321"/>
                <a:ext cx="16634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=6</m:t>
                          </m:r>
                        </m:e>
                      </m:d>
                    </m:oMath>
                  </m:oMathPara>
                </a14:m>
                <a:endParaRPr kumimoji="0" lang="en-GB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65153AC-E70D-4519-853D-9C1F489B70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9221" y="829321"/>
                <a:ext cx="166345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45423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5" grpId="0" animBg="1"/>
      <p:bldP spid="5" grpId="1" animBg="1"/>
      <p:bldP spid="12" grpId="0" animBg="1"/>
      <p:bldP spid="12" grpId="1" animBg="1"/>
      <p:bldP spid="13" grpId="0"/>
      <p:bldP spid="16" grpId="0"/>
      <p:bldP spid="17" grpId="0"/>
      <p:bldP spid="18" grpId="0"/>
      <p:bldP spid="20" grpId="0" animBg="1"/>
      <p:bldP spid="20" grpId="1" animBg="1"/>
      <p:bldP spid="27" grpId="0"/>
      <p:bldP spid="28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/>
              <p:nvPr/>
            </p:nvSpPr>
            <p:spPr>
              <a:xfrm>
                <a:off x="8416288" y="711201"/>
                <a:ext cx="3775712" cy="307507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4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4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4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  ;  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3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1≤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&lt;4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1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4≤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&lt;6</m:t>
                              </m:r>
                            </m:e>
                            <m:e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5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6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 6≤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&lt;10</m:t>
                              </m:r>
                            </m:e>
                            <m:e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1   ;    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3727D16-72FF-4CCE-91A0-8680DF304B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6288" y="711201"/>
                <a:ext cx="3775712" cy="307507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3D83ED8-80A7-481B-84D9-7443E3360FDE}"/>
              </a:ext>
            </a:extLst>
          </p:cNvPr>
          <p:cNvSpPr/>
          <p:nvPr/>
        </p:nvSpPr>
        <p:spPr>
          <a:xfrm>
            <a:off x="9814323" y="2621280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4EA60E7A-1567-4772-B4F4-2B0AC2CD2574}"/>
              </a:ext>
            </a:extLst>
          </p:cNvPr>
          <p:cNvSpPr/>
          <p:nvPr/>
        </p:nvSpPr>
        <p:spPr>
          <a:xfrm>
            <a:off x="9814323" y="1164590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A18F7A5-5E82-4003-916B-D4B0C0999851}"/>
                  </a:ext>
                </a:extLst>
              </p:cNvPr>
              <p:cNvSpPr txBox="1"/>
              <p:nvPr/>
            </p:nvSpPr>
            <p:spPr>
              <a:xfrm>
                <a:off x="769257" y="782122"/>
                <a:ext cx="15588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=4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A18F7A5-5E82-4003-916B-D4B0C09998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57" y="782122"/>
                <a:ext cx="155888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CBB539A-4804-4F2B-A2B2-C580282E3FC4}"/>
                  </a:ext>
                </a:extLst>
              </p:cNvPr>
              <p:cNvSpPr txBox="1"/>
              <p:nvPr/>
            </p:nvSpPr>
            <p:spPr>
              <a:xfrm>
                <a:off x="2328145" y="782122"/>
                <a:ext cx="39275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≤4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&lt;4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CBB539A-4804-4F2B-A2B2-C580282E3F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782122"/>
                <a:ext cx="392751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B5A8731-B17F-4856-B4E7-28F838506FCF}"/>
                  </a:ext>
                </a:extLst>
              </p:cNvPr>
              <p:cNvSpPr txBox="1"/>
              <p:nvPr/>
            </p:nvSpPr>
            <p:spPr>
              <a:xfrm>
                <a:off x="2328145" y="2027198"/>
                <a:ext cx="188099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B5A8731-B17F-4856-B4E7-28F838506F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2027198"/>
                <a:ext cx="1880998" cy="91057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877E097-9087-41AE-9C05-B64CDA82829A}"/>
                  </a:ext>
                </a:extLst>
              </p:cNvPr>
              <p:cNvSpPr txBox="1"/>
              <p:nvPr/>
            </p:nvSpPr>
            <p:spPr>
              <a:xfrm>
                <a:off x="4048949" y="2020192"/>
                <a:ext cx="79011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877E097-9087-41AE-9C05-B64CDA8282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949" y="2020192"/>
                <a:ext cx="790114" cy="901785"/>
              </a:xfrm>
              <a:prstGeom prst="rect">
                <a:avLst/>
              </a:prstGeom>
              <a:blipFill>
                <a:blip r:embed="rId6"/>
                <a:stretch>
                  <a:fillRect r="-307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0EF67AF2-B7E0-4679-B61C-8D08A0B14467}"/>
              </a:ext>
            </a:extLst>
          </p:cNvPr>
          <p:cNvSpPr/>
          <p:nvPr/>
        </p:nvSpPr>
        <p:spPr>
          <a:xfrm>
            <a:off x="9814323" y="1885315"/>
            <a:ext cx="2240280" cy="73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088B8FA-D9B3-4AAD-9F6C-87C92115656D}"/>
                  </a:ext>
                </a:extLst>
              </p:cNvPr>
              <p:cNvSpPr txBox="1"/>
              <p:nvPr/>
            </p:nvSpPr>
            <p:spPr>
              <a:xfrm>
                <a:off x="2328145" y="1376263"/>
                <a:ext cx="25232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088B8FA-D9B3-4AAD-9F6C-87C9211565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1376263"/>
                <a:ext cx="252325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2321587-5B73-4940-9E64-395C9A7F8697}"/>
                  </a:ext>
                </a:extLst>
              </p:cNvPr>
              <p:cNvSpPr txBox="1"/>
              <p:nvPr/>
            </p:nvSpPr>
            <p:spPr>
              <a:xfrm>
                <a:off x="769257" y="3365107"/>
                <a:ext cx="15588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2321587-5B73-4940-9E64-395C9A7F86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57" y="3365107"/>
                <a:ext cx="155888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1EA920F-DFC4-4E4A-9B68-94F637148551}"/>
                  </a:ext>
                </a:extLst>
              </p:cNvPr>
              <p:cNvSpPr txBox="1"/>
              <p:nvPr/>
            </p:nvSpPr>
            <p:spPr>
              <a:xfrm>
                <a:off x="3583604" y="3175485"/>
                <a:ext cx="103411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1EA920F-DFC4-4E4A-9B68-94F6371485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83604" y="3175485"/>
                <a:ext cx="1034116" cy="91057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32D1934-B132-45EB-91BF-66E95CC3CAB5}"/>
                  </a:ext>
                </a:extLst>
              </p:cNvPr>
              <p:cNvSpPr txBox="1"/>
              <p:nvPr/>
            </p:nvSpPr>
            <p:spPr>
              <a:xfrm>
                <a:off x="2328145" y="3365107"/>
                <a:ext cx="13980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32D1934-B132-45EB-91BF-66E95CC3CA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3365107"/>
                <a:ext cx="13980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B408601-83B5-43B7-B926-886E1D03AD37}"/>
                  </a:ext>
                </a:extLst>
              </p:cNvPr>
              <p:cNvSpPr txBox="1"/>
              <p:nvPr/>
            </p:nvSpPr>
            <p:spPr>
              <a:xfrm>
                <a:off x="769257" y="4386915"/>
                <a:ext cx="15588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B408601-83B5-43B7-B926-886E1D03AD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9257" y="4386915"/>
                <a:ext cx="155888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3A74892C-073A-4477-8C5A-857833700D6B}"/>
                  </a:ext>
                </a:extLst>
              </p:cNvPr>
              <p:cNvSpPr txBox="1"/>
              <p:nvPr/>
            </p:nvSpPr>
            <p:spPr>
              <a:xfrm>
                <a:off x="2328145" y="4386915"/>
                <a:ext cx="39275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≤6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&lt;6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3A74892C-073A-4477-8C5A-857833700D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4386915"/>
                <a:ext cx="39275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68951B5-5A24-4B6F-9EC5-D1FAD3C984B1}"/>
                  </a:ext>
                </a:extLst>
              </p:cNvPr>
              <p:cNvSpPr txBox="1"/>
              <p:nvPr/>
            </p:nvSpPr>
            <p:spPr>
              <a:xfrm>
                <a:off x="2328145" y="5631991"/>
                <a:ext cx="188099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68951B5-5A24-4B6F-9EC5-D1FAD3C984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5631991"/>
                <a:ext cx="1880998" cy="91057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FA8A4A3C-0784-4C50-AFC8-215C51E66985}"/>
                  </a:ext>
                </a:extLst>
              </p:cNvPr>
              <p:cNvSpPr txBox="1"/>
              <p:nvPr/>
            </p:nvSpPr>
            <p:spPr>
              <a:xfrm>
                <a:off x="4048949" y="5624985"/>
                <a:ext cx="79011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FA8A4A3C-0784-4C50-AFC8-215C51E669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949" y="5624985"/>
                <a:ext cx="790114" cy="901785"/>
              </a:xfrm>
              <a:prstGeom prst="rect">
                <a:avLst/>
              </a:prstGeom>
              <a:blipFill>
                <a:blip r:embed="rId14"/>
                <a:stretch>
                  <a:fillRect r="-307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2017995-9E43-43C8-8B5C-F734427795F3}"/>
                  </a:ext>
                </a:extLst>
              </p:cNvPr>
              <p:cNvSpPr txBox="1"/>
              <p:nvPr/>
            </p:nvSpPr>
            <p:spPr>
              <a:xfrm>
                <a:off x="2328145" y="4981056"/>
                <a:ext cx="25232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2017995-9E43-43C8-8B5C-F734427795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8145" y="4981056"/>
                <a:ext cx="25232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742077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12" grpId="0" animBg="1"/>
      <p:bldP spid="12" grpId="1" animBg="1"/>
      <p:bldP spid="16" grpId="0"/>
      <p:bldP spid="17" grpId="0"/>
      <p:bldP spid="18" grpId="0"/>
      <p:bldP spid="20" grpId="0" animBg="1"/>
      <p:bldP spid="20" grpId="1" animBg="1"/>
      <p:bldP spid="28" grpId="0"/>
      <p:bldP spid="22" grpId="0"/>
      <p:bldP spid="26" grpId="0"/>
      <p:bldP spid="30" grpId="0"/>
      <p:bldP spid="31" grpId="0"/>
      <p:bldP spid="32" grpId="0"/>
      <p:bldP spid="33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3093A3-85F2-4892-C1CF-AF0FF509E0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B1729EE-D3DB-DAE2-EFA1-4142FAAF7E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Properties</a:t>
            </a:r>
            <a:endParaRPr lang="en-IN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76C4D424-2114-4133-D1BB-7FFCDB77C90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1" y="711201"/>
            <a:ext cx="2337700" cy="711201"/>
          </a:xfrm>
        </p:spPr>
        <p:txBody>
          <a:bodyPr/>
          <a:lstStyle/>
          <a:p>
            <a:pPr lvl="0" fontAlgn="base">
              <a:lnSpc>
                <a:spcPct val="135000"/>
              </a:lnSpc>
              <a:spcBef>
                <a:spcPts val="1600"/>
              </a:spcBef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Property : 4</a:t>
            </a:r>
            <a:endParaRPr lang="en-IN" dirty="0">
              <a:effectLst>
                <a:glow>
                  <a:srgbClr val="000000"/>
                </a:glow>
                <a:outerShdw sx="0" sy="0">
                  <a:srgbClr val="000000"/>
                </a:outerShdw>
                <a:reflection stA="0" endPos="0" fadeDir="0" sx="0" sy="0"/>
              </a:effectLst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1">
                <a:extLst>
                  <a:ext uri="{FF2B5EF4-FFF2-40B4-BE49-F238E27FC236}">
                    <a16:creationId xmlns:a16="http://schemas.microsoft.com/office/drawing/2014/main" id="{168C2C4B-C8B4-5FA6-BCAA-1910C534DED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89097" y="720929"/>
                <a:ext cx="4186820" cy="82311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p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p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;  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≥0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2" name="Content Placeholder 1">
                <a:extLst>
                  <a:ext uri="{FF2B5EF4-FFF2-40B4-BE49-F238E27FC236}">
                    <a16:creationId xmlns:a16="http://schemas.microsoft.com/office/drawing/2014/main" id="{168C2C4B-C8B4-5FA6-BCAA-1910C534DE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9097" y="720929"/>
                <a:ext cx="4186820" cy="82311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1">
                <a:extLst>
                  <a:ext uri="{FF2B5EF4-FFF2-40B4-BE49-F238E27FC236}">
                    <a16:creationId xmlns:a16="http://schemas.microsoft.com/office/drawing/2014/main" id="{A0A164F2-E647-FF2A-6734-D8327AD579C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3093" y="992470"/>
                <a:ext cx="11365814" cy="202310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IN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b="0" i="0" smtClean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</m:d>
                        </m:e>
                      </m:nary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dt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;</m:t>
                      </m:r>
                      <m:r>
                        <m:rPr>
                          <m:nor/>
                        </m:rPr>
                        <a:rPr lang="en-US"/>
                        <m:t>where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b="1" i="0">
                          <a:latin typeface="Cambria Math" panose="02040503050406030204" pitchFamily="18" charset="0"/>
                        </a:rPr>
                        <m:t>𝐟</m:t>
                      </m:r>
                      <m:d>
                        <m:dPr>
                          <m:ctrlPr>
                            <a:rPr lang="en-US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1" i="0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d>
                      <m:r>
                        <m:rPr>
                          <m:nor/>
                        </m:rPr>
                        <a:rPr lang="en-IN" b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b="1"/>
                        <m:t>is</m:t>
                      </m:r>
                      <m:r>
                        <m:rPr>
                          <m:nor/>
                        </m:rPr>
                        <a:rPr lang="en-US" b="1"/>
                        <m:t> </m:t>
                      </m:r>
                      <m:r>
                        <m:rPr>
                          <m:nor/>
                        </m:rPr>
                        <a:rPr lang="en-US" b="1"/>
                        <m:t>the</m:t>
                      </m:r>
                      <m:r>
                        <m:rPr>
                          <m:nor/>
                        </m:rPr>
                        <a:rPr lang="en-US" b="1"/>
                        <m:t> </m:t>
                      </m:r>
                      <m:r>
                        <m:rPr>
                          <m:nor/>
                        </m:rPr>
                        <a:rPr lang="en-US" b="1"/>
                        <m:t>Probability</m:t>
                      </m:r>
                      <m:r>
                        <m:rPr>
                          <m:nor/>
                        </m:rPr>
                        <a:rPr lang="en-US" b="1"/>
                        <m:t> </m:t>
                      </m:r>
                      <m:r>
                        <m:rPr>
                          <m:nor/>
                        </m:rPr>
                        <a:rPr lang="en-US" b="1"/>
                        <m:t>Density</m:t>
                      </m:r>
                      <m:r>
                        <m:rPr>
                          <m:nor/>
                        </m:rPr>
                        <a:rPr lang="en-US" b="1"/>
                        <m:t> </m:t>
                      </m:r>
                      <m:r>
                        <m:rPr>
                          <m:nor/>
                        </m:rPr>
                        <a:rPr lang="en-US" b="1"/>
                        <m:t>Function</m:t>
                      </m:r>
                      <m:r>
                        <m:rPr>
                          <m:nor/>
                        </m:rPr>
                        <a:rPr lang="en-US" b="1"/>
                        <m:t> (</m:t>
                      </m:r>
                      <m:r>
                        <m:rPr>
                          <m:nor/>
                        </m:rPr>
                        <a:rPr lang="en-US" b="1"/>
                        <m:t>PDF</m:t>
                      </m:r>
                      <m:r>
                        <m:rPr>
                          <m:nor/>
                        </m:rPr>
                        <a:rPr lang="en-US" b="1"/>
                        <m:t>)</m:t>
                      </m:r>
                      <m:r>
                        <m:rPr>
                          <m:nor/>
                        </m:rPr>
                        <a:rPr lang="en-US"/>
                        <m:t>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1">
                <a:extLst>
                  <a:ext uri="{FF2B5EF4-FFF2-40B4-BE49-F238E27FC236}">
                    <a16:creationId xmlns:a16="http://schemas.microsoft.com/office/drawing/2014/main" id="{A0A164F2-E647-FF2A-6734-D8327AD579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093" y="992470"/>
                <a:ext cx="11365814" cy="202310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AB6AF934-9041-36D8-1DE3-3AEFFD8490D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3093" y="2913142"/>
                <a:ext cx="11365814" cy="71120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:r>
                  <a:rPr lang="en-IN" b="0" i="0" dirty="0">
                    <a:latin typeface="+mj-lt"/>
                  </a:rPr>
                  <a:t>Now, </a:t>
                </a:r>
                <a:r>
                  <a:rPr lang="en-US" i="0" dirty="0">
                    <a:latin typeface="+mj-lt"/>
                  </a:rPr>
                  <a:t>differentiating both sides with respect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>
                        <a:latin typeface="Cambria Math" panose="02040503050406030204" pitchFamily="18" charset="0"/>
                      </a:rPr>
                      <m:t>: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5" name="Content Placeholder 1">
                <a:extLst>
                  <a:ext uri="{FF2B5EF4-FFF2-40B4-BE49-F238E27FC236}">
                    <a16:creationId xmlns:a16="http://schemas.microsoft.com/office/drawing/2014/main" id="{AB6AF934-9041-36D8-1DE3-3AEFFD8490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093" y="2913142"/>
                <a:ext cx="11365814" cy="711201"/>
              </a:xfrm>
              <a:prstGeom prst="rect">
                <a:avLst/>
              </a:prstGeom>
              <a:blipFill>
                <a:blip r:embed="rId4"/>
                <a:stretch>
                  <a:fillRect l="-1127" b="-1025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6C25BD55-CDCD-F516-7A61-67F3A706FE0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3092" y="3785509"/>
                <a:ext cx="3536337" cy="1441611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∴</m:t>
                      </m:r>
                      <m:f>
                        <m:f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d</m:t>
                          </m:r>
                        </m:num>
                        <m:den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dx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b="0" i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" name="Content Placeholder 1">
                <a:extLst>
                  <a:ext uri="{FF2B5EF4-FFF2-40B4-BE49-F238E27FC236}">
                    <a16:creationId xmlns:a16="http://schemas.microsoft.com/office/drawing/2014/main" id="{6C25BD55-CDCD-F516-7A61-67F3A706FE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092" y="3785509"/>
                <a:ext cx="3536337" cy="144161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5FEC1FFF-8A42-3F59-DDD4-914D6081480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125157" y="4160598"/>
                <a:ext cx="2760077" cy="82311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623888" indent="-352425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90011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262063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1612900" indent="-228600" algn="just" defTabSz="914400" rtl="0" eaLnBrk="1" latinLnBrk="0" hangingPunct="1">
                  <a:lnSpc>
                    <a:spcPct val="125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35000"/>
                  </a:lnSpc>
                  <a:spcBef>
                    <a:spcPts val="1600"/>
                  </a:spcBef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p>
                          <m:r>
                            <a:rPr lang="en-IN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p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f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7" name="Content Placeholder 1">
                <a:extLst>
                  <a:ext uri="{FF2B5EF4-FFF2-40B4-BE49-F238E27FC236}">
                    <a16:creationId xmlns:a16="http://schemas.microsoft.com/office/drawing/2014/main" id="{5FEC1FFF-8A42-3F59-DDD4-914D608148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5157" y="4160598"/>
                <a:ext cx="2760077" cy="82311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202615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22FC2F-8953-5EE9-5A16-2F8B800818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D6DF0B5-2AAD-F607-28F9-B44EB95499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GB" dirty="0"/>
              <a:t>Properties</a:t>
            </a:r>
            <a:endParaRPr lang="en-IN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94B1F414-9745-D920-84A0-76A3CCCBEF8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711201"/>
            <a:ext cx="4110079" cy="711201"/>
          </a:xfrm>
        </p:spPr>
        <p:txBody>
          <a:bodyPr/>
          <a:lstStyle/>
          <a:p>
            <a:pPr lvl="0" fontAlgn="base">
              <a:lnSpc>
                <a:spcPct val="135000"/>
              </a:lnSpc>
              <a:spcBef>
                <a:spcPts val="1600"/>
              </a:spcBef>
            </a:pPr>
            <a:r>
              <a:rPr lang="en-US" b="1" dirty="0">
                <a:solidFill>
                  <a:schemeClr val="accent6">
                    <a:lumMod val="75000"/>
                  </a:schemeClr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Property : 4 - </a:t>
            </a:r>
            <a:r>
              <a:rPr lang="en-US" b="1" dirty="0">
                <a:solidFill>
                  <a:srgbClr val="0070C0"/>
                </a:solidFill>
                <a:effectLst>
                  <a:glow>
                    <a:srgbClr val="000000"/>
                  </a:glow>
                  <a:outerShdw sx="0" sy="0">
                    <a:srgbClr val="000000"/>
                  </a:outerShdw>
                  <a:reflection stA="0" endPos="0" fadeDir="0" sx="0" sy="0"/>
                </a:effectLst>
              </a:rPr>
              <a:t>Example</a:t>
            </a:r>
            <a:endParaRPr lang="en-IN" dirty="0">
              <a:solidFill>
                <a:srgbClr val="0070C0"/>
              </a:solidFill>
              <a:effectLst>
                <a:glow>
                  <a:srgbClr val="000000"/>
                </a:glow>
                <a:outerShdw sx="0" sy="0">
                  <a:srgbClr val="000000"/>
                </a:outerShdw>
                <a:reflection stA="0" endPos="0" fadeDir="0" sx="0" sy="0"/>
              </a:effectLst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35C67AF-21D5-2FC9-71FD-A038E7BC2273}"/>
              </a:ext>
            </a:extLst>
          </p:cNvPr>
          <p:cNvGrpSpPr/>
          <p:nvPr/>
        </p:nvGrpSpPr>
        <p:grpSpPr>
          <a:xfrm>
            <a:off x="377444" y="1027887"/>
            <a:ext cx="11479836" cy="2264531"/>
            <a:chOff x="377444" y="1027887"/>
            <a:chExt cx="11479836" cy="226453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" name="Content Placeholder 1">
                  <a:extLst>
                    <a:ext uri="{FF2B5EF4-FFF2-40B4-BE49-F238E27FC236}">
                      <a16:creationId xmlns:a16="http://schemas.microsoft.com/office/drawing/2014/main" id="{3DE36217-CB41-5A09-3762-26A8A1470E3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77444" y="1809729"/>
                  <a:ext cx="4856037" cy="778673"/>
                </a:xfrm>
                <a:prstGeom prst="rect">
                  <a:avLst/>
                </a:prstGeom>
              </p:spPr>
              <p:txBody>
                <a:bodyPr vert="horz" lIns="91440" tIns="45720" rIns="91440" bIns="45720" rtlCol="0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23888" indent="-352425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00113" indent="-228600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262063" indent="-228600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612900" indent="-228600" algn="just" defTabSz="914400" rtl="0" eaLnBrk="1" latinLnBrk="0" hangingPunct="1">
                    <a:lnSpc>
                      <a:spcPct val="125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2800" kern="1200">
                      <a:solidFill>
                        <a:srgbClr val="002060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lnSpc>
                      <a:spcPct val="135000"/>
                    </a:lnSpc>
                    <a:spcBef>
                      <a:spcPts val="1600"/>
                    </a:spcBef>
                    <a:buNone/>
                  </a:pPr>
                  <a:r>
                    <a:rPr lang="en-IN" dirty="0"/>
                    <a:t>If CDF of random variable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b="0" i="0" smtClean="0">
                          <a:latin typeface="Cambria Math" panose="02040503050406030204" pitchFamily="18" charset="0"/>
                        </a:rPr>
                        <m:t>X</m:t>
                      </m:r>
                    </m:oMath>
                  </a14:m>
                  <a:r>
                    <a:rPr lang="en-IN" dirty="0"/>
                    <a:t> is</a:t>
                  </a:r>
                </a:p>
              </p:txBody>
            </p:sp>
          </mc:Choice>
          <mc:Fallback xmlns="">
            <p:sp>
              <p:nvSpPr>
                <p:cNvPr id="3" name="Content Placeholder 1">
                  <a:extLst>
                    <a:ext uri="{FF2B5EF4-FFF2-40B4-BE49-F238E27FC236}">
                      <a16:creationId xmlns:a16="http://schemas.microsoft.com/office/drawing/2014/main" id="{3DE36217-CB41-5A09-3762-26A8A1470E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444" y="1809729"/>
                  <a:ext cx="4856037" cy="778673"/>
                </a:xfrm>
                <a:prstGeom prst="rect">
                  <a:avLst/>
                </a:prstGeom>
                <a:blipFill>
                  <a:blip r:embed="rId2"/>
                  <a:stretch>
                    <a:fillRect l="-2635" b="-781"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F3EF098-C3B3-1039-EB68-163F274C2F9F}"/>
                    </a:ext>
                  </a:extLst>
                </p:cNvPr>
                <p:cNvSpPr txBox="1"/>
                <p:nvPr/>
              </p:nvSpPr>
              <p:spPr>
                <a:xfrm>
                  <a:off x="4575979" y="1027887"/>
                  <a:ext cx="7281301" cy="2264531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lvl="0">
                    <a:defRPr/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F</m:t>
                        </m:r>
                        <m: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x</m:t>
                        </m:r>
                        <m: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)=</m:t>
                        </m:r>
                        <m:d>
                          <m:dPr>
                            <m:begChr m:val="{"/>
                            <m:endChr m:val=""/>
                            <m:ctrlPr>
                              <a:rPr kumimoji="0" lang="en-GB" sz="28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rgbClr val="00206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Shruti" panose="020B0502040204020203" pitchFamily="34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kumimoji="0" lang="en-GB" sz="2800" b="0" i="1" u="none" strike="noStrike" kern="1200" cap="none" spc="0" normalizeH="0" baseline="0" noProof="0" dirty="0" smtClean="0">
                                    <a:ln>
                                      <a:noFill/>
                                    </a:ln>
                                    <a:solidFill>
                                      <a:srgbClr val="00206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</m:ctrlPr>
                              </m:eqArrPr>
                              <m:e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0   ;          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x</m:t>
                                </m:r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&lt;0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p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;</m:t>
                                </m:r>
                                <m:r>
                                  <a:rPr lang="en-IN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0</m:t>
                                </m:r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≤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x</m:t>
                                </m:r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&lt;</m:t>
                                </m:r>
                                <m:f>
                                  <m:f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2 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IN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1−</m:t>
                                </m:r>
                                <m:f>
                                  <m:f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3</m:t>
                                    </m:r>
                                  </m:num>
                                  <m:den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25</m:t>
                                    </m:r>
                                  </m:den>
                                </m:f>
                                <m:sSup>
                                  <m:sSup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i="1" dirty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IN" sz="2800" i="0" dirty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3−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 dirty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;</m:t>
                                </m:r>
                                <m:f>
                                  <m:f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2 </m:t>
                                    </m:r>
                                  </m:den>
                                </m:f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≤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x</m:t>
                                </m:r>
                                <m:r>
                                  <a:rPr lang="en-GB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&lt;3</m:t>
                                </m:r>
                              </m:e>
                            </m:eqArr>
                          </m:e>
                        </m:d>
                      </m:oMath>
                    </m:oMathPara>
                  </a14:m>
                  <a:endParaRPr kumimoji="0" lang="en-IN" sz="2800" b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</a:endParaRPr>
                </a:p>
              </p:txBody>
            </p:sp>
          </mc:Choice>
          <mc:Fallback xmlns=""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DF3EF098-C3B3-1039-EB68-163F274C2F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75979" y="1027887"/>
                  <a:ext cx="7281301" cy="2264531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0" name="Content Placeholder 1">
            <a:extLst>
              <a:ext uri="{FF2B5EF4-FFF2-40B4-BE49-F238E27FC236}">
                <a16:creationId xmlns:a16="http://schemas.microsoft.com/office/drawing/2014/main" id="{AC018203-36FE-1CB2-0CA6-18F533893C3F}"/>
              </a:ext>
            </a:extLst>
          </p:cNvPr>
          <p:cNvSpPr txBox="1">
            <a:spLocks/>
          </p:cNvSpPr>
          <p:nvPr/>
        </p:nvSpPr>
        <p:spPr>
          <a:xfrm>
            <a:off x="377444" y="3370244"/>
            <a:ext cx="2492216" cy="77867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623888" indent="-352425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90011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262063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1612900" indent="-228600" algn="just" defTabSz="914400" rtl="0" eaLnBrk="1" latinLnBrk="0" hangingPunct="1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35000"/>
              </a:lnSpc>
              <a:spcBef>
                <a:spcPts val="1600"/>
              </a:spcBef>
              <a:buNone/>
            </a:pPr>
            <a:r>
              <a:rPr lang="en-IN" dirty="0"/>
              <a:t>then its PDF 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B6649E7-594E-63A4-E3FA-2676D87E7419}"/>
                  </a:ext>
                </a:extLst>
              </p:cNvPr>
              <p:cNvSpPr txBox="1"/>
              <p:nvPr/>
            </p:nvSpPr>
            <p:spPr>
              <a:xfrm>
                <a:off x="2568839" y="3228053"/>
                <a:ext cx="2761920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d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dx</m:t>
                          </m:r>
                        </m:den>
                      </m:f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B6649E7-594E-63A4-E3FA-2676D87E74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8839" y="3228053"/>
                <a:ext cx="2761920" cy="9105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2189FD3-FF42-0F23-94FC-4FC622C5732A}"/>
                  </a:ext>
                </a:extLst>
              </p:cNvPr>
              <p:cNvSpPr txBox="1"/>
              <p:nvPr/>
            </p:nvSpPr>
            <p:spPr>
              <a:xfrm>
                <a:off x="2260796" y="4280814"/>
                <a:ext cx="5929894" cy="22959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∴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kumimoji="0" lang="en-GB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</m:t>
                              </m:r>
                              <m:r>
                                <a:rPr lang="en-IN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</m:e>
                            <m:e>
                              <m:f>
                                <m:f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6</m:t>
                                  </m:r>
                                </m:num>
                                <m:den>
                                  <m:r>
                                    <a:rPr kumimoji="0" lang="en-IN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25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kumimoji="0" lang="en-IN" sz="2800" b="0" i="1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kumimoji="0" lang="en-IN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IN" sz="2800" b="0" i="0" u="none" strike="noStrike" kern="1200" cap="none" spc="0" normalizeH="0" baseline="0" noProof="0" dirty="0" smtClean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</m:t>
                              </m:r>
                              <m:f>
                                <m:f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≤</m:t>
                              </m:r>
                              <m:r>
                                <m:rPr>
                                  <m:sty m:val="p"/>
                                </m:rP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&lt;3</m:t>
                              </m:r>
                            </m:e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</m:t>
                              </m:r>
                              <m:r>
                                <a:rPr lang="en-GB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;</m:t>
                              </m:r>
                              <m:r>
                                <m:rPr>
                                  <m:nor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otherwise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2189FD3-FF42-0F23-94FC-4FC622C573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0796" y="4280814"/>
                <a:ext cx="5929894" cy="229595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18488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allAtOnce"/>
      <p:bldP spid="11" grpId="0"/>
      <p:bldP spid="13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9"/>
            <a:ext cx="11929645" cy="440889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Calibri" panose="020F0502020204030204" pitchFamily="34" charset="0"/>
                <a:cs typeface="Shruti" panose="020B0502040204020203" pitchFamily="34" charset="0"/>
              </a:rPr>
              <a:t>A continuous random variable X has the following distribution function: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>
                <a:tab pos="0" algn="l"/>
                <a:tab pos="447675" algn="l"/>
              </a:tabLst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14082" y="5433371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4742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E8ACC66-9495-434A-A4DF-815B37A71728}"/>
                  </a:ext>
                </a:extLst>
              </p:cNvPr>
              <p:cNvSpPr txBox="1"/>
              <p:nvPr/>
            </p:nvSpPr>
            <p:spPr>
              <a:xfrm>
                <a:off x="161657" y="3214630"/>
                <a:ext cx="11786504" cy="10310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514350" marR="0" lvl="0" indent="-514350" algn="l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0"/>
                  </a:spcAft>
                  <a:buClrTx/>
                  <a:buSzTx/>
                  <a:buFontTx/>
                  <a:buAutoNum type="arabicParenBoth"/>
                  <a:tabLst>
                    <a:tab pos="0" algn="l"/>
                    <a:tab pos="447675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Find the distribution function and use it to determine the probability that the life</a:t>
                </a:r>
              </a:p>
              <a:p>
                <a:pPr marL="53340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of tube is more than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150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hrs.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E8ACC66-9495-434A-A4DF-815B37A717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57" y="3214630"/>
                <a:ext cx="11786504" cy="1031051"/>
              </a:xfrm>
              <a:prstGeom prst="rect">
                <a:avLst/>
              </a:prstGeom>
              <a:blipFill>
                <a:blip r:embed="rId2"/>
                <a:stretch>
                  <a:fillRect l="-1242" t="-10059" r="-466" b="-12426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C6C1AE-EAAB-450A-8DB1-DD63F0759551}"/>
                  </a:ext>
                </a:extLst>
              </p:cNvPr>
              <p:cNvSpPr txBox="1"/>
              <p:nvPr/>
            </p:nvSpPr>
            <p:spPr>
              <a:xfrm>
                <a:off x="131176" y="1418890"/>
                <a:ext cx="4558811" cy="17038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prstClr val="white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kumimoji="0" lang="en-GB" sz="2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prstClr val="white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kumimoji="0" lang="en-GB" sz="28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prstClr val="white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kumimoji="0" lang="en-GB" sz="28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prstClr val="white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prstClr val="white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  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 0    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prstClr val="white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C6C1AE-EAAB-450A-8DB1-DD63F07595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418890"/>
                <a:ext cx="4558811" cy="17038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52AA81D-47C1-4B63-AF47-A49298DCA28C}"/>
                  </a:ext>
                </a:extLst>
              </p:cNvPr>
              <p:cNvSpPr txBox="1"/>
              <p:nvPr/>
            </p:nvSpPr>
            <p:spPr>
              <a:xfrm>
                <a:off x="161657" y="4245681"/>
                <a:ext cx="11786504" cy="10310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514350" marR="0" lvl="0" indent="-514350" algn="l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0"/>
                  </a:spcAft>
                  <a:buClrTx/>
                  <a:buSzTx/>
                  <a:buFontTx/>
                  <a:buAutoNum type="arabicParenBoth" startAt="2"/>
                  <a:tabLst>
                    <a:tab pos="0" algn="l"/>
                    <a:tab pos="447675" algn="l"/>
                  </a:tabLst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What is the probability that a tube will last less than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200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hrs if it is known that</a:t>
                </a:r>
              </a:p>
              <a:p>
                <a:pPr marL="53340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the tube is still functioning after </a:t>
                </a:r>
                <a14:m>
                  <m:oMath xmlns:m="http://schemas.openxmlformats.org/officeDocument/2006/math">
                    <m:r>
                      <a:rPr kumimoji="0" lang="en-GB" sz="280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150</m:t>
                    </m:r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hrs of service?</a:t>
                </a: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52AA81D-47C1-4B63-AF47-A49298DCA2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57" y="4245681"/>
                <a:ext cx="11786504" cy="1031051"/>
              </a:xfrm>
              <a:prstGeom prst="rect">
                <a:avLst/>
              </a:prstGeom>
              <a:blipFill>
                <a:blip r:embed="rId4"/>
                <a:stretch>
                  <a:fillRect l="-1242" t="-10000" b="-1176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">
            <a:extLst>
              <a:ext uri="{FF2B5EF4-FFF2-40B4-BE49-F238E27FC236}">
                <a16:creationId xmlns:a16="http://schemas.microsoft.com/office/drawing/2014/main" id="{ADEF0452-B5B7-4DE2-927A-36F69E292571}"/>
              </a:ext>
            </a:extLst>
          </p:cNvPr>
          <p:cNvSpPr txBox="1"/>
          <p:nvPr/>
        </p:nvSpPr>
        <p:spPr>
          <a:xfrm>
            <a:off x="1920022" y="5433371"/>
            <a:ext cx="106701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Derive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7716620-169F-46C8-9336-96AC2DACBABC}"/>
                  </a:ext>
                </a:extLst>
              </p:cNvPr>
              <p:cNvSpPr txBox="1"/>
              <p:nvPr/>
            </p:nvSpPr>
            <p:spPr>
              <a:xfrm>
                <a:off x="1920022" y="5998622"/>
                <a:ext cx="2541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7716620-169F-46C8-9336-96AC2DACBA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0022" y="5998622"/>
                <a:ext cx="254136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01BACC6-451C-48FF-B84F-200B5ACD949D}"/>
                  </a:ext>
                </a:extLst>
              </p:cNvPr>
              <p:cNvSpPr txBox="1"/>
              <p:nvPr/>
            </p:nvSpPr>
            <p:spPr>
              <a:xfrm>
                <a:off x="3727051" y="5998622"/>
                <a:ext cx="6581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01BACC6-451C-48FF-B84F-200B5ACD94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7051" y="5998622"/>
                <a:ext cx="65813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FFD12D8-015A-4E22-B77E-3D8C616CC42C}"/>
                  </a:ext>
                </a:extLst>
              </p:cNvPr>
              <p:cNvSpPr txBox="1"/>
              <p:nvPr/>
            </p:nvSpPr>
            <p:spPr>
              <a:xfrm>
                <a:off x="4856155" y="5998622"/>
                <a:ext cx="3563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FFD12D8-015A-4E22-B77E-3D8C616CC4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6155" y="5998622"/>
                <a:ext cx="356394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643B7D9-70A0-4B30-97EA-8BD5E5024521}"/>
                  </a:ext>
                </a:extLst>
              </p:cNvPr>
              <p:cNvSpPr txBox="1"/>
              <p:nvPr/>
            </p:nvSpPr>
            <p:spPr>
              <a:xfrm>
                <a:off x="8396054" y="5998622"/>
                <a:ext cx="6581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643B7D9-70A0-4B30-97EA-8BD5E50245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96054" y="5998622"/>
                <a:ext cx="65813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!!CDF">
            <a:extLst>
              <a:ext uri="{FF2B5EF4-FFF2-40B4-BE49-F238E27FC236}">
                <a16:creationId xmlns:a16="http://schemas.microsoft.com/office/drawing/2014/main" id="{00AC1D45-2701-4E77-9BF0-43EE74A34ED7}"/>
              </a:ext>
            </a:extLst>
          </p:cNvPr>
          <p:cNvSpPr txBox="1"/>
          <p:nvPr/>
        </p:nvSpPr>
        <p:spPr>
          <a:xfrm>
            <a:off x="2989098" y="5433371"/>
            <a:ext cx="406702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</a:t>
            </a:r>
          </a:p>
        </p:txBody>
      </p:sp>
    </p:spTree>
    <p:extLst>
      <p:ext uri="{BB962C8B-B14F-4D97-AF65-F5344CB8AC3E}">
        <p14:creationId xmlns:p14="http://schemas.microsoft.com/office/powerpoint/2010/main" val="191294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5" grpId="0"/>
      <p:bldP spid="16" grpId="0"/>
      <p:bldP spid="17" grpId="0"/>
      <p:bldP spid="18" grpId="0"/>
      <p:bldP spid="20" grpId="0"/>
      <p:bldP spid="13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C6C1AE-EAAB-450A-8DB1-DD63F0759551}"/>
                  </a:ext>
                </a:extLst>
              </p:cNvPr>
              <p:cNvSpPr txBox="1"/>
              <p:nvPr/>
            </p:nvSpPr>
            <p:spPr>
              <a:xfrm>
                <a:off x="8389255" y="768351"/>
                <a:ext cx="3711119" cy="147354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4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4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4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kumimoji="0" lang="en-GB" sz="24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kumimoji="0" lang="en-GB" sz="24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kumimoji="0" lang="en-GB" sz="24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  </m:t>
                              </m:r>
                              <m:r>
                                <a:rPr kumimoji="0" lang="en-IN" sz="24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4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 0    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7C6C1AE-EAAB-450A-8DB1-DD63F07595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9255" y="768351"/>
                <a:ext cx="3711119" cy="147354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C6F3FA1-CE0C-47A7-BC43-EDDB5CF080CF}"/>
                  </a:ext>
                </a:extLst>
              </p:cNvPr>
              <p:cNvSpPr txBox="1"/>
              <p:nvPr/>
            </p:nvSpPr>
            <p:spPr>
              <a:xfrm>
                <a:off x="129726" y="3032983"/>
                <a:ext cx="739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C6F3FA1-CE0C-47A7-BC43-EDDB5CF080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726" y="3032983"/>
                <a:ext cx="7395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79C33CD-1179-4E3A-BD28-3243DCB55A05}"/>
                  </a:ext>
                </a:extLst>
              </p:cNvPr>
              <p:cNvSpPr txBox="1"/>
              <p:nvPr/>
            </p:nvSpPr>
            <p:spPr>
              <a:xfrm>
                <a:off x="869229" y="3032983"/>
                <a:ext cx="20277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US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79C33CD-1179-4E3A-BD28-3243DCB55A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229" y="3032983"/>
                <a:ext cx="202775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!!CDF">
            <a:extLst>
              <a:ext uri="{FF2B5EF4-FFF2-40B4-BE49-F238E27FC236}">
                <a16:creationId xmlns:a16="http://schemas.microsoft.com/office/drawing/2014/main" id="{C503FD85-670B-4406-9B07-384DD16678B5}"/>
              </a:ext>
            </a:extLst>
          </p:cNvPr>
          <p:cNvSpPr txBox="1"/>
          <p:nvPr/>
        </p:nvSpPr>
        <p:spPr>
          <a:xfrm>
            <a:off x="129726" y="783535"/>
            <a:ext cx="41055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2CBE56B-2FF5-4F44-B530-0F67D374EA6E}"/>
                  </a:ext>
                </a:extLst>
              </p:cNvPr>
              <p:cNvSpPr txBox="1"/>
              <p:nvPr/>
            </p:nvSpPr>
            <p:spPr>
              <a:xfrm>
                <a:off x="2695400" y="2620913"/>
                <a:ext cx="2190550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t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2CBE56B-2FF5-4F44-B530-0F67D374EA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400" y="2620913"/>
                <a:ext cx="2190550" cy="135165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778C4F3-E5D3-4F1F-9EE8-A18087CD460E}"/>
                  </a:ext>
                </a:extLst>
              </p:cNvPr>
              <p:cNvSpPr txBox="1"/>
              <p:nvPr/>
            </p:nvSpPr>
            <p:spPr>
              <a:xfrm>
                <a:off x="129726" y="1285416"/>
                <a:ext cx="4928503" cy="11234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just" defTabSz="914400" rtl="0" eaLnBrk="1" fontAlgn="auto" latinLnBrk="0" hangingPunct="1">
                  <a:lnSpc>
                    <a:spcPct val="125000"/>
                  </a:lnSpc>
                  <a:spcBef>
                    <a:spcPts val="1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For a continuous random variable, the CDF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  <m:d>
                      <m:dPr>
                        <m:ctrlPr>
                          <a:rPr kumimoji="0" lang="en-GB" sz="2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GB" sz="2800" b="0" i="0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x</m:t>
                        </m:r>
                      </m:e>
                    </m:d>
                  </m:oMath>
                </a14:m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 is defined as:</a:t>
                </a:r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778C4F3-E5D3-4F1F-9EE8-A18087CD46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726" y="1285416"/>
                <a:ext cx="4928503" cy="1123449"/>
              </a:xfrm>
              <a:prstGeom prst="rect">
                <a:avLst/>
              </a:prstGeom>
              <a:blipFill>
                <a:blip r:embed="rId6"/>
                <a:stretch>
                  <a:fillRect l="-2472" r="-2472" b="-146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TextBox 15">
            <a:extLst>
              <a:ext uri="{FF2B5EF4-FFF2-40B4-BE49-F238E27FC236}">
                <a16:creationId xmlns:a16="http://schemas.microsoft.com/office/drawing/2014/main" id="{CA33D721-0AE3-477A-8DF3-8C5E31C34D90}"/>
              </a:ext>
            </a:extLst>
          </p:cNvPr>
          <p:cNvSpPr txBox="1"/>
          <p:nvPr/>
        </p:nvSpPr>
        <p:spPr>
          <a:xfrm>
            <a:off x="129726" y="4261414"/>
            <a:ext cx="129802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Case 1: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D0631C7-7728-45F6-A480-AF4CFFD00698}"/>
                  </a:ext>
                </a:extLst>
              </p:cNvPr>
              <p:cNvSpPr txBox="1"/>
              <p:nvPr/>
            </p:nvSpPr>
            <p:spPr>
              <a:xfrm>
                <a:off x="1315829" y="4258161"/>
                <a:ext cx="14431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x</m:t>
                      </m:r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&lt;100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D0631C7-7728-45F6-A480-AF4CFFD006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5829" y="4258161"/>
                <a:ext cx="144315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009A7E3-8CB8-4825-B784-5B0D4C96783C}"/>
                  </a:ext>
                </a:extLst>
              </p:cNvPr>
              <p:cNvSpPr txBox="1"/>
              <p:nvPr/>
            </p:nvSpPr>
            <p:spPr>
              <a:xfrm>
                <a:off x="3139994" y="4263664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&lt;100,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009A7E3-8CB8-4825-B784-5B0D4C9678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9994" y="4263664"/>
                <a:ext cx="2190549" cy="523220"/>
              </a:xfrm>
              <a:prstGeom prst="rect">
                <a:avLst/>
              </a:prstGeom>
              <a:blipFill>
                <a:blip r:embed="rId8"/>
                <a:stretch>
                  <a:fillRect l="-557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801EFDC-CE7D-4D02-A78B-EADFB50FC9A5}"/>
                  </a:ext>
                </a:extLst>
              </p:cNvPr>
              <p:cNvSpPr txBox="1"/>
              <p:nvPr/>
            </p:nvSpPr>
            <p:spPr>
              <a:xfrm>
                <a:off x="5096813" y="4261136"/>
                <a:ext cx="21893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PDF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f</m:t>
                    </m:r>
                    <m:d>
                      <m:dPr>
                        <m:ctrlPr>
                          <a:rPr kumimoji="0" lang="en-GB" sz="2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kumimoji="0" lang="en-GB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e>
                    </m:d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=0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801EFDC-CE7D-4D02-A78B-EADFB50FC9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6813" y="4261136"/>
                <a:ext cx="2189304" cy="523220"/>
              </a:xfrm>
              <a:prstGeom prst="rect">
                <a:avLst/>
              </a:prstGeom>
              <a:blipFill>
                <a:blip r:embed="rId9"/>
                <a:stretch>
                  <a:fillRect l="-557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/>
              <p:nvPr/>
            </p:nvSpPr>
            <p:spPr>
              <a:xfrm>
                <a:off x="1427755" y="5667109"/>
                <a:ext cx="739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7755" y="5667109"/>
                <a:ext cx="7395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0A6DADB-1FEB-4B7D-BF3A-2F4190A1F17A}"/>
                  </a:ext>
                </a:extLst>
              </p:cNvPr>
              <p:cNvSpPr txBox="1"/>
              <p:nvPr/>
            </p:nvSpPr>
            <p:spPr>
              <a:xfrm>
                <a:off x="2182497" y="5255039"/>
                <a:ext cx="1763212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sup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</m:t>
                          </m:r>
                        </m:e>
                      </m:nary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0A6DADB-1FEB-4B7D-BF3A-2F4190A1F1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2497" y="5255039"/>
                <a:ext cx="1763212" cy="135165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3B18237-5854-409E-9971-7CB7C44FF16F}"/>
                  </a:ext>
                </a:extLst>
              </p:cNvPr>
              <p:cNvSpPr txBox="1"/>
              <p:nvPr/>
            </p:nvSpPr>
            <p:spPr>
              <a:xfrm>
                <a:off x="3830092" y="5667109"/>
                <a:ext cx="8103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3B18237-5854-409E-9971-7CB7C44FF1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0092" y="5667109"/>
                <a:ext cx="81035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78E2C8A-DFAE-4D8B-A39E-D2F14BD4CCB8}"/>
                  </a:ext>
                </a:extLst>
              </p:cNvPr>
              <p:cNvSpPr txBox="1"/>
              <p:nvPr/>
            </p:nvSpPr>
            <p:spPr>
              <a:xfrm>
                <a:off x="4853801" y="5667109"/>
                <a:ext cx="5568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78E2C8A-DFAE-4D8B-A39E-D2F14BD4CC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3801" y="5667109"/>
                <a:ext cx="55685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10E5E81-FA70-41D9-B24E-35F30FE15CE1}"/>
                  </a:ext>
                </a:extLst>
              </p:cNvPr>
              <p:cNvSpPr txBox="1"/>
              <p:nvPr/>
            </p:nvSpPr>
            <p:spPr>
              <a:xfrm>
                <a:off x="5410654" y="5667109"/>
                <a:ext cx="15498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E10E5E81-FA70-41D9-B24E-35F30FE15C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0654" y="5667109"/>
                <a:ext cx="154985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A71871D-635E-4935-80AF-4980F8254D78}"/>
                  </a:ext>
                </a:extLst>
              </p:cNvPr>
              <p:cNvSpPr txBox="1"/>
              <p:nvPr/>
            </p:nvSpPr>
            <p:spPr>
              <a:xfrm>
                <a:off x="6960511" y="5667109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A71871D-635E-4935-80AF-4980F8254D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0511" y="5667109"/>
                <a:ext cx="2190549" cy="523220"/>
              </a:xfrm>
              <a:prstGeom prst="rect">
                <a:avLst/>
              </a:prstGeom>
              <a:blipFill>
                <a:blip r:embed="rId15"/>
                <a:stretch>
                  <a:fillRect l="-58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CDBC149-3566-488B-9CCD-A01371E13CEB}"/>
                  </a:ext>
                </a:extLst>
              </p:cNvPr>
              <p:cNvSpPr txBox="1"/>
              <p:nvPr/>
            </p:nvSpPr>
            <p:spPr>
              <a:xfrm>
                <a:off x="10236396" y="2446515"/>
                <a:ext cx="2541361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CDBC149-3566-488B-9CCD-A01371E13C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6396" y="2446515"/>
                <a:ext cx="2541361" cy="430887"/>
              </a:xfrm>
              <a:prstGeom prst="rect">
                <a:avLst/>
              </a:prstGeom>
              <a:blipFill>
                <a:blip r:embed="rId16"/>
                <a:stretch>
                  <a:fillRect l="-2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BB1860D-8CFA-4DBB-9900-A4636988F170}"/>
                  </a:ext>
                </a:extLst>
              </p:cNvPr>
              <p:cNvSpPr txBox="1"/>
              <p:nvPr/>
            </p:nvSpPr>
            <p:spPr>
              <a:xfrm>
                <a:off x="11654973" y="2446515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BB1860D-8CFA-4DBB-9900-A4636988F1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2446515"/>
                <a:ext cx="658132" cy="430887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8E462CF-FB95-4E5F-B9A0-5308D0DC19D1}"/>
                  </a:ext>
                </a:extLst>
              </p:cNvPr>
              <p:cNvSpPr txBox="1"/>
              <p:nvPr/>
            </p:nvSpPr>
            <p:spPr>
              <a:xfrm>
                <a:off x="8919052" y="2877656"/>
                <a:ext cx="356394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2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8E462CF-FB95-4E5F-B9A0-5308D0DC19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9052" y="2877656"/>
                <a:ext cx="3563946" cy="430887"/>
              </a:xfrm>
              <a:prstGeom prst="rect">
                <a:avLst/>
              </a:prstGeom>
              <a:blipFill>
                <a:blip r:embed="rId18"/>
                <a:stretch>
                  <a:fillRect l="-1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3181903-6C38-4028-AF66-E22C4B5BAA40}"/>
                  </a:ext>
                </a:extLst>
              </p:cNvPr>
              <p:cNvSpPr txBox="1"/>
              <p:nvPr/>
            </p:nvSpPr>
            <p:spPr>
              <a:xfrm>
                <a:off x="11654973" y="2877656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C3181903-6C38-4028-AF66-E22C4B5BAA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2877656"/>
                <a:ext cx="658132" cy="430887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729180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3" grpId="0"/>
      <p:bldP spid="14" grpId="0"/>
      <p:bldP spid="16" grpId="0"/>
      <p:bldP spid="17" grpId="0"/>
      <p:bldP spid="18" grpId="0"/>
      <p:bldP spid="20" grpId="0"/>
      <p:bldP spid="22" grpId="0"/>
      <p:bldP spid="23" grpId="0"/>
      <p:bldP spid="24" grpId="0"/>
      <p:bldP spid="27" grpId="0"/>
      <p:bldP spid="28" grpId="0"/>
      <p:bldP spid="30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2" name="!!CDF">
            <a:extLst>
              <a:ext uri="{FF2B5EF4-FFF2-40B4-BE49-F238E27FC236}">
                <a16:creationId xmlns:a16="http://schemas.microsoft.com/office/drawing/2014/main" id="{C503FD85-670B-4406-9B07-384DD16678B5}"/>
              </a:ext>
            </a:extLst>
          </p:cNvPr>
          <p:cNvSpPr txBox="1"/>
          <p:nvPr/>
        </p:nvSpPr>
        <p:spPr>
          <a:xfrm>
            <a:off x="130233" y="783535"/>
            <a:ext cx="41055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A33D721-0AE3-477A-8DF3-8C5E31C34D90}"/>
              </a:ext>
            </a:extLst>
          </p:cNvPr>
          <p:cNvSpPr txBox="1"/>
          <p:nvPr/>
        </p:nvSpPr>
        <p:spPr>
          <a:xfrm>
            <a:off x="130233" y="1574163"/>
            <a:ext cx="129802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Case 2: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D0631C7-7728-45F6-A480-AF4CFFD00698}"/>
                  </a:ext>
                </a:extLst>
              </p:cNvPr>
              <p:cNvSpPr txBox="1"/>
              <p:nvPr/>
            </p:nvSpPr>
            <p:spPr>
              <a:xfrm>
                <a:off x="1316336" y="1570910"/>
                <a:ext cx="14431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x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≥</m:t>
                      </m:r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100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D0631C7-7728-45F6-A480-AF4CFFD006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6336" y="1570910"/>
                <a:ext cx="1443159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801EFDC-CE7D-4D02-A78B-EADFB50FC9A5}"/>
                  </a:ext>
                </a:extLst>
              </p:cNvPr>
              <p:cNvSpPr txBox="1"/>
              <p:nvPr/>
            </p:nvSpPr>
            <p:spPr>
              <a:xfrm>
                <a:off x="3133163" y="1379089"/>
                <a:ext cx="319496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PDF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is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t</m:t>
                              </m:r>
                            </m:e>
                            <m:sup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801EFDC-CE7D-4D02-A78B-EADFB50FC9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3163" y="1379089"/>
                <a:ext cx="3194963" cy="89915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/>
              <p:nvPr/>
            </p:nvSpPr>
            <p:spPr>
              <a:xfrm>
                <a:off x="64594" y="2803177"/>
                <a:ext cx="739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594" y="2803177"/>
                <a:ext cx="7395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0A6DADB-1FEB-4B7D-BF3A-2F4190A1F17A}"/>
                  </a:ext>
                </a:extLst>
              </p:cNvPr>
              <p:cNvSpPr txBox="1"/>
              <p:nvPr/>
            </p:nvSpPr>
            <p:spPr>
              <a:xfrm>
                <a:off x="819335" y="2391107"/>
                <a:ext cx="2190549" cy="13516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∞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f</m:t>
                          </m:r>
                          <m:d>
                            <m:d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t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0A6DADB-1FEB-4B7D-BF3A-2F4190A1F1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9335" y="2391107"/>
                <a:ext cx="2190549" cy="135165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3B18237-5854-409E-9971-7CB7C44FF16F}"/>
                  </a:ext>
                </a:extLst>
              </p:cNvPr>
              <p:cNvSpPr txBox="1"/>
              <p:nvPr/>
            </p:nvSpPr>
            <p:spPr>
              <a:xfrm>
                <a:off x="799666" y="3787797"/>
                <a:ext cx="1763212" cy="13872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m:rPr>
                              <m:brk m:alnAt="24"/>
                            </m:rP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IN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∞</m:t>
                          </m:r>
                        </m:sub>
                        <m:sup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100</m:t>
                          </m:r>
                        </m:sup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</m:t>
                          </m:r>
                        </m:e>
                      </m:nary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3B18237-5854-409E-9971-7CB7C44FF1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66" y="3787797"/>
                <a:ext cx="1763212" cy="138723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6F37805-E837-4251-A20E-06B8E29851C0}"/>
                  </a:ext>
                </a:extLst>
              </p:cNvPr>
              <p:cNvSpPr txBox="1"/>
              <p:nvPr/>
            </p:nvSpPr>
            <p:spPr>
              <a:xfrm>
                <a:off x="2508062" y="3787797"/>
                <a:ext cx="2542047" cy="13872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nary>
                        <m:naryPr>
                          <m:limLoc m:val="undOvr"/>
                          <m:ctrlPr>
                            <a:rPr kumimoji="0" lang="en-IN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naryPr>
                        <m:sub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100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sup>
                        <m:e>
                          <m:f>
                            <m:f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100 </m:t>
                              </m:r>
                            </m:num>
                            <m:den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t</m:t>
                                  </m:r>
                                </m:e>
                                <m:sup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</m:e>
                      </m:nary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dt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6F37805-E837-4251-A20E-06B8E29851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8062" y="3787797"/>
                <a:ext cx="2542047" cy="138723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4C0F718-B745-4C30-BAD0-A2AA8B255217}"/>
                  </a:ext>
                </a:extLst>
              </p:cNvPr>
              <p:cNvSpPr txBox="1"/>
              <p:nvPr/>
            </p:nvSpPr>
            <p:spPr>
              <a:xfrm>
                <a:off x="819335" y="5293400"/>
                <a:ext cx="2542047" cy="10563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Sup>
                        <m:sSubSup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−</m:t>
                              </m:r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t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sup>
                      </m:sSub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4C0F718-B745-4C30-BAD0-A2AA8B2552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9335" y="5293400"/>
                <a:ext cx="2542047" cy="105631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72D623C-77FF-4B60-A8D4-AF34BFA4009C}"/>
                  </a:ext>
                </a:extLst>
              </p:cNvPr>
              <p:cNvSpPr txBox="1"/>
              <p:nvPr/>
            </p:nvSpPr>
            <p:spPr>
              <a:xfrm>
                <a:off x="8389255" y="768351"/>
                <a:ext cx="3711119" cy="147354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4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4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4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4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4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f>
                                <m:fPr>
                                  <m:ctrlPr>
                                    <a:rPr kumimoji="0" lang="en-GB" sz="24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p>
                                    <m:sSupPr>
                                      <m:ctrlPr>
                                        <a:rPr kumimoji="0" lang="en-GB" sz="24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kumimoji="0" lang="en-GB" sz="24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p>
                                      <m:r>
                                        <a:rPr kumimoji="0" lang="en-GB" sz="2400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kumimoji="0" lang="en-GB" sz="24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  </m:t>
                              </m:r>
                              <m:r>
                                <a:rPr kumimoji="0" lang="en-IN" sz="24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4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 0    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4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72D623C-77FF-4B60-A8D4-AF34BFA400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9255" y="768351"/>
                <a:ext cx="3711119" cy="147354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B9FAF6-66F5-4376-A9C6-248F5E5E854A}"/>
                  </a:ext>
                </a:extLst>
              </p:cNvPr>
              <p:cNvSpPr txBox="1"/>
              <p:nvPr/>
            </p:nvSpPr>
            <p:spPr>
              <a:xfrm>
                <a:off x="4275181" y="783535"/>
                <a:ext cx="15498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B9FAF6-66F5-4376-A9C6-248F5E5E85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5181" y="783535"/>
                <a:ext cx="15498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18ADE61-E088-42EA-B3DF-B8EC7AE168F6}"/>
                  </a:ext>
                </a:extLst>
              </p:cNvPr>
              <p:cNvSpPr txBox="1"/>
              <p:nvPr/>
            </p:nvSpPr>
            <p:spPr>
              <a:xfrm>
                <a:off x="5825038" y="783535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18ADE61-E088-42EA-B3DF-B8EC7AE168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5038" y="783535"/>
                <a:ext cx="2190549" cy="523220"/>
              </a:xfrm>
              <a:prstGeom prst="rect">
                <a:avLst/>
              </a:prstGeom>
              <a:blipFill>
                <a:blip r:embed="rId18"/>
                <a:stretch>
                  <a:fillRect l="-58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5B768CB-C37E-49D0-8AAC-95B154870C1A}"/>
                  </a:ext>
                </a:extLst>
              </p:cNvPr>
              <p:cNvSpPr txBox="1"/>
              <p:nvPr/>
            </p:nvSpPr>
            <p:spPr>
              <a:xfrm>
                <a:off x="10236396" y="2446515"/>
                <a:ext cx="2541361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5B768CB-C37E-49D0-8AAC-95B154870C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6396" y="2446515"/>
                <a:ext cx="2541361" cy="430887"/>
              </a:xfrm>
              <a:prstGeom prst="rect">
                <a:avLst/>
              </a:prstGeom>
              <a:blipFill>
                <a:blip r:embed="rId19"/>
                <a:stretch>
                  <a:fillRect l="-2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!!1">
                <a:extLst>
                  <a:ext uri="{FF2B5EF4-FFF2-40B4-BE49-F238E27FC236}">
                    <a16:creationId xmlns:a16="http://schemas.microsoft.com/office/drawing/2014/main" id="{D049F697-087D-4BB3-860F-46C161B7B073}"/>
                  </a:ext>
                </a:extLst>
              </p:cNvPr>
              <p:cNvSpPr txBox="1"/>
              <p:nvPr/>
            </p:nvSpPr>
            <p:spPr>
              <a:xfrm>
                <a:off x="11654973" y="2446515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!!1">
                <a:extLst>
                  <a:ext uri="{FF2B5EF4-FFF2-40B4-BE49-F238E27FC236}">
                    <a16:creationId xmlns:a16="http://schemas.microsoft.com/office/drawing/2014/main" id="{D049F697-087D-4BB3-860F-46C161B7B0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2446515"/>
                <a:ext cx="658132" cy="430887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3BEF59F-C831-4D17-B57E-A3CFFE0D3E16}"/>
                  </a:ext>
                </a:extLst>
              </p:cNvPr>
              <p:cNvSpPr txBox="1"/>
              <p:nvPr/>
            </p:nvSpPr>
            <p:spPr>
              <a:xfrm>
                <a:off x="8919052" y="2877656"/>
                <a:ext cx="356394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2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3BEF59F-C831-4D17-B57E-A3CFFE0D3E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9052" y="2877656"/>
                <a:ext cx="3563946" cy="430887"/>
              </a:xfrm>
              <a:prstGeom prst="rect">
                <a:avLst/>
              </a:prstGeom>
              <a:blipFill>
                <a:blip r:embed="rId21"/>
                <a:stretch>
                  <a:fillRect l="-1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!!2">
                <a:extLst>
                  <a:ext uri="{FF2B5EF4-FFF2-40B4-BE49-F238E27FC236}">
                    <a16:creationId xmlns:a16="http://schemas.microsoft.com/office/drawing/2014/main" id="{1FE0331A-7BE1-4174-B8E8-F8301DCC4B91}"/>
                  </a:ext>
                </a:extLst>
              </p:cNvPr>
              <p:cNvSpPr txBox="1"/>
              <p:nvPr/>
            </p:nvSpPr>
            <p:spPr>
              <a:xfrm>
                <a:off x="11654973" y="2877656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!!2">
                <a:extLst>
                  <a:ext uri="{FF2B5EF4-FFF2-40B4-BE49-F238E27FC236}">
                    <a16:creationId xmlns:a16="http://schemas.microsoft.com/office/drawing/2014/main" id="{1FE0331A-7BE1-4174-B8E8-F8301DCC4B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2877656"/>
                <a:ext cx="658132" cy="430887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439831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20" grpId="0"/>
      <p:bldP spid="22" grpId="0"/>
      <p:bldP spid="23" grpId="0"/>
      <p:bldP spid="24" grpId="0"/>
      <p:bldP spid="21" grpId="0"/>
      <p:bldP spid="25" grpId="0"/>
      <p:bldP spid="26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2" name="!!CDF">
            <a:extLst>
              <a:ext uri="{FF2B5EF4-FFF2-40B4-BE49-F238E27FC236}">
                <a16:creationId xmlns:a16="http://schemas.microsoft.com/office/drawing/2014/main" id="{C503FD85-670B-4406-9B07-384DD16678B5}"/>
              </a:ext>
            </a:extLst>
          </p:cNvPr>
          <p:cNvSpPr txBox="1"/>
          <p:nvPr/>
        </p:nvSpPr>
        <p:spPr>
          <a:xfrm>
            <a:off x="130233" y="783535"/>
            <a:ext cx="41055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/>
              <p:nvPr/>
            </p:nvSpPr>
            <p:spPr>
              <a:xfrm>
                <a:off x="64594" y="2801045"/>
                <a:ext cx="7395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FA79DF1-0FCD-48FC-83B6-2A043AF290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594" y="2801045"/>
                <a:ext cx="739503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4C0F718-B745-4C30-BAD0-A2AA8B255217}"/>
                  </a:ext>
                </a:extLst>
              </p:cNvPr>
              <p:cNvSpPr txBox="1"/>
              <p:nvPr/>
            </p:nvSpPr>
            <p:spPr>
              <a:xfrm>
                <a:off x="801194" y="2590341"/>
                <a:ext cx="2542047" cy="10563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Sup>
                        <m:sSubSup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−</m:t>
                              </m:r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IN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t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</m:t>
                          </m:r>
                        </m:sub>
                        <m:sup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sup>
                      </m:sSubSup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4C0F718-B745-4C30-BAD0-A2AA8B2552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194" y="2590341"/>
                <a:ext cx="2542047" cy="10563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AD25D78-D273-4E8E-9BFA-1BF22C89EFE3}"/>
                  </a:ext>
                </a:extLst>
              </p:cNvPr>
              <p:cNvSpPr txBox="1"/>
              <p:nvPr/>
            </p:nvSpPr>
            <p:spPr>
              <a:xfrm>
                <a:off x="801194" y="3914510"/>
                <a:ext cx="3038512" cy="9133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−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+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AD25D78-D273-4E8E-9BFA-1BF22C89EF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194" y="3914510"/>
                <a:ext cx="3038512" cy="91332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026F4418-4BC7-48A8-B148-1196CCF509BB}"/>
                  </a:ext>
                </a:extLst>
              </p:cNvPr>
              <p:cNvSpPr txBox="1"/>
              <p:nvPr/>
            </p:nvSpPr>
            <p:spPr>
              <a:xfrm>
                <a:off x="801193" y="5095691"/>
                <a:ext cx="222570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026F4418-4BC7-48A8-B148-1196CCF509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193" y="5095691"/>
                <a:ext cx="2225705" cy="89915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290A991-2764-4367-B330-051F1BDCEA8B}"/>
                  </a:ext>
                </a:extLst>
              </p:cNvPr>
              <p:cNvSpPr txBox="1"/>
              <p:nvPr/>
            </p:nvSpPr>
            <p:spPr>
              <a:xfrm>
                <a:off x="5539147" y="2781799"/>
                <a:ext cx="5568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290A991-2764-4367-B330-051F1BDCEA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9147" y="2781799"/>
                <a:ext cx="55685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5446394-1E46-4C44-8D54-56CD53F41F9F}"/>
                  </a:ext>
                </a:extLst>
              </p:cNvPr>
              <p:cNvSpPr txBox="1"/>
              <p:nvPr/>
            </p:nvSpPr>
            <p:spPr>
              <a:xfrm>
                <a:off x="6096000" y="2593830"/>
                <a:ext cx="296520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5446394-1E46-4C44-8D54-56CD53F41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2593830"/>
                <a:ext cx="2965205" cy="89915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CB99D1CB-E46C-4E8C-89C4-8860FDD2CB66}"/>
                  </a:ext>
                </a:extLst>
              </p:cNvPr>
              <p:cNvSpPr txBox="1"/>
              <p:nvPr/>
            </p:nvSpPr>
            <p:spPr>
              <a:xfrm>
                <a:off x="8850613" y="2793889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≥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10</m:t>
                    </m:r>
                    <m:r>
                      <a:rPr kumimoji="0" lang="en-GB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0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CB99D1CB-E46C-4E8C-89C4-8860FDD2CB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50613" y="2793889"/>
                <a:ext cx="2190549" cy="523220"/>
              </a:xfrm>
              <a:prstGeom prst="rect">
                <a:avLst/>
              </a:prstGeom>
              <a:blipFill>
                <a:blip r:embed="rId8"/>
                <a:stretch>
                  <a:fillRect l="-585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B9FAF6-66F5-4376-A9C6-248F5E5E854A}"/>
                  </a:ext>
                </a:extLst>
              </p:cNvPr>
              <p:cNvSpPr txBox="1"/>
              <p:nvPr/>
            </p:nvSpPr>
            <p:spPr>
              <a:xfrm>
                <a:off x="4275181" y="783535"/>
                <a:ext cx="15498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9B9FAF6-66F5-4376-A9C6-248F5E5E85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5181" y="783535"/>
                <a:ext cx="154985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18ADE61-E088-42EA-B3DF-B8EC7AE168F6}"/>
                  </a:ext>
                </a:extLst>
              </p:cNvPr>
              <p:cNvSpPr txBox="1"/>
              <p:nvPr/>
            </p:nvSpPr>
            <p:spPr>
              <a:xfrm>
                <a:off x="5825038" y="783535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18ADE61-E088-42EA-B3DF-B8EC7AE168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5038" y="783535"/>
                <a:ext cx="2190549" cy="523220"/>
              </a:xfrm>
              <a:prstGeom prst="rect">
                <a:avLst/>
              </a:prstGeom>
              <a:blipFill>
                <a:blip r:embed="rId10"/>
                <a:stretch>
                  <a:fillRect l="-58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5B768CB-C37E-49D0-8AAC-95B154870C1A}"/>
                  </a:ext>
                </a:extLst>
              </p:cNvPr>
              <p:cNvSpPr txBox="1"/>
              <p:nvPr/>
            </p:nvSpPr>
            <p:spPr>
              <a:xfrm>
                <a:off x="10236396" y="743122"/>
                <a:ext cx="2541361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95B768CB-C37E-49D0-8AAC-95B154870C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6396" y="743122"/>
                <a:ext cx="2541361" cy="430887"/>
              </a:xfrm>
              <a:prstGeom prst="rect">
                <a:avLst/>
              </a:prstGeom>
              <a:blipFill>
                <a:blip r:embed="rId11"/>
                <a:stretch>
                  <a:fillRect l="-2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!!1">
                <a:extLst>
                  <a:ext uri="{FF2B5EF4-FFF2-40B4-BE49-F238E27FC236}">
                    <a16:creationId xmlns:a16="http://schemas.microsoft.com/office/drawing/2014/main" id="{D049F697-087D-4BB3-860F-46C161B7B073}"/>
                  </a:ext>
                </a:extLst>
              </p:cNvPr>
              <p:cNvSpPr txBox="1"/>
              <p:nvPr/>
            </p:nvSpPr>
            <p:spPr>
              <a:xfrm>
                <a:off x="11654973" y="743122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!!1">
                <a:extLst>
                  <a:ext uri="{FF2B5EF4-FFF2-40B4-BE49-F238E27FC236}">
                    <a16:creationId xmlns:a16="http://schemas.microsoft.com/office/drawing/2014/main" id="{D049F697-087D-4BB3-860F-46C161B7B0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743122"/>
                <a:ext cx="658132" cy="43088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3BEF59F-C831-4D17-B57E-A3CFFE0D3E16}"/>
                  </a:ext>
                </a:extLst>
              </p:cNvPr>
              <p:cNvSpPr txBox="1"/>
              <p:nvPr/>
            </p:nvSpPr>
            <p:spPr>
              <a:xfrm>
                <a:off x="8919052" y="1174263"/>
                <a:ext cx="356394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2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3BEF59F-C831-4D17-B57E-A3CFFE0D3E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9052" y="1174263"/>
                <a:ext cx="3563946" cy="430887"/>
              </a:xfrm>
              <a:prstGeom prst="rect">
                <a:avLst/>
              </a:prstGeom>
              <a:blipFill>
                <a:blip r:embed="rId13"/>
                <a:stretch>
                  <a:fillRect l="-1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!!2">
                <a:extLst>
                  <a:ext uri="{FF2B5EF4-FFF2-40B4-BE49-F238E27FC236}">
                    <a16:creationId xmlns:a16="http://schemas.microsoft.com/office/drawing/2014/main" id="{1FE0331A-7BE1-4174-B8E8-F8301DCC4B91}"/>
                  </a:ext>
                </a:extLst>
              </p:cNvPr>
              <p:cNvSpPr txBox="1"/>
              <p:nvPr/>
            </p:nvSpPr>
            <p:spPr>
              <a:xfrm>
                <a:off x="11654973" y="1174263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7" name="!!2">
                <a:extLst>
                  <a:ext uri="{FF2B5EF4-FFF2-40B4-BE49-F238E27FC236}">
                    <a16:creationId xmlns:a16="http://schemas.microsoft.com/office/drawing/2014/main" id="{1FE0331A-7BE1-4174-B8E8-F8301DCC4B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1174263"/>
                <a:ext cx="658132" cy="43088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TextBox 26">
            <a:extLst>
              <a:ext uri="{FF2B5EF4-FFF2-40B4-BE49-F238E27FC236}">
                <a16:creationId xmlns:a16="http://schemas.microsoft.com/office/drawing/2014/main" id="{C2D6CA46-1CE2-474A-85A7-FD1B42E24637}"/>
              </a:ext>
            </a:extLst>
          </p:cNvPr>
          <p:cNvSpPr txBox="1"/>
          <p:nvPr/>
        </p:nvSpPr>
        <p:spPr>
          <a:xfrm>
            <a:off x="130233" y="1574163"/>
            <a:ext cx="129802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Case 2:</a:t>
            </a:r>
            <a:endParaRPr kumimoji="0" lang="en-IN" sz="2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39847F7-2483-4371-9EEA-8A278D7C79CA}"/>
                  </a:ext>
                </a:extLst>
              </p:cNvPr>
              <p:cNvSpPr txBox="1"/>
              <p:nvPr/>
            </p:nvSpPr>
            <p:spPr>
              <a:xfrm>
                <a:off x="1316336" y="1570910"/>
                <a:ext cx="14431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x</m:t>
                      </m:r>
                      <m: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≥</m:t>
                      </m:r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100</m:t>
                      </m:r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39847F7-2483-4371-9EEA-8A278D7C79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6336" y="1570910"/>
                <a:ext cx="144315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6FA1D1F-7875-11E2-DC8F-6C7E27432068}"/>
                  </a:ext>
                </a:extLst>
              </p:cNvPr>
              <p:cNvSpPr txBox="1"/>
              <p:nvPr/>
            </p:nvSpPr>
            <p:spPr>
              <a:xfrm>
                <a:off x="3133163" y="1379089"/>
                <a:ext cx="319496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PDF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nor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Roboto Condensed"/>
                          <a:ea typeface="+mn-ea"/>
                          <a:cs typeface="+mn-cs"/>
                        </a:rPr>
                        <m:t>is</m:t>
                      </m:r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t</m:t>
                              </m:r>
                            </m:e>
                            <m:sup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6FA1D1F-7875-11E2-DC8F-6C7E274320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3163" y="1379089"/>
                <a:ext cx="3194963" cy="899157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5599793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5" grpId="0"/>
      <p:bldP spid="36" grpId="0"/>
      <p:bldP spid="38" grpId="0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503FD85-670B-4406-9B07-384DD16678B5}"/>
              </a:ext>
            </a:extLst>
          </p:cNvPr>
          <p:cNvSpPr txBox="1"/>
          <p:nvPr/>
        </p:nvSpPr>
        <p:spPr>
          <a:xfrm>
            <a:off x="130233" y="937269"/>
            <a:ext cx="41055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Distribution Function (CDF):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037A42-5612-4E36-885F-6F99299C96D9}"/>
                  </a:ext>
                </a:extLst>
              </p:cNvPr>
              <p:cNvSpPr txBox="1"/>
              <p:nvPr/>
            </p:nvSpPr>
            <p:spPr>
              <a:xfrm>
                <a:off x="553736" y="3691164"/>
                <a:ext cx="5149442" cy="17038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1−</m:t>
                              </m:r>
                              <m:f>
                                <m:fPr>
                                  <m:ctrlPr>
                                    <a:rPr kumimoji="0" lang="en-GB" sz="2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kumimoji="0" lang="en-GB" sz="28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</m:t>
                              </m:r>
                              <m:r>
                                <a:rPr kumimoji="0" lang="en-IN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     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037A42-5612-4E36-885F-6F99299C9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736" y="3691164"/>
                <a:ext cx="5149442" cy="17038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EE33F60-4A4F-4281-A2A5-98A913FD9737}"/>
                  </a:ext>
                </a:extLst>
              </p:cNvPr>
              <p:cNvSpPr txBox="1"/>
              <p:nvPr/>
            </p:nvSpPr>
            <p:spPr>
              <a:xfrm>
                <a:off x="54033" y="4281454"/>
                <a:ext cx="5568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⇒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EE33F60-4A4F-4281-A2A5-98A913FD97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33" y="4281454"/>
                <a:ext cx="55685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91BCDB9-AA28-44BA-A685-1211FFE51243}"/>
                  </a:ext>
                </a:extLst>
              </p:cNvPr>
              <p:cNvSpPr txBox="1"/>
              <p:nvPr/>
            </p:nvSpPr>
            <p:spPr>
              <a:xfrm>
                <a:off x="237537" y="2492297"/>
                <a:ext cx="2965205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IN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kumimoji="0" lang="en-IN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100 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91BCDB9-AA28-44BA-A685-1211FFE512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37" y="2492297"/>
                <a:ext cx="2965205" cy="89915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19E7909-5766-4ED0-8C9F-D1452DBA5B90}"/>
                  </a:ext>
                </a:extLst>
              </p:cNvPr>
              <p:cNvSpPr txBox="1"/>
              <p:nvPr/>
            </p:nvSpPr>
            <p:spPr>
              <a:xfrm>
                <a:off x="2992150" y="2692356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IN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≥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10</m:t>
                    </m:r>
                    <m:r>
                      <a:rPr kumimoji="0" lang="en-GB" sz="28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0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19E7909-5766-4ED0-8C9F-D1452DBA5B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2150" y="2692356"/>
                <a:ext cx="2190549" cy="523220"/>
              </a:xfrm>
              <a:prstGeom prst="rect">
                <a:avLst/>
              </a:prstGeom>
              <a:blipFill>
                <a:blip r:embed="rId5"/>
                <a:stretch>
                  <a:fillRect l="-5850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A75CEDD-25F1-4E1F-A3DD-55CA2E66601B}"/>
                  </a:ext>
                </a:extLst>
              </p:cNvPr>
              <p:cNvSpPr txBox="1"/>
              <p:nvPr/>
            </p:nvSpPr>
            <p:spPr>
              <a:xfrm>
                <a:off x="237537" y="1714783"/>
                <a:ext cx="15498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IN" sz="28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</m:e>
                      </m:d>
                      <m:r>
                        <a:rPr kumimoji="0" lang="en-GB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=0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A75CEDD-25F1-4E1F-A3DD-55CA2E6660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537" y="1714783"/>
                <a:ext cx="154985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E5C177E-BC96-4249-8101-EA8E0EC8CC40}"/>
                  </a:ext>
                </a:extLst>
              </p:cNvPr>
              <p:cNvSpPr txBox="1"/>
              <p:nvPr/>
            </p:nvSpPr>
            <p:spPr>
              <a:xfrm>
                <a:off x="1787394" y="1714783"/>
                <a:ext cx="219054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I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f</a:t>
                </a:r>
                <a:r>
                  <a:rPr kumimoji="0" lang="en-GB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Roboto Condensed"/>
                    <a:ea typeface="+mn-ea"/>
                    <a:cs typeface="+mn-cs"/>
                  </a:rPr>
                  <a:t>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x</m:t>
                    </m:r>
                    <m:r>
                      <a:rPr kumimoji="0" lang="en-GB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&lt;100 </m:t>
                    </m:r>
                  </m:oMath>
                </a14:m>
                <a:endParaRPr kumimoji="0" lang="en-I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E5C177E-BC96-4249-8101-EA8E0EC8CC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7394" y="1714783"/>
                <a:ext cx="2190549" cy="523220"/>
              </a:xfrm>
              <a:prstGeom prst="rect">
                <a:avLst/>
              </a:prstGeom>
              <a:blipFill>
                <a:blip r:embed="rId7"/>
                <a:stretch>
                  <a:fillRect l="-5556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866B64CB-F648-480D-ABF8-609CA15094B0}"/>
              </a:ext>
            </a:extLst>
          </p:cNvPr>
          <p:cNvCxnSpPr>
            <a:cxnSpLocks/>
          </p:cNvCxnSpPr>
          <p:nvPr/>
        </p:nvCxnSpPr>
        <p:spPr>
          <a:xfrm>
            <a:off x="5703178" y="937269"/>
            <a:ext cx="0" cy="557329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7EB6DDF4-2D47-428A-A067-D8A710C621B9}"/>
                  </a:ext>
                </a:extLst>
              </p:cNvPr>
              <p:cNvSpPr txBox="1"/>
              <p:nvPr/>
            </p:nvSpPr>
            <p:spPr>
              <a:xfrm>
                <a:off x="7861301" y="937269"/>
                <a:ext cx="29588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≤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7EB6DDF4-2D47-428A-A067-D8A710C621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937269"/>
                <a:ext cx="295889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C548DD07-1B73-4180-914B-C1AA2B5F7E59}"/>
                  </a:ext>
                </a:extLst>
              </p:cNvPr>
              <p:cNvSpPr txBox="1"/>
              <p:nvPr/>
            </p:nvSpPr>
            <p:spPr>
              <a:xfrm>
                <a:off x="5985325" y="937269"/>
                <a:ext cx="1961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C548DD07-1B73-4180-914B-C1AA2B5F7E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5325" y="937269"/>
                <a:ext cx="19614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93C3A6E-0497-4177-8351-3BAAC3AB92EE}"/>
                  </a:ext>
                </a:extLst>
              </p:cNvPr>
              <p:cNvSpPr txBox="1"/>
              <p:nvPr/>
            </p:nvSpPr>
            <p:spPr>
              <a:xfrm>
                <a:off x="7861301" y="1532818"/>
                <a:ext cx="29588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93C3A6E-0497-4177-8351-3BAAC3AB92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1532818"/>
                <a:ext cx="2958894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9F9AC18-CEAC-4A16-8E05-17D08570F53F}"/>
                  </a:ext>
                </a:extLst>
              </p:cNvPr>
              <p:cNvSpPr txBox="1"/>
              <p:nvPr/>
            </p:nvSpPr>
            <p:spPr>
              <a:xfrm>
                <a:off x="7861301" y="2128367"/>
                <a:ext cx="295889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1−</m:t>
                          </m:r>
                          <m:f>
                            <m:f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100 </m:t>
                              </m:r>
                            </m:num>
                            <m:den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150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9F9AC18-CEAC-4A16-8E05-17D08570F5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2128367"/>
                <a:ext cx="2958894" cy="106048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56A3AEE-F04D-481B-B128-8675E2C50E4B}"/>
                  </a:ext>
                </a:extLst>
              </p:cNvPr>
              <p:cNvSpPr txBox="1"/>
              <p:nvPr/>
            </p:nvSpPr>
            <p:spPr>
              <a:xfrm>
                <a:off x="7861301" y="3290833"/>
                <a:ext cx="295889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=1−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1−</m:t>
                          </m:r>
                          <m:f>
                            <m:fPr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2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kumimoji="0" lang="en-IN" sz="28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  <m:r>
                                <a:rPr kumimoji="0" lang="en-GB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56A3AEE-F04D-481B-B128-8675E2C50E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3290833"/>
                <a:ext cx="2958894" cy="106048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8B4D36-9DB0-4E8E-AA6E-C7AE6B3833DB}"/>
                  </a:ext>
                </a:extLst>
              </p:cNvPr>
              <p:cNvSpPr txBox="1"/>
              <p:nvPr/>
            </p:nvSpPr>
            <p:spPr>
              <a:xfrm>
                <a:off x="7861301" y="4416623"/>
                <a:ext cx="93217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8B4D36-9DB0-4E8E-AA6E-C7AE6B3833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301" y="4416623"/>
                <a:ext cx="932179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/>
              <p:nvPr/>
            </p:nvSpPr>
            <p:spPr>
              <a:xfrm>
                <a:off x="8919052" y="5497218"/>
                <a:ext cx="356394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2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2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9052" y="5497218"/>
                <a:ext cx="3563946" cy="430887"/>
              </a:xfrm>
              <a:prstGeom prst="rect">
                <a:avLst/>
              </a:prstGeom>
              <a:blipFill>
                <a:blip r:embed="rId14"/>
                <a:stretch>
                  <a:fillRect l="-1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9792954B-6693-4B14-BBE4-898E682247E3}"/>
                  </a:ext>
                </a:extLst>
              </p:cNvPr>
              <p:cNvSpPr txBox="1"/>
              <p:nvPr/>
            </p:nvSpPr>
            <p:spPr>
              <a:xfrm>
                <a:off x="11654973" y="5497218"/>
                <a:ext cx="658132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r>
                        <a:rPr kumimoji="0" lang="en-IN" sz="2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?</m:t>
                      </m:r>
                    </m:oMath>
                  </m:oMathPara>
                </a14:m>
                <a:endParaRPr kumimoji="0" lang="en-IN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9792954B-6693-4B14-BBE4-898E682247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54973" y="5497218"/>
                <a:ext cx="658132" cy="43088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205450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39" grpId="0"/>
      <p:bldP spid="52" grpId="0"/>
      <p:bldP spid="57" grpId="0"/>
      <p:bldP spid="59" grpId="0"/>
      <p:bldP spid="60" grpId="0"/>
      <p:bldP spid="61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037A42-5612-4E36-885F-6F99299C96D9}"/>
                  </a:ext>
                </a:extLst>
              </p:cNvPr>
              <p:cNvSpPr txBox="1"/>
              <p:nvPr/>
            </p:nvSpPr>
            <p:spPr>
              <a:xfrm>
                <a:off x="8178802" y="711201"/>
                <a:ext cx="4127498" cy="14160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</a:tabLst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IN" sz="23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d>
                        <m:dPr>
                          <m:ctrlPr>
                            <a:rPr kumimoji="0" lang="en-GB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d>
                      <m:r>
                        <a:rPr kumimoji="0" lang="en-GB" sz="23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kumimoji="0" lang="en-GB" sz="23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kumimoji="0" lang="en-GB" sz="23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eqArr>
                            <m:eqArrPr>
                              <m:ctrlPr>
                                <a:rPr kumimoji="0" lang="en-GB" sz="23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eqArrPr>
                            <m:e>
                              <m:r>
                                <a:rPr kumimoji="0" lang="en-IN" sz="23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1−</m:t>
                              </m:r>
                              <m:f>
                                <m:fPr>
                                  <m:ctrlPr>
                                    <a:rPr kumimoji="0" lang="en-GB" sz="23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fPr>
                                <m:num>
                                  <m:r>
                                    <a:rPr kumimoji="0" lang="en-GB" sz="23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100 </m:t>
                                  </m:r>
                                </m:num>
                                <m:den>
                                  <m:r>
                                    <a:rPr kumimoji="0" lang="en-GB" sz="23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kumimoji="0" lang="en-GB" sz="23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kumimoji="0" lang="en-GB" sz="2300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206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den>
                              </m:f>
                              <m: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  <m: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≥100</m:t>
                              </m:r>
                            </m:e>
                            <m:e>
                              <m:r>
                                <a:rPr kumimoji="0" lang="en-IN" sz="23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kumimoji="0" lang="en-IN" sz="23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r>
                                <a:rPr kumimoji="0" lang="en-IN" sz="2300" b="0" i="0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  </m:t>
                              </m:r>
                              <m: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0 </m:t>
                              </m:r>
                              <m:r>
                                <a:rPr kumimoji="0" lang="en-IN" sz="23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     </m:t>
                              </m:r>
                              <m: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;   </m:t>
                              </m:r>
                              <m:r>
                                <m:rPr>
                                  <m:sty m:val="p"/>
                                </m:rPr>
                                <a:rPr kumimoji="0" lang="en-GB" sz="23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elsewhere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kumimoji="0" lang="en-IN" sz="23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037A42-5612-4E36-885F-6F99299C9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78802" y="711201"/>
                <a:ext cx="4127498" cy="141602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/>
              <p:nvPr/>
            </p:nvSpPr>
            <p:spPr>
              <a:xfrm>
                <a:off x="98071" y="1127106"/>
                <a:ext cx="3563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1" y="1127106"/>
                <a:ext cx="3563946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!!=1">
                <a:extLst>
                  <a:ext uri="{FF2B5EF4-FFF2-40B4-BE49-F238E27FC236}">
                    <a16:creationId xmlns:a16="http://schemas.microsoft.com/office/drawing/2014/main" id="{755FB104-BAC6-43CD-9021-0305F262A5F7}"/>
                  </a:ext>
                </a:extLst>
              </p:cNvPr>
              <p:cNvSpPr txBox="1"/>
              <p:nvPr/>
            </p:nvSpPr>
            <p:spPr>
              <a:xfrm>
                <a:off x="3662017" y="1127106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!!=1">
                <a:extLst>
                  <a:ext uri="{FF2B5EF4-FFF2-40B4-BE49-F238E27FC236}">
                    <a16:creationId xmlns:a16="http://schemas.microsoft.com/office/drawing/2014/main" id="{755FB104-BAC6-43CD-9021-0305F262A5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1127106"/>
                <a:ext cx="4654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5C4720C-D98F-4BC9-9C8A-CFDE43401A8B}"/>
                  </a:ext>
                </a:extLst>
              </p:cNvPr>
              <p:cNvSpPr txBox="1"/>
              <p:nvPr/>
            </p:nvSpPr>
            <p:spPr>
              <a:xfrm>
                <a:off x="4050691" y="865496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  <m: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5C4720C-D98F-4BC9-9C8A-CFDE43401A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0691" y="865496"/>
                <a:ext cx="375655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A84B164-5A04-429E-A451-32ACAB7AD537}"/>
              </a:ext>
            </a:extLst>
          </p:cNvPr>
          <p:cNvCxnSpPr>
            <a:cxnSpLocks/>
          </p:cNvCxnSpPr>
          <p:nvPr/>
        </p:nvCxnSpPr>
        <p:spPr>
          <a:xfrm>
            <a:off x="4079875" y="1397500"/>
            <a:ext cx="3602934" cy="0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542CF25-EAAA-4F2E-AFF0-41846AD3B0C2}"/>
                  </a:ext>
                </a:extLst>
              </p:cNvPr>
              <p:cNvSpPr txBox="1"/>
              <p:nvPr/>
            </p:nvSpPr>
            <p:spPr>
              <a:xfrm>
                <a:off x="4868729" y="1426643"/>
                <a:ext cx="21204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542CF25-EAAA-4F2E-AFF0-41846AD3B0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68729" y="1426643"/>
                <a:ext cx="212047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38BEAE3-8011-451E-B36F-9BFEDB6AC482}"/>
                  </a:ext>
                </a:extLst>
              </p:cNvPr>
              <p:cNvSpPr txBox="1"/>
              <p:nvPr/>
            </p:nvSpPr>
            <p:spPr>
              <a:xfrm>
                <a:off x="9383845" y="2634335"/>
                <a:ext cx="1961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38BEAE3-8011-451E-B36F-9BFEDB6AC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3845" y="2634335"/>
                <a:ext cx="19614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A110628-F84F-41A7-8DEA-FCF782B24AF8}"/>
                  </a:ext>
                </a:extLst>
              </p:cNvPr>
              <p:cNvSpPr txBox="1"/>
              <p:nvPr/>
            </p:nvSpPr>
            <p:spPr>
              <a:xfrm>
                <a:off x="11259821" y="2445053"/>
                <a:ext cx="93217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A110628-F84F-41A7-8DEA-FCF782B24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59821" y="2445053"/>
                <a:ext cx="932179" cy="90178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EF65B0-8DF9-4BAA-80DF-71CB7006CF5B}"/>
                  </a:ext>
                </a:extLst>
              </p:cNvPr>
              <p:cNvSpPr txBox="1"/>
              <p:nvPr/>
            </p:nvSpPr>
            <p:spPr>
              <a:xfrm>
                <a:off x="98071" y="2445053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  <m: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EF65B0-8DF9-4BAA-80DF-71CB7006CF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1" y="2445053"/>
                <a:ext cx="375655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5AF303E-FBD5-4960-AADD-5C6BF081A7E1}"/>
                  </a:ext>
                </a:extLst>
              </p:cNvPr>
              <p:cNvSpPr txBox="1"/>
              <p:nvPr/>
            </p:nvSpPr>
            <p:spPr>
              <a:xfrm>
                <a:off x="3662017" y="2445053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5AF303E-FBD5-4960-AADD-5C6BF081A7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2445053"/>
                <a:ext cx="4654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376EC6B-6837-4A57-ABE3-D77AF0637357}"/>
                  </a:ext>
                </a:extLst>
              </p:cNvPr>
              <p:cNvSpPr txBox="1"/>
              <p:nvPr/>
            </p:nvSpPr>
            <p:spPr>
              <a:xfrm>
                <a:off x="4079875" y="2445053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150&lt;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376EC6B-6837-4A57-ABE3-D77AF06373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9875" y="2445053"/>
                <a:ext cx="375655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A06E6A8-5C05-45E7-861A-088A0D772BDD}"/>
                  </a:ext>
                </a:extLst>
              </p:cNvPr>
              <p:cNvSpPr txBox="1"/>
              <p:nvPr/>
            </p:nvSpPr>
            <p:spPr>
              <a:xfrm>
                <a:off x="3662017" y="3006200"/>
                <a:ext cx="41744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200</m:t>
                          </m:r>
                        </m:e>
                      </m:d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m:rPr>
                          <m:sty m:val="p"/>
                        </m:rPr>
                        <a:rPr kumimoji="0" lang="en-IN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F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A06E6A8-5C05-45E7-861A-088A0D772B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3006200"/>
                <a:ext cx="417441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50BA639-2817-4802-BF92-DAC95ACEA7AB}"/>
                  </a:ext>
                </a:extLst>
              </p:cNvPr>
              <p:cNvSpPr txBox="1"/>
              <p:nvPr/>
            </p:nvSpPr>
            <p:spPr>
              <a:xfrm>
                <a:off x="3662017" y="3524059"/>
                <a:ext cx="255460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f>
                            <m:f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100</m:t>
                              </m:r>
                            </m:num>
                            <m:den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200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50BA639-2817-4802-BF92-DAC95ACEA7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3524059"/>
                <a:ext cx="2554603" cy="106048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F5229B7-8B9D-4ED2-AD95-20291D0FE255}"/>
                  </a:ext>
                </a:extLst>
              </p:cNvPr>
              <p:cNvSpPr txBox="1"/>
              <p:nvPr/>
            </p:nvSpPr>
            <p:spPr>
              <a:xfrm>
                <a:off x="5891857" y="3524059"/>
                <a:ext cx="2463868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d>
                        <m:d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f>
                            <m:fPr>
                              <m:ctrlP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100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r>
                                <a:rPr kumimoji="0" lang="en-IN" sz="2800" b="0" i="1" u="none" strike="noStrike" kern="1200" cap="none" spc="0" normalizeH="0" baseline="0" noProof="0" dirty="0" smtClean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150 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F5229B7-8B9D-4ED2-AD95-20291D0FE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1857" y="3524059"/>
                <a:ext cx="2463868" cy="106048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88036D2-09B2-4D09-B2D3-17AE06955FF8}"/>
                  </a:ext>
                </a:extLst>
              </p:cNvPr>
              <p:cNvSpPr txBox="1"/>
              <p:nvPr/>
            </p:nvSpPr>
            <p:spPr>
              <a:xfrm>
                <a:off x="3661372" y="4666595"/>
                <a:ext cx="1044921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88036D2-09B2-4D09-B2D3-17AE06955F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372" y="4666595"/>
                <a:ext cx="1044921" cy="89915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7714ED7-FC08-456D-9EF3-0E5B61759F5B}"/>
                  </a:ext>
                </a:extLst>
              </p:cNvPr>
              <p:cNvSpPr txBox="1"/>
              <p:nvPr/>
            </p:nvSpPr>
            <p:spPr>
              <a:xfrm>
                <a:off x="4616768" y="4666595"/>
                <a:ext cx="104492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3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7714ED7-FC08-456D-9EF3-0E5B61759F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6768" y="4666595"/>
                <a:ext cx="104492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0374092-7156-4209-BDB6-1FC2DB140E49}"/>
                  </a:ext>
                </a:extLst>
              </p:cNvPr>
              <p:cNvSpPr txBox="1"/>
              <p:nvPr/>
            </p:nvSpPr>
            <p:spPr>
              <a:xfrm>
                <a:off x="3661373" y="5651537"/>
                <a:ext cx="1021562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0374092-7156-4209-BDB6-1FC2DB140E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373" y="5651537"/>
                <a:ext cx="1021562" cy="899157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4004398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3" grpId="0"/>
      <p:bldP spid="26" grpId="0"/>
      <p:bldP spid="28" grpId="0"/>
      <p:bldP spid="29" grpId="0"/>
      <p:bldP spid="32" grpId="0"/>
      <p:bldP spid="35" grpId="0"/>
      <p:bldP spid="36" grpId="0"/>
      <p:bldP spid="38" grpId="0"/>
      <p:bldP spid="40" grpId="0"/>
      <p:bldP spid="50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/>
              <p:nvPr/>
            </p:nvSpPr>
            <p:spPr>
              <a:xfrm>
                <a:off x="98071" y="2353655"/>
                <a:ext cx="3563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sepChr m:val="∣"/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</m:e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C3317D31-82D2-48B2-9615-CE5F03804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1" y="2353655"/>
                <a:ext cx="3563946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!!=1">
                <a:extLst>
                  <a:ext uri="{FF2B5EF4-FFF2-40B4-BE49-F238E27FC236}">
                    <a16:creationId xmlns:a16="http://schemas.microsoft.com/office/drawing/2014/main" id="{755FB104-BAC6-43CD-9021-0305F262A5F7}"/>
                  </a:ext>
                </a:extLst>
              </p:cNvPr>
              <p:cNvSpPr txBox="1"/>
              <p:nvPr/>
            </p:nvSpPr>
            <p:spPr>
              <a:xfrm>
                <a:off x="3662017" y="2353655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" name="!!=1">
                <a:extLst>
                  <a:ext uri="{FF2B5EF4-FFF2-40B4-BE49-F238E27FC236}">
                    <a16:creationId xmlns:a16="http://schemas.microsoft.com/office/drawing/2014/main" id="{755FB104-BAC6-43CD-9021-0305F262A5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2353655"/>
                <a:ext cx="46548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5C4720C-D98F-4BC9-9C8A-CFDE43401A8B}"/>
                  </a:ext>
                </a:extLst>
              </p:cNvPr>
              <p:cNvSpPr txBox="1"/>
              <p:nvPr/>
            </p:nvSpPr>
            <p:spPr>
              <a:xfrm>
                <a:off x="4050691" y="2092045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  <m: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5C4720C-D98F-4BC9-9C8A-CFDE43401A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0691" y="2092045"/>
                <a:ext cx="375655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A84B164-5A04-429E-A451-32ACAB7AD537}"/>
              </a:ext>
            </a:extLst>
          </p:cNvPr>
          <p:cNvCxnSpPr>
            <a:cxnSpLocks/>
          </p:cNvCxnSpPr>
          <p:nvPr/>
        </p:nvCxnSpPr>
        <p:spPr>
          <a:xfrm>
            <a:off x="4079875" y="2624049"/>
            <a:ext cx="3602934" cy="0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542CF25-EAAA-4F2E-AFF0-41846AD3B0C2}"/>
                  </a:ext>
                </a:extLst>
              </p:cNvPr>
              <p:cNvSpPr txBox="1"/>
              <p:nvPr/>
            </p:nvSpPr>
            <p:spPr>
              <a:xfrm>
                <a:off x="4868729" y="2653192"/>
                <a:ext cx="21204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542CF25-EAAA-4F2E-AFF0-41846AD3B0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68729" y="2653192"/>
                <a:ext cx="212047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38BEAE3-8011-451E-B36F-9BFEDB6AC482}"/>
                  </a:ext>
                </a:extLst>
              </p:cNvPr>
              <p:cNvSpPr txBox="1"/>
              <p:nvPr/>
            </p:nvSpPr>
            <p:spPr>
              <a:xfrm>
                <a:off x="98071" y="1037290"/>
                <a:ext cx="19614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38BEAE3-8011-451E-B36F-9BFEDB6AC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1" y="1037290"/>
                <a:ext cx="19614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A110628-F84F-41A7-8DEA-FCF782B24AF8}"/>
                  </a:ext>
                </a:extLst>
              </p:cNvPr>
              <p:cNvSpPr txBox="1"/>
              <p:nvPr/>
            </p:nvSpPr>
            <p:spPr>
              <a:xfrm>
                <a:off x="1974047" y="848008"/>
                <a:ext cx="93217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GB" sz="2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kumimoji="0" lang="en-IN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kumimoji="0" lang="en-GB" sz="2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A110628-F84F-41A7-8DEA-FCF782B24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4047" y="848008"/>
                <a:ext cx="932179" cy="90178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EF65B0-8DF9-4BAA-80DF-71CB7006CF5B}"/>
                  </a:ext>
                </a:extLst>
              </p:cNvPr>
              <p:cNvSpPr txBox="1"/>
              <p:nvPr/>
            </p:nvSpPr>
            <p:spPr>
              <a:xfrm>
                <a:off x="3232652" y="1037290"/>
                <a:ext cx="37565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GB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P</m:t>
                      </m:r>
                      <m:d>
                        <m:dPr>
                          <m:ctrlP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&lt;200</m:t>
                          </m:r>
                          <m:r>
                            <a:rPr kumimoji="0" lang="en-GB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∩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X</m:t>
                          </m:r>
                          <m:r>
                            <a:rPr kumimoji="0" lang="en-GB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&gt;150</m:t>
                          </m:r>
                        </m:e>
                      </m:d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EF65B0-8DF9-4BAA-80DF-71CB7006CF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2652" y="1037290"/>
                <a:ext cx="375655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0D09BA4-F7BB-422D-BABC-968173ABAE6A}"/>
                  </a:ext>
                </a:extLst>
              </p:cNvPr>
              <p:cNvSpPr txBox="1"/>
              <p:nvPr/>
            </p:nvSpPr>
            <p:spPr>
              <a:xfrm>
                <a:off x="6795954" y="849322"/>
                <a:ext cx="1021562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 </m:t>
                      </m:r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6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0D09BA4-F7BB-422D-BABC-968173ABAE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5954" y="849322"/>
                <a:ext cx="1021562" cy="89915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291A421-2A93-469E-9291-C314F5AF336C}"/>
                  </a:ext>
                </a:extLst>
              </p:cNvPr>
              <p:cNvSpPr txBox="1"/>
              <p:nvPr/>
            </p:nvSpPr>
            <p:spPr>
              <a:xfrm>
                <a:off x="3662017" y="3859334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291A421-2A93-469E-9291-C314F5AF33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3859334"/>
                <a:ext cx="4654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13A11963-104A-4ED8-8752-9599E694CC5B}"/>
                  </a:ext>
                </a:extLst>
              </p:cNvPr>
              <p:cNvSpPr txBox="1"/>
              <p:nvPr/>
            </p:nvSpPr>
            <p:spPr>
              <a:xfrm>
                <a:off x="4127500" y="3480737"/>
                <a:ext cx="939800" cy="12804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0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num>
                            <m:den>
                              <m:r>
                                <a:rPr kumimoji="0" lang="en-IN" sz="2800" b="0" i="1" u="none" strike="noStrike" kern="1200" cap="none" spc="0" normalizeH="0" baseline="0" noProof="0" dirty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</m:den>
                          </m:f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f>
                            <m:fPr>
                              <m:type m:val="skw"/>
                              <m:ctrlPr>
                                <a:rPr kumimoji="0" lang="en-GB" sz="28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num>
                            <m:den>
                              <m:r>
                                <a:rPr kumimoji="0" lang="en-IN" sz="2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206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</m:den>
                          </m:f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13A11963-104A-4ED8-8752-9599E694CC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27500" y="3480737"/>
                <a:ext cx="939800" cy="128041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B0DA2A0-99ED-4AB3-B977-E8C2E39039DD}"/>
                  </a:ext>
                </a:extLst>
              </p:cNvPr>
              <p:cNvSpPr txBox="1"/>
              <p:nvPr/>
            </p:nvSpPr>
            <p:spPr>
              <a:xfrm>
                <a:off x="3662017" y="5254775"/>
                <a:ext cx="4654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IN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B0DA2A0-99ED-4AB3-B977-E8C2E39039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2017" y="5254775"/>
                <a:ext cx="46548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B4EAE77-430B-40E0-B9EF-FEE8832813B2}"/>
                  </a:ext>
                </a:extLst>
              </p:cNvPr>
              <p:cNvSpPr txBox="1"/>
              <p:nvPr/>
            </p:nvSpPr>
            <p:spPr>
              <a:xfrm>
                <a:off x="4127500" y="5066807"/>
                <a:ext cx="552450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IN" sz="28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</m:t>
                          </m:r>
                          <m:r>
                            <a:rPr kumimoji="0" lang="en-IN" sz="28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4 </m:t>
                          </m:r>
                        </m:den>
                      </m:f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Roboto Condense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B4EAE77-430B-40E0-B9EF-FEE8832813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27500" y="5066807"/>
                <a:ext cx="552450" cy="89915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432617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9" grpId="0"/>
      <p:bldP spid="41" grpId="0"/>
      <p:bldP spid="42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Improper Integral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dirty="0"/>
              <a:t>If the </a:t>
            </a:r>
            <a:r>
              <a:rPr lang="en-US" b="1" dirty="0">
                <a:solidFill>
                  <a:srgbClr val="FF0000"/>
                </a:solidFill>
              </a:rPr>
              <a:t>limit</a:t>
            </a:r>
            <a:r>
              <a:rPr lang="en-US" dirty="0"/>
              <a:t> of integral is </a:t>
            </a:r>
            <a:r>
              <a:rPr lang="en-US" b="1" dirty="0">
                <a:solidFill>
                  <a:srgbClr val="FF0000"/>
                </a:solidFill>
              </a:rPr>
              <a:t>infinite</a:t>
            </a:r>
            <a:r>
              <a:rPr lang="en-US" dirty="0"/>
              <a:t> (one or both), and/or integrand function </a:t>
            </a:r>
            <a:r>
              <a:rPr lang="en-US" b="1" dirty="0">
                <a:solidFill>
                  <a:srgbClr val="FF0000"/>
                </a:solidFill>
              </a:rPr>
              <a:t>discontinues</a:t>
            </a:r>
            <a:r>
              <a:rPr lang="en-US" dirty="0"/>
              <a:t> for some values on the interval of given integral, then such integral is known as an improper integral.</a:t>
            </a:r>
          </a:p>
          <a:p>
            <a:pPr lvl="0">
              <a:lnSpc>
                <a:spcPct val="150000"/>
              </a:lnSpc>
            </a:pPr>
            <a:r>
              <a:rPr lang="en-US" dirty="0"/>
              <a:t> Improper integrals are classified into </a:t>
            </a:r>
            <a:r>
              <a:rPr lang="en-US" b="1" dirty="0">
                <a:solidFill>
                  <a:srgbClr val="FF0000"/>
                </a:solidFill>
              </a:rPr>
              <a:t>two</a:t>
            </a:r>
            <a:r>
              <a:rPr lang="en-US" dirty="0"/>
              <a:t> types.</a:t>
            </a:r>
          </a:p>
          <a:p>
            <a:pPr lvl="1">
              <a:lnSpc>
                <a:spcPct val="150000"/>
              </a:lnSpc>
            </a:pPr>
            <a:r>
              <a:rPr lang="en-US" dirty="0"/>
              <a:t>Improper integrals of </a:t>
            </a:r>
            <a:r>
              <a:rPr lang="en-US" b="1" dirty="0">
                <a:solidFill>
                  <a:srgbClr val="FF0000"/>
                </a:solidFill>
              </a:rPr>
              <a:t>type I</a:t>
            </a:r>
          </a:p>
          <a:p>
            <a:pPr lvl="1">
              <a:lnSpc>
                <a:spcPct val="150000"/>
              </a:lnSpc>
            </a:pPr>
            <a:r>
              <a:rPr lang="en-US" dirty="0"/>
              <a:t> Improper integrals of </a:t>
            </a:r>
            <a:r>
              <a:rPr lang="en-US" b="1" dirty="0">
                <a:solidFill>
                  <a:srgbClr val="FF0000"/>
                </a:solidFill>
              </a:rPr>
              <a:t>type II</a:t>
            </a:r>
          </a:p>
          <a:p>
            <a:pPr marL="0" lvl="0" indent="0">
              <a:lnSpc>
                <a:spcPct val="150000"/>
              </a:lnSpc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4699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2A58FD-91E7-1D81-0007-21B140A387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F7748-EDF5-A86B-2668-8F3CB4172F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Improper Integral – Type I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DE9F6D3-A6DA-9092-AC3A-DED0FB8E12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5"/>
            <a:ext cx="11929641" cy="1259645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/>
              <a:t>If the </a:t>
            </a:r>
            <a:r>
              <a:rPr lang="en-US" b="1" dirty="0">
                <a:solidFill>
                  <a:srgbClr val="FF0000"/>
                </a:solidFill>
              </a:rPr>
              <a:t>limit</a:t>
            </a:r>
            <a:r>
              <a:rPr lang="en-US" dirty="0"/>
              <a:t> of integral is </a:t>
            </a:r>
            <a:r>
              <a:rPr lang="en-US" b="1" dirty="0">
                <a:solidFill>
                  <a:srgbClr val="FF0000"/>
                </a:solidFill>
              </a:rPr>
              <a:t>infinite</a:t>
            </a:r>
            <a:r>
              <a:rPr lang="en-US" dirty="0"/>
              <a:t> (one or both), then such integral is known as an improper integral of Type I.</a:t>
            </a:r>
          </a:p>
          <a:p>
            <a:pPr marL="0" lvl="0" indent="0">
              <a:lnSpc>
                <a:spcPct val="150000"/>
              </a:lnSpc>
              <a:buNone/>
            </a:pPr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58A4572A-B009-11A4-5AD9-F1EB598CDB88}"/>
              </a:ext>
            </a:extLst>
          </p:cNvPr>
          <p:cNvSpPr txBox="1">
            <a:spLocks/>
          </p:cNvSpPr>
          <p:nvPr/>
        </p:nvSpPr>
        <p:spPr>
          <a:xfrm>
            <a:off x="131179" y="1830551"/>
            <a:ext cx="8245565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dirty="0"/>
              <a:t>There are three </a:t>
            </a:r>
            <a:r>
              <a:rPr lang="en-US" b="1" dirty="0">
                <a:solidFill>
                  <a:srgbClr val="FF0000"/>
                </a:solidFill>
              </a:rPr>
              <a:t>cases</a:t>
            </a:r>
            <a:r>
              <a:rPr lang="en-US" dirty="0"/>
              <a:t> in Improper Integral – Type I.</a:t>
            </a:r>
            <a:endParaRPr lang="en-US" sz="3200" dirty="0"/>
          </a:p>
          <a:p>
            <a:pPr marL="0" indent="0">
              <a:lnSpc>
                <a:spcPct val="150000"/>
              </a:lnSpc>
              <a:buFont typeface="Wingdings 3" panose="05040102010807070707" pitchFamily="18" charset="2"/>
              <a:buNone/>
            </a:pP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187BF4A8-F2B8-74DE-298A-7CE018EC4E1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49623" y="2487451"/>
                <a:ext cx="2690847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US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sz="320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3200" dirty="0"/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187BF4A8-F2B8-74DE-298A-7CE018EC4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9623" y="2487451"/>
                <a:ext cx="2690847" cy="18745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F60AEFF8-D960-F361-FFC3-B16F917ABA9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70947" y="4645650"/>
                <a:ext cx="3274169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32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𝐛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sz="320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3200" dirty="0"/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F60AEFF8-D960-F361-FFC3-B16F917ABA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0947" y="4645650"/>
                <a:ext cx="3274169" cy="18745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FC1596E5-A901-5F07-5E43-E92B89C06FD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61032" y="2537529"/>
                <a:ext cx="3557750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3200" b="0" i="0" smtClean="0"/>
                        <m:t>  </m:t>
                      </m:r>
                      <m:nary>
                        <m:naryPr>
                          <m:limLoc m:val="undOvr"/>
                          <m:ctrlPr>
                            <a:rPr lang="en-US" sz="32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sz="320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3200" dirty="0"/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FC1596E5-A901-5F07-5E43-E92B89C06F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1032" y="2537529"/>
                <a:ext cx="3557750" cy="18745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8554A3D-5AF5-39DB-CED7-74EB09CA12B6}"/>
              </a:ext>
            </a:extLst>
          </p:cNvPr>
          <p:cNvSpPr txBox="1">
            <a:spLocks/>
          </p:cNvSpPr>
          <p:nvPr/>
        </p:nvSpPr>
        <p:spPr>
          <a:xfrm>
            <a:off x="131180" y="2865825"/>
            <a:ext cx="2107524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lnSpc>
                <a:spcPct val="150000"/>
              </a:lnSpc>
            </a:pPr>
            <a:r>
              <a:rPr lang="en-US" b="1" dirty="0"/>
              <a:t>Case 1:</a:t>
            </a:r>
            <a:endParaRPr lang="en-US" sz="3200" dirty="0"/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D53F27D-C566-8B0F-0165-B6C7F0F9FFE6}"/>
              </a:ext>
            </a:extLst>
          </p:cNvPr>
          <p:cNvSpPr txBox="1">
            <a:spLocks/>
          </p:cNvSpPr>
          <p:nvPr/>
        </p:nvSpPr>
        <p:spPr>
          <a:xfrm>
            <a:off x="131179" y="5074976"/>
            <a:ext cx="2107524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lnSpc>
                <a:spcPct val="150000"/>
              </a:lnSpc>
            </a:pPr>
            <a:r>
              <a:rPr lang="en-US" b="1" dirty="0"/>
              <a:t>Case 2:</a:t>
            </a:r>
            <a:endParaRPr lang="en-US" sz="3200" dirty="0"/>
          </a:p>
          <a:p>
            <a:pPr marL="0" indent="0">
              <a:lnSpc>
                <a:spcPct val="150000"/>
              </a:lnSpc>
              <a:buFont typeface="Wingdings 3" panose="05040102010807070707" pitchFamily="18" charset="2"/>
              <a:buNone/>
            </a:pPr>
            <a:endParaRPr lang="en-US" dirty="0"/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D54F8B9D-6223-86F6-45A2-2B3A52FB7E3B}"/>
              </a:ext>
            </a:extLst>
          </p:cNvPr>
          <p:cNvSpPr txBox="1">
            <a:spLocks/>
          </p:cNvSpPr>
          <p:nvPr/>
        </p:nvSpPr>
        <p:spPr>
          <a:xfrm>
            <a:off x="5205151" y="2864227"/>
            <a:ext cx="2446381" cy="711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lnSpc>
                <a:spcPct val="150000"/>
              </a:lnSpc>
            </a:pPr>
            <a:r>
              <a:rPr lang="en-US" b="1" dirty="0"/>
              <a:t>Case 3: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148648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  <p:bldP spid="6" grpId="0" uiExpand="1" build="p"/>
      <p:bldP spid="7" grpId="0" uiExpand="1" build="p"/>
      <p:bldP spid="8" grpId="0" uiExpand="1" build="p"/>
      <p:bldP spid="9" grpId="0"/>
      <p:bldP spid="11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to solve Improper Integral – Type I ?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b="1" dirty="0"/>
              <a:t>Case-1</a:t>
            </a:r>
            <a:endParaRPr lang="en-IN" sz="3200" i="1" dirty="0">
              <a:latin typeface="Cambria Math" panose="02040503050406030204" pitchFamily="18" charset="0"/>
            </a:endParaRPr>
          </a:p>
          <a:p>
            <a:pPr marL="0" indent="0">
              <a:lnSpc>
                <a:spcPct val="150000"/>
              </a:lnSpc>
              <a:buNone/>
            </a:pPr>
            <a:endParaRPr lang="en-US" dirty="0"/>
          </a:p>
          <a:p>
            <a:pPr marL="288925" indent="0" algn="r">
              <a:lnSpc>
                <a:spcPct val="150000"/>
              </a:lnSpc>
              <a:buNone/>
            </a:pP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2"/>
          <a:srcRect l="25707" t="24277" r="22928" b="15723"/>
          <a:stretch/>
        </p:blipFill>
        <p:spPr>
          <a:xfrm>
            <a:off x="6117220" y="1574645"/>
            <a:ext cx="5943600" cy="390530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2278646" y="1880959"/>
                <a:ext cx="3279103" cy="156818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32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en-US" sz="32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limLow>
                            <m:limLowPr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3200" b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32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𝐭</m:t>
                              </m:r>
                              <m:r>
                                <a:rPr lang="en-US" sz="32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→ ∞ </m:t>
                              </m:r>
                            </m:lim>
                          </m:limLow>
                        </m:fName>
                        <m:e>
                          <m:nary>
                            <m:naryPr>
                              <m:limLoc m:val="undOvr"/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a:rPr lang="en-US" sz="32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𝐭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p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d>
                                <m:dPr>
                                  <m:ctrlPr>
                                    <a:rPr lang="en-US" sz="32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32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dx</m:t>
                              </m:r>
                            </m:e>
                          </m:nary>
                        </m:e>
                      </m:func>
                    </m:oMath>
                  </m:oMathPara>
                </a14:m>
                <a:endParaRPr lang="en-US" sz="32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8646" y="1880959"/>
                <a:ext cx="3279103" cy="156818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4FA0D153-933C-1B98-EB43-33CF220D97E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6845" y="1913876"/>
                <a:ext cx="2690847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sub>
                        <m:sup>
                          <m:r>
                            <a:rPr lang="en-US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dx</m:t>
                      </m:r>
                      <m:r>
                        <a:rPr lang="en-US" sz="320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sz="3200" dirty="0"/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4FA0D153-933C-1B98-EB43-33CF220D97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6845" y="1913876"/>
                <a:ext cx="2690847" cy="18745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A6181E1F-C00B-51C1-1A5C-A46E460A062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4601" y="3755459"/>
                <a:ext cx="6054158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lnSpc>
                    <a:spcPct val="150000"/>
                  </a:lnSpc>
                  <a:buNone/>
                </a:pPr>
                <a:r>
                  <a:rPr lang="en-US" dirty="0"/>
                  <a:t>provided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is continuous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,∞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  <a:p>
                <a:pPr>
                  <a:lnSpc>
                    <a:spcPct val="150000"/>
                  </a:lnSpc>
                </a:pPr>
                <a:endParaRPr lang="en-IN" sz="3200" i="1" dirty="0">
                  <a:latin typeface="Cambria Math" panose="02040503050406030204" pitchFamily="18" charset="0"/>
                </a:endParaRPr>
              </a:p>
              <a:p>
                <a:pPr marL="0" indent="0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  <a:p>
                <a:pPr marL="288925" indent="0" algn="r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A6181E1F-C00B-51C1-1A5C-A46E460A06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1" y="3755459"/>
                <a:ext cx="6054158" cy="711200"/>
              </a:xfrm>
              <a:prstGeom prst="rect">
                <a:avLst/>
              </a:prstGeom>
              <a:blipFill>
                <a:blip r:embed="rId5"/>
                <a:stretch>
                  <a:fillRect l="-2115" b="-1709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20477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/>
      <p:bldP spid="6" grpId="0" uiExpand="1" build="p"/>
      <p:bldP spid="7" grpId="0" uiExpand="1" build="p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7D3A05F0-7C7F-570F-B5D6-92083A5B40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1177B1-546C-CE80-DE36-A070B84816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to solve Improper Integral – Type I 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F16673C-4577-469C-9F37-26D42A10D98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b="1" dirty="0"/>
              <a:t>Case-2</a:t>
            </a:r>
            <a:endParaRPr lang="en-IN" sz="3200" i="1" dirty="0">
              <a:latin typeface="Cambria Math" panose="02040503050406030204" pitchFamily="18" charset="0"/>
            </a:endParaRPr>
          </a:p>
          <a:p>
            <a:pPr marL="0" indent="0">
              <a:lnSpc>
                <a:spcPct val="150000"/>
              </a:lnSpc>
              <a:buNone/>
            </a:pPr>
            <a:endParaRPr lang="en-US" dirty="0"/>
          </a:p>
          <a:p>
            <a:pPr marL="288925" indent="0" algn="r">
              <a:lnSpc>
                <a:spcPct val="150000"/>
              </a:lnSpc>
              <a:buNone/>
            </a:pP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22D84513-ABF7-552E-AF7C-994F3DD4DFB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26845" y="1913876"/>
                <a:ext cx="2690847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US" sz="320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3200">
                              <a:latin typeface="Cambria Math" panose="02040503050406030204" pitchFamily="18" charset="0"/>
                            </a:rPr>
                            <m:t> 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US" sz="320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3200">
                              <a:latin typeface="Cambria Math" panose="02040503050406030204" pitchFamily="18" charset="0"/>
                            </a:rPr>
                            <m:t>dx</m:t>
                          </m:r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22D84513-ABF7-552E-AF7C-994F3DD4DF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6845" y="1913876"/>
                <a:ext cx="2690847" cy="18745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C83690FF-74B0-66E1-6FB1-E6BEBEF5D9F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4601" y="3755459"/>
                <a:ext cx="6253854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88925" indent="0" algn="l">
                  <a:lnSpc>
                    <a:spcPct val="150000"/>
                  </a:lnSpc>
                  <a:buNone/>
                </a:pPr>
                <a:r>
                  <a:rPr lang="en-US" dirty="0"/>
                  <a:t>provided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is continuous on </a:t>
                </a:r>
                <a14:m>
                  <m:oMath xmlns:m="http://schemas.openxmlformats.org/officeDocument/2006/math">
                    <m:d>
                      <m:dPr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−∞,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  <a:p>
                <a:pPr marL="288925" indent="0" algn="r">
                  <a:lnSpc>
                    <a:spcPct val="150000"/>
                  </a:lnSpc>
                  <a:buFont typeface="Wingdings 3" panose="05040102010807070707" pitchFamily="18" charset="2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C83690FF-74B0-66E1-6FB1-E6BEBEF5D9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1" y="3755459"/>
                <a:ext cx="6253854" cy="711200"/>
              </a:xfrm>
              <a:prstGeom prst="rect">
                <a:avLst/>
              </a:prstGeom>
              <a:blipFill>
                <a:blip r:embed="rId3"/>
                <a:stretch>
                  <a:fillRect b="-1709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4DC3DC70-5DE5-731C-B2E0-85E0035B897B}"/>
                  </a:ext>
                </a:extLst>
              </p:cNvPr>
              <p:cNvSpPr/>
              <p:nvPr/>
            </p:nvSpPr>
            <p:spPr>
              <a:xfrm>
                <a:off x="2362861" y="1913876"/>
                <a:ext cx="3506729" cy="159851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32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32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𝐭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→ </m:t>
                              </m:r>
                              <m: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∞ </m:t>
                              </m:r>
                            </m:lim>
                          </m:limLow>
                        </m:fName>
                        <m:e>
                          <m:nary>
                            <m:naryPr>
                              <m:limLoc m:val="undOvr"/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a:rPr lang="en-US" sz="32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𝐭</m:t>
                              </m:r>
                              <m:r>
                                <a:rPr lang="en-US" sz="3200" b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  <m:sup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p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d>
                                <m:dPr>
                                  <m:ctrlPr>
                                    <a:rPr lang="en-US" sz="32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32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dx</m:t>
                              </m:r>
                            </m:e>
                          </m:nary>
                        </m:e>
                      </m:func>
                    </m:oMath>
                  </m:oMathPara>
                </a14:m>
                <a:endParaRPr lang="en-US" sz="32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4DC3DC70-5DE5-731C-B2E0-85E0035B89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2861" y="1913876"/>
                <a:ext cx="3506729" cy="159851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Picture 8">
            <a:extLst>
              <a:ext uri="{FF2B5EF4-FFF2-40B4-BE49-F238E27FC236}">
                <a16:creationId xmlns:a16="http://schemas.microsoft.com/office/drawing/2014/main" id="{215FD54F-49EA-D976-07A2-FDD02A8C1BE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3230" t="10274" r="25232" b="20530"/>
          <a:stretch/>
        </p:blipFill>
        <p:spPr>
          <a:xfrm>
            <a:off x="6248400" y="1268017"/>
            <a:ext cx="5943600" cy="44887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12030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6" grpId="0" uiExpand="1" build="p"/>
      <p:bldP spid="7" grpId="0"/>
      <p:bldP spid="8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B11EBF6-CEC1-C430-AFB4-546D9D9D5C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3F7FFE-57D5-CAA9-C039-D440366E8C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to solve Improper Integral – Type I 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E00145-1857-2718-C184-26C3D512CA9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b="1" dirty="0"/>
              <a:t>Case-3</a:t>
            </a:r>
            <a:endParaRPr lang="en-IN" sz="3200" i="1" dirty="0">
              <a:latin typeface="Cambria Math" panose="02040503050406030204" pitchFamily="18" charset="0"/>
            </a:endParaRPr>
          </a:p>
          <a:p>
            <a:pPr marL="0" indent="0">
              <a:lnSpc>
                <a:spcPct val="150000"/>
              </a:lnSpc>
              <a:buNone/>
            </a:pPr>
            <a:endParaRPr lang="en-US" dirty="0"/>
          </a:p>
          <a:p>
            <a:pPr marL="288925" indent="0" algn="r">
              <a:lnSpc>
                <a:spcPct val="150000"/>
              </a:lnSpc>
              <a:buNone/>
            </a:pP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61083438-AF20-5657-8B27-DC91FB87DF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352664" y="1903366"/>
                <a:ext cx="2885659" cy="18745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sz="32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 </m:t>
                          </m:r>
                        </m:sub>
                        <m:sup>
                          <m: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∞ 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32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dx</m:t>
                          </m:r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" name="Content Placeholder 2">
                <a:extLst>
                  <a:ext uri="{FF2B5EF4-FFF2-40B4-BE49-F238E27FC236}">
                    <a16:creationId xmlns:a16="http://schemas.microsoft.com/office/drawing/2014/main" id="{61083438-AF20-5657-8B27-DC91FB87DF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52664" y="1903366"/>
                <a:ext cx="2885659" cy="18745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6EE95FC1-7524-AF8C-E94D-983F7D0F6A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4601" y="5638955"/>
                <a:ext cx="6253854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31775" indent="0" algn="l">
                  <a:lnSpc>
                    <a:spcPct val="100000"/>
                  </a:lnSpc>
                  <a:buNone/>
                </a:pPr>
                <a:r>
                  <a:rPr lang="en-US" dirty="0"/>
                  <a:t>provided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f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</m:d>
                  </m:oMath>
                </a14:m>
                <a:r>
                  <a:rPr lang="en-US" dirty="0"/>
                  <a:t> is continuous on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−∞, ∞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6EE95FC1-7524-AF8C-E94D-983F7D0F6A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601" y="5638955"/>
                <a:ext cx="6253854" cy="711200"/>
              </a:xfrm>
              <a:prstGeom prst="rect">
                <a:avLst/>
              </a:prstGeom>
              <a:blipFill>
                <a:blip r:embed="rId3"/>
                <a:stretch>
                  <a:fillRect t="-8547" r="-1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7979FD81-7775-F9FA-D24C-F447003396BA}"/>
                  </a:ext>
                </a:extLst>
              </p:cNvPr>
              <p:cNvSpPr/>
              <p:nvPr/>
            </p:nvSpPr>
            <p:spPr>
              <a:xfrm>
                <a:off x="1952958" y="3803745"/>
                <a:ext cx="7089313" cy="16266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32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320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3200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32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𝐭</m:t>
                                  </m:r>
                                </m:e>
                                <m:sub>
                                  <m:r>
                                    <a:rPr lang="en-US" sz="32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</m:sub>
                              </m:sSub>
                              <m:r>
                                <a:rPr lang="en-US" sz="320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32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→ </m:t>
                              </m:r>
                              <m:r>
                                <a:rPr lang="en-US" sz="32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∞ </m:t>
                              </m:r>
                            </m:lim>
                          </m:limLow>
                        </m:fName>
                        <m:e>
                          <m:nary>
                            <m:naryPr>
                              <m:limLoc m:val="undOvr"/>
                              <m:ctrlPr>
                                <a:rPr lang="en-US" sz="32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sSub>
                                <m:sSubPr>
                                  <m:ctrlPr>
                                    <a:rPr lang="en-US" sz="3200" b="1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32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𝐭</m:t>
                                  </m:r>
                                </m:e>
                                <m:sub>
                                  <m:r>
                                    <a:rPr lang="en-US" sz="3200" b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</m:sub>
                              </m:sSub>
                            </m:sub>
                            <m:sup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p>
                            <m:e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d>
                                <m:dPr>
                                  <m:ctrlPr>
                                    <a:rPr lang="en-US" sz="32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32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dx</m:t>
                              </m:r>
                              <m:r>
                                <a:rPr lang="en-US" sz="32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+</m:t>
                              </m:r>
                              <m:func>
                                <m:funcPr>
                                  <m:ctrlPr>
                                    <a:rPr lang="en-US" sz="32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limLow>
                                    <m:limLowPr>
                                      <m:ctrlPr>
                                        <a:rPr lang="en-US" sz="32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limLow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lim</m:t>
                                      </m:r>
                                    </m:e>
                                    <m:lim>
                                      <m: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US" sz="3200" b="1" i="1" smtClean="0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200" b="1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𝐭</m:t>
                                          </m:r>
                                        </m:e>
                                        <m:sub>
                                          <m:r>
                                            <a:rPr lang="en-US" sz="3200" b="1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𝟐</m:t>
                                          </m:r>
                                        </m:sub>
                                      </m:sSub>
                                      <m: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→ ∞ </m:t>
                                      </m:r>
                                    </m:lim>
                                  </m:limLow>
                                </m:fName>
                                <m:e>
                                  <m:nary>
                                    <m:naryPr>
                                      <m:limLoc m:val="undOvr"/>
                                      <m:ctrlPr>
                                        <a:rPr lang="en-US" sz="32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c</m:t>
                                      </m:r>
                                      <m: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sub>
                                    <m:sup>
                                      <m:sSub>
                                        <m:sSubPr>
                                          <m:ctrlPr>
                                            <a:rPr lang="en-US" sz="3200" b="1" i="1" smtClean="0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200" b="1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𝐭</m:t>
                                          </m:r>
                                        </m:e>
                                        <m:sub>
                                          <m:r>
                                            <a:rPr lang="en-US" sz="3200" b="1">
                                              <a:solidFill>
                                                <a:srgbClr val="FF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𝟐</m:t>
                                          </m:r>
                                        </m:sub>
                                      </m:sSub>
                                    </m:sup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  <m:d>
                                        <m:dPr>
                                          <m:ctrlPr>
                                            <a:rPr lang="en-US" sz="32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32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d>
                                      <m: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32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dx</m:t>
                                      </m:r>
                                    </m:e>
                                  </m:nary>
                                </m:e>
                              </m:func>
                            </m:e>
                          </m:nary>
                        </m:e>
                      </m:func>
                    </m:oMath>
                  </m:oMathPara>
                </a14:m>
                <a:endParaRPr lang="en-US" sz="32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7979FD81-7775-F9FA-D24C-F447003396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2958" y="3803745"/>
                <a:ext cx="7089313" cy="162666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B0620ECF-3C6E-88A8-2A9E-C0E2835BC0EA}"/>
              </a:ext>
            </a:extLst>
          </p:cNvPr>
          <p:cNvSpPr txBox="1">
            <a:spLocks/>
          </p:cNvSpPr>
          <p:nvPr/>
        </p:nvSpPr>
        <p:spPr>
          <a:xfrm>
            <a:off x="-158040" y="1726889"/>
            <a:ext cx="7179135" cy="1874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0">
              <a:lnSpc>
                <a:spcPct val="100000"/>
              </a:lnSpc>
              <a:buNone/>
            </a:pP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2">
                <a:extLst>
                  <a:ext uri="{FF2B5EF4-FFF2-40B4-BE49-F238E27FC236}">
                    <a16:creationId xmlns:a16="http://schemas.microsoft.com/office/drawing/2014/main" id="{977FEB9B-1958-B4DF-625B-70CAAFDA2C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60437" y="2023007"/>
                <a:ext cx="4771896" cy="1488897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limLoc m:val="undOvr"/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∞ </m:t>
                          </m:r>
                        </m:sub>
                        <m:sup>
                          <m:r>
                            <a:rPr lang="en-US" b="1" i="1">
                              <a:latin typeface="Cambria Math" panose="02040503050406030204" pitchFamily="18" charset="0"/>
                            </a:rPr>
                            <m:t>𝐜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sup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f</m:t>
                          </m:r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d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dx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+</m:t>
                          </m:r>
                          <m:func>
                            <m:func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nary>
                                <m:naryPr>
                                  <m:limLoc m:val="undOvr"/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b="1" i="1">
                                      <a:latin typeface="Cambria Math" panose="02040503050406030204" pitchFamily="18" charset="0"/>
                                    </a:rPr>
                                    <m:t>𝐜</m:t>
                                  </m:r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sub>
                                <m:sup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∞ </m:t>
                                  </m:r>
                                </m:sup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  <m:d>
                                    <m:d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</m:d>
                                  <m:r>
                                    <a:rPr lang="en-US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nary>
                            </m:fName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dx</m:t>
                              </m:r>
                            </m:e>
                          </m:func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Content Placeholder 2">
                <a:extLst>
                  <a:ext uri="{FF2B5EF4-FFF2-40B4-BE49-F238E27FC236}">
                    <a16:creationId xmlns:a16="http://schemas.microsoft.com/office/drawing/2014/main" id="{977FEB9B-1958-B4DF-625B-70CAAFDA2C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0437" y="2023007"/>
                <a:ext cx="4771896" cy="148889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1" name="Picture 10">
            <a:extLst>
              <a:ext uri="{FF2B5EF4-FFF2-40B4-BE49-F238E27FC236}">
                <a16:creationId xmlns:a16="http://schemas.microsoft.com/office/drawing/2014/main" id="{CC2D0BEC-54DD-DC9A-2AED-9F30D272A0A6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17846" t="12189" r="16923" b="26547"/>
          <a:stretch/>
        </p:blipFill>
        <p:spPr>
          <a:xfrm>
            <a:off x="6721553" y="863444"/>
            <a:ext cx="5308671" cy="2804582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EC6A5EB-B9A1-410D-9D58-D08ECBA5092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182711" y="5588310"/>
                <a:ext cx="6253854" cy="711200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231775" indent="0" algn="l">
                  <a:lnSpc>
                    <a:spcPct val="100000"/>
                  </a:lnSpc>
                  <a:buNone/>
                </a:pPr>
                <a:r>
                  <a:rPr lang="en-US" i="0" dirty="0">
                    <a:latin typeface="+mj-lt"/>
                  </a:rPr>
                  <a:t>w</a:t>
                </a:r>
                <a:r>
                  <a:rPr lang="en-IN" b="0" i="0" dirty="0">
                    <a:latin typeface="+mj-lt"/>
                  </a:rPr>
                  <a:t>here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∈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−∞, ∞</m:t>
                        </m:r>
                      </m:e>
                    </m:d>
                  </m:oMath>
                </a14:m>
                <a:r>
                  <a:rPr lang="en-US" dirty="0"/>
                  <a:t>.</a:t>
                </a:r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EEC6A5EB-B9A1-410D-9D58-D08ECBA509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2711" y="5588310"/>
                <a:ext cx="6253854" cy="711200"/>
              </a:xfrm>
              <a:prstGeom prst="rect">
                <a:avLst/>
              </a:prstGeom>
              <a:blipFill>
                <a:blip r:embed="rId7"/>
                <a:stretch>
                  <a:fillRect t="-94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84368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6" grpId="0" uiExpand="1" build="p"/>
      <p:bldP spid="7" grpId="0"/>
      <p:bldP spid="8" grpId="0"/>
      <p:bldP spid="10" grpId="0" uiExpand="1" build="p"/>
      <p:bldP spid="5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8128EF-9580-A6BA-20C5-48315AC202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177D0FC1-A4EF-827B-A7AC-DAC5D592865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punit.vadher@darshan.ac.in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05B7ACD4-DDC0-38A2-2DB6-3D858EBF78AA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9662443859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A036335F-7BD2-EB43-2B60-84DC3F063AD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/>
              <a:t>Department of Humanities &amp; Science</a:t>
            </a:r>
            <a:endParaRPr lang="en-US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8A91DF08-89AF-DCF0-04FA-5BF9552B2DA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37677" y="5273332"/>
            <a:ext cx="5581039" cy="290081"/>
          </a:xfrm>
        </p:spPr>
        <p:txBody>
          <a:bodyPr/>
          <a:lstStyle/>
          <a:p>
            <a:r>
              <a:rPr lang="en-US" dirty="0"/>
              <a:t>Prof. </a:t>
            </a:r>
            <a:r>
              <a:rPr lang="en-US" dirty="0" err="1"/>
              <a:t>Punit</a:t>
            </a:r>
            <a:r>
              <a:rPr lang="en-US" dirty="0"/>
              <a:t> </a:t>
            </a:r>
            <a:r>
              <a:rPr lang="en-US" dirty="0" err="1"/>
              <a:t>Vadher</a:t>
            </a:r>
            <a:endParaRPr lang="en-US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6026886-E257-D9ED-AEDF-8642D1B70D9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81756" y="20384"/>
            <a:ext cx="4646358" cy="734653"/>
          </a:xfrm>
        </p:spPr>
        <p:txBody>
          <a:bodyPr/>
          <a:lstStyle/>
          <a:p>
            <a:r>
              <a:rPr lang="en-IN" dirty="0"/>
              <a:t>Probability &amp; Statistics (PS)</a:t>
            </a:r>
          </a:p>
          <a:p>
            <a:r>
              <a:rPr lang="en-IN" dirty="0"/>
              <a:t>DU # 2301HS402</a:t>
            </a:r>
          </a:p>
        </p:txBody>
      </p:sp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EC070247-29CE-6DAC-659E-371104C52B3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F0466A25-C58D-5B64-CF88-A01AE4D487C1}"/>
              </a:ext>
            </a:extLst>
          </p:cNvPr>
          <p:cNvGrpSpPr/>
          <p:nvPr/>
        </p:nvGrpSpPr>
        <p:grpSpPr>
          <a:xfrm>
            <a:off x="26704" y="1462475"/>
            <a:ext cx="8044476" cy="3103418"/>
            <a:chOff x="-12804" y="1537545"/>
            <a:chExt cx="8044476" cy="3103418"/>
          </a:xfrm>
        </p:grpSpPr>
        <p:sp>
          <p:nvSpPr>
            <p:cNvPr id="8" name="Title 1">
              <a:extLst>
                <a:ext uri="{FF2B5EF4-FFF2-40B4-BE49-F238E27FC236}">
                  <a16:creationId xmlns:a16="http://schemas.microsoft.com/office/drawing/2014/main" id="{136BBB9D-4A44-AE5D-106A-2EE88D7691C5}"/>
                </a:ext>
              </a:extLst>
            </p:cNvPr>
            <p:cNvSpPr txBox="1">
              <a:spLocks/>
            </p:cNvSpPr>
            <p:nvPr/>
          </p:nvSpPr>
          <p:spPr>
            <a:xfrm>
              <a:off x="-12804" y="2160999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a16:creationId xmlns:a16="http://schemas.microsoft.com/office/drawing/2014/main" id="{6832ACF4-5959-73FF-4F4C-092F5575CAA2}"/>
                </a:ext>
              </a:extLst>
            </p:cNvPr>
            <p:cNvSpPr/>
            <p:nvPr/>
          </p:nvSpPr>
          <p:spPr>
            <a:xfrm rot="5400000">
              <a:off x="2457725" y="1742096"/>
              <a:ext cx="3103418" cy="2694316"/>
            </a:xfrm>
            <a:prstGeom prst="hexagon">
              <a:avLst/>
            </a:prstGeom>
            <a:noFill/>
            <a:ln w="5715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en-GB" sz="4400" b="1" dirty="0">
                  <a:solidFill>
                    <a:srgbClr val="B14440"/>
                  </a:solidFill>
                </a:rPr>
                <a:t>THANK YOU</a:t>
              </a:r>
            </a:p>
          </p:txBody>
        </p:sp>
        <p:sp>
          <p:nvSpPr>
            <p:cNvPr id="10" name="Title 1">
              <a:extLst>
                <a:ext uri="{FF2B5EF4-FFF2-40B4-BE49-F238E27FC236}">
                  <a16:creationId xmlns:a16="http://schemas.microsoft.com/office/drawing/2014/main" id="{AD002744-0DFB-234F-35B9-87F5BE12352C}"/>
                </a:ext>
              </a:extLst>
            </p:cNvPr>
            <p:cNvSpPr txBox="1">
              <a:spLocks/>
            </p:cNvSpPr>
            <p:nvPr/>
          </p:nvSpPr>
          <p:spPr>
            <a:xfrm rot="10800000">
              <a:off x="5437112" y="2160998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17923123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Jay">
      <a:dk1>
        <a:srgbClr val="212121"/>
      </a:dk1>
      <a:lt1>
        <a:sysClr val="window" lastClr="FFFFFF"/>
      </a:lt1>
      <a:dk2>
        <a:srgbClr val="1D6FA9"/>
      </a:dk2>
      <a:lt2>
        <a:srgbClr val="FFFFFF"/>
      </a:lt2>
      <a:accent1>
        <a:srgbClr val="909090"/>
      </a:accent1>
      <a:accent2>
        <a:srgbClr val="00BBD3"/>
      </a:accent2>
      <a:accent3>
        <a:srgbClr val="8BC145"/>
      </a:accent3>
      <a:accent4>
        <a:srgbClr val="1D9A78"/>
      </a:accent4>
      <a:accent5>
        <a:srgbClr val="F19D19"/>
      </a:accent5>
      <a:accent6>
        <a:srgbClr val="B84742"/>
      </a:accent6>
      <a:hlink>
        <a:srgbClr val="70AD47"/>
      </a:hlink>
      <a:folHlink>
        <a:srgbClr val="ED7D31"/>
      </a:folHlink>
    </a:clrScheme>
    <a:fontScheme name="Custom 1">
      <a:majorFont>
        <a:latin typeface="Roboto Condensed"/>
        <a:ea typeface=""/>
        <a:cs typeface=""/>
      </a:majorFont>
      <a:minorFont>
        <a:latin typeface="Roboto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Jay">
      <a:dk1>
        <a:srgbClr val="212121"/>
      </a:dk1>
      <a:lt1>
        <a:sysClr val="window" lastClr="FFFFFF"/>
      </a:lt1>
      <a:dk2>
        <a:srgbClr val="1D6FA9"/>
      </a:dk2>
      <a:lt2>
        <a:srgbClr val="FFFFFF"/>
      </a:lt2>
      <a:accent1>
        <a:srgbClr val="909090"/>
      </a:accent1>
      <a:accent2>
        <a:srgbClr val="00BBD3"/>
      </a:accent2>
      <a:accent3>
        <a:srgbClr val="8BC145"/>
      </a:accent3>
      <a:accent4>
        <a:srgbClr val="1D9A78"/>
      </a:accent4>
      <a:accent5>
        <a:srgbClr val="F19D19"/>
      </a:accent5>
      <a:accent6>
        <a:srgbClr val="B84742"/>
      </a:accent6>
      <a:hlink>
        <a:srgbClr val="70AD47"/>
      </a:hlink>
      <a:folHlink>
        <a:srgbClr val="ED7D31"/>
      </a:folHlink>
    </a:clrScheme>
    <a:fontScheme name="Custom 1">
      <a:majorFont>
        <a:latin typeface="Roboto Condensed"/>
        <a:ea typeface=""/>
        <a:cs typeface=""/>
      </a:majorFont>
      <a:minorFont>
        <a:latin typeface="Roboto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160CB386-78CA-4575-9F5B-1025EB3E0C65}">
  <we:reference id="wa200005566" version="1.0.0.0" store="en-US" storeType="OMEX"/>
  <we:alternateReferences>
    <we:reference id="wa200005566" version="1.0.0.0" store="" storeType="OMEX"/>
  </we:alternateReferences>
  <we:properties/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otalTime>31093</TotalTime>
  <Words>19166</Words>
  <Application>Microsoft Office PowerPoint</Application>
  <PresentationFormat>Widescreen</PresentationFormat>
  <Paragraphs>3503</Paragraphs>
  <Slides>258</Slides>
  <Notes>16</Notes>
  <HiddenSlides>1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258</vt:i4>
      </vt:variant>
    </vt:vector>
  </HeadingPairs>
  <TitlesOfParts>
    <vt:vector size="270" baseType="lpstr">
      <vt:lpstr>Roboto Condensed Light</vt:lpstr>
      <vt:lpstr>Symbol</vt:lpstr>
      <vt:lpstr>Times New Roman</vt:lpstr>
      <vt:lpstr>Wingdings</vt:lpstr>
      <vt:lpstr>Roboto Condensed</vt:lpstr>
      <vt:lpstr>Calibri</vt:lpstr>
      <vt:lpstr>Cambria</vt:lpstr>
      <vt:lpstr>Cambria Math</vt:lpstr>
      <vt:lpstr>Arial</vt:lpstr>
      <vt:lpstr>Wingdings 3</vt:lpstr>
      <vt:lpstr>1_Office Theme</vt:lpstr>
      <vt:lpstr>Office Theme</vt:lpstr>
      <vt:lpstr>Unit – 2 Probability</vt:lpstr>
      <vt:lpstr>PowerPoint Presentation</vt:lpstr>
      <vt:lpstr>PowerPoint Presentation</vt:lpstr>
      <vt:lpstr>PowerPoint Presentation</vt:lpstr>
      <vt:lpstr>PowerPoint Presentation</vt:lpstr>
      <vt:lpstr>Introduction </vt:lpstr>
      <vt:lpstr>Introduction</vt:lpstr>
      <vt:lpstr>Introduction</vt:lpstr>
      <vt:lpstr>Method 1.1 Basic Terminologies</vt:lpstr>
      <vt:lpstr>Random Experiment</vt:lpstr>
      <vt:lpstr>Sample Space</vt:lpstr>
      <vt:lpstr>Sample Space</vt:lpstr>
      <vt:lpstr>Sample Space</vt:lpstr>
      <vt:lpstr>Sample Space</vt:lpstr>
      <vt:lpstr>Method 1.1 ⇝ Example 1</vt:lpstr>
      <vt:lpstr>Method 1.1 ⇝ Example 7</vt:lpstr>
      <vt:lpstr>Method 1.1 ⇝ Example 8</vt:lpstr>
      <vt:lpstr>Types of Experiments </vt:lpstr>
      <vt:lpstr>Method 1.1 ⇝ Example 2</vt:lpstr>
      <vt:lpstr>Event</vt:lpstr>
      <vt:lpstr>Types of Events</vt:lpstr>
      <vt:lpstr>Types of Events</vt:lpstr>
      <vt:lpstr>Types of Events</vt:lpstr>
      <vt:lpstr>Types of Events</vt:lpstr>
      <vt:lpstr>Types of Events</vt:lpstr>
      <vt:lpstr>Method 1.1 ⇝ Example (Extra)</vt:lpstr>
      <vt:lpstr>Types of Events</vt:lpstr>
      <vt:lpstr>Types of Events</vt:lpstr>
      <vt:lpstr>Types of Events</vt:lpstr>
      <vt:lpstr>Types of Events</vt:lpstr>
      <vt:lpstr>Method 1.1 ⇝ Example 5</vt:lpstr>
      <vt:lpstr>Method 1.1 ⇝ Example 5 (Continue)</vt:lpstr>
      <vt:lpstr>Method 1.1 ⇝ Example 5 (Continue)</vt:lpstr>
      <vt:lpstr>Method 1.1 ⇝ Example (Extra)</vt:lpstr>
      <vt:lpstr>Method 1.2 Probability of an Event</vt:lpstr>
      <vt:lpstr>Probability of an Event</vt:lpstr>
      <vt:lpstr>Example</vt:lpstr>
      <vt:lpstr>Some Important Results</vt:lpstr>
      <vt:lpstr>Method 1.2 ⇝ Example 5</vt:lpstr>
      <vt:lpstr>Method 1.2 ⇝ Example 5 (Continue)</vt:lpstr>
      <vt:lpstr>Some Important Results : For Two Events A and B</vt:lpstr>
      <vt:lpstr>Some Important Results : For Two Events A and B</vt:lpstr>
      <vt:lpstr>Some Important Results : For Two Events A and B</vt:lpstr>
      <vt:lpstr>Some Important Results : For Two Events A and B</vt:lpstr>
      <vt:lpstr>PowerPoint Presentation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Some Important Results : For Three Events A, B and C</vt:lpstr>
      <vt:lpstr>De Morgan's Rules : For Two Events A and B</vt:lpstr>
      <vt:lpstr>Method 1.2 ⇝ Example 10</vt:lpstr>
      <vt:lpstr>Method 1.2 ⇝ Example 1</vt:lpstr>
      <vt:lpstr>De Morgan's Rules : For Two Events A and B</vt:lpstr>
      <vt:lpstr>What does A^′∪B′ really tell us?</vt:lpstr>
      <vt:lpstr>De Morgan's Rules : For Three Events A, B and C</vt:lpstr>
      <vt:lpstr>De Morgan's Rules : For Three Events A, B and C</vt:lpstr>
      <vt:lpstr>Method 1.2 ⇝ Example 7</vt:lpstr>
      <vt:lpstr>Method 1.2 ⇝ Example 7 (Continue)</vt:lpstr>
      <vt:lpstr>Method 1.2 ⇝ Example 7 (Continue)</vt:lpstr>
      <vt:lpstr>Method 1.2 ⇝ Example 7 (Continue)</vt:lpstr>
      <vt:lpstr>Method 1.2 ⇝ Example 7 (Continue)</vt:lpstr>
      <vt:lpstr>Method 1.2 ⇝ Example 7 (Continue)</vt:lpstr>
      <vt:lpstr>Method 1.2 ⇝ Example 16</vt:lpstr>
      <vt:lpstr>Method 1.2 ⇝ Example 16 (Continue)</vt:lpstr>
      <vt:lpstr>Method 1.2 ⇝ Example 16 (Continue)</vt:lpstr>
      <vt:lpstr>Method 1.2 ⇝ Example 17</vt:lpstr>
      <vt:lpstr>Method 1.2 ⇝ Example 17 (Continue)</vt:lpstr>
      <vt:lpstr>Method 1.2 ⇝ Example 18</vt:lpstr>
      <vt:lpstr>Method 1.2 ⇝ Example 18 (Continue)</vt:lpstr>
      <vt:lpstr>Method 1.2 ⇝ Example 19</vt:lpstr>
      <vt:lpstr>Method 1.2 ⇝ Example 19 (Continue)</vt:lpstr>
      <vt:lpstr>Method 1.2 ⇝ Example 19 (Continue)</vt:lpstr>
      <vt:lpstr>Method 1.2 ⇝ Example 19 (Continue)</vt:lpstr>
      <vt:lpstr>Method 1.2 ⇝ Example 9</vt:lpstr>
      <vt:lpstr>Method 2 Conditional Probability and Independent Events</vt:lpstr>
      <vt:lpstr>Conditional Probability</vt:lpstr>
      <vt:lpstr>Conditional Probability</vt:lpstr>
      <vt:lpstr>Conditional Probability</vt:lpstr>
      <vt:lpstr>Conditional Probability</vt:lpstr>
      <vt:lpstr>Conditional Probability</vt:lpstr>
      <vt:lpstr>Conditional Probability</vt:lpstr>
      <vt:lpstr>Conditional Probability</vt:lpstr>
      <vt:lpstr>Conditional Probability</vt:lpstr>
      <vt:lpstr>Example</vt:lpstr>
      <vt:lpstr>Example</vt:lpstr>
      <vt:lpstr>Properties of Conditional Probability</vt:lpstr>
      <vt:lpstr>Method 2 ⇝ Example 1</vt:lpstr>
      <vt:lpstr>Method 2 ⇝ Example 2</vt:lpstr>
      <vt:lpstr>Method 2 ⇝ Example 2 (Continue)</vt:lpstr>
      <vt:lpstr>Multiplicative Law of Probability</vt:lpstr>
      <vt:lpstr>Multiplicative Law of Probability</vt:lpstr>
      <vt:lpstr>Multiplicative Law of Probability</vt:lpstr>
      <vt:lpstr>Multiplicative Law of Probability</vt:lpstr>
      <vt:lpstr>Multiplicative Law of Probability</vt:lpstr>
      <vt:lpstr>Multiplicative Law of Probability</vt:lpstr>
      <vt:lpstr>Multiplicative Law of Probability</vt:lpstr>
      <vt:lpstr>Independent Events</vt:lpstr>
      <vt:lpstr>Independent Events</vt:lpstr>
      <vt:lpstr>Independent Events</vt:lpstr>
      <vt:lpstr>Summary</vt:lpstr>
      <vt:lpstr>Independent Events</vt:lpstr>
      <vt:lpstr>Mutually Independent Events</vt:lpstr>
      <vt:lpstr>Method 2 ⇝ Example 3</vt:lpstr>
      <vt:lpstr>Method 2 ⇝ Example 4</vt:lpstr>
      <vt:lpstr>Method 2 ⇝ Example 4 (Continue)</vt:lpstr>
      <vt:lpstr>Method 2 ⇝ Example 5</vt:lpstr>
      <vt:lpstr>Method 2 ⇝ Example 5 (Continue)</vt:lpstr>
      <vt:lpstr>Method 2 ⇝ Example 5 (Continue)</vt:lpstr>
      <vt:lpstr>Method 2 ⇝ Example 6 </vt:lpstr>
      <vt:lpstr>Some Important Results : For Three Events A, B and C</vt:lpstr>
      <vt:lpstr>Method 2 ⇝ Example 6 (Continue)</vt:lpstr>
      <vt:lpstr>Some Important Results : For Three Events A, B and C</vt:lpstr>
      <vt:lpstr>Method 2 ⇝ Example 6 (Continue)</vt:lpstr>
      <vt:lpstr>Some Important Results : For Three Events A, B and C</vt:lpstr>
      <vt:lpstr>Method 2⇝ Example 6 (Continue)</vt:lpstr>
      <vt:lpstr>Some Important Results : For Three Events A, B and C</vt:lpstr>
      <vt:lpstr>Method 2 ⇝ Example 6 (Continue)</vt:lpstr>
      <vt:lpstr>Method 2 ⇝ Example 8</vt:lpstr>
      <vt:lpstr>Method 2 ⇝ Example 8 (Continue)</vt:lpstr>
      <vt:lpstr>Method 2 ⇝ Example 8 (Continue)</vt:lpstr>
      <vt:lpstr>Method 3 Total Probability and Bayes’ Theorem</vt:lpstr>
      <vt:lpstr>Total Probability</vt:lpstr>
      <vt:lpstr>Total Probability</vt:lpstr>
      <vt:lpstr>Total Probability</vt:lpstr>
      <vt:lpstr>Total Probability</vt:lpstr>
      <vt:lpstr>Total Probability</vt:lpstr>
      <vt:lpstr>Total Probability</vt:lpstr>
      <vt:lpstr>Example</vt:lpstr>
      <vt:lpstr>Example</vt:lpstr>
      <vt:lpstr>Example</vt:lpstr>
      <vt:lpstr>Example</vt:lpstr>
      <vt:lpstr>Method 3 ⇝ Example 1</vt:lpstr>
      <vt:lpstr>Method 3 ⇝ Example 1</vt:lpstr>
      <vt:lpstr>Method 3 ⇝ Example 5</vt:lpstr>
      <vt:lpstr>Method 3 ⇝ Example 5 (Continue)</vt:lpstr>
      <vt:lpstr>Method 3 ⇝ Example 5 (Continue)</vt:lpstr>
      <vt:lpstr>Method 3 ⇝ Example 5 (Continue)</vt:lpstr>
      <vt:lpstr>Method 3 ⇝ Example 5 (Continue)</vt:lpstr>
      <vt:lpstr>Bayes’ Theorem</vt:lpstr>
      <vt:lpstr>Bayes’ Theorem</vt:lpstr>
      <vt:lpstr>Bayes’ Theorem</vt:lpstr>
      <vt:lpstr>Bayes’ Theorem</vt:lpstr>
      <vt:lpstr>Bayes’ Theorem</vt:lpstr>
      <vt:lpstr>Bayes’ Theorem : Summary</vt:lpstr>
      <vt:lpstr>Bayes’ Theorem</vt:lpstr>
      <vt:lpstr>Bayes’ Theorem</vt:lpstr>
      <vt:lpstr>Method 3 ⇝ Example 6</vt:lpstr>
      <vt:lpstr>Method 3 ⇝ Example 6 (Continue)</vt:lpstr>
      <vt:lpstr>Method 3 ⇝ Example 8</vt:lpstr>
      <vt:lpstr>Method 3 ⇝ Example 8 (Continue)</vt:lpstr>
      <vt:lpstr>Method 3 ⇝ Example 9</vt:lpstr>
      <vt:lpstr>Method 3 ⇝ Example 9</vt:lpstr>
      <vt:lpstr>Method 3 ⇝ Example 9 (Continue)</vt:lpstr>
      <vt:lpstr>Method 3 ⇝ Example 9 (Continue)</vt:lpstr>
      <vt:lpstr>Method 4 Random Variable  and Probability Function</vt:lpstr>
      <vt:lpstr>Random Variable</vt:lpstr>
      <vt:lpstr>Random Variable</vt:lpstr>
      <vt:lpstr>Discrete Random Variable</vt:lpstr>
      <vt:lpstr>Discrete Random Variable</vt:lpstr>
      <vt:lpstr>Continuous Random Variable</vt:lpstr>
      <vt:lpstr>Continuous Random Variable</vt:lpstr>
      <vt:lpstr>Probability Distribution of Random Variable</vt:lpstr>
      <vt:lpstr>Example</vt:lpstr>
      <vt:lpstr>Example</vt:lpstr>
      <vt:lpstr>Method 4 ⇝ Example 1(Extra)</vt:lpstr>
      <vt:lpstr>Method 4 ⇝ Example 1 (Continue)</vt:lpstr>
      <vt:lpstr>Method 4 ⇝ Example 1 (Continue)</vt:lpstr>
      <vt:lpstr>Probability Function</vt:lpstr>
      <vt:lpstr>Probability Function</vt:lpstr>
      <vt:lpstr>Probability Mass Function</vt:lpstr>
      <vt:lpstr>Remark</vt:lpstr>
      <vt:lpstr>Method 4 ⇝ Example 1</vt:lpstr>
      <vt:lpstr>Method 4 ⇝ Example 1 (Continue)</vt:lpstr>
      <vt:lpstr>Method 4 ⇝ Example 2</vt:lpstr>
      <vt:lpstr>Method 4 ⇝ Example 2 (Continue)</vt:lpstr>
      <vt:lpstr>Method 4 ⇝ Example 2 (Continue)</vt:lpstr>
      <vt:lpstr>Probability Mass Function</vt:lpstr>
      <vt:lpstr>Method 4 ⇝ Example 3</vt:lpstr>
      <vt:lpstr>Method 4 ⇝ Example 3 (Continue)</vt:lpstr>
      <vt:lpstr>Method 4 ⇝ Example 3 (Continue)</vt:lpstr>
      <vt:lpstr>Remark</vt:lpstr>
      <vt:lpstr>Probability Density Function</vt:lpstr>
      <vt:lpstr>Probability Density Function</vt:lpstr>
      <vt:lpstr>Remark (For Continuous Random Variable X )</vt:lpstr>
      <vt:lpstr>Method 4 ⇝ Example 4</vt:lpstr>
      <vt:lpstr>Method 4 ⇝ Example 4 (Continue)</vt:lpstr>
      <vt:lpstr>Method 4 ⇝ Example 4 (Continue)</vt:lpstr>
      <vt:lpstr>Method 4 ⇝ Example 4 (Continue)</vt:lpstr>
      <vt:lpstr>Method 4 ⇝ Example 5</vt:lpstr>
      <vt:lpstr>Method 4 ⇝ Example 5 (Continue)</vt:lpstr>
      <vt:lpstr>Method 5 Various Measures of Statistics</vt:lpstr>
      <vt:lpstr>Mathematical Expectation (Expected Value)</vt:lpstr>
      <vt:lpstr>Why do we need Mathematical Expectation?</vt:lpstr>
      <vt:lpstr>Mathematical Expectation</vt:lpstr>
      <vt:lpstr>Properties of Mathematical Expectation</vt:lpstr>
      <vt:lpstr>Properties of Mathematical Expectation</vt:lpstr>
      <vt:lpstr>Properties of Mathematical Expectation</vt:lpstr>
      <vt:lpstr>Independent Random Variables</vt:lpstr>
      <vt:lpstr>Independent Random Variables</vt:lpstr>
      <vt:lpstr>Variance of Random Variable</vt:lpstr>
      <vt:lpstr>Properties of Variance</vt:lpstr>
      <vt:lpstr>Standard Deviation of Random Variable</vt:lpstr>
      <vt:lpstr>Method 5 ⇝ Example 1</vt:lpstr>
      <vt:lpstr>Method 5 ⇝ Example 1 (Continue)</vt:lpstr>
      <vt:lpstr>Method 5 ⇝ Example 2</vt:lpstr>
      <vt:lpstr>Method 5 ⇝ Example 3</vt:lpstr>
      <vt:lpstr>Method 5 ⇝ Example 3 (Continue)</vt:lpstr>
      <vt:lpstr>Method 5 ⇝ Example 5</vt:lpstr>
      <vt:lpstr>Method 5 ⇝ Example 5 (Continue)</vt:lpstr>
      <vt:lpstr>Method 5 ⇝ Example 5 (Continue)</vt:lpstr>
      <vt:lpstr>Method 5 ⇝ Example 6</vt:lpstr>
      <vt:lpstr>Method 5 ⇝ Example 6 (Continue)</vt:lpstr>
      <vt:lpstr>Method 5 ⇝ Example 6 (Continue)</vt:lpstr>
      <vt:lpstr>Method 5 ⇝ Example 6 (Continue)</vt:lpstr>
      <vt:lpstr>Method 5 ⇝ Example 6 (Continue)</vt:lpstr>
      <vt:lpstr>Method 6 Cumulative Distribution Function</vt:lpstr>
      <vt:lpstr>Why do we even need a CDF?</vt:lpstr>
      <vt:lpstr>Cumulative Distribution Function(CDF)</vt:lpstr>
      <vt:lpstr>Cumulative Distribution Function for Discrete Random Variable</vt:lpstr>
      <vt:lpstr>Cumulative Distribution Function for Discrete Random Variable</vt:lpstr>
      <vt:lpstr>Example</vt:lpstr>
      <vt:lpstr>Example</vt:lpstr>
      <vt:lpstr>Example</vt:lpstr>
      <vt:lpstr>Example</vt:lpstr>
      <vt:lpstr>Example</vt:lpstr>
      <vt:lpstr>Example</vt:lpstr>
      <vt:lpstr>Example</vt:lpstr>
      <vt:lpstr>Example</vt:lpstr>
      <vt:lpstr>Remark</vt:lpstr>
      <vt:lpstr>Steps to build the CDF</vt:lpstr>
      <vt:lpstr>Method 6 ⇝ Example 1</vt:lpstr>
      <vt:lpstr>Method 6 ⇝ Example 1 (Continue)</vt:lpstr>
      <vt:lpstr>Graph of CDF</vt:lpstr>
      <vt:lpstr>Cumulative Distribution Function for Continuous Random Variable</vt:lpstr>
      <vt:lpstr>Cumulative Distribution Function for Continuous Random Variable</vt:lpstr>
      <vt:lpstr>Properties</vt:lpstr>
      <vt:lpstr>Properties</vt:lpstr>
      <vt:lpstr>Method 6 ⇝ Example 2</vt:lpstr>
      <vt:lpstr>Method 6 ⇝ Example 2 (Continue)</vt:lpstr>
      <vt:lpstr>Method 6 ⇝ Example 2 (Continue)</vt:lpstr>
      <vt:lpstr>Properties</vt:lpstr>
      <vt:lpstr>Properties</vt:lpstr>
      <vt:lpstr>Method 6 ⇝ Example 3</vt:lpstr>
      <vt:lpstr>Method 6 ⇝ Example 3 (Continue)</vt:lpstr>
      <vt:lpstr>Method 6 ⇝ Example 3 (Continue)</vt:lpstr>
      <vt:lpstr>Method 6 ⇝ Example 3 (Continue)</vt:lpstr>
      <vt:lpstr>Method 6 ⇝ Example 3 (Continue)</vt:lpstr>
      <vt:lpstr>Method 6 ⇝ Example 3 (Continue)</vt:lpstr>
      <vt:lpstr>Method 6 ⇝ Example 3 (Continue)</vt:lpstr>
      <vt:lpstr>Improper Integral</vt:lpstr>
      <vt:lpstr>Improper Integral – Type I</vt:lpstr>
      <vt:lpstr>How to solve Improper Integral – Type I ?</vt:lpstr>
      <vt:lpstr>How to solve Improper Integral – Type I ?</vt:lpstr>
      <vt:lpstr>How to solve Improper Integral – Type I ?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Vasudev </cp:lastModifiedBy>
  <cp:revision>1973</cp:revision>
  <dcterms:created xsi:type="dcterms:W3CDTF">2020-05-01T05:09:15Z</dcterms:created>
  <dcterms:modified xsi:type="dcterms:W3CDTF">2026-01-27T07:13:11Z</dcterms:modified>
</cp:coreProperties>
</file>