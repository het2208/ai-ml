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autoCompressPictures="0">
  <p:sldMasterIdLst>
    <p:sldMasterId id="2147483648" r:id="rId1"/>
  </p:sldMasterIdLst>
  <p:notesMasterIdLst>
    <p:notesMasterId r:id="rId217"/>
  </p:notesMasterIdLst>
  <p:handoutMasterIdLst>
    <p:handoutMasterId r:id="rId218"/>
  </p:handoutMasterIdLst>
  <p:sldIdLst>
    <p:sldId id="256" r:id="rId2"/>
    <p:sldId id="265" r:id="rId3"/>
    <p:sldId id="268" r:id="rId4"/>
    <p:sldId id="927" r:id="rId5"/>
    <p:sldId id="269" r:id="rId6"/>
    <p:sldId id="856" r:id="rId7"/>
    <p:sldId id="1252" r:id="rId8"/>
    <p:sldId id="1235" r:id="rId9"/>
    <p:sldId id="1237" r:id="rId10"/>
    <p:sldId id="1236" r:id="rId11"/>
    <p:sldId id="1239" r:id="rId12"/>
    <p:sldId id="1240" r:id="rId13"/>
    <p:sldId id="1248" r:id="rId14"/>
    <p:sldId id="1250" r:id="rId15"/>
    <p:sldId id="1251" r:id="rId16"/>
    <p:sldId id="941" r:id="rId17"/>
    <p:sldId id="858" r:id="rId18"/>
    <p:sldId id="1255" r:id="rId19"/>
    <p:sldId id="1254" r:id="rId20"/>
    <p:sldId id="859" r:id="rId21"/>
    <p:sldId id="257" r:id="rId22"/>
    <p:sldId id="721" r:id="rId23"/>
    <p:sldId id="863" r:id="rId24"/>
    <p:sldId id="864" r:id="rId25"/>
    <p:sldId id="865" r:id="rId26"/>
    <p:sldId id="1126" r:id="rId27"/>
    <p:sldId id="866" r:id="rId28"/>
    <p:sldId id="1216" r:id="rId29"/>
    <p:sldId id="1219" r:id="rId30"/>
    <p:sldId id="775" r:id="rId31"/>
    <p:sldId id="929" r:id="rId32"/>
    <p:sldId id="807" r:id="rId33"/>
    <p:sldId id="1112" r:id="rId34"/>
    <p:sldId id="1247" r:id="rId35"/>
    <p:sldId id="1256" r:id="rId36"/>
    <p:sldId id="1246" r:id="rId37"/>
    <p:sldId id="1238" r:id="rId38"/>
    <p:sldId id="1127" r:id="rId39"/>
    <p:sldId id="820" r:id="rId40"/>
    <p:sldId id="931" r:id="rId41"/>
    <p:sldId id="1220" r:id="rId42"/>
    <p:sldId id="932" r:id="rId43"/>
    <p:sldId id="1257" r:id="rId44"/>
    <p:sldId id="1258" r:id="rId45"/>
    <p:sldId id="1260" r:id="rId46"/>
    <p:sldId id="934" r:id="rId47"/>
    <p:sldId id="1092" r:id="rId48"/>
    <p:sldId id="1261" r:id="rId49"/>
    <p:sldId id="1262" r:id="rId50"/>
    <p:sldId id="1263" r:id="rId51"/>
    <p:sldId id="1196" r:id="rId52"/>
    <p:sldId id="1221" r:id="rId53"/>
    <p:sldId id="1197" r:id="rId54"/>
    <p:sldId id="938" r:id="rId55"/>
    <p:sldId id="1113" r:id="rId56"/>
    <p:sldId id="1095" r:id="rId57"/>
    <p:sldId id="1114" r:id="rId58"/>
    <p:sldId id="1200" r:id="rId59"/>
    <p:sldId id="940" r:id="rId60"/>
    <p:sldId id="1053" r:id="rId61"/>
    <p:sldId id="1201" r:id="rId62"/>
    <p:sldId id="1202" r:id="rId63"/>
    <p:sldId id="1100" r:id="rId64"/>
    <p:sldId id="1109" r:id="rId65"/>
    <p:sldId id="1128" r:id="rId66"/>
    <p:sldId id="875" r:id="rId67"/>
    <p:sldId id="930" r:id="rId68"/>
    <p:sldId id="1203" r:id="rId69"/>
    <p:sldId id="1115" r:id="rId70"/>
    <p:sldId id="947" r:id="rId71"/>
    <p:sldId id="1129" r:id="rId72"/>
    <p:sldId id="948" r:id="rId73"/>
    <p:sldId id="1198" r:id="rId74"/>
    <p:sldId id="944" r:id="rId75"/>
    <p:sldId id="950" r:id="rId76"/>
    <p:sldId id="951" r:id="rId77"/>
    <p:sldId id="954" r:id="rId78"/>
    <p:sldId id="956" r:id="rId79"/>
    <p:sldId id="1130" r:id="rId80"/>
    <p:sldId id="1223" r:id="rId81"/>
    <p:sldId id="1270" r:id="rId82"/>
    <p:sldId id="1271" r:id="rId83"/>
    <p:sldId id="1272" r:id="rId84"/>
    <p:sldId id="1131" r:id="rId85"/>
    <p:sldId id="878" r:id="rId86"/>
    <p:sldId id="873" r:id="rId87"/>
    <p:sldId id="958" r:id="rId88"/>
    <p:sldId id="966" r:id="rId89"/>
    <p:sldId id="880" r:id="rId90"/>
    <p:sldId id="967" r:id="rId91"/>
    <p:sldId id="961" r:id="rId92"/>
    <p:sldId id="1224" r:id="rId93"/>
    <p:sldId id="1134" r:id="rId94"/>
    <p:sldId id="1133" r:id="rId95"/>
    <p:sldId id="1096" r:id="rId96"/>
    <p:sldId id="1132" r:id="rId97"/>
    <p:sldId id="957" r:id="rId98"/>
    <p:sldId id="1264" r:id="rId99"/>
    <p:sldId id="1265" r:id="rId100"/>
    <p:sldId id="1266" r:id="rId101"/>
    <p:sldId id="1267" r:id="rId102"/>
    <p:sldId id="1268" r:id="rId103"/>
    <p:sldId id="1269" r:id="rId104"/>
    <p:sldId id="829" r:id="rId105"/>
    <p:sldId id="1273" r:id="rId106"/>
    <p:sldId id="1274" r:id="rId107"/>
    <p:sldId id="1275" r:id="rId108"/>
    <p:sldId id="1276" r:id="rId109"/>
    <p:sldId id="1277" r:id="rId110"/>
    <p:sldId id="850" r:id="rId111"/>
    <p:sldId id="830" r:id="rId112"/>
    <p:sldId id="834" r:id="rId113"/>
    <p:sldId id="1135" r:id="rId114"/>
    <p:sldId id="1136" r:id="rId115"/>
    <p:sldId id="971" r:id="rId116"/>
    <p:sldId id="972" r:id="rId117"/>
    <p:sldId id="973" r:id="rId118"/>
    <p:sldId id="974" r:id="rId119"/>
    <p:sldId id="1137" r:id="rId120"/>
    <p:sldId id="965" r:id="rId121"/>
    <p:sldId id="1018" r:id="rId122"/>
    <p:sldId id="1138" r:id="rId123"/>
    <p:sldId id="1066" r:id="rId124"/>
    <p:sldId id="964" r:id="rId125"/>
    <p:sldId id="977" r:id="rId126"/>
    <p:sldId id="1139" r:id="rId127"/>
    <p:sldId id="1140" r:id="rId128"/>
    <p:sldId id="1117" r:id="rId129"/>
    <p:sldId id="1143" r:id="rId130"/>
    <p:sldId id="1225" r:id="rId131"/>
    <p:sldId id="980" r:id="rId132"/>
    <p:sldId id="1144" r:id="rId133"/>
    <p:sldId id="1145" r:id="rId134"/>
    <p:sldId id="1146" r:id="rId135"/>
    <p:sldId id="1147" r:id="rId136"/>
    <p:sldId id="968" r:id="rId137"/>
    <p:sldId id="1105" r:id="rId138"/>
    <p:sldId id="981" r:id="rId139"/>
    <p:sldId id="1103" r:id="rId140"/>
    <p:sldId id="1226" r:id="rId141"/>
    <p:sldId id="1227" r:id="rId142"/>
    <p:sldId id="998" r:id="rId143"/>
    <p:sldId id="1110" r:id="rId144"/>
    <p:sldId id="1119" r:id="rId145"/>
    <p:sldId id="1148" r:id="rId146"/>
    <p:sldId id="1004" r:id="rId147"/>
    <p:sldId id="1007" r:id="rId148"/>
    <p:sldId id="1008" r:id="rId149"/>
    <p:sldId id="1149" r:id="rId150"/>
    <p:sldId id="1120" r:id="rId151"/>
    <p:sldId id="1151" r:id="rId152"/>
    <p:sldId id="1152" r:id="rId153"/>
    <p:sldId id="1153" r:id="rId154"/>
    <p:sldId id="896" r:id="rId155"/>
    <p:sldId id="897" r:id="rId156"/>
    <p:sldId id="898" r:id="rId157"/>
    <p:sldId id="900" r:id="rId158"/>
    <p:sldId id="1154" r:id="rId159"/>
    <p:sldId id="1204" r:id="rId160"/>
    <p:sldId id="1228" r:id="rId161"/>
    <p:sldId id="1206" r:id="rId162"/>
    <p:sldId id="1019" r:id="rId163"/>
    <p:sldId id="1155" r:id="rId164"/>
    <p:sldId id="1156" r:id="rId165"/>
    <p:sldId id="1157" r:id="rId166"/>
    <p:sldId id="1158" r:id="rId167"/>
    <p:sldId id="1159" r:id="rId168"/>
    <p:sldId id="1160" r:id="rId169"/>
    <p:sldId id="1029" r:id="rId170"/>
    <p:sldId id="1161" r:id="rId171"/>
    <p:sldId id="1162" r:id="rId172"/>
    <p:sldId id="1163" r:id="rId173"/>
    <p:sldId id="1164" r:id="rId174"/>
    <p:sldId id="1165" r:id="rId175"/>
    <p:sldId id="1166" r:id="rId176"/>
    <p:sldId id="1048" r:id="rId177"/>
    <p:sldId id="1167" r:id="rId178"/>
    <p:sldId id="1168" r:id="rId179"/>
    <p:sldId id="1141" r:id="rId180"/>
    <p:sldId id="1169" r:id="rId181"/>
    <p:sldId id="1142" r:id="rId182"/>
    <p:sldId id="1170" r:id="rId183"/>
    <p:sldId id="1171" r:id="rId184"/>
    <p:sldId id="916" r:id="rId185"/>
    <p:sldId id="917" r:id="rId186"/>
    <p:sldId id="1195" r:id="rId187"/>
    <p:sldId id="985" r:id="rId188"/>
    <p:sldId id="986" r:id="rId189"/>
    <p:sldId id="1205" r:id="rId190"/>
    <p:sldId id="983" r:id="rId191"/>
    <p:sldId id="984" r:id="rId192"/>
    <p:sldId id="1084" r:id="rId193"/>
    <p:sldId id="1172" r:id="rId194"/>
    <p:sldId id="1174" r:id="rId195"/>
    <p:sldId id="1085" r:id="rId196"/>
    <p:sldId id="1150" r:id="rId197"/>
    <p:sldId id="1175" r:id="rId198"/>
    <p:sldId id="1176" r:id="rId199"/>
    <p:sldId id="1229" r:id="rId200"/>
    <p:sldId id="1177" r:id="rId201"/>
    <p:sldId id="1178" r:id="rId202"/>
    <p:sldId id="1179" r:id="rId203"/>
    <p:sldId id="1180" r:id="rId204"/>
    <p:sldId id="1181" r:id="rId205"/>
    <p:sldId id="1230" r:id="rId206"/>
    <p:sldId id="1233" r:id="rId207"/>
    <p:sldId id="1232" r:id="rId208"/>
    <p:sldId id="1183" r:id="rId209"/>
    <p:sldId id="1185" r:id="rId210"/>
    <p:sldId id="1184" r:id="rId211"/>
    <p:sldId id="1189" r:id="rId212"/>
    <p:sldId id="1190" r:id="rId213"/>
    <p:sldId id="1191" r:id="rId214"/>
    <p:sldId id="1192" r:id="rId215"/>
    <p:sldId id="264" r:id="rId216"/>
  </p:sldIdLst>
  <p:sldSz cx="12192000" cy="6858000"/>
  <p:notesSz cx="6858000" cy="9144000"/>
  <p:embeddedFontLst>
    <p:embeddedFont>
      <p:font typeface="Calibri" panose="020F0502020204030204" pitchFamily="34" charset="0"/>
      <p:regular r:id="rId219"/>
      <p:bold r:id="rId220"/>
      <p:italic r:id="rId221"/>
      <p:boldItalic r:id="rId222"/>
    </p:embeddedFont>
    <p:embeddedFont>
      <p:font typeface="Cambria" panose="02040503050406030204" pitchFamily="18" charset="0"/>
      <p:regular r:id="rId223"/>
      <p:bold r:id="rId224"/>
      <p:italic r:id="rId225"/>
      <p:boldItalic r:id="rId226"/>
    </p:embeddedFont>
    <p:embeddedFont>
      <p:font typeface="Cambria Math" panose="02040503050406030204" pitchFamily="18" charset="0"/>
      <p:regular r:id="rId227"/>
    </p:embeddedFont>
    <p:embeddedFont>
      <p:font typeface="Roboto Condensed" panose="02000000000000000000" pitchFamily="2" charset="0"/>
      <p:regular r:id="rId228"/>
      <p:bold r:id="rId229"/>
      <p:italic r:id="rId230"/>
      <p:boldItalic r:id="rId231"/>
    </p:embeddedFont>
    <p:embeddedFont>
      <p:font typeface="Roboto Condensed Light" panose="02000000000000000000" pitchFamily="2" charset="0"/>
      <p:regular r:id="rId232"/>
      <p:italic r:id="rId233"/>
    </p:embeddedFont>
    <p:embeddedFont>
      <p:font typeface="Wingdings 3" panose="05040102010807070707" pitchFamily="18" charset="2"/>
      <p:regular r:id="rId234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YvwWJH5tI1uYSL1tJLwvzg==" hashData="aXandjyT2S0aGPQATfK55MeJUjbtSHx0g053tGFpSocnxLqTn5zMi4UsKNt1QgxXgt3jmZFxFCNqXW279p0EAA=="/>
  <p:extLst>
    <p:ext uri="{521415D9-36F7-43E2-AB2F-B90AF26B5E84}">
      <p14:sectionLst xmlns:p14="http://schemas.microsoft.com/office/powerpoint/2010/main">
        <p14:section name="Default Section" id="{D6308B86-1D7D-4B7C-9756-EDA8E8D1EE9D}">
          <p14:sldIdLst>
            <p14:sldId id="256"/>
            <p14:sldId id="265"/>
            <p14:sldId id="268"/>
            <p14:sldId id="927"/>
            <p14:sldId id="269"/>
          </p14:sldIdLst>
        </p14:section>
        <p14:section name="Introduction" id="{35DCF512-9115-4042-8F53-A4FD20FEF0B2}">
          <p14:sldIdLst>
            <p14:sldId id="856"/>
            <p14:sldId id="1252"/>
            <p14:sldId id="1235"/>
            <p14:sldId id="1237"/>
            <p14:sldId id="1236"/>
            <p14:sldId id="1239"/>
            <p14:sldId id="1240"/>
            <p14:sldId id="1248"/>
            <p14:sldId id="1250"/>
            <p14:sldId id="1251"/>
            <p14:sldId id="941"/>
            <p14:sldId id="858"/>
            <p14:sldId id="1255"/>
            <p14:sldId id="1254"/>
            <p14:sldId id="859"/>
          </p14:sldIdLst>
        </p14:section>
        <p14:section name="1. Frequency Distributions" id="{7FD381F1-18ED-46D6-AE97-24C0A716868F}">
          <p14:sldIdLst>
            <p14:sldId id="257"/>
            <p14:sldId id="721"/>
            <p14:sldId id="863"/>
            <p14:sldId id="864"/>
            <p14:sldId id="865"/>
            <p14:sldId id="1126"/>
            <p14:sldId id="866"/>
            <p14:sldId id="1216"/>
            <p14:sldId id="1219"/>
            <p14:sldId id="775"/>
            <p14:sldId id="929"/>
          </p14:sldIdLst>
        </p14:section>
        <p14:section name="2. Measure of Central Tendency" id="{2EF9E2AF-BF64-46FB-8381-C547BF499F0B}">
          <p14:sldIdLst>
            <p14:sldId id="807"/>
            <p14:sldId id="1112"/>
            <p14:sldId id="1247"/>
            <p14:sldId id="1256"/>
            <p14:sldId id="1246"/>
            <p14:sldId id="1238"/>
          </p14:sldIdLst>
        </p14:section>
        <p14:section name="2.1 Mean" id="{A485FA46-D81B-47DE-A72F-14F74DE6B0EA}">
          <p14:sldIdLst>
            <p14:sldId id="1127"/>
            <p14:sldId id="820"/>
            <p14:sldId id="931"/>
            <p14:sldId id="1220"/>
            <p14:sldId id="932"/>
            <p14:sldId id="1257"/>
            <p14:sldId id="1258"/>
            <p14:sldId id="1260"/>
            <p14:sldId id="934"/>
            <p14:sldId id="1092"/>
            <p14:sldId id="1261"/>
            <p14:sldId id="1262"/>
            <p14:sldId id="1263"/>
            <p14:sldId id="1196"/>
            <p14:sldId id="1221"/>
            <p14:sldId id="1197"/>
            <p14:sldId id="938"/>
            <p14:sldId id="1113"/>
            <p14:sldId id="1095"/>
            <p14:sldId id="1114"/>
            <p14:sldId id="1200"/>
            <p14:sldId id="940"/>
            <p14:sldId id="1053"/>
            <p14:sldId id="1201"/>
            <p14:sldId id="1202"/>
            <p14:sldId id="1100"/>
            <p14:sldId id="1109"/>
          </p14:sldIdLst>
        </p14:section>
        <p14:section name="2.2 Median" id="{A29938BB-F224-4AE4-A86A-D88C04C2F6FA}">
          <p14:sldIdLst>
            <p14:sldId id="1128"/>
            <p14:sldId id="875"/>
            <p14:sldId id="930"/>
            <p14:sldId id="1203"/>
            <p14:sldId id="1115"/>
            <p14:sldId id="947"/>
            <p14:sldId id="1129"/>
            <p14:sldId id="948"/>
            <p14:sldId id="1198"/>
            <p14:sldId id="944"/>
            <p14:sldId id="950"/>
            <p14:sldId id="951"/>
            <p14:sldId id="954"/>
            <p14:sldId id="956"/>
            <p14:sldId id="1130"/>
            <p14:sldId id="1223"/>
            <p14:sldId id="1270"/>
            <p14:sldId id="1271"/>
            <p14:sldId id="1272"/>
          </p14:sldIdLst>
        </p14:section>
        <p14:section name="2.3 Mode" id="{CD34E905-174F-4601-9C5A-2535D1C71662}">
          <p14:sldIdLst>
            <p14:sldId id="1131"/>
            <p14:sldId id="878"/>
            <p14:sldId id="873"/>
            <p14:sldId id="958"/>
            <p14:sldId id="966"/>
            <p14:sldId id="880"/>
            <p14:sldId id="967"/>
            <p14:sldId id="961"/>
            <p14:sldId id="1224"/>
            <p14:sldId id="1134"/>
            <p14:sldId id="1133"/>
            <p14:sldId id="1096"/>
            <p14:sldId id="1132"/>
            <p14:sldId id="957"/>
            <p14:sldId id="1264"/>
            <p14:sldId id="1265"/>
            <p14:sldId id="1266"/>
            <p14:sldId id="1267"/>
            <p14:sldId id="1268"/>
            <p14:sldId id="1269"/>
          </p14:sldIdLst>
        </p14:section>
        <p14:section name="3. Measure of Variability" id="{8C575CC5-94F1-42FB-A105-8DB1D66B8BBD}">
          <p14:sldIdLst>
            <p14:sldId id="829"/>
            <p14:sldId id="1273"/>
            <p14:sldId id="1274"/>
            <p14:sldId id="1275"/>
            <p14:sldId id="1276"/>
            <p14:sldId id="1277"/>
            <p14:sldId id="850"/>
            <p14:sldId id="830"/>
            <p14:sldId id="834"/>
            <p14:sldId id="1135"/>
            <p14:sldId id="1136"/>
            <p14:sldId id="971"/>
            <p14:sldId id="972"/>
            <p14:sldId id="973"/>
            <p14:sldId id="974"/>
            <p14:sldId id="1137"/>
            <p14:sldId id="965"/>
            <p14:sldId id="1018"/>
            <p14:sldId id="1138"/>
            <p14:sldId id="1066"/>
            <p14:sldId id="964"/>
            <p14:sldId id="977"/>
            <p14:sldId id="1139"/>
            <p14:sldId id="1140"/>
            <p14:sldId id="1117"/>
            <p14:sldId id="1143"/>
            <p14:sldId id="1225"/>
            <p14:sldId id="980"/>
            <p14:sldId id="1144"/>
            <p14:sldId id="1145"/>
            <p14:sldId id="1146"/>
            <p14:sldId id="1147"/>
            <p14:sldId id="968"/>
            <p14:sldId id="1105"/>
            <p14:sldId id="981"/>
            <p14:sldId id="1103"/>
            <p14:sldId id="1226"/>
            <p14:sldId id="1227"/>
            <p14:sldId id="998"/>
            <p14:sldId id="1110"/>
            <p14:sldId id="1119"/>
            <p14:sldId id="1148"/>
            <p14:sldId id="1004"/>
            <p14:sldId id="1007"/>
            <p14:sldId id="1008"/>
            <p14:sldId id="1149"/>
            <p14:sldId id="1120"/>
            <p14:sldId id="1151"/>
            <p14:sldId id="1152"/>
            <p14:sldId id="1153"/>
          </p14:sldIdLst>
        </p14:section>
        <p14:section name="4. Moments" id="{CAC0E6DE-B994-406C-B840-F2B108058238}">
          <p14:sldIdLst>
            <p14:sldId id="896"/>
            <p14:sldId id="897"/>
            <p14:sldId id="898"/>
            <p14:sldId id="900"/>
            <p14:sldId id="1154"/>
            <p14:sldId id="1204"/>
            <p14:sldId id="1228"/>
            <p14:sldId id="1206"/>
            <p14:sldId id="1019"/>
            <p14:sldId id="1155"/>
            <p14:sldId id="1156"/>
            <p14:sldId id="1157"/>
            <p14:sldId id="1158"/>
            <p14:sldId id="1159"/>
            <p14:sldId id="1160"/>
            <p14:sldId id="1029"/>
            <p14:sldId id="1161"/>
            <p14:sldId id="1162"/>
            <p14:sldId id="1163"/>
            <p14:sldId id="1164"/>
            <p14:sldId id="1165"/>
            <p14:sldId id="1166"/>
            <p14:sldId id="1048"/>
            <p14:sldId id="1167"/>
            <p14:sldId id="1168"/>
            <p14:sldId id="1141"/>
            <p14:sldId id="1169"/>
            <p14:sldId id="1142"/>
            <p14:sldId id="1170"/>
            <p14:sldId id="1171"/>
          </p14:sldIdLst>
        </p14:section>
        <p14:section name="5. Measure of Skewness" id="{B0A7509F-5A90-440E-8252-B4E6B0DEB82C}">
          <p14:sldIdLst>
            <p14:sldId id="916"/>
            <p14:sldId id="917"/>
            <p14:sldId id="1195"/>
            <p14:sldId id="985"/>
            <p14:sldId id="986"/>
            <p14:sldId id="1205"/>
            <p14:sldId id="983"/>
            <p14:sldId id="984"/>
            <p14:sldId id="1084"/>
            <p14:sldId id="1172"/>
            <p14:sldId id="1174"/>
            <p14:sldId id="1085"/>
            <p14:sldId id="1150"/>
            <p14:sldId id="1175"/>
            <p14:sldId id="1176"/>
            <p14:sldId id="1229"/>
            <p14:sldId id="1177"/>
            <p14:sldId id="1178"/>
            <p14:sldId id="1179"/>
            <p14:sldId id="1180"/>
          </p14:sldIdLst>
        </p14:section>
        <p14:section name="6. Kurtosis" id="{16545D6D-A2A9-46B7-8695-140856912A9B}">
          <p14:sldIdLst>
            <p14:sldId id="1181"/>
            <p14:sldId id="1230"/>
            <p14:sldId id="1233"/>
            <p14:sldId id="1232"/>
            <p14:sldId id="1183"/>
            <p14:sldId id="1185"/>
            <p14:sldId id="1184"/>
            <p14:sldId id="1189"/>
            <p14:sldId id="1190"/>
            <p14:sldId id="1191"/>
            <p14:sldId id="1192"/>
            <p14:sldId id="264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sujain39@gmail.com" initials="v" lastIdx="1" clrIdx="0">
    <p:extLst>
      <p:ext uri="{19B8F6BF-5375-455C-9EA6-DF929625EA0E}">
        <p15:presenceInfo xmlns:p15="http://schemas.microsoft.com/office/powerpoint/2012/main" userId="4e3c4d1726c659fc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3D3DEF"/>
    <a:srgbClr val="D22828"/>
    <a:srgbClr val="E26868"/>
    <a:srgbClr val="E7E7FD"/>
    <a:srgbClr val="B84742"/>
    <a:srgbClr val="FFFF00"/>
    <a:srgbClr val="B14440"/>
    <a:srgbClr val="F1DAD9"/>
    <a:srgbClr val="00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A488322-F2BA-4B5B-9748-0D474271808F}" styleName="Medium Style 3 - 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46F890A9-2807-4EBB-B81D-B2AA78EC7F39}" styleName="Dark Style 2 - Accent 5/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64" autoAdjust="0"/>
    <p:restoredTop sz="93861" autoAdjust="0"/>
  </p:normalViewPr>
  <p:slideViewPr>
    <p:cSldViewPr snapToGrid="0">
      <p:cViewPr>
        <p:scale>
          <a:sx n="50" d="100"/>
          <a:sy n="50" d="100"/>
        </p:scale>
        <p:origin x="1410" y="258"/>
      </p:cViewPr>
      <p:guideLst/>
    </p:cSldViewPr>
  </p:slideViewPr>
  <p:outlineViewPr>
    <p:cViewPr>
      <p:scale>
        <a:sx n="33" d="100"/>
        <a:sy n="33" d="100"/>
      </p:scale>
      <p:origin x="0" y="-35526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7236"/>
    </p:cViewPr>
  </p:sorterViewPr>
  <p:notesViewPr>
    <p:cSldViewPr snapToGrid="0">
      <p:cViewPr varScale="1">
        <p:scale>
          <a:sx n="47" d="100"/>
          <a:sy n="47" d="100"/>
        </p:scale>
        <p:origin x="2040" y="3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font" Target="fonts/font8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viewProps" Target="viewProp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font" Target="fonts/font9.fntdata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notesMaster" Target="notesMasters/notesMaster1.xml"/><Relationship Id="rId6" Type="http://schemas.openxmlformats.org/officeDocument/2006/relationships/slide" Target="slides/slide5.xml"/><Relationship Id="rId238" Type="http://schemas.openxmlformats.org/officeDocument/2006/relationships/theme" Target="theme/theme1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font" Target="fonts/font10.fntdata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handoutMaster" Target="handoutMasters/handoutMaster1.xml"/><Relationship Id="rId239" Type="http://schemas.openxmlformats.org/officeDocument/2006/relationships/tableStyles" Target="tableStyles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font" Target="fonts/font11.fntdata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font" Target="fonts/font1.fntdata"/><Relationship Id="rId230" Type="http://schemas.openxmlformats.org/officeDocument/2006/relationships/font" Target="fonts/font12.fntdata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font" Target="fonts/font2.fntdata"/><Relationship Id="rId225" Type="http://schemas.openxmlformats.org/officeDocument/2006/relationships/font" Target="fonts/font7.fntdata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36" Type="http://schemas.openxmlformats.org/officeDocument/2006/relationships/presProps" Target="presProps.xml"/><Relationship Id="rId26" Type="http://schemas.openxmlformats.org/officeDocument/2006/relationships/slide" Target="slides/slide25.xml"/><Relationship Id="rId231" Type="http://schemas.openxmlformats.org/officeDocument/2006/relationships/font" Target="fonts/font13.fntdata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font" Target="fonts/font3.fntdata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font" Target="fonts/font14.fntdata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font" Target="fonts/font4.fntdata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font" Target="fonts/font15.fntdata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font" Target="fonts/font5.fntdata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font" Target="fonts/font16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font" Target="fonts/font6.fntdata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commentAuthors" Target="commentAuthors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0691E0-E0E7-464F-892B-71ACC2518A4D}" type="datetimeFigureOut">
              <a:rPr lang="en-US" smtClean="0"/>
              <a:t>11/28/2025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53689D-5810-4E66-9D5F-1657D824CFA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70960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648E3F3-8B31-41D2-AA9B-9796555DB866}" type="datetimeFigureOut">
              <a:rPr lang="en-US" smtClean="0"/>
              <a:t>11/28/2025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C79BDEF-6165-4E72-B1A6-6E8034CEC24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0139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00848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8716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3253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34267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10729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4122F1-E6C3-F1C6-63F8-1178B29ED0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77F7419-D75F-88F8-DB71-B04DBCF4D6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D45847-DC25-2792-BFAB-1016BEA5A8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DCBA37D-60E1-86D1-C310-000C86ABA9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03846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210649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460AFE-31E1-15ED-AAE9-A7F7F4F469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B4B9E08-28E9-187F-D6D0-18A191A3C81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81C3824-8E46-E8EF-0B77-23ADEF609C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91404B-1F04-6F2B-6119-955D85C52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492669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2BCB2-081A-6589-D7B5-0C8A4763BA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7C6FB26-7522-F05B-5D2E-2DCEA8245C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D983EDE-42B0-C06A-E98F-90AC3A0FDD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DD5C6F-F15B-9D26-F6AB-955A00A731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03265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25390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9D63-1BB8-6B06-AA91-00F92C021F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A4A5D1-3F12-2873-6380-B2872C5633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35677A-64B3-D01F-1B8C-DEE5A60B79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9D4361-9914-FA14-D4C0-E09A823196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284284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FF537-6C93-90EF-E752-46F1112B3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03861C1-844B-9D9E-7C84-857081BA3B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C03738-5D48-D157-302B-22C8E0E406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254563-86F4-565F-CC1E-A670AE4E02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515375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8C5E56-9A7D-0A42-54E9-6C2158376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814722-D0E6-051D-F2D4-40EBA6B23D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959E2E7-898F-F959-CA78-856FAD36AE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23B0E72-C3C1-1B3F-36BA-8E34F2A28A0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81769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753097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7884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536224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286936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59385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495967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799FF-029C-697A-29A2-5A6F092643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931E66C-3688-5637-397B-517CFDB300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9129BC0-C1E7-9786-18D0-0E060800D5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C32E6F3-9E75-635E-A011-572345DBD3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926819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895893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876638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383130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889409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701303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537577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421974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17617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60758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969722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32136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1AAF6D-6A58-831D-DF1A-A056D53504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89C007-44AB-2748-602C-BAA3FBEEB5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5E097EF-B272-7960-69C7-2E754B10BD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15086B-D795-CA69-3AF3-599B82E5B2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622596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302496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70130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00871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779208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37682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20633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20F858-F6F5-4263-A723-CCF0097959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37A15D-6BB3-4D46-1262-F3EC89B3C2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5A1FF04-3DC2-DC01-3919-D91345804C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3B97EC-AF9C-88FE-6F10-144B88839D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47059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3FB8F-673E-09F5-6F02-6FC03F7F9F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D969FBB-86F4-2791-2BDB-0106BA79B7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F09E32D-2E3C-9E48-03F9-F17C78132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A4FFEE-1793-32DA-35AB-D8F0813364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54577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925698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4BE895-9CFE-64E1-C48B-6D557446E5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9B702A-21A9-9136-8740-C381B44B99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A2FAEDB-CB2C-B175-99BC-0BB5F88CCA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2CA3CA-2DE1-FFBD-658A-814F61D611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327819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2B174-221A-2D1D-CD8B-B8C53F071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D140B-B014-A95D-7791-2CECAF02A9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49440-F898-B5B6-2945-B6890165D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B95BBE-D14E-F706-994A-B627638025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855436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2B174-221A-2D1D-CD8B-B8C53F071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D140B-B014-A95D-7791-2CECAF02A9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49440-F898-B5B6-2945-B6890165D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B95BBE-D14E-F706-994A-B627638025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1918939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CB55B-684F-BC6D-9EBF-8CF1838C9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B086F4-AAF5-6B3B-0B88-C5164B568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EEEA98-FCF4-D29E-7A3E-4A1F4323F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227D2E-6D83-30FF-C71C-0D020ECB0D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477378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CB55B-684F-BC6D-9EBF-8CF1838C9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B086F4-AAF5-6B3B-0B88-C5164B568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EEEA98-FCF4-D29E-7A3E-4A1F4323F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227D2E-6D83-30FF-C71C-0D020ECB0D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448850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A21CC0-46D9-8B03-1B0E-436D90071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BCD041-3BA2-4C69-0CD7-C2A59C7FF3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C241E91-CD3E-82B3-7B9A-7408BA5CC7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1494D98-9755-34F0-6001-2E732915F0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54732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470161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252650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88225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1422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831658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3237229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628ED-9600-4E1C-6594-2EA1E0D8C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9C3326-0F25-73C2-2856-0DA8189E68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5A43283-8CF0-1E47-D5D1-3BB509C4D3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036ED3-4BE2-6E20-2197-94D5036314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94906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E480-55B9-7FBD-A3BB-04D67F1CB7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F9958D-5D89-8A3F-2F7B-388C25C6C1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B0A8798-A66D-80CE-4234-3BF53A7B9C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3055BD-E31E-2888-E0BF-CAE9957C23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894690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628ED-9600-4E1C-6594-2EA1E0D8C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9C3326-0F25-73C2-2856-0DA8189E68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5A43283-8CF0-1E47-D5D1-3BB509C4D3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036ED3-4BE2-6E20-2197-94D5036314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485760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E480-55B9-7FBD-A3BB-04D67F1CB7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F9958D-5D89-8A3F-2F7B-388C25C6C1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B0A8798-A66D-80CE-4234-3BF53A7B9C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3055BD-E31E-2888-E0BF-CAE9957C23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885446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6E1F9-F0F6-CA93-BD42-B62524397B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54144B9-D8EF-2F44-6D18-F0C9CEF6DB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CE95A63-D3AA-D093-58CD-E384E3DC43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95FB77-C6F2-37F3-17DE-A21207A39F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381655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BD8D8A-A8CB-E672-9D29-7C329C09AB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C731891-274C-6280-4073-8A955B379D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DD123B-2334-4FA5-84AD-A0DF57B83B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A1B7E9-B833-65B2-28C5-9D90A4FDA0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208424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91FFF-BFF7-DD43-0053-996C5A8EE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B630A9-E393-F880-187E-ABB1A1C27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A58147-CD0D-9C8E-30F8-DF407F17A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64843-3039-6F54-DA39-D328EDCF2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902738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91FFF-BFF7-DD43-0053-996C5A8EE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B630A9-E393-F880-187E-ABB1A1C27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A58147-CD0D-9C8E-30F8-DF407F17A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64843-3039-6F54-DA39-D328EDCF2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67573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6DE68-C3E2-9C4F-C9E6-6F61D5F97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FE5146-1DA1-7561-063E-FAB5724E73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F983A09-0C27-654C-7583-EB0211322A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E8BE0-E10F-8FAC-7229-F557AE5E95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139146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E5663-0A4B-D2B9-35D5-6B58796A88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803B5AD-F610-E378-FE93-66B697984E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8C4448-6D8F-3515-817A-47A461DAB4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0EB1D-E57F-BD4A-1D5C-600A60A2CA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782080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0C88B-0485-7AA0-65B2-33225B02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09EAD9-BE01-BE2D-5F0E-B8F1187150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48A927-3844-909A-CB40-AF647E446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3C5EB7-7438-FF7F-32E3-35CD23018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735379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0C88B-0485-7AA0-65B2-33225B02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09EAD9-BE01-BE2D-5F0E-B8F1187150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48A927-3844-909A-CB40-AF647E446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3C5EB7-7438-FF7F-32E3-35CD23018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6608362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38665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689866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0764614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607361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253763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284758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649154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2AFD8-757E-0598-A527-656F4C7D87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E693026-696C-E509-2F61-64850EB4B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4BCE96-ABB5-179A-0C2F-308C2FA49F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AE1E1D-E6C3-A844-EBBA-FB5C13821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835184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869F5-F351-C882-B31F-0CC1DBAA0E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88D39A5-70C4-4DA1-76FC-A160EE8206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423DF18-B40E-7C5C-DE02-81D51131F3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D67E3E-3D37-E014-52D3-05F5FF5A71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145645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07426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IN" sz="1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965953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6741EF-0B82-2438-FA5D-A825A32F3D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532405-1A9F-7273-AC17-35ED6BCA4D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E0977A-9B91-6A57-8890-A2D345816D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19BD0-BB0B-E7F0-EE9A-5C8B46937B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79997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B32683-C7FE-243F-5ADD-8198B331D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B7FABDF-2815-AB03-19D7-CF15FEA2E5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345910D-2B7D-FCC3-6804-E28099185A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BD7C66-1B08-D1A5-1192-CF7E75E7EE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221085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6741EF-0B82-2438-FA5D-A825A32F3D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532405-1A9F-7273-AC17-35ED6BCA4D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E0977A-9B91-6A57-8890-A2D345816D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19BD0-BB0B-E7F0-EE9A-5C8B46937B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8635664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CA2733-11FE-FC73-40C2-7B1C572C7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07B085A-C8A6-EA4F-FCE9-FB57200B4D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5645B63-9E59-FA72-D198-E26A22732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0AC0C3-810D-C43E-F1C1-5BFB65050E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033358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9F044C-A93F-A25B-21D5-EE8831FDA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0236F0-779E-2707-90E3-4638C3C80E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7D305B-FBAA-5C47-707E-6F7B038212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36D88A-E657-593C-561F-6D4E258312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1118161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17861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76580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062563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375283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452489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656793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994074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9F044C-A93F-A25B-21D5-EE8831FDA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0236F0-779E-2707-90E3-4638C3C80E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7D305B-FBAA-5C47-707E-6F7B038212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36D88A-E657-593C-561F-6D4E258312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449978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36994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134545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91803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615054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0240722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8406128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1638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1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2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4" name="Footer Placeholder 2">
            <a:extLst>
              <a:ext uri="{FF2B5EF4-FFF2-40B4-BE49-F238E27FC236}">
                <a16:creationId xmlns:a16="http://schemas.microsoft.com/office/drawing/2014/main" id="{F493B990-1883-418B-980C-8115D3078247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66333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2761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9" name="Footer Placeholder 2">
            <a:extLst>
              <a:ext uri="{FF2B5EF4-FFF2-40B4-BE49-F238E27FC236}">
                <a16:creationId xmlns:a16="http://schemas.microsoft.com/office/drawing/2014/main" id="{27821544-AFA6-40A3-95FD-30CB26B495B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86285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0169294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7A76B53F-AD60-44D7-9A11-67D97CB4FD6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19725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4CB29396-D53A-484F-9C93-A123E3FA965D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62478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1" name="Footer Placeholder 2">
            <a:extLst>
              <a:ext uri="{FF2B5EF4-FFF2-40B4-BE49-F238E27FC236}">
                <a16:creationId xmlns:a16="http://schemas.microsoft.com/office/drawing/2014/main" id="{8F9BAEF2-75B0-4F0D-8B95-E3DE7D41112E}"/>
              </a:ext>
            </a:extLst>
          </p:cNvPr>
          <p:cNvSpPr txBox="1">
            <a:spLocks/>
          </p:cNvSpPr>
          <p:nvPr userDrawn="1"/>
        </p:nvSpPr>
        <p:spPr>
          <a:xfrm>
            <a:off x="3357600" y="661899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72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23116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33120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88083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457040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503394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859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27225D7-3918-4755-8003-682F8B77B628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8995574" y="1778424"/>
            <a:ext cx="2756240" cy="2756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162591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18816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652624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228099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28075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51319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05025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11/28/2025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1954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87" r:id="rId2"/>
    <p:sldLayoutId id="2147483688" r:id="rId3"/>
    <p:sldLayoutId id="2147483671" r:id="rId4"/>
    <p:sldLayoutId id="2147483672" r:id="rId5"/>
    <p:sldLayoutId id="2147483689" r:id="rId6"/>
    <p:sldLayoutId id="2147483692" r:id="rId7"/>
    <p:sldLayoutId id="2147483673" r:id="rId8"/>
    <p:sldLayoutId id="2147483691" r:id="rId9"/>
    <p:sldLayoutId id="2147483674" r:id="rId10"/>
    <p:sldLayoutId id="2147483676" r:id="rId11"/>
    <p:sldLayoutId id="2147483677" r:id="rId12"/>
    <p:sldLayoutId id="2147483678" r:id="rId13"/>
    <p:sldLayoutId id="2147483679" r:id="rId14"/>
    <p:sldLayoutId id="2147483681" r:id="rId15"/>
    <p:sldLayoutId id="2147483683" r:id="rId16"/>
    <p:sldLayoutId id="2147483682" r:id="rId17"/>
    <p:sldLayoutId id="2147483684" r:id="rId18"/>
    <p:sldLayoutId id="2147483685" r:id="rId19"/>
    <p:sldLayoutId id="2147483686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7" Type="http://schemas.openxmlformats.org/officeDocument/2006/relationships/image" Target="../media/image23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21.svg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12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12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0.png"/><Relationship Id="rId2" Type="http://schemas.openxmlformats.org/officeDocument/2006/relationships/image" Target="../media/image2112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10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13" Type="http://schemas.openxmlformats.org/officeDocument/2006/relationships/image" Target="../media/image36.png"/><Relationship Id="rId3" Type="http://schemas.openxmlformats.org/officeDocument/2006/relationships/image" Target="../media/image26.png"/><Relationship Id="rId7" Type="http://schemas.openxmlformats.org/officeDocument/2006/relationships/image" Target="../media/image30.png"/><Relationship Id="rId12" Type="http://schemas.openxmlformats.org/officeDocument/2006/relationships/image" Target="../media/image35.png"/><Relationship Id="rId17" Type="http://schemas.openxmlformats.org/officeDocument/2006/relationships/image" Target="../media/image40.png"/><Relationship Id="rId2" Type="http://schemas.openxmlformats.org/officeDocument/2006/relationships/image" Target="../media/image25.png"/><Relationship Id="rId16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11" Type="http://schemas.openxmlformats.org/officeDocument/2006/relationships/image" Target="../media/image34.png"/><Relationship Id="rId5" Type="http://schemas.openxmlformats.org/officeDocument/2006/relationships/image" Target="../media/image28.png"/><Relationship Id="rId15" Type="http://schemas.openxmlformats.org/officeDocument/2006/relationships/image" Target="../media/image38.png"/><Relationship Id="rId10" Type="http://schemas.openxmlformats.org/officeDocument/2006/relationships/image" Target="../media/image33.png"/><Relationship Id="rId4" Type="http://schemas.openxmlformats.org/officeDocument/2006/relationships/image" Target="../media/image27.png"/><Relationship Id="rId9" Type="http://schemas.openxmlformats.org/officeDocument/2006/relationships/image" Target="../media/image32.png"/><Relationship Id="rId14" Type="http://schemas.openxmlformats.org/officeDocument/2006/relationships/image" Target="../media/image37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12.png"/><Relationship Id="rId7" Type="http://schemas.openxmlformats.org/officeDocument/2006/relationships/image" Target="../media/image3711.png"/><Relationship Id="rId2" Type="http://schemas.openxmlformats.org/officeDocument/2006/relationships/image" Target="../media/image32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2.png"/><Relationship Id="rId5" Type="http://schemas.openxmlformats.org/officeDocument/2006/relationships/image" Target="../media/image3512.png"/><Relationship Id="rId4" Type="http://schemas.openxmlformats.org/officeDocument/2006/relationships/image" Target="../media/image3412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2.png"/><Relationship Id="rId3" Type="http://schemas.openxmlformats.org/officeDocument/2006/relationships/image" Target="../media/image42.png"/><Relationship Id="rId7" Type="http://schemas.openxmlformats.org/officeDocument/2006/relationships/image" Target="../media/image46.png"/><Relationship Id="rId12" Type="http://schemas.openxmlformats.org/officeDocument/2006/relationships/image" Target="../media/image51.png"/><Relationship Id="rId2" Type="http://schemas.openxmlformats.org/officeDocument/2006/relationships/image" Target="../media/image41.png"/><Relationship Id="rId16" Type="http://schemas.openxmlformats.org/officeDocument/2006/relationships/image" Target="../media/image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.png"/><Relationship Id="rId11" Type="http://schemas.openxmlformats.org/officeDocument/2006/relationships/image" Target="../media/image50.png"/><Relationship Id="rId5" Type="http://schemas.openxmlformats.org/officeDocument/2006/relationships/image" Target="../media/image44.png"/><Relationship Id="rId15" Type="http://schemas.openxmlformats.org/officeDocument/2006/relationships/image" Target="../media/image54.png"/><Relationship Id="rId10" Type="http://schemas.openxmlformats.org/officeDocument/2006/relationships/image" Target="../media/image49.png"/><Relationship Id="rId4" Type="http://schemas.openxmlformats.org/officeDocument/2006/relationships/image" Target="../media/image43.png"/><Relationship Id="rId9" Type="http://schemas.openxmlformats.org/officeDocument/2006/relationships/image" Target="../media/image48.png"/><Relationship Id="rId14" Type="http://schemas.openxmlformats.org/officeDocument/2006/relationships/image" Target="../media/image53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14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3.png"/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613.png"/><Relationship Id="rId4" Type="http://schemas.openxmlformats.org/officeDocument/2006/relationships/image" Target="../media/image5513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2.png"/><Relationship Id="rId2" Type="http://schemas.openxmlformats.org/officeDocument/2006/relationships/image" Target="../media/image5712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6014.png"/><Relationship Id="rId4" Type="http://schemas.openxmlformats.org/officeDocument/2006/relationships/image" Target="../media/image5914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png"/><Relationship Id="rId3" Type="http://schemas.openxmlformats.org/officeDocument/2006/relationships/image" Target="../media/image61.png"/><Relationship Id="rId7" Type="http://schemas.openxmlformats.org/officeDocument/2006/relationships/image" Target="../media/image6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.png"/><Relationship Id="rId11" Type="http://schemas.openxmlformats.org/officeDocument/2006/relationships/image" Target="../media/image69.png"/><Relationship Id="rId5" Type="http://schemas.openxmlformats.org/officeDocument/2006/relationships/image" Target="../media/image63.png"/><Relationship Id="rId10" Type="http://schemas.openxmlformats.org/officeDocument/2006/relationships/image" Target="../media/image68.png"/><Relationship Id="rId4" Type="http://schemas.openxmlformats.org/officeDocument/2006/relationships/image" Target="../media/image62.png"/><Relationship Id="rId9" Type="http://schemas.openxmlformats.org/officeDocument/2006/relationships/image" Target="../media/image67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12.png"/><Relationship Id="rId13" Type="http://schemas.openxmlformats.org/officeDocument/2006/relationships/image" Target="../media/image5512.png"/><Relationship Id="rId3" Type="http://schemas.openxmlformats.org/officeDocument/2006/relationships/image" Target="../media/image4512.png"/><Relationship Id="rId7" Type="http://schemas.openxmlformats.org/officeDocument/2006/relationships/image" Target="../media/image4912.png"/><Relationship Id="rId12" Type="http://schemas.openxmlformats.org/officeDocument/2006/relationships/image" Target="../media/image54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12.png"/><Relationship Id="rId11" Type="http://schemas.openxmlformats.org/officeDocument/2006/relationships/image" Target="../media/image5312.png"/><Relationship Id="rId5" Type="http://schemas.openxmlformats.org/officeDocument/2006/relationships/image" Target="../media/image4712.png"/><Relationship Id="rId15" Type="http://schemas.openxmlformats.org/officeDocument/2006/relationships/image" Target="../media/image7014.png"/><Relationship Id="rId10" Type="http://schemas.openxmlformats.org/officeDocument/2006/relationships/image" Target="../media/image5212.png"/><Relationship Id="rId4" Type="http://schemas.openxmlformats.org/officeDocument/2006/relationships/image" Target="../media/image4612.png"/><Relationship Id="rId9" Type="http://schemas.openxmlformats.org/officeDocument/2006/relationships/image" Target="../media/image5112.png"/><Relationship Id="rId14" Type="http://schemas.openxmlformats.org/officeDocument/2006/relationships/image" Target="../media/image5612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12.png"/><Relationship Id="rId13" Type="http://schemas.openxmlformats.org/officeDocument/2006/relationships/image" Target="../media/image6712.png"/><Relationship Id="rId18" Type="http://schemas.openxmlformats.org/officeDocument/2006/relationships/image" Target="../media/image73.png"/><Relationship Id="rId26" Type="http://schemas.openxmlformats.org/officeDocument/2006/relationships/image" Target="../media/image80.png"/><Relationship Id="rId3" Type="http://schemas.openxmlformats.org/officeDocument/2006/relationships/image" Target="../media/image7111.png"/><Relationship Id="rId21" Type="http://schemas.openxmlformats.org/officeDocument/2006/relationships/image" Target="../media/image76.png"/><Relationship Id="rId7" Type="http://schemas.openxmlformats.org/officeDocument/2006/relationships/image" Target="../media/image6112.png"/><Relationship Id="rId12" Type="http://schemas.openxmlformats.org/officeDocument/2006/relationships/image" Target="../media/image6612.png"/><Relationship Id="rId17" Type="http://schemas.openxmlformats.org/officeDocument/2006/relationships/image" Target="../media/image7110.png"/><Relationship Id="rId25" Type="http://schemas.openxmlformats.org/officeDocument/2006/relationships/image" Target="../media/image79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7013.png"/><Relationship Id="rId20" Type="http://schemas.openxmlformats.org/officeDocument/2006/relationships/image" Target="../media/image75.png"/><Relationship Id="rId29" Type="http://schemas.openxmlformats.org/officeDocument/2006/relationships/image" Target="../media/image8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12.png"/><Relationship Id="rId11" Type="http://schemas.openxmlformats.org/officeDocument/2006/relationships/image" Target="../media/image6512.png"/><Relationship Id="rId24" Type="http://schemas.openxmlformats.org/officeDocument/2006/relationships/image" Target="../media/image7810.png"/><Relationship Id="rId5" Type="http://schemas.openxmlformats.org/officeDocument/2006/relationships/image" Target="../media/image5912.png"/><Relationship Id="rId15" Type="http://schemas.openxmlformats.org/officeDocument/2006/relationships/image" Target="../media/image6913.png"/><Relationship Id="rId23" Type="http://schemas.openxmlformats.org/officeDocument/2006/relationships/image" Target="../media/image78.png"/><Relationship Id="rId28" Type="http://schemas.openxmlformats.org/officeDocument/2006/relationships/image" Target="../media/image82.png"/><Relationship Id="rId10" Type="http://schemas.openxmlformats.org/officeDocument/2006/relationships/image" Target="../media/image6412.png"/><Relationship Id="rId19" Type="http://schemas.openxmlformats.org/officeDocument/2006/relationships/image" Target="../media/image74.png"/><Relationship Id="rId31" Type="http://schemas.openxmlformats.org/officeDocument/2006/relationships/image" Target="../media/image85.png"/><Relationship Id="rId4" Type="http://schemas.openxmlformats.org/officeDocument/2006/relationships/image" Target="../media/image7210.png"/><Relationship Id="rId9" Type="http://schemas.openxmlformats.org/officeDocument/2006/relationships/image" Target="../media/image6312.png"/><Relationship Id="rId14" Type="http://schemas.openxmlformats.org/officeDocument/2006/relationships/image" Target="../media/image6812.png"/><Relationship Id="rId22" Type="http://schemas.openxmlformats.org/officeDocument/2006/relationships/image" Target="../media/image77.png"/><Relationship Id="rId27" Type="http://schemas.openxmlformats.org/officeDocument/2006/relationships/image" Target="../media/image81.png"/><Relationship Id="rId30" Type="http://schemas.openxmlformats.org/officeDocument/2006/relationships/image" Target="../media/image84.pn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png"/><Relationship Id="rId13" Type="http://schemas.openxmlformats.org/officeDocument/2006/relationships/image" Target="../media/image98.png"/><Relationship Id="rId3" Type="http://schemas.openxmlformats.org/officeDocument/2006/relationships/image" Target="../media/image88.png"/><Relationship Id="rId7" Type="http://schemas.openxmlformats.org/officeDocument/2006/relationships/image" Target="../media/image92.png"/><Relationship Id="rId12" Type="http://schemas.openxmlformats.org/officeDocument/2006/relationships/image" Target="../media/image97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.png"/><Relationship Id="rId11" Type="http://schemas.openxmlformats.org/officeDocument/2006/relationships/image" Target="../media/image96.png"/><Relationship Id="rId5" Type="http://schemas.openxmlformats.org/officeDocument/2006/relationships/image" Target="../media/image90.png"/><Relationship Id="rId15" Type="http://schemas.openxmlformats.org/officeDocument/2006/relationships/image" Target="../media/image100.png"/><Relationship Id="rId10" Type="http://schemas.openxmlformats.org/officeDocument/2006/relationships/image" Target="../media/image95.png"/><Relationship Id="rId4" Type="http://schemas.openxmlformats.org/officeDocument/2006/relationships/image" Target="../media/image89.png"/><Relationship Id="rId9" Type="http://schemas.openxmlformats.org/officeDocument/2006/relationships/image" Target="../media/image94.png"/><Relationship Id="rId14" Type="http://schemas.openxmlformats.org/officeDocument/2006/relationships/image" Target="../media/image99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13" Type="http://schemas.openxmlformats.org/officeDocument/2006/relationships/image" Target="../media/image97.png"/><Relationship Id="rId3" Type="http://schemas.openxmlformats.org/officeDocument/2006/relationships/image" Target="../media/image87.png"/><Relationship Id="rId7" Type="http://schemas.openxmlformats.org/officeDocument/2006/relationships/image" Target="../media/image91.png"/><Relationship Id="rId12" Type="http://schemas.openxmlformats.org/officeDocument/2006/relationships/image" Target="../media/image96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.png"/><Relationship Id="rId11" Type="http://schemas.openxmlformats.org/officeDocument/2006/relationships/image" Target="../media/image95.png"/><Relationship Id="rId5" Type="http://schemas.openxmlformats.org/officeDocument/2006/relationships/image" Target="../media/image89.png"/><Relationship Id="rId10" Type="http://schemas.openxmlformats.org/officeDocument/2006/relationships/image" Target="../media/image94.png"/><Relationship Id="rId4" Type="http://schemas.openxmlformats.org/officeDocument/2006/relationships/image" Target="../media/image88.png"/><Relationship Id="rId9" Type="http://schemas.openxmlformats.org/officeDocument/2006/relationships/image" Target="../media/image93.png"/><Relationship Id="rId14" Type="http://schemas.openxmlformats.org/officeDocument/2006/relationships/image" Target="../media/image9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3.png"/><Relationship Id="rId2" Type="http://schemas.openxmlformats.org/officeDocument/2006/relationships/image" Target="../media/image5713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6011.png"/><Relationship Id="rId4" Type="http://schemas.openxmlformats.org/officeDocument/2006/relationships/image" Target="../media/image591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11.png"/><Relationship Id="rId2" Type="http://schemas.openxmlformats.org/officeDocument/2006/relationships/image" Target="../media/image861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911.png"/><Relationship Id="rId4" Type="http://schemas.openxmlformats.org/officeDocument/2006/relationships/image" Target="../media/image8811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14.png"/><Relationship Id="rId7" Type="http://schemas.openxmlformats.org/officeDocument/2006/relationships/image" Target="../media/image9011.png"/><Relationship Id="rId2" Type="http://schemas.openxmlformats.org/officeDocument/2006/relationships/image" Target="../media/image61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511.png"/><Relationship Id="rId5" Type="http://schemas.openxmlformats.org/officeDocument/2006/relationships/image" Target="../media/image6411.png"/><Relationship Id="rId4" Type="http://schemas.openxmlformats.org/officeDocument/2006/relationships/image" Target="../media/image6311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11.png"/><Relationship Id="rId13" Type="http://schemas.openxmlformats.org/officeDocument/2006/relationships/image" Target="../media/image9611.png"/><Relationship Id="rId3" Type="http://schemas.openxmlformats.org/officeDocument/2006/relationships/image" Target="../media/image8610.png"/><Relationship Id="rId7" Type="http://schemas.openxmlformats.org/officeDocument/2006/relationships/image" Target="../media/image9010.png"/><Relationship Id="rId12" Type="http://schemas.openxmlformats.org/officeDocument/2006/relationships/image" Target="../media/image95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10.png"/><Relationship Id="rId11" Type="http://schemas.openxmlformats.org/officeDocument/2006/relationships/image" Target="../media/image9411.png"/><Relationship Id="rId5" Type="http://schemas.openxmlformats.org/officeDocument/2006/relationships/image" Target="../media/image8810.png"/><Relationship Id="rId15" Type="http://schemas.openxmlformats.org/officeDocument/2006/relationships/image" Target="../media/image9812.png"/><Relationship Id="rId10" Type="http://schemas.openxmlformats.org/officeDocument/2006/relationships/image" Target="../media/image9311.png"/><Relationship Id="rId4" Type="http://schemas.openxmlformats.org/officeDocument/2006/relationships/image" Target="../media/image8710.png"/><Relationship Id="rId9" Type="http://schemas.openxmlformats.org/officeDocument/2006/relationships/image" Target="../media/image9211.png"/><Relationship Id="rId14" Type="http://schemas.openxmlformats.org/officeDocument/2006/relationships/image" Target="../media/image9713.png"/></Relationships>
</file>

<file path=ppt/slides/_rels/slide5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9.png"/><Relationship Id="rId18" Type="http://schemas.openxmlformats.org/officeDocument/2006/relationships/image" Target="../media/image114.png"/><Relationship Id="rId39" Type="http://schemas.openxmlformats.org/officeDocument/2006/relationships/image" Target="../media/image125.png"/><Relationship Id="rId3" Type="http://schemas.openxmlformats.org/officeDocument/2006/relationships/image" Target="../media/image9912.png"/><Relationship Id="rId21" Type="http://schemas.openxmlformats.org/officeDocument/2006/relationships/image" Target="../media/image117.png"/><Relationship Id="rId34" Type="http://schemas.openxmlformats.org/officeDocument/2006/relationships/image" Target="../media/image120.png"/><Relationship Id="rId42" Type="http://schemas.openxmlformats.org/officeDocument/2006/relationships/image" Target="../media/image128.png"/><Relationship Id="rId7" Type="http://schemas.openxmlformats.org/officeDocument/2006/relationships/image" Target="../media/image103.png"/><Relationship Id="rId12" Type="http://schemas.openxmlformats.org/officeDocument/2006/relationships/image" Target="../media/image108.png"/><Relationship Id="rId17" Type="http://schemas.openxmlformats.org/officeDocument/2006/relationships/image" Target="../media/image113.png"/><Relationship Id="rId33" Type="http://schemas.openxmlformats.org/officeDocument/2006/relationships/image" Target="../media/image11910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12.png"/><Relationship Id="rId20" Type="http://schemas.openxmlformats.org/officeDocument/2006/relationships/image" Target="../media/image116.png"/><Relationship Id="rId41" Type="http://schemas.openxmlformats.org/officeDocument/2006/relationships/image" Target="../media/image1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11" Type="http://schemas.openxmlformats.org/officeDocument/2006/relationships/image" Target="../media/image107.png"/><Relationship Id="rId32" Type="http://schemas.openxmlformats.org/officeDocument/2006/relationships/image" Target="../media/image119.png"/><Relationship Id="rId40" Type="http://schemas.openxmlformats.org/officeDocument/2006/relationships/image" Target="../media/image126.png"/><Relationship Id="rId5" Type="http://schemas.openxmlformats.org/officeDocument/2006/relationships/image" Target="../media/image10111.png"/><Relationship Id="rId15" Type="http://schemas.openxmlformats.org/officeDocument/2006/relationships/image" Target="../media/image111.png"/><Relationship Id="rId23" Type="http://schemas.openxmlformats.org/officeDocument/2006/relationships/image" Target="../media/image118.png"/><Relationship Id="rId36" Type="http://schemas.openxmlformats.org/officeDocument/2006/relationships/image" Target="../media/image122.png"/><Relationship Id="rId10" Type="http://schemas.openxmlformats.org/officeDocument/2006/relationships/image" Target="../media/image106.png"/><Relationship Id="rId19" Type="http://schemas.openxmlformats.org/officeDocument/2006/relationships/image" Target="../media/image115.png"/><Relationship Id="rId31" Type="http://schemas.openxmlformats.org/officeDocument/2006/relationships/image" Target="../media/image11711.png"/><Relationship Id="rId4" Type="http://schemas.openxmlformats.org/officeDocument/2006/relationships/image" Target="../media/image10011.png"/><Relationship Id="rId9" Type="http://schemas.openxmlformats.org/officeDocument/2006/relationships/image" Target="../media/image105.png"/><Relationship Id="rId14" Type="http://schemas.openxmlformats.org/officeDocument/2006/relationships/image" Target="../media/image110.png"/><Relationship Id="rId22" Type="http://schemas.openxmlformats.org/officeDocument/2006/relationships/image" Target="../media/image11511.png"/><Relationship Id="rId30" Type="http://schemas.openxmlformats.org/officeDocument/2006/relationships/image" Target="../media/image11611.png"/><Relationship Id="rId35" Type="http://schemas.openxmlformats.org/officeDocument/2006/relationships/image" Target="../media/image121.png"/><Relationship Id="rId8" Type="http://schemas.openxmlformats.org/officeDocument/2006/relationships/image" Target="../media/image104.png"/></Relationships>
</file>

<file path=ppt/slides/_rels/slide5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6.png"/><Relationship Id="rId18" Type="http://schemas.openxmlformats.org/officeDocument/2006/relationships/image" Target="../media/image111.png"/><Relationship Id="rId26" Type="http://schemas.openxmlformats.org/officeDocument/2006/relationships/image" Target="../media/image134.png"/><Relationship Id="rId39" Type="http://schemas.openxmlformats.org/officeDocument/2006/relationships/image" Target="../media/image144.png"/><Relationship Id="rId21" Type="http://schemas.openxmlformats.org/officeDocument/2006/relationships/image" Target="../media/image114.png"/><Relationship Id="rId34" Type="http://schemas.openxmlformats.org/officeDocument/2006/relationships/image" Target="../media/image142.png"/><Relationship Id="rId7" Type="http://schemas.openxmlformats.org/officeDocument/2006/relationships/image" Target="../media/image12811.png"/><Relationship Id="rId12" Type="http://schemas.openxmlformats.org/officeDocument/2006/relationships/image" Target="../media/image12911.png"/><Relationship Id="rId17" Type="http://schemas.openxmlformats.org/officeDocument/2006/relationships/image" Target="../media/image13011.png"/><Relationship Id="rId25" Type="http://schemas.openxmlformats.org/officeDocument/2006/relationships/image" Target="../media/image133.png"/><Relationship Id="rId33" Type="http://schemas.openxmlformats.org/officeDocument/2006/relationships/image" Target="../media/image141.png"/><Relationship Id="rId38" Type="http://schemas.openxmlformats.org/officeDocument/2006/relationships/image" Target="../media/image143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09.png"/><Relationship Id="rId20" Type="http://schemas.openxmlformats.org/officeDocument/2006/relationships/image" Target="../media/image113.png"/><Relationship Id="rId29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0.png"/><Relationship Id="rId11" Type="http://schemas.openxmlformats.org/officeDocument/2006/relationships/image" Target="../media/image104.png"/><Relationship Id="rId24" Type="http://schemas.openxmlformats.org/officeDocument/2006/relationships/image" Target="../media/image132.png"/><Relationship Id="rId32" Type="http://schemas.openxmlformats.org/officeDocument/2006/relationships/image" Target="../media/image140.png"/><Relationship Id="rId37" Type="http://schemas.openxmlformats.org/officeDocument/2006/relationships/image" Target="../media/image145.png"/><Relationship Id="rId5" Type="http://schemas.openxmlformats.org/officeDocument/2006/relationships/image" Target="../media/image129.png"/><Relationship Id="rId15" Type="http://schemas.openxmlformats.org/officeDocument/2006/relationships/image" Target="../media/image108.png"/><Relationship Id="rId23" Type="http://schemas.openxmlformats.org/officeDocument/2006/relationships/image" Target="../media/image131.png"/><Relationship Id="rId28" Type="http://schemas.openxmlformats.org/officeDocument/2006/relationships/image" Target="../media/image136.png"/><Relationship Id="rId36" Type="http://schemas.openxmlformats.org/officeDocument/2006/relationships/image" Target="../media/image124.png"/><Relationship Id="rId10" Type="http://schemas.openxmlformats.org/officeDocument/2006/relationships/image" Target="../media/image103.png"/><Relationship Id="rId19" Type="http://schemas.openxmlformats.org/officeDocument/2006/relationships/image" Target="../media/image112.png"/><Relationship Id="rId31" Type="http://schemas.openxmlformats.org/officeDocument/2006/relationships/image" Target="../media/image139.png"/><Relationship Id="rId4" Type="http://schemas.openxmlformats.org/officeDocument/2006/relationships/image" Target="../media/image123.png"/><Relationship Id="rId9" Type="http://schemas.openxmlformats.org/officeDocument/2006/relationships/image" Target="../media/image102.png"/><Relationship Id="rId14" Type="http://schemas.openxmlformats.org/officeDocument/2006/relationships/image" Target="../media/image107.png"/><Relationship Id="rId22" Type="http://schemas.openxmlformats.org/officeDocument/2006/relationships/image" Target="../media/image11511.png"/><Relationship Id="rId27" Type="http://schemas.openxmlformats.org/officeDocument/2006/relationships/image" Target="../media/image135.png"/><Relationship Id="rId30" Type="http://schemas.openxmlformats.org/officeDocument/2006/relationships/image" Target="../media/image138.png"/><Relationship Id="rId35" Type="http://schemas.openxmlformats.org/officeDocument/2006/relationships/image" Target="../media/image12311.png"/><Relationship Id="rId8" Type="http://schemas.openxmlformats.org/officeDocument/2006/relationships/image" Target="../media/image10111.png"/><Relationship Id="rId3" Type="http://schemas.openxmlformats.org/officeDocument/2006/relationships/image" Target="../media/image9911.png"/></Relationships>
</file>

<file path=ppt/slides/_rels/slide5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26" Type="http://schemas.openxmlformats.org/officeDocument/2006/relationships/image" Target="../media/image154.png"/><Relationship Id="rId39" Type="http://schemas.openxmlformats.org/officeDocument/2006/relationships/image" Target="../media/image166.png"/><Relationship Id="rId21" Type="http://schemas.openxmlformats.org/officeDocument/2006/relationships/image" Target="../media/image113.png"/><Relationship Id="rId34" Type="http://schemas.openxmlformats.org/officeDocument/2006/relationships/image" Target="../media/image162.png"/><Relationship Id="rId42" Type="http://schemas.openxmlformats.org/officeDocument/2006/relationships/image" Target="../media/image150.png"/><Relationship Id="rId7" Type="http://schemas.openxmlformats.org/officeDocument/2006/relationships/image" Target="../media/image14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08.png"/><Relationship Id="rId29" Type="http://schemas.openxmlformats.org/officeDocument/2006/relationships/image" Target="../media/image1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11.png"/><Relationship Id="rId11" Type="http://schemas.openxmlformats.org/officeDocument/2006/relationships/image" Target="../media/image103.png"/><Relationship Id="rId24" Type="http://schemas.openxmlformats.org/officeDocument/2006/relationships/image" Target="../media/image152.png"/><Relationship Id="rId32" Type="http://schemas.openxmlformats.org/officeDocument/2006/relationships/image" Target="../media/image160.png"/><Relationship Id="rId37" Type="http://schemas.openxmlformats.org/officeDocument/2006/relationships/image" Target="../media/image1641.png"/><Relationship Id="rId40" Type="http://schemas.openxmlformats.org/officeDocument/2006/relationships/image" Target="../media/image147.png"/><Relationship Id="rId45" Type="http://schemas.openxmlformats.org/officeDocument/2006/relationships/image" Target="../media/image167.png"/><Relationship Id="rId5" Type="http://schemas.openxmlformats.org/officeDocument/2006/relationships/image" Target="../media/image149.png"/><Relationship Id="rId15" Type="http://schemas.openxmlformats.org/officeDocument/2006/relationships/image" Target="../media/image107.png"/><Relationship Id="rId23" Type="http://schemas.openxmlformats.org/officeDocument/2006/relationships/image" Target="../media/image11511.png"/><Relationship Id="rId28" Type="http://schemas.openxmlformats.org/officeDocument/2006/relationships/image" Target="../media/image156.png"/><Relationship Id="rId36" Type="http://schemas.openxmlformats.org/officeDocument/2006/relationships/image" Target="../media/image164.png"/><Relationship Id="rId10" Type="http://schemas.openxmlformats.org/officeDocument/2006/relationships/image" Target="../media/image102.png"/><Relationship Id="rId19" Type="http://schemas.openxmlformats.org/officeDocument/2006/relationships/image" Target="../media/image111.png"/><Relationship Id="rId31" Type="http://schemas.openxmlformats.org/officeDocument/2006/relationships/image" Target="../media/image159.png"/><Relationship Id="rId44" Type="http://schemas.openxmlformats.org/officeDocument/2006/relationships/image" Target="../media/image165.png"/><Relationship Id="rId4" Type="http://schemas.openxmlformats.org/officeDocument/2006/relationships/image" Target="../media/image148.png"/><Relationship Id="rId9" Type="http://schemas.openxmlformats.org/officeDocument/2006/relationships/image" Target="../media/image10111.png"/><Relationship Id="rId14" Type="http://schemas.openxmlformats.org/officeDocument/2006/relationships/image" Target="../media/image106.png"/><Relationship Id="rId22" Type="http://schemas.openxmlformats.org/officeDocument/2006/relationships/image" Target="../media/image114.png"/><Relationship Id="rId27" Type="http://schemas.openxmlformats.org/officeDocument/2006/relationships/image" Target="../media/image155.png"/><Relationship Id="rId30" Type="http://schemas.openxmlformats.org/officeDocument/2006/relationships/image" Target="../media/image158.png"/><Relationship Id="rId35" Type="http://schemas.openxmlformats.org/officeDocument/2006/relationships/image" Target="../media/image163.png"/><Relationship Id="rId43" Type="http://schemas.openxmlformats.org/officeDocument/2006/relationships/image" Target="../media/image1501.png"/><Relationship Id="rId8" Type="http://schemas.openxmlformats.org/officeDocument/2006/relationships/image" Target="../media/image10011.png"/><Relationship Id="rId3" Type="http://schemas.openxmlformats.org/officeDocument/2006/relationships/image" Target="../media/image6213.png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5" Type="http://schemas.openxmlformats.org/officeDocument/2006/relationships/image" Target="../media/image153.png"/><Relationship Id="rId33" Type="http://schemas.openxmlformats.org/officeDocument/2006/relationships/image" Target="../media/image161.png"/><Relationship Id="rId38" Type="http://schemas.openxmlformats.org/officeDocument/2006/relationships/image" Target="../media/image1460.png"/><Relationship Id="rId46" Type="http://schemas.openxmlformats.org/officeDocument/2006/relationships/image" Target="../media/image169.png"/><Relationship Id="rId20" Type="http://schemas.openxmlformats.org/officeDocument/2006/relationships/image" Target="../media/image112.png"/><Relationship Id="rId41" Type="http://schemas.openxmlformats.org/officeDocument/2006/relationships/image" Target="../media/image168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png"/><Relationship Id="rId13" Type="http://schemas.openxmlformats.org/officeDocument/2006/relationships/image" Target="../media/image181.png"/><Relationship Id="rId18" Type="http://schemas.openxmlformats.org/officeDocument/2006/relationships/image" Target="../media/image186.pn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12" Type="http://schemas.openxmlformats.org/officeDocument/2006/relationships/image" Target="../media/image180.png"/><Relationship Id="rId17" Type="http://schemas.openxmlformats.org/officeDocument/2006/relationships/image" Target="../media/image185.png"/><Relationship Id="rId2" Type="http://schemas.openxmlformats.org/officeDocument/2006/relationships/image" Target="../media/image170.png"/><Relationship Id="rId16" Type="http://schemas.openxmlformats.org/officeDocument/2006/relationships/image" Target="../media/image184.png"/><Relationship Id="rId20" Type="http://schemas.openxmlformats.org/officeDocument/2006/relationships/image" Target="../media/image1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4.png"/><Relationship Id="rId11" Type="http://schemas.openxmlformats.org/officeDocument/2006/relationships/image" Target="../media/image179.png"/><Relationship Id="rId5" Type="http://schemas.openxmlformats.org/officeDocument/2006/relationships/image" Target="../media/image173.png"/><Relationship Id="rId15" Type="http://schemas.openxmlformats.org/officeDocument/2006/relationships/image" Target="../media/image183.png"/><Relationship Id="rId10" Type="http://schemas.openxmlformats.org/officeDocument/2006/relationships/image" Target="../media/image178.png"/><Relationship Id="rId19" Type="http://schemas.openxmlformats.org/officeDocument/2006/relationships/image" Target="../media/image187.png"/><Relationship Id="rId4" Type="http://schemas.openxmlformats.org/officeDocument/2006/relationships/image" Target="../media/image172.png"/><Relationship Id="rId9" Type="http://schemas.openxmlformats.org/officeDocument/2006/relationships/image" Target="../media/image177.png"/><Relationship Id="rId14" Type="http://schemas.openxmlformats.org/officeDocument/2006/relationships/image" Target="../media/image182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5.png"/><Relationship Id="rId13" Type="http://schemas.openxmlformats.org/officeDocument/2006/relationships/image" Target="../media/image200.png"/><Relationship Id="rId3" Type="http://schemas.openxmlformats.org/officeDocument/2006/relationships/image" Target="../media/image190.png"/><Relationship Id="rId7" Type="http://schemas.openxmlformats.org/officeDocument/2006/relationships/image" Target="../media/image194.png"/><Relationship Id="rId12" Type="http://schemas.openxmlformats.org/officeDocument/2006/relationships/image" Target="../media/image199.png"/><Relationship Id="rId17" Type="http://schemas.openxmlformats.org/officeDocument/2006/relationships/image" Target="../media/image204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2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3.png"/><Relationship Id="rId11" Type="http://schemas.openxmlformats.org/officeDocument/2006/relationships/image" Target="../media/image198.png"/><Relationship Id="rId5" Type="http://schemas.openxmlformats.org/officeDocument/2006/relationships/image" Target="../media/image192.png"/><Relationship Id="rId15" Type="http://schemas.openxmlformats.org/officeDocument/2006/relationships/image" Target="../media/image202.png"/><Relationship Id="rId10" Type="http://schemas.openxmlformats.org/officeDocument/2006/relationships/image" Target="../media/image197.png"/><Relationship Id="rId4" Type="http://schemas.openxmlformats.org/officeDocument/2006/relationships/image" Target="../media/image191.png"/><Relationship Id="rId9" Type="http://schemas.openxmlformats.org/officeDocument/2006/relationships/image" Target="../media/image196.png"/><Relationship Id="rId14" Type="http://schemas.openxmlformats.org/officeDocument/2006/relationships/image" Target="../media/image201.png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1.png"/><Relationship Id="rId18" Type="http://schemas.openxmlformats.org/officeDocument/2006/relationships/image" Target="../media/image216.png"/><Relationship Id="rId26" Type="http://schemas.openxmlformats.org/officeDocument/2006/relationships/image" Target="../media/image224.png"/><Relationship Id="rId21" Type="http://schemas.openxmlformats.org/officeDocument/2006/relationships/image" Target="../media/image219.png"/><Relationship Id="rId34" Type="http://schemas.openxmlformats.org/officeDocument/2006/relationships/image" Target="../media/image232.png"/><Relationship Id="rId7" Type="http://schemas.openxmlformats.org/officeDocument/2006/relationships/image" Target="../media/image2051.png"/><Relationship Id="rId12" Type="http://schemas.openxmlformats.org/officeDocument/2006/relationships/image" Target="../media/image210.png"/><Relationship Id="rId17" Type="http://schemas.openxmlformats.org/officeDocument/2006/relationships/image" Target="../media/image215.png"/><Relationship Id="rId25" Type="http://schemas.openxmlformats.org/officeDocument/2006/relationships/image" Target="../media/image223.png"/><Relationship Id="rId33" Type="http://schemas.openxmlformats.org/officeDocument/2006/relationships/image" Target="../media/image231.png"/><Relationship Id="rId38" Type="http://schemas.openxmlformats.org/officeDocument/2006/relationships/image" Target="../media/image236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214.png"/><Relationship Id="rId20" Type="http://schemas.openxmlformats.org/officeDocument/2006/relationships/image" Target="../media/image218.png"/><Relationship Id="rId29" Type="http://schemas.openxmlformats.org/officeDocument/2006/relationships/image" Target="../media/image2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7.png"/><Relationship Id="rId11" Type="http://schemas.openxmlformats.org/officeDocument/2006/relationships/image" Target="../media/image209.png"/><Relationship Id="rId24" Type="http://schemas.openxmlformats.org/officeDocument/2006/relationships/image" Target="../media/image222.png"/><Relationship Id="rId32" Type="http://schemas.openxmlformats.org/officeDocument/2006/relationships/image" Target="../media/image230.png"/><Relationship Id="rId37" Type="http://schemas.openxmlformats.org/officeDocument/2006/relationships/image" Target="../media/image235.png"/><Relationship Id="rId5" Type="http://schemas.openxmlformats.org/officeDocument/2006/relationships/image" Target="../media/image206.png"/><Relationship Id="rId15" Type="http://schemas.openxmlformats.org/officeDocument/2006/relationships/image" Target="../media/image213.png"/><Relationship Id="rId23" Type="http://schemas.openxmlformats.org/officeDocument/2006/relationships/image" Target="../media/image221.png"/><Relationship Id="rId28" Type="http://schemas.openxmlformats.org/officeDocument/2006/relationships/image" Target="../media/image226.png"/><Relationship Id="rId36" Type="http://schemas.openxmlformats.org/officeDocument/2006/relationships/image" Target="../media/image234.png"/><Relationship Id="rId10" Type="http://schemas.openxmlformats.org/officeDocument/2006/relationships/image" Target="../media/image208.png"/><Relationship Id="rId19" Type="http://schemas.openxmlformats.org/officeDocument/2006/relationships/image" Target="../media/image217.png"/><Relationship Id="rId31" Type="http://schemas.openxmlformats.org/officeDocument/2006/relationships/image" Target="../media/image229.png"/><Relationship Id="rId4" Type="http://schemas.openxmlformats.org/officeDocument/2006/relationships/image" Target="../media/image205.png"/><Relationship Id="rId9" Type="http://schemas.openxmlformats.org/officeDocument/2006/relationships/image" Target="../media/image2071.png"/><Relationship Id="rId14" Type="http://schemas.openxmlformats.org/officeDocument/2006/relationships/image" Target="../media/image212.png"/><Relationship Id="rId22" Type="http://schemas.openxmlformats.org/officeDocument/2006/relationships/image" Target="../media/image220.png"/><Relationship Id="rId27" Type="http://schemas.openxmlformats.org/officeDocument/2006/relationships/image" Target="../media/image225.png"/><Relationship Id="rId30" Type="http://schemas.openxmlformats.org/officeDocument/2006/relationships/image" Target="../media/image228.png"/><Relationship Id="rId35" Type="http://schemas.openxmlformats.org/officeDocument/2006/relationships/image" Target="../media/image233.png"/><Relationship Id="rId8" Type="http://schemas.openxmlformats.org/officeDocument/2006/relationships/image" Target="../media/image2061.png"/><Relationship Id="rId3" Type="http://schemas.openxmlformats.org/officeDocument/2006/relationships/image" Target="../media/image189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1.png"/><Relationship Id="rId13" Type="http://schemas.openxmlformats.org/officeDocument/2006/relationships/image" Target="../media/image246.png"/><Relationship Id="rId18" Type="http://schemas.openxmlformats.org/officeDocument/2006/relationships/image" Target="../media/image251.png"/><Relationship Id="rId3" Type="http://schemas.openxmlformats.org/officeDocument/2006/relationships/image" Target="../media/image2361.png"/><Relationship Id="rId21" Type="http://schemas.openxmlformats.org/officeDocument/2006/relationships/image" Target="../media/image254.png"/><Relationship Id="rId7" Type="http://schemas.openxmlformats.org/officeDocument/2006/relationships/image" Target="../media/image240.png"/><Relationship Id="rId12" Type="http://schemas.openxmlformats.org/officeDocument/2006/relationships/image" Target="../media/image245.png"/><Relationship Id="rId17" Type="http://schemas.openxmlformats.org/officeDocument/2006/relationships/image" Target="../media/image250.png"/><Relationship Id="rId2" Type="http://schemas.openxmlformats.org/officeDocument/2006/relationships/image" Target="../media/image24.png"/><Relationship Id="rId16" Type="http://schemas.openxmlformats.org/officeDocument/2006/relationships/image" Target="../media/image249.png"/><Relationship Id="rId20" Type="http://schemas.openxmlformats.org/officeDocument/2006/relationships/image" Target="../media/image25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91.png"/><Relationship Id="rId11" Type="http://schemas.openxmlformats.org/officeDocument/2006/relationships/image" Target="../media/image244.png"/><Relationship Id="rId5" Type="http://schemas.openxmlformats.org/officeDocument/2006/relationships/image" Target="../media/image239.png"/><Relationship Id="rId15" Type="http://schemas.openxmlformats.org/officeDocument/2006/relationships/image" Target="../media/image248.png"/><Relationship Id="rId10" Type="http://schemas.openxmlformats.org/officeDocument/2006/relationships/image" Target="../media/image243.png"/><Relationship Id="rId19" Type="http://schemas.openxmlformats.org/officeDocument/2006/relationships/image" Target="../media/image252.png"/><Relationship Id="rId4" Type="http://schemas.openxmlformats.org/officeDocument/2006/relationships/image" Target="../media/image238.png"/><Relationship Id="rId9" Type="http://schemas.openxmlformats.org/officeDocument/2006/relationships/image" Target="../media/image242.png"/><Relationship Id="rId14" Type="http://schemas.openxmlformats.org/officeDocument/2006/relationships/image" Target="../media/image247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8.png"/><Relationship Id="rId13" Type="http://schemas.openxmlformats.org/officeDocument/2006/relationships/image" Target="../media/image249.png"/><Relationship Id="rId18" Type="http://schemas.openxmlformats.org/officeDocument/2006/relationships/image" Target="../media/image263.png"/><Relationship Id="rId3" Type="http://schemas.openxmlformats.org/officeDocument/2006/relationships/image" Target="../media/image2522.png"/><Relationship Id="rId7" Type="http://schemas.openxmlformats.org/officeDocument/2006/relationships/image" Target="../media/image257.png"/><Relationship Id="rId17" Type="http://schemas.openxmlformats.org/officeDocument/2006/relationships/image" Target="../media/image262.png"/><Relationship Id="rId2" Type="http://schemas.openxmlformats.org/officeDocument/2006/relationships/image" Target="../media/image2512.png"/><Relationship Id="rId16" Type="http://schemas.openxmlformats.org/officeDocument/2006/relationships/image" Target="../media/image2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6.png"/><Relationship Id="rId5" Type="http://schemas.openxmlformats.org/officeDocument/2006/relationships/image" Target="../media/image255.png"/><Relationship Id="rId15" Type="http://schemas.openxmlformats.org/officeDocument/2006/relationships/image" Target="../media/image260.png"/><Relationship Id="rId10" Type="http://schemas.openxmlformats.org/officeDocument/2006/relationships/image" Target="../media/image24.png"/><Relationship Id="rId19" Type="http://schemas.openxmlformats.org/officeDocument/2006/relationships/image" Target="../media/image264.png"/><Relationship Id="rId4" Type="http://schemas.openxmlformats.org/officeDocument/2006/relationships/image" Target="../media/image250.png"/><Relationship Id="rId9" Type="http://schemas.openxmlformats.org/officeDocument/2006/relationships/image" Target="../media/image259.png"/><Relationship Id="rId14" Type="http://schemas.openxmlformats.org/officeDocument/2006/relationships/image" Target="../media/image236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1.png"/><Relationship Id="rId3" Type="http://schemas.openxmlformats.org/officeDocument/2006/relationships/image" Target="../media/image2431.png"/><Relationship Id="rId7" Type="http://schemas.openxmlformats.org/officeDocument/2006/relationships/image" Target="../media/image260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12.png"/><Relationship Id="rId11" Type="http://schemas.openxmlformats.org/officeDocument/2006/relationships/image" Target="../media/image2631.png"/><Relationship Id="rId5" Type="http://schemas.openxmlformats.org/officeDocument/2006/relationships/image" Target="../media/image2451.png"/><Relationship Id="rId10" Type="http://schemas.openxmlformats.org/officeDocument/2006/relationships/image" Target="../media/image2621.png"/><Relationship Id="rId4" Type="http://schemas.openxmlformats.org/officeDocument/2006/relationships/image" Target="../media/image2441.png"/><Relationship Id="rId9" Type="http://schemas.openxmlformats.org/officeDocument/2006/relationships/image" Target="../media/image2491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41.png"/><Relationship Id="rId3" Type="http://schemas.openxmlformats.org/officeDocument/2006/relationships/image" Target="../media/image2521.png"/><Relationship Id="rId7" Type="http://schemas.openxmlformats.org/officeDocument/2006/relationships/image" Target="../media/image256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51.png"/><Relationship Id="rId5" Type="http://schemas.openxmlformats.org/officeDocument/2006/relationships/image" Target="../media/image2541.png"/><Relationship Id="rId10" Type="http://schemas.openxmlformats.org/officeDocument/2006/relationships/image" Target="../media/image266.png"/><Relationship Id="rId4" Type="http://schemas.openxmlformats.org/officeDocument/2006/relationships/image" Target="../media/image2531.png"/><Relationship Id="rId9" Type="http://schemas.openxmlformats.org/officeDocument/2006/relationships/image" Target="../media/image265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0.png"/><Relationship Id="rId13" Type="http://schemas.openxmlformats.org/officeDocument/2006/relationships/image" Target="../media/image274.png"/><Relationship Id="rId18" Type="http://schemas.openxmlformats.org/officeDocument/2006/relationships/image" Target="../media/image280.png"/><Relationship Id="rId26" Type="http://schemas.openxmlformats.org/officeDocument/2006/relationships/image" Target="../media/image288.png"/><Relationship Id="rId3" Type="http://schemas.openxmlformats.org/officeDocument/2006/relationships/image" Target="../media/image2651.png"/><Relationship Id="rId21" Type="http://schemas.openxmlformats.org/officeDocument/2006/relationships/image" Target="../media/image283.png"/><Relationship Id="rId7" Type="http://schemas.openxmlformats.org/officeDocument/2006/relationships/image" Target="../media/image269.png"/><Relationship Id="rId12" Type="http://schemas.openxmlformats.org/officeDocument/2006/relationships/image" Target="../media/image237.png"/><Relationship Id="rId17" Type="http://schemas.openxmlformats.org/officeDocument/2006/relationships/image" Target="../media/image279.png"/><Relationship Id="rId25" Type="http://schemas.openxmlformats.org/officeDocument/2006/relationships/image" Target="../media/image287.png"/><Relationship Id="rId2" Type="http://schemas.openxmlformats.org/officeDocument/2006/relationships/image" Target="../media/image267.png"/><Relationship Id="rId16" Type="http://schemas.openxmlformats.org/officeDocument/2006/relationships/image" Target="../media/image278.png"/><Relationship Id="rId20" Type="http://schemas.openxmlformats.org/officeDocument/2006/relationships/image" Target="../media/image282.png"/><Relationship Id="rId29" Type="http://schemas.openxmlformats.org/officeDocument/2006/relationships/image" Target="../media/image29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81.png"/><Relationship Id="rId11" Type="http://schemas.openxmlformats.org/officeDocument/2006/relationships/image" Target="../media/image273.png"/><Relationship Id="rId24" Type="http://schemas.openxmlformats.org/officeDocument/2006/relationships/image" Target="../media/image286.png"/><Relationship Id="rId32" Type="http://schemas.openxmlformats.org/officeDocument/2006/relationships/image" Target="../media/image294.png"/><Relationship Id="rId5" Type="http://schemas.openxmlformats.org/officeDocument/2006/relationships/image" Target="../media/image268.png"/><Relationship Id="rId15" Type="http://schemas.openxmlformats.org/officeDocument/2006/relationships/image" Target="../media/image277.png"/><Relationship Id="rId23" Type="http://schemas.openxmlformats.org/officeDocument/2006/relationships/image" Target="../media/image285.png"/><Relationship Id="rId28" Type="http://schemas.openxmlformats.org/officeDocument/2006/relationships/image" Target="../media/image290.png"/><Relationship Id="rId10" Type="http://schemas.openxmlformats.org/officeDocument/2006/relationships/image" Target="../media/image272.png"/><Relationship Id="rId19" Type="http://schemas.openxmlformats.org/officeDocument/2006/relationships/image" Target="../media/image281.png"/><Relationship Id="rId31" Type="http://schemas.openxmlformats.org/officeDocument/2006/relationships/image" Target="../media/image293.png"/><Relationship Id="rId4" Type="http://schemas.openxmlformats.org/officeDocument/2006/relationships/image" Target="../media/image2671.png"/><Relationship Id="rId9" Type="http://schemas.openxmlformats.org/officeDocument/2006/relationships/image" Target="../media/image271.png"/><Relationship Id="rId14" Type="http://schemas.openxmlformats.org/officeDocument/2006/relationships/image" Target="../media/image276.png"/><Relationship Id="rId22" Type="http://schemas.openxmlformats.org/officeDocument/2006/relationships/image" Target="../media/image284.png"/><Relationship Id="rId27" Type="http://schemas.openxmlformats.org/officeDocument/2006/relationships/image" Target="../media/image289.png"/><Relationship Id="rId30" Type="http://schemas.openxmlformats.org/officeDocument/2006/relationships/image" Target="../media/image292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png"/><Relationship Id="rId3" Type="http://schemas.openxmlformats.org/officeDocument/2006/relationships/image" Target="../media/image2951.png"/><Relationship Id="rId7" Type="http://schemas.openxmlformats.org/officeDocument/2006/relationships/image" Target="../media/image299.png"/><Relationship Id="rId2" Type="http://schemas.openxmlformats.org/officeDocument/2006/relationships/image" Target="../media/image29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8.png"/><Relationship Id="rId5" Type="http://schemas.openxmlformats.org/officeDocument/2006/relationships/image" Target="../media/image297.png"/><Relationship Id="rId4" Type="http://schemas.openxmlformats.org/officeDocument/2006/relationships/image" Target="../media/image296.png"/><Relationship Id="rId9" Type="http://schemas.openxmlformats.org/officeDocument/2006/relationships/image" Target="../media/image301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6.png"/><Relationship Id="rId3" Type="http://schemas.openxmlformats.org/officeDocument/2006/relationships/image" Target="../media/image2760.png"/><Relationship Id="rId7" Type="http://schemas.openxmlformats.org/officeDocument/2006/relationships/image" Target="../media/image30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4.png"/><Relationship Id="rId11" Type="http://schemas.openxmlformats.org/officeDocument/2006/relationships/image" Target="../media/image309.png"/><Relationship Id="rId5" Type="http://schemas.openxmlformats.org/officeDocument/2006/relationships/image" Target="../media/image303.png"/><Relationship Id="rId10" Type="http://schemas.openxmlformats.org/officeDocument/2006/relationships/image" Target="../media/image308.png"/><Relationship Id="rId4" Type="http://schemas.openxmlformats.org/officeDocument/2006/relationships/image" Target="../media/image302.png"/><Relationship Id="rId9" Type="http://schemas.openxmlformats.org/officeDocument/2006/relationships/image" Target="../media/image307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7" Type="http://schemas.openxmlformats.org/officeDocument/2006/relationships/image" Target="../media/image290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91.png"/><Relationship Id="rId5" Type="http://schemas.openxmlformats.org/officeDocument/2006/relationships/image" Target="../media/image310.png"/><Relationship Id="rId4" Type="http://schemas.openxmlformats.org/officeDocument/2006/relationships/image" Target="../media/image2871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6.png"/><Relationship Id="rId13" Type="http://schemas.openxmlformats.org/officeDocument/2006/relationships/image" Target="../media/image321.png"/><Relationship Id="rId3" Type="http://schemas.openxmlformats.org/officeDocument/2006/relationships/image" Target="../media/image311.png"/><Relationship Id="rId7" Type="http://schemas.openxmlformats.org/officeDocument/2006/relationships/image" Target="../media/image315.png"/><Relationship Id="rId12" Type="http://schemas.openxmlformats.org/officeDocument/2006/relationships/image" Target="../media/image320.png"/><Relationship Id="rId17" Type="http://schemas.openxmlformats.org/officeDocument/2006/relationships/image" Target="../media/image325.png"/><Relationship Id="rId2" Type="http://schemas.openxmlformats.org/officeDocument/2006/relationships/notesSlide" Target="../notesSlides/notesSlide19.xml"/><Relationship Id="rId16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4.png"/><Relationship Id="rId11" Type="http://schemas.openxmlformats.org/officeDocument/2006/relationships/image" Target="../media/image319.png"/><Relationship Id="rId5" Type="http://schemas.openxmlformats.org/officeDocument/2006/relationships/image" Target="../media/image313.png"/><Relationship Id="rId15" Type="http://schemas.openxmlformats.org/officeDocument/2006/relationships/image" Target="../media/image323.png"/><Relationship Id="rId10" Type="http://schemas.openxmlformats.org/officeDocument/2006/relationships/image" Target="../media/image318.png"/><Relationship Id="rId4" Type="http://schemas.openxmlformats.org/officeDocument/2006/relationships/image" Target="../media/image312.png"/><Relationship Id="rId9" Type="http://schemas.openxmlformats.org/officeDocument/2006/relationships/image" Target="../media/image317.png"/><Relationship Id="rId14" Type="http://schemas.openxmlformats.org/officeDocument/2006/relationships/image" Target="../media/image322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61.png"/><Relationship Id="rId13" Type="http://schemas.openxmlformats.org/officeDocument/2006/relationships/image" Target="../media/image3112.png"/><Relationship Id="rId3" Type="http://schemas.openxmlformats.org/officeDocument/2006/relationships/image" Target="../media/image3012.png"/><Relationship Id="rId7" Type="http://schemas.openxmlformats.org/officeDocument/2006/relationships/image" Target="../media/image3051.png"/><Relationship Id="rId12" Type="http://schemas.openxmlformats.org/officeDocument/2006/relationships/image" Target="../media/image310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41.png"/><Relationship Id="rId11" Type="http://schemas.openxmlformats.org/officeDocument/2006/relationships/image" Target="../media/image3091.png"/><Relationship Id="rId5" Type="http://schemas.openxmlformats.org/officeDocument/2006/relationships/image" Target="../media/image3031.png"/><Relationship Id="rId10" Type="http://schemas.openxmlformats.org/officeDocument/2006/relationships/image" Target="../media/image3081.png"/><Relationship Id="rId4" Type="http://schemas.openxmlformats.org/officeDocument/2006/relationships/image" Target="../media/image3021.png"/><Relationship Id="rId9" Type="http://schemas.openxmlformats.org/officeDocument/2006/relationships/image" Target="../media/image3071.png"/><Relationship Id="rId14" Type="http://schemas.openxmlformats.org/officeDocument/2006/relationships/image" Target="../media/image3121.png"/></Relationships>
</file>

<file path=ppt/slides/_rels/slide7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151.png"/><Relationship Id="rId18" Type="http://schemas.openxmlformats.org/officeDocument/2006/relationships/image" Target="../media/image3201.png"/><Relationship Id="rId26" Type="http://schemas.openxmlformats.org/officeDocument/2006/relationships/image" Target="../media/image330.png"/><Relationship Id="rId21" Type="http://schemas.openxmlformats.org/officeDocument/2006/relationships/image" Target="../media/image3231.png"/><Relationship Id="rId34" Type="http://schemas.openxmlformats.org/officeDocument/2006/relationships/image" Target="../media/image3361.png"/><Relationship Id="rId7" Type="http://schemas.openxmlformats.org/officeDocument/2006/relationships/image" Target="../media/image3062.png"/><Relationship Id="rId12" Type="http://schemas.openxmlformats.org/officeDocument/2006/relationships/image" Target="../media/image3141.png"/><Relationship Id="rId17" Type="http://schemas.openxmlformats.org/officeDocument/2006/relationships/image" Target="../media/image3191.png"/><Relationship Id="rId25" Type="http://schemas.openxmlformats.org/officeDocument/2006/relationships/image" Target="../media/image329.png"/><Relationship Id="rId33" Type="http://schemas.openxmlformats.org/officeDocument/2006/relationships/image" Target="../media/image3351.pn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181.png"/><Relationship Id="rId20" Type="http://schemas.openxmlformats.org/officeDocument/2006/relationships/image" Target="../media/image3221.png"/><Relationship Id="rId29" Type="http://schemas.openxmlformats.org/officeDocument/2006/relationships/image" Target="../media/image33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52.png"/><Relationship Id="rId11" Type="http://schemas.openxmlformats.org/officeDocument/2006/relationships/image" Target="../media/image3131.png"/><Relationship Id="rId24" Type="http://schemas.openxmlformats.org/officeDocument/2006/relationships/image" Target="../media/image328.png"/><Relationship Id="rId32" Type="http://schemas.openxmlformats.org/officeDocument/2006/relationships/image" Target="../media/image336.png"/><Relationship Id="rId37" Type="http://schemas.openxmlformats.org/officeDocument/2006/relationships/image" Target="../media/image339.png"/><Relationship Id="rId5" Type="http://schemas.openxmlformats.org/officeDocument/2006/relationships/image" Target="../media/image3042.png"/><Relationship Id="rId15" Type="http://schemas.openxmlformats.org/officeDocument/2006/relationships/image" Target="../media/image3171.png"/><Relationship Id="rId23" Type="http://schemas.openxmlformats.org/officeDocument/2006/relationships/image" Target="../media/image3251.png"/><Relationship Id="rId28" Type="http://schemas.openxmlformats.org/officeDocument/2006/relationships/image" Target="../media/image332.png"/><Relationship Id="rId36" Type="http://schemas.openxmlformats.org/officeDocument/2006/relationships/image" Target="../media/image338.png"/><Relationship Id="rId10" Type="http://schemas.openxmlformats.org/officeDocument/2006/relationships/image" Target="../media/image3093.png"/><Relationship Id="rId19" Type="http://schemas.openxmlformats.org/officeDocument/2006/relationships/image" Target="../media/image3213.png"/><Relationship Id="rId31" Type="http://schemas.openxmlformats.org/officeDocument/2006/relationships/image" Target="../media/image335.png"/><Relationship Id="rId4" Type="http://schemas.openxmlformats.org/officeDocument/2006/relationships/image" Target="../media/image327.png"/><Relationship Id="rId9" Type="http://schemas.openxmlformats.org/officeDocument/2006/relationships/image" Target="../media/image3082.png"/><Relationship Id="rId14" Type="http://schemas.openxmlformats.org/officeDocument/2006/relationships/image" Target="../media/image3161.png"/><Relationship Id="rId22" Type="http://schemas.openxmlformats.org/officeDocument/2006/relationships/image" Target="../media/image3241.png"/><Relationship Id="rId27" Type="http://schemas.openxmlformats.org/officeDocument/2006/relationships/image" Target="../media/image331.png"/><Relationship Id="rId30" Type="http://schemas.openxmlformats.org/officeDocument/2006/relationships/image" Target="../media/image334.png"/><Relationship Id="rId35" Type="http://schemas.openxmlformats.org/officeDocument/2006/relationships/image" Target="../media/image337.png"/><Relationship Id="rId8" Type="http://schemas.openxmlformats.org/officeDocument/2006/relationships/image" Target="../media/image3072.png"/><Relationship Id="rId3" Type="http://schemas.openxmlformats.org/officeDocument/2006/relationships/image" Target="../media/image326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6.png"/><Relationship Id="rId3" Type="http://schemas.openxmlformats.org/officeDocument/2006/relationships/image" Target="../media/image341.png"/><Relationship Id="rId7" Type="http://schemas.openxmlformats.org/officeDocument/2006/relationships/image" Target="../media/image345.png"/><Relationship Id="rId2" Type="http://schemas.openxmlformats.org/officeDocument/2006/relationships/image" Target="../media/image3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4.png"/><Relationship Id="rId5" Type="http://schemas.openxmlformats.org/officeDocument/2006/relationships/image" Target="../media/image343.png"/><Relationship Id="rId4" Type="http://schemas.openxmlformats.org/officeDocument/2006/relationships/image" Target="../media/image342.png"/><Relationship Id="rId9" Type="http://schemas.openxmlformats.org/officeDocument/2006/relationships/image" Target="../media/image347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2.png"/><Relationship Id="rId13" Type="http://schemas.openxmlformats.org/officeDocument/2006/relationships/image" Target="../media/image357.png"/><Relationship Id="rId3" Type="http://schemas.openxmlformats.org/officeDocument/2006/relationships/image" Target="../media/image3471.png"/><Relationship Id="rId7" Type="http://schemas.openxmlformats.org/officeDocument/2006/relationships/image" Target="../media/image351.png"/><Relationship Id="rId12" Type="http://schemas.openxmlformats.org/officeDocument/2006/relationships/image" Target="../media/image35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0.png"/><Relationship Id="rId11" Type="http://schemas.openxmlformats.org/officeDocument/2006/relationships/image" Target="../media/image355.png"/><Relationship Id="rId5" Type="http://schemas.openxmlformats.org/officeDocument/2006/relationships/image" Target="../media/image349.png"/><Relationship Id="rId10" Type="http://schemas.openxmlformats.org/officeDocument/2006/relationships/image" Target="../media/image354.png"/><Relationship Id="rId4" Type="http://schemas.openxmlformats.org/officeDocument/2006/relationships/image" Target="../media/image3481.png"/><Relationship Id="rId9" Type="http://schemas.openxmlformats.org/officeDocument/2006/relationships/image" Target="../media/image353.png"/><Relationship Id="rId14" Type="http://schemas.openxmlformats.org/officeDocument/2006/relationships/image" Target="../media/image358.png"/></Relationships>
</file>

<file path=ppt/slides/_rels/slide7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7.png"/><Relationship Id="rId18" Type="http://schemas.openxmlformats.org/officeDocument/2006/relationships/image" Target="../media/image372.png"/><Relationship Id="rId26" Type="http://schemas.openxmlformats.org/officeDocument/2006/relationships/image" Target="../media/image380.png"/><Relationship Id="rId39" Type="http://schemas.openxmlformats.org/officeDocument/2006/relationships/image" Target="../media/image393.png"/><Relationship Id="rId21" Type="http://schemas.openxmlformats.org/officeDocument/2006/relationships/image" Target="../media/image375.png"/><Relationship Id="rId34" Type="http://schemas.openxmlformats.org/officeDocument/2006/relationships/image" Target="../media/image388.png"/><Relationship Id="rId42" Type="http://schemas.openxmlformats.org/officeDocument/2006/relationships/image" Target="../media/image396.png"/><Relationship Id="rId47" Type="http://schemas.openxmlformats.org/officeDocument/2006/relationships/image" Target="../media/image401.png"/><Relationship Id="rId50" Type="http://schemas.openxmlformats.org/officeDocument/2006/relationships/image" Target="../media/image404.png"/><Relationship Id="rId7" Type="http://schemas.openxmlformats.org/officeDocument/2006/relationships/image" Target="../media/image361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370.png"/><Relationship Id="rId29" Type="http://schemas.openxmlformats.org/officeDocument/2006/relationships/image" Target="../media/image383.png"/><Relationship Id="rId11" Type="http://schemas.openxmlformats.org/officeDocument/2006/relationships/image" Target="../media/image365.png"/><Relationship Id="rId24" Type="http://schemas.openxmlformats.org/officeDocument/2006/relationships/image" Target="../media/image378.png"/><Relationship Id="rId32" Type="http://schemas.openxmlformats.org/officeDocument/2006/relationships/image" Target="../media/image386.png"/><Relationship Id="rId37" Type="http://schemas.openxmlformats.org/officeDocument/2006/relationships/image" Target="../media/image391.png"/><Relationship Id="rId40" Type="http://schemas.openxmlformats.org/officeDocument/2006/relationships/image" Target="../media/image394.png"/><Relationship Id="rId45" Type="http://schemas.openxmlformats.org/officeDocument/2006/relationships/image" Target="../media/image399.png"/><Relationship Id="rId5" Type="http://schemas.openxmlformats.org/officeDocument/2006/relationships/image" Target="../media/image359.png"/><Relationship Id="rId15" Type="http://schemas.openxmlformats.org/officeDocument/2006/relationships/image" Target="../media/image369.png"/><Relationship Id="rId23" Type="http://schemas.openxmlformats.org/officeDocument/2006/relationships/image" Target="../media/image377.png"/><Relationship Id="rId28" Type="http://schemas.openxmlformats.org/officeDocument/2006/relationships/image" Target="../media/image382.png"/><Relationship Id="rId36" Type="http://schemas.openxmlformats.org/officeDocument/2006/relationships/image" Target="../media/image390.png"/><Relationship Id="rId49" Type="http://schemas.openxmlformats.org/officeDocument/2006/relationships/image" Target="../media/image403.png"/><Relationship Id="rId10" Type="http://schemas.openxmlformats.org/officeDocument/2006/relationships/image" Target="../media/image364.png"/><Relationship Id="rId19" Type="http://schemas.openxmlformats.org/officeDocument/2006/relationships/image" Target="../media/image373.png"/><Relationship Id="rId31" Type="http://schemas.openxmlformats.org/officeDocument/2006/relationships/image" Target="../media/image385.png"/><Relationship Id="rId44" Type="http://schemas.openxmlformats.org/officeDocument/2006/relationships/image" Target="../media/image398.png"/><Relationship Id="rId52" Type="http://schemas.openxmlformats.org/officeDocument/2006/relationships/image" Target="../media/image406.png"/><Relationship Id="rId4" Type="http://schemas.openxmlformats.org/officeDocument/2006/relationships/image" Target="../media/image348.png"/><Relationship Id="rId9" Type="http://schemas.openxmlformats.org/officeDocument/2006/relationships/image" Target="../media/image363.png"/><Relationship Id="rId14" Type="http://schemas.openxmlformats.org/officeDocument/2006/relationships/image" Target="../media/image368.png"/><Relationship Id="rId22" Type="http://schemas.openxmlformats.org/officeDocument/2006/relationships/image" Target="../media/image376.png"/><Relationship Id="rId27" Type="http://schemas.openxmlformats.org/officeDocument/2006/relationships/image" Target="../media/image381.png"/><Relationship Id="rId30" Type="http://schemas.openxmlformats.org/officeDocument/2006/relationships/image" Target="../media/image384.png"/><Relationship Id="rId35" Type="http://schemas.openxmlformats.org/officeDocument/2006/relationships/image" Target="../media/image389.png"/><Relationship Id="rId43" Type="http://schemas.openxmlformats.org/officeDocument/2006/relationships/image" Target="../media/image397.png"/><Relationship Id="rId48" Type="http://schemas.openxmlformats.org/officeDocument/2006/relationships/image" Target="../media/image402.png"/><Relationship Id="rId8" Type="http://schemas.openxmlformats.org/officeDocument/2006/relationships/image" Target="../media/image362.png"/><Relationship Id="rId51" Type="http://schemas.openxmlformats.org/officeDocument/2006/relationships/image" Target="../media/image405.png"/><Relationship Id="rId3" Type="http://schemas.openxmlformats.org/officeDocument/2006/relationships/image" Target="../media/image3472.png"/><Relationship Id="rId12" Type="http://schemas.openxmlformats.org/officeDocument/2006/relationships/image" Target="../media/image366.png"/><Relationship Id="rId17" Type="http://schemas.openxmlformats.org/officeDocument/2006/relationships/image" Target="../media/image371.png"/><Relationship Id="rId25" Type="http://schemas.openxmlformats.org/officeDocument/2006/relationships/image" Target="../media/image379.png"/><Relationship Id="rId33" Type="http://schemas.openxmlformats.org/officeDocument/2006/relationships/image" Target="../media/image387.png"/><Relationship Id="rId38" Type="http://schemas.openxmlformats.org/officeDocument/2006/relationships/image" Target="../media/image392.png"/><Relationship Id="rId46" Type="http://schemas.openxmlformats.org/officeDocument/2006/relationships/image" Target="../media/image400.png"/><Relationship Id="rId20" Type="http://schemas.openxmlformats.org/officeDocument/2006/relationships/image" Target="../media/image374.png"/><Relationship Id="rId41" Type="http://schemas.openxmlformats.org/officeDocument/2006/relationships/image" Target="../media/image39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60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91.png"/><Relationship Id="rId13" Type="http://schemas.openxmlformats.org/officeDocument/2006/relationships/image" Target="../media/image4041.png"/><Relationship Id="rId18" Type="http://schemas.openxmlformats.org/officeDocument/2006/relationships/image" Target="../media/image409.png"/><Relationship Id="rId3" Type="http://schemas.openxmlformats.org/officeDocument/2006/relationships/image" Target="../media/image3941.png"/><Relationship Id="rId7" Type="http://schemas.openxmlformats.org/officeDocument/2006/relationships/image" Target="../media/image3981.png"/><Relationship Id="rId12" Type="http://schemas.openxmlformats.org/officeDocument/2006/relationships/image" Target="../media/image4031.png"/><Relationship Id="rId17" Type="http://schemas.openxmlformats.org/officeDocument/2006/relationships/image" Target="../media/image408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40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971.png"/><Relationship Id="rId11" Type="http://schemas.openxmlformats.org/officeDocument/2006/relationships/image" Target="../media/image4021.png"/><Relationship Id="rId5" Type="http://schemas.openxmlformats.org/officeDocument/2006/relationships/image" Target="../media/image3961.png"/><Relationship Id="rId15" Type="http://schemas.openxmlformats.org/officeDocument/2006/relationships/image" Target="../media/image4061.png"/><Relationship Id="rId10" Type="http://schemas.openxmlformats.org/officeDocument/2006/relationships/image" Target="../media/image4013.png"/><Relationship Id="rId19" Type="http://schemas.openxmlformats.org/officeDocument/2006/relationships/image" Target="../media/image410.png"/><Relationship Id="rId4" Type="http://schemas.openxmlformats.org/officeDocument/2006/relationships/image" Target="../media/image3951.png"/><Relationship Id="rId9" Type="http://schemas.openxmlformats.org/officeDocument/2006/relationships/image" Target="../media/image4001.png"/><Relationship Id="rId14" Type="http://schemas.openxmlformats.org/officeDocument/2006/relationships/image" Target="../media/image4051.png"/></Relationships>
</file>

<file path=ppt/slides/_rels/slide7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9.png"/><Relationship Id="rId18" Type="http://schemas.openxmlformats.org/officeDocument/2006/relationships/image" Target="../media/image424.png"/><Relationship Id="rId26" Type="http://schemas.openxmlformats.org/officeDocument/2006/relationships/image" Target="../media/image432.png"/><Relationship Id="rId21" Type="http://schemas.openxmlformats.org/officeDocument/2006/relationships/image" Target="../media/image427.png"/><Relationship Id="rId34" Type="http://schemas.openxmlformats.org/officeDocument/2006/relationships/image" Target="../media/image440.png"/><Relationship Id="rId7" Type="http://schemas.openxmlformats.org/officeDocument/2006/relationships/image" Target="../media/image4131.png"/><Relationship Id="rId12" Type="http://schemas.openxmlformats.org/officeDocument/2006/relationships/image" Target="../media/image418.png"/><Relationship Id="rId17" Type="http://schemas.openxmlformats.org/officeDocument/2006/relationships/image" Target="../media/image423.png"/><Relationship Id="rId25" Type="http://schemas.openxmlformats.org/officeDocument/2006/relationships/image" Target="../media/image429.png"/><Relationship Id="rId33" Type="http://schemas.openxmlformats.org/officeDocument/2006/relationships/image" Target="../media/image439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422.png"/><Relationship Id="rId20" Type="http://schemas.openxmlformats.org/officeDocument/2006/relationships/image" Target="../media/image426.png"/><Relationship Id="rId29" Type="http://schemas.openxmlformats.org/officeDocument/2006/relationships/image" Target="../media/image43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21.png"/><Relationship Id="rId11" Type="http://schemas.openxmlformats.org/officeDocument/2006/relationships/image" Target="../media/image417.png"/><Relationship Id="rId24" Type="http://schemas.openxmlformats.org/officeDocument/2006/relationships/image" Target="../media/image428.png"/><Relationship Id="rId32" Type="http://schemas.openxmlformats.org/officeDocument/2006/relationships/image" Target="../media/image438.png"/><Relationship Id="rId37" Type="http://schemas.openxmlformats.org/officeDocument/2006/relationships/image" Target="../media/image443.png"/><Relationship Id="rId5" Type="http://schemas.openxmlformats.org/officeDocument/2006/relationships/image" Target="../media/image413.png"/><Relationship Id="rId15" Type="http://schemas.openxmlformats.org/officeDocument/2006/relationships/image" Target="../media/image421.png"/><Relationship Id="rId23" Type="http://schemas.openxmlformats.org/officeDocument/2006/relationships/image" Target="../media/image431.png"/><Relationship Id="rId28" Type="http://schemas.openxmlformats.org/officeDocument/2006/relationships/image" Target="../media/image434.png"/><Relationship Id="rId36" Type="http://schemas.openxmlformats.org/officeDocument/2006/relationships/image" Target="../media/image442.png"/><Relationship Id="rId10" Type="http://schemas.openxmlformats.org/officeDocument/2006/relationships/image" Target="../media/image416.png"/><Relationship Id="rId19" Type="http://schemas.openxmlformats.org/officeDocument/2006/relationships/image" Target="../media/image425.png"/><Relationship Id="rId31" Type="http://schemas.openxmlformats.org/officeDocument/2006/relationships/image" Target="../media/image437.png"/><Relationship Id="rId4" Type="http://schemas.openxmlformats.org/officeDocument/2006/relationships/image" Target="../media/image412.png"/><Relationship Id="rId9" Type="http://schemas.openxmlformats.org/officeDocument/2006/relationships/image" Target="../media/image415.png"/><Relationship Id="rId14" Type="http://schemas.openxmlformats.org/officeDocument/2006/relationships/image" Target="../media/image420.png"/><Relationship Id="rId22" Type="http://schemas.openxmlformats.org/officeDocument/2006/relationships/image" Target="../media/image430.png"/><Relationship Id="rId27" Type="http://schemas.openxmlformats.org/officeDocument/2006/relationships/image" Target="../media/image433.png"/><Relationship Id="rId30" Type="http://schemas.openxmlformats.org/officeDocument/2006/relationships/image" Target="../media/image436.png"/><Relationship Id="rId35" Type="http://schemas.openxmlformats.org/officeDocument/2006/relationships/image" Target="../media/image441.png"/><Relationship Id="rId8" Type="http://schemas.openxmlformats.org/officeDocument/2006/relationships/image" Target="../media/image414.png"/><Relationship Id="rId3" Type="http://schemas.openxmlformats.org/officeDocument/2006/relationships/image" Target="../media/image411.png"/></Relationships>
</file>

<file path=ppt/slides/_rels/slide7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50.png"/><Relationship Id="rId18" Type="http://schemas.openxmlformats.org/officeDocument/2006/relationships/image" Target="../media/image455.png"/><Relationship Id="rId26" Type="http://schemas.openxmlformats.org/officeDocument/2006/relationships/image" Target="../media/image463.png"/><Relationship Id="rId3" Type="http://schemas.openxmlformats.org/officeDocument/2006/relationships/image" Target="../media/image444.png"/><Relationship Id="rId21" Type="http://schemas.openxmlformats.org/officeDocument/2006/relationships/image" Target="../media/image458.png"/><Relationship Id="rId34" Type="http://schemas.openxmlformats.org/officeDocument/2006/relationships/image" Target="../media/image471.png"/><Relationship Id="rId7" Type="http://schemas.openxmlformats.org/officeDocument/2006/relationships/image" Target="../media/image448.png"/><Relationship Id="rId12" Type="http://schemas.openxmlformats.org/officeDocument/2006/relationships/image" Target="../media/image435.png"/><Relationship Id="rId17" Type="http://schemas.openxmlformats.org/officeDocument/2006/relationships/image" Target="../media/image454.png"/><Relationship Id="rId25" Type="http://schemas.openxmlformats.org/officeDocument/2006/relationships/image" Target="../media/image462.png"/><Relationship Id="rId33" Type="http://schemas.openxmlformats.org/officeDocument/2006/relationships/image" Target="../media/image470.pn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453.png"/><Relationship Id="rId20" Type="http://schemas.openxmlformats.org/officeDocument/2006/relationships/image" Target="../media/image457.png"/><Relationship Id="rId29" Type="http://schemas.openxmlformats.org/officeDocument/2006/relationships/image" Target="../media/image4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7.png"/><Relationship Id="rId11" Type="http://schemas.openxmlformats.org/officeDocument/2006/relationships/image" Target="../media/image432.png"/><Relationship Id="rId24" Type="http://schemas.openxmlformats.org/officeDocument/2006/relationships/image" Target="../media/image461.png"/><Relationship Id="rId32" Type="http://schemas.openxmlformats.org/officeDocument/2006/relationships/image" Target="../media/image469.png"/><Relationship Id="rId5" Type="http://schemas.openxmlformats.org/officeDocument/2006/relationships/image" Target="../media/image446.png"/><Relationship Id="rId15" Type="http://schemas.openxmlformats.org/officeDocument/2006/relationships/image" Target="../media/image452.png"/><Relationship Id="rId23" Type="http://schemas.openxmlformats.org/officeDocument/2006/relationships/image" Target="../media/image460.png"/><Relationship Id="rId28" Type="http://schemas.openxmlformats.org/officeDocument/2006/relationships/image" Target="../media/image465.png"/><Relationship Id="rId10" Type="http://schemas.openxmlformats.org/officeDocument/2006/relationships/image" Target="../media/image429.png"/><Relationship Id="rId19" Type="http://schemas.openxmlformats.org/officeDocument/2006/relationships/image" Target="../media/image456.png"/><Relationship Id="rId31" Type="http://schemas.openxmlformats.org/officeDocument/2006/relationships/image" Target="../media/image468.png"/><Relationship Id="rId4" Type="http://schemas.openxmlformats.org/officeDocument/2006/relationships/image" Target="../media/image445.png"/><Relationship Id="rId9" Type="http://schemas.openxmlformats.org/officeDocument/2006/relationships/image" Target="../media/image428.png"/><Relationship Id="rId14" Type="http://schemas.openxmlformats.org/officeDocument/2006/relationships/image" Target="../media/image451.png"/><Relationship Id="rId22" Type="http://schemas.openxmlformats.org/officeDocument/2006/relationships/image" Target="../media/image459.png"/><Relationship Id="rId27" Type="http://schemas.openxmlformats.org/officeDocument/2006/relationships/image" Target="../media/image464.png"/><Relationship Id="rId30" Type="http://schemas.openxmlformats.org/officeDocument/2006/relationships/image" Target="../media/image467.png"/><Relationship Id="rId35" Type="http://schemas.openxmlformats.org/officeDocument/2006/relationships/image" Target="../media/image472.png"/><Relationship Id="rId8" Type="http://schemas.openxmlformats.org/officeDocument/2006/relationships/image" Target="../media/image449.png"/></Relationships>
</file>

<file path=ppt/slides/_rels/slide8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83.png"/><Relationship Id="rId18" Type="http://schemas.openxmlformats.org/officeDocument/2006/relationships/image" Target="../media/image488.png"/><Relationship Id="rId26" Type="http://schemas.openxmlformats.org/officeDocument/2006/relationships/image" Target="../media/image496.png"/><Relationship Id="rId21" Type="http://schemas.openxmlformats.org/officeDocument/2006/relationships/image" Target="../media/image491.png"/><Relationship Id="rId34" Type="http://schemas.openxmlformats.org/officeDocument/2006/relationships/image" Target="../media/image504.png"/><Relationship Id="rId7" Type="http://schemas.openxmlformats.org/officeDocument/2006/relationships/image" Target="../media/image477.png"/><Relationship Id="rId12" Type="http://schemas.openxmlformats.org/officeDocument/2006/relationships/image" Target="../media/image482.png"/><Relationship Id="rId17" Type="http://schemas.openxmlformats.org/officeDocument/2006/relationships/image" Target="../media/image487.png"/><Relationship Id="rId25" Type="http://schemas.openxmlformats.org/officeDocument/2006/relationships/image" Target="../media/image495.png"/><Relationship Id="rId33" Type="http://schemas.openxmlformats.org/officeDocument/2006/relationships/image" Target="../media/image503.png"/><Relationship Id="rId38" Type="http://schemas.openxmlformats.org/officeDocument/2006/relationships/image" Target="../media/image508.pn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486.png"/><Relationship Id="rId20" Type="http://schemas.openxmlformats.org/officeDocument/2006/relationships/image" Target="../media/image490.png"/><Relationship Id="rId29" Type="http://schemas.openxmlformats.org/officeDocument/2006/relationships/image" Target="../media/image4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6.png"/><Relationship Id="rId11" Type="http://schemas.openxmlformats.org/officeDocument/2006/relationships/image" Target="../media/image481.png"/><Relationship Id="rId24" Type="http://schemas.openxmlformats.org/officeDocument/2006/relationships/image" Target="../media/image494.png"/><Relationship Id="rId32" Type="http://schemas.openxmlformats.org/officeDocument/2006/relationships/image" Target="../media/image502.png"/><Relationship Id="rId37" Type="http://schemas.openxmlformats.org/officeDocument/2006/relationships/image" Target="../media/image507.png"/><Relationship Id="rId5" Type="http://schemas.openxmlformats.org/officeDocument/2006/relationships/image" Target="../media/image475.png"/><Relationship Id="rId15" Type="http://schemas.openxmlformats.org/officeDocument/2006/relationships/image" Target="../media/image485.png"/><Relationship Id="rId23" Type="http://schemas.openxmlformats.org/officeDocument/2006/relationships/image" Target="../media/image493.png"/><Relationship Id="rId28" Type="http://schemas.openxmlformats.org/officeDocument/2006/relationships/image" Target="../media/image498.png"/><Relationship Id="rId36" Type="http://schemas.openxmlformats.org/officeDocument/2006/relationships/image" Target="../media/image506.png"/><Relationship Id="rId10" Type="http://schemas.openxmlformats.org/officeDocument/2006/relationships/image" Target="../media/image480.png"/><Relationship Id="rId19" Type="http://schemas.openxmlformats.org/officeDocument/2006/relationships/image" Target="../media/image489.png"/><Relationship Id="rId31" Type="http://schemas.openxmlformats.org/officeDocument/2006/relationships/image" Target="../media/image501.png"/><Relationship Id="rId4" Type="http://schemas.openxmlformats.org/officeDocument/2006/relationships/image" Target="../media/image474.png"/><Relationship Id="rId9" Type="http://schemas.openxmlformats.org/officeDocument/2006/relationships/image" Target="../media/image479.png"/><Relationship Id="rId14" Type="http://schemas.openxmlformats.org/officeDocument/2006/relationships/image" Target="../media/image484.png"/><Relationship Id="rId22" Type="http://schemas.openxmlformats.org/officeDocument/2006/relationships/image" Target="../media/image492.png"/><Relationship Id="rId27" Type="http://schemas.openxmlformats.org/officeDocument/2006/relationships/image" Target="../media/image497.png"/><Relationship Id="rId30" Type="http://schemas.openxmlformats.org/officeDocument/2006/relationships/image" Target="../media/image500.png"/><Relationship Id="rId35" Type="http://schemas.openxmlformats.org/officeDocument/2006/relationships/image" Target="../media/image505.png"/><Relationship Id="rId8" Type="http://schemas.openxmlformats.org/officeDocument/2006/relationships/image" Target="../media/image478.png"/><Relationship Id="rId3" Type="http://schemas.openxmlformats.org/officeDocument/2006/relationships/image" Target="../media/image473.png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13.png"/><Relationship Id="rId4" Type="http://schemas.openxmlformats.org/officeDocument/2006/relationships/image" Target="../media/image512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2" Type="http://schemas.openxmlformats.org/officeDocument/2006/relationships/image" Target="../media/image513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153.png"/><Relationship Id="rId4" Type="http://schemas.openxmlformats.org/officeDocument/2006/relationships/image" Target="../media/image515.png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71.png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92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42.png"/><Relationship Id="rId3" Type="http://schemas.openxmlformats.org/officeDocument/2006/relationships/image" Target="../media/image5102.png"/><Relationship Id="rId7" Type="http://schemas.openxmlformats.org/officeDocument/2006/relationships/image" Target="../media/image513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13.png"/><Relationship Id="rId5" Type="http://schemas.openxmlformats.org/officeDocument/2006/relationships/image" Target="../media/image5122.png"/><Relationship Id="rId10" Type="http://schemas.openxmlformats.org/officeDocument/2006/relationships/image" Target="../media/image5162.png"/><Relationship Id="rId4" Type="http://schemas.openxmlformats.org/officeDocument/2006/relationships/image" Target="../media/image5114.png"/><Relationship Id="rId9" Type="http://schemas.openxmlformats.org/officeDocument/2006/relationships/image" Target="../media/image5152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71.png"/><Relationship Id="rId7" Type="http://schemas.openxmlformats.org/officeDocument/2006/relationships/image" Target="../media/image511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01.png"/><Relationship Id="rId5" Type="http://schemas.openxmlformats.org/officeDocument/2006/relationships/image" Target="../media/image5091.png"/><Relationship Id="rId4" Type="http://schemas.openxmlformats.org/officeDocument/2006/relationships/image" Target="../media/image5081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31.png"/><Relationship Id="rId3" Type="http://schemas.openxmlformats.org/officeDocument/2006/relationships/image" Target="../media/image5182.png"/><Relationship Id="rId7" Type="http://schemas.openxmlformats.org/officeDocument/2006/relationships/image" Target="../media/image5222.png"/><Relationship Id="rId2" Type="http://schemas.openxmlformats.org/officeDocument/2006/relationships/image" Target="../media/image517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4.png"/><Relationship Id="rId5" Type="http://schemas.openxmlformats.org/officeDocument/2006/relationships/image" Target="../media/image5202.png"/><Relationship Id="rId4" Type="http://schemas.openxmlformats.org/officeDocument/2006/relationships/image" Target="../media/image5192.png"/><Relationship Id="rId9" Type="http://schemas.openxmlformats.org/officeDocument/2006/relationships/image" Target="../media/image5241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71.png"/><Relationship Id="rId13" Type="http://schemas.openxmlformats.org/officeDocument/2006/relationships/image" Target="../media/image5221.png"/><Relationship Id="rId18" Type="http://schemas.openxmlformats.org/officeDocument/2006/relationships/image" Target="../media/image527.png"/><Relationship Id="rId3" Type="http://schemas.openxmlformats.org/officeDocument/2006/relationships/image" Target="../media/image5121.png"/><Relationship Id="rId21" Type="http://schemas.openxmlformats.org/officeDocument/2006/relationships/image" Target="../media/image530.png"/><Relationship Id="rId7" Type="http://schemas.openxmlformats.org/officeDocument/2006/relationships/image" Target="../media/image5161.png"/><Relationship Id="rId12" Type="http://schemas.openxmlformats.org/officeDocument/2006/relationships/image" Target="../media/image5213.png"/><Relationship Id="rId17" Type="http://schemas.openxmlformats.org/officeDocument/2006/relationships/image" Target="../media/image526.png"/><Relationship Id="rId2" Type="http://schemas.openxmlformats.org/officeDocument/2006/relationships/notesSlide" Target="../notesSlides/notesSlide31.xml"/><Relationship Id="rId16" Type="http://schemas.openxmlformats.org/officeDocument/2006/relationships/image" Target="../media/image5250.png"/><Relationship Id="rId20" Type="http://schemas.openxmlformats.org/officeDocument/2006/relationships/image" Target="../media/image5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51.png"/><Relationship Id="rId11" Type="http://schemas.openxmlformats.org/officeDocument/2006/relationships/image" Target="../media/image5201.png"/><Relationship Id="rId5" Type="http://schemas.openxmlformats.org/officeDocument/2006/relationships/image" Target="../media/image5141.png"/><Relationship Id="rId15" Type="http://schemas.openxmlformats.org/officeDocument/2006/relationships/image" Target="../media/image5240.png"/><Relationship Id="rId23" Type="http://schemas.openxmlformats.org/officeDocument/2006/relationships/image" Target="../media/image532.png"/><Relationship Id="rId10" Type="http://schemas.openxmlformats.org/officeDocument/2006/relationships/image" Target="../media/image5191.png"/><Relationship Id="rId19" Type="http://schemas.openxmlformats.org/officeDocument/2006/relationships/image" Target="../media/image528.png"/><Relationship Id="rId4" Type="http://schemas.openxmlformats.org/officeDocument/2006/relationships/image" Target="../media/image5131.png"/><Relationship Id="rId9" Type="http://schemas.openxmlformats.org/officeDocument/2006/relationships/image" Target="../media/image5181.png"/><Relationship Id="rId14" Type="http://schemas.openxmlformats.org/officeDocument/2006/relationships/image" Target="../media/image5230.png"/><Relationship Id="rId22" Type="http://schemas.openxmlformats.org/officeDocument/2006/relationships/image" Target="../media/image531.png"/></Relationships>
</file>

<file path=ppt/slides/_rels/slide9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3.png"/><Relationship Id="rId18" Type="http://schemas.openxmlformats.org/officeDocument/2006/relationships/image" Target="../media/image548.png"/><Relationship Id="rId26" Type="http://schemas.openxmlformats.org/officeDocument/2006/relationships/image" Target="../media/image556.png"/><Relationship Id="rId39" Type="http://schemas.openxmlformats.org/officeDocument/2006/relationships/image" Target="../media/image569.png"/><Relationship Id="rId21" Type="http://schemas.openxmlformats.org/officeDocument/2006/relationships/image" Target="../media/image551.png"/><Relationship Id="rId34" Type="http://schemas.openxmlformats.org/officeDocument/2006/relationships/image" Target="../media/image564.png"/><Relationship Id="rId42" Type="http://schemas.openxmlformats.org/officeDocument/2006/relationships/image" Target="../media/image572.png"/><Relationship Id="rId47" Type="http://schemas.openxmlformats.org/officeDocument/2006/relationships/image" Target="../media/image577.png"/><Relationship Id="rId50" Type="http://schemas.openxmlformats.org/officeDocument/2006/relationships/image" Target="../media/image580.png"/><Relationship Id="rId7" Type="http://schemas.openxmlformats.org/officeDocument/2006/relationships/image" Target="../media/image537.png"/><Relationship Id="rId2" Type="http://schemas.openxmlformats.org/officeDocument/2006/relationships/notesSlide" Target="../notesSlides/notesSlide32.xml"/><Relationship Id="rId16" Type="http://schemas.openxmlformats.org/officeDocument/2006/relationships/image" Target="../media/image546.png"/><Relationship Id="rId29" Type="http://schemas.openxmlformats.org/officeDocument/2006/relationships/image" Target="../media/image559.png"/><Relationship Id="rId11" Type="http://schemas.openxmlformats.org/officeDocument/2006/relationships/image" Target="../media/image541.png"/><Relationship Id="rId24" Type="http://schemas.openxmlformats.org/officeDocument/2006/relationships/image" Target="../media/image554.png"/><Relationship Id="rId32" Type="http://schemas.openxmlformats.org/officeDocument/2006/relationships/image" Target="../media/image562.png"/><Relationship Id="rId37" Type="http://schemas.openxmlformats.org/officeDocument/2006/relationships/image" Target="../media/image567.png"/><Relationship Id="rId40" Type="http://schemas.openxmlformats.org/officeDocument/2006/relationships/image" Target="../media/image570.png"/><Relationship Id="rId45" Type="http://schemas.openxmlformats.org/officeDocument/2006/relationships/image" Target="../media/image575.png"/><Relationship Id="rId5" Type="http://schemas.openxmlformats.org/officeDocument/2006/relationships/image" Target="../media/image535.png"/><Relationship Id="rId15" Type="http://schemas.openxmlformats.org/officeDocument/2006/relationships/image" Target="../media/image545.png"/><Relationship Id="rId23" Type="http://schemas.openxmlformats.org/officeDocument/2006/relationships/image" Target="../media/image553.png"/><Relationship Id="rId28" Type="http://schemas.openxmlformats.org/officeDocument/2006/relationships/image" Target="../media/image558.png"/><Relationship Id="rId36" Type="http://schemas.openxmlformats.org/officeDocument/2006/relationships/image" Target="../media/image566.png"/><Relationship Id="rId49" Type="http://schemas.openxmlformats.org/officeDocument/2006/relationships/image" Target="../media/image579.png"/><Relationship Id="rId10" Type="http://schemas.openxmlformats.org/officeDocument/2006/relationships/image" Target="../media/image540.png"/><Relationship Id="rId19" Type="http://schemas.openxmlformats.org/officeDocument/2006/relationships/image" Target="../media/image549.png"/><Relationship Id="rId31" Type="http://schemas.openxmlformats.org/officeDocument/2006/relationships/image" Target="../media/image561.png"/><Relationship Id="rId44" Type="http://schemas.openxmlformats.org/officeDocument/2006/relationships/image" Target="../media/image574.png"/><Relationship Id="rId52" Type="http://schemas.openxmlformats.org/officeDocument/2006/relationships/image" Target="../media/image582.png"/><Relationship Id="rId4" Type="http://schemas.openxmlformats.org/officeDocument/2006/relationships/image" Target="../media/image534.png"/><Relationship Id="rId9" Type="http://schemas.openxmlformats.org/officeDocument/2006/relationships/image" Target="../media/image539.png"/><Relationship Id="rId14" Type="http://schemas.openxmlformats.org/officeDocument/2006/relationships/image" Target="../media/image544.png"/><Relationship Id="rId22" Type="http://schemas.openxmlformats.org/officeDocument/2006/relationships/image" Target="../media/image552.png"/><Relationship Id="rId27" Type="http://schemas.openxmlformats.org/officeDocument/2006/relationships/image" Target="../media/image557.png"/><Relationship Id="rId30" Type="http://schemas.openxmlformats.org/officeDocument/2006/relationships/image" Target="../media/image560.png"/><Relationship Id="rId35" Type="http://schemas.openxmlformats.org/officeDocument/2006/relationships/image" Target="../media/image565.png"/><Relationship Id="rId43" Type="http://schemas.openxmlformats.org/officeDocument/2006/relationships/image" Target="../media/image573.png"/><Relationship Id="rId48" Type="http://schemas.openxmlformats.org/officeDocument/2006/relationships/image" Target="../media/image578.png"/><Relationship Id="rId8" Type="http://schemas.openxmlformats.org/officeDocument/2006/relationships/image" Target="../media/image538.png"/><Relationship Id="rId51" Type="http://schemas.openxmlformats.org/officeDocument/2006/relationships/image" Target="../media/image581.png"/><Relationship Id="rId3" Type="http://schemas.openxmlformats.org/officeDocument/2006/relationships/image" Target="../media/image533.png"/><Relationship Id="rId12" Type="http://schemas.openxmlformats.org/officeDocument/2006/relationships/image" Target="../media/image542.png"/><Relationship Id="rId17" Type="http://schemas.openxmlformats.org/officeDocument/2006/relationships/image" Target="../media/image547.png"/><Relationship Id="rId25" Type="http://schemas.openxmlformats.org/officeDocument/2006/relationships/image" Target="../media/image555.png"/><Relationship Id="rId33" Type="http://schemas.openxmlformats.org/officeDocument/2006/relationships/image" Target="../media/image563.png"/><Relationship Id="rId38" Type="http://schemas.openxmlformats.org/officeDocument/2006/relationships/image" Target="../media/image568.png"/><Relationship Id="rId46" Type="http://schemas.openxmlformats.org/officeDocument/2006/relationships/image" Target="../media/image576.png"/><Relationship Id="rId20" Type="http://schemas.openxmlformats.org/officeDocument/2006/relationships/image" Target="../media/image550.png"/><Relationship Id="rId41" Type="http://schemas.openxmlformats.org/officeDocument/2006/relationships/image" Target="../media/image5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6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5.png"/><Relationship Id="rId13" Type="http://schemas.openxmlformats.org/officeDocument/2006/relationships/image" Target="../media/image610.png"/><Relationship Id="rId18" Type="http://schemas.openxmlformats.org/officeDocument/2006/relationships/image" Target="../media/image615.png"/><Relationship Id="rId26" Type="http://schemas.openxmlformats.org/officeDocument/2006/relationships/image" Target="../media/image623.png"/><Relationship Id="rId3" Type="http://schemas.openxmlformats.org/officeDocument/2006/relationships/image" Target="../media/image600.png"/><Relationship Id="rId21" Type="http://schemas.openxmlformats.org/officeDocument/2006/relationships/image" Target="../media/image618.png"/><Relationship Id="rId7" Type="http://schemas.openxmlformats.org/officeDocument/2006/relationships/image" Target="../media/image604.png"/><Relationship Id="rId12" Type="http://schemas.openxmlformats.org/officeDocument/2006/relationships/image" Target="../media/image609.png"/><Relationship Id="rId17" Type="http://schemas.openxmlformats.org/officeDocument/2006/relationships/image" Target="../media/image614.png"/><Relationship Id="rId25" Type="http://schemas.openxmlformats.org/officeDocument/2006/relationships/image" Target="../media/image622.pn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613.png"/><Relationship Id="rId20" Type="http://schemas.openxmlformats.org/officeDocument/2006/relationships/image" Target="../media/image61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03.png"/><Relationship Id="rId11" Type="http://schemas.openxmlformats.org/officeDocument/2006/relationships/image" Target="../media/image608.png"/><Relationship Id="rId24" Type="http://schemas.openxmlformats.org/officeDocument/2006/relationships/image" Target="../media/image621.png"/><Relationship Id="rId5" Type="http://schemas.openxmlformats.org/officeDocument/2006/relationships/image" Target="../media/image602.png"/><Relationship Id="rId15" Type="http://schemas.openxmlformats.org/officeDocument/2006/relationships/image" Target="../media/image612.png"/><Relationship Id="rId23" Type="http://schemas.openxmlformats.org/officeDocument/2006/relationships/image" Target="../media/image620.png"/><Relationship Id="rId28" Type="http://schemas.openxmlformats.org/officeDocument/2006/relationships/image" Target="../media/image625.png"/><Relationship Id="rId10" Type="http://schemas.openxmlformats.org/officeDocument/2006/relationships/image" Target="../media/image607.png"/><Relationship Id="rId19" Type="http://schemas.openxmlformats.org/officeDocument/2006/relationships/image" Target="../media/image616.png"/><Relationship Id="rId4" Type="http://schemas.openxmlformats.org/officeDocument/2006/relationships/image" Target="../media/image601.png"/><Relationship Id="rId9" Type="http://schemas.openxmlformats.org/officeDocument/2006/relationships/image" Target="../media/image606.png"/><Relationship Id="rId14" Type="http://schemas.openxmlformats.org/officeDocument/2006/relationships/image" Target="../media/image611.png"/><Relationship Id="rId22" Type="http://schemas.openxmlformats.org/officeDocument/2006/relationships/image" Target="../media/image619.png"/><Relationship Id="rId27" Type="http://schemas.openxmlformats.org/officeDocument/2006/relationships/image" Target="../media/image624.png"/></Relationships>
</file>

<file path=ppt/slides/_rels/slide9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30.png"/><Relationship Id="rId18" Type="http://schemas.openxmlformats.org/officeDocument/2006/relationships/image" Target="../media/image635.png"/><Relationship Id="rId26" Type="http://schemas.openxmlformats.org/officeDocument/2006/relationships/image" Target="../media/image643.png"/><Relationship Id="rId3" Type="http://schemas.openxmlformats.org/officeDocument/2006/relationships/image" Target="../media/image626.png"/><Relationship Id="rId21" Type="http://schemas.openxmlformats.org/officeDocument/2006/relationships/image" Target="../media/image638.png"/><Relationship Id="rId34" Type="http://schemas.openxmlformats.org/officeDocument/2006/relationships/image" Target="../media/image651.png"/><Relationship Id="rId7" Type="http://schemas.openxmlformats.org/officeDocument/2006/relationships/image" Target="../media/image6060.png"/><Relationship Id="rId12" Type="http://schemas.openxmlformats.org/officeDocument/2006/relationships/image" Target="../media/image629.png"/><Relationship Id="rId17" Type="http://schemas.openxmlformats.org/officeDocument/2006/relationships/image" Target="../media/image634.png"/><Relationship Id="rId25" Type="http://schemas.openxmlformats.org/officeDocument/2006/relationships/image" Target="../media/image642.png"/><Relationship Id="rId33" Type="http://schemas.openxmlformats.org/officeDocument/2006/relationships/image" Target="../media/image650.pn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633.png"/><Relationship Id="rId20" Type="http://schemas.openxmlformats.org/officeDocument/2006/relationships/image" Target="../media/image637.png"/><Relationship Id="rId29" Type="http://schemas.openxmlformats.org/officeDocument/2006/relationships/image" Target="../media/image64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50.png"/><Relationship Id="rId11" Type="http://schemas.openxmlformats.org/officeDocument/2006/relationships/image" Target="../media/image628.png"/><Relationship Id="rId24" Type="http://schemas.openxmlformats.org/officeDocument/2006/relationships/image" Target="../media/image641.png"/><Relationship Id="rId32" Type="http://schemas.openxmlformats.org/officeDocument/2006/relationships/image" Target="../media/image649.png"/><Relationship Id="rId5" Type="http://schemas.openxmlformats.org/officeDocument/2006/relationships/image" Target="../media/image6040.png"/><Relationship Id="rId15" Type="http://schemas.openxmlformats.org/officeDocument/2006/relationships/image" Target="../media/image632.png"/><Relationship Id="rId23" Type="http://schemas.openxmlformats.org/officeDocument/2006/relationships/image" Target="../media/image640.png"/><Relationship Id="rId28" Type="http://schemas.openxmlformats.org/officeDocument/2006/relationships/image" Target="../media/image645.png"/><Relationship Id="rId10" Type="http://schemas.openxmlformats.org/officeDocument/2006/relationships/image" Target="../media/image627.png"/><Relationship Id="rId19" Type="http://schemas.openxmlformats.org/officeDocument/2006/relationships/image" Target="../media/image636.png"/><Relationship Id="rId31" Type="http://schemas.openxmlformats.org/officeDocument/2006/relationships/image" Target="../media/image648.png"/><Relationship Id="rId4" Type="http://schemas.openxmlformats.org/officeDocument/2006/relationships/image" Target="../media/image6030.png"/><Relationship Id="rId9" Type="http://schemas.openxmlformats.org/officeDocument/2006/relationships/image" Target="../media/image6080.png"/><Relationship Id="rId14" Type="http://schemas.openxmlformats.org/officeDocument/2006/relationships/image" Target="../media/image631.png"/><Relationship Id="rId22" Type="http://schemas.openxmlformats.org/officeDocument/2006/relationships/image" Target="../media/image639.png"/><Relationship Id="rId27" Type="http://schemas.openxmlformats.org/officeDocument/2006/relationships/image" Target="../media/image644.png"/><Relationship Id="rId30" Type="http://schemas.openxmlformats.org/officeDocument/2006/relationships/image" Target="../media/image647.png"/><Relationship Id="rId35" Type="http://schemas.openxmlformats.org/officeDocument/2006/relationships/image" Target="../media/image652.png"/><Relationship Id="rId8" Type="http://schemas.openxmlformats.org/officeDocument/2006/relationships/image" Target="../media/image6070.png"/></Relationships>
</file>

<file path=ppt/slides/_rels/slide9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57.png"/><Relationship Id="rId26" Type="http://schemas.openxmlformats.org/officeDocument/2006/relationships/image" Target="../media/image661.png"/><Relationship Id="rId39" Type="http://schemas.openxmlformats.org/officeDocument/2006/relationships/image" Target="../media/image671.png"/><Relationship Id="rId34" Type="http://schemas.openxmlformats.org/officeDocument/2006/relationships/image" Target="../media/image6330.png"/><Relationship Id="rId42" Type="http://schemas.openxmlformats.org/officeDocument/2006/relationships/image" Target="../media/image674.png"/><Relationship Id="rId47" Type="http://schemas.openxmlformats.org/officeDocument/2006/relationships/image" Target="../media/image631.png"/><Relationship Id="rId7" Type="http://schemas.openxmlformats.org/officeDocument/2006/relationships/image" Target="../media/image6060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660.png"/><Relationship Id="rId29" Type="http://schemas.openxmlformats.org/officeDocument/2006/relationships/image" Target="../media/image664.png"/><Relationship Id="rId41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50.png"/><Relationship Id="rId11" Type="http://schemas.openxmlformats.org/officeDocument/2006/relationships/image" Target="../media/image655.png"/><Relationship Id="rId24" Type="http://schemas.openxmlformats.org/officeDocument/2006/relationships/image" Target="../media/image6231.png"/><Relationship Id="rId32" Type="http://schemas.openxmlformats.org/officeDocument/2006/relationships/image" Target="../media/image667.png"/><Relationship Id="rId37" Type="http://schemas.openxmlformats.org/officeDocument/2006/relationships/image" Target="../media/image669.png"/><Relationship Id="rId40" Type="http://schemas.openxmlformats.org/officeDocument/2006/relationships/image" Target="../media/image672.png"/><Relationship Id="rId45" Type="http://schemas.openxmlformats.org/officeDocument/2006/relationships/image" Target="../media/image629.png"/><Relationship Id="rId5" Type="http://schemas.openxmlformats.org/officeDocument/2006/relationships/image" Target="../media/image6040.png"/><Relationship Id="rId15" Type="http://schemas.openxmlformats.org/officeDocument/2006/relationships/image" Target="../media/image659.png"/><Relationship Id="rId23" Type="http://schemas.openxmlformats.org/officeDocument/2006/relationships/image" Target="../media/image6221.png"/><Relationship Id="rId28" Type="http://schemas.openxmlformats.org/officeDocument/2006/relationships/image" Target="../media/image663.png"/><Relationship Id="rId36" Type="http://schemas.openxmlformats.org/officeDocument/2006/relationships/image" Target="../media/image668.png"/><Relationship Id="rId10" Type="http://schemas.openxmlformats.org/officeDocument/2006/relationships/image" Target="../media/image654.png"/><Relationship Id="rId31" Type="http://schemas.openxmlformats.org/officeDocument/2006/relationships/image" Target="../media/image666.png"/><Relationship Id="rId44" Type="http://schemas.openxmlformats.org/officeDocument/2006/relationships/image" Target="../media/image628.png"/><Relationship Id="rId4" Type="http://schemas.openxmlformats.org/officeDocument/2006/relationships/image" Target="../media/image6030.png"/><Relationship Id="rId9" Type="http://schemas.openxmlformats.org/officeDocument/2006/relationships/image" Target="../media/image6080.png"/><Relationship Id="rId14" Type="http://schemas.openxmlformats.org/officeDocument/2006/relationships/image" Target="../media/image658.png"/><Relationship Id="rId27" Type="http://schemas.openxmlformats.org/officeDocument/2006/relationships/image" Target="../media/image662.png"/><Relationship Id="rId30" Type="http://schemas.openxmlformats.org/officeDocument/2006/relationships/image" Target="../media/image665.png"/><Relationship Id="rId35" Type="http://schemas.openxmlformats.org/officeDocument/2006/relationships/image" Target="../media/image6340.png"/><Relationship Id="rId43" Type="http://schemas.openxmlformats.org/officeDocument/2006/relationships/image" Target="../media/image627.png"/><Relationship Id="rId8" Type="http://schemas.openxmlformats.org/officeDocument/2006/relationships/image" Target="../media/image6070.png"/><Relationship Id="rId3" Type="http://schemas.openxmlformats.org/officeDocument/2006/relationships/image" Target="../media/image653.png"/><Relationship Id="rId12" Type="http://schemas.openxmlformats.org/officeDocument/2006/relationships/image" Target="../media/image656.png"/><Relationship Id="rId25" Type="http://schemas.openxmlformats.org/officeDocument/2006/relationships/image" Target="../media/image6241.png"/><Relationship Id="rId33" Type="http://schemas.openxmlformats.org/officeDocument/2006/relationships/image" Target="../media/image6320.png"/><Relationship Id="rId38" Type="http://schemas.openxmlformats.org/officeDocument/2006/relationships/image" Target="../media/image670.png"/><Relationship Id="rId46" Type="http://schemas.openxmlformats.org/officeDocument/2006/relationships/image" Target="../media/image630.png"/></Relationships>
</file>

<file path=ppt/slides/_rels/slide9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50.png"/><Relationship Id="rId18" Type="http://schemas.openxmlformats.org/officeDocument/2006/relationships/image" Target="../media/image683.png"/><Relationship Id="rId26" Type="http://schemas.openxmlformats.org/officeDocument/2006/relationships/image" Target="../media/image691.png"/><Relationship Id="rId3" Type="http://schemas.openxmlformats.org/officeDocument/2006/relationships/image" Target="../media/image675.png"/><Relationship Id="rId21" Type="http://schemas.openxmlformats.org/officeDocument/2006/relationships/image" Target="../media/image686.png"/><Relationship Id="rId7" Type="http://schemas.openxmlformats.org/officeDocument/2006/relationships/image" Target="../media/image679.png"/><Relationship Id="rId12" Type="http://schemas.openxmlformats.org/officeDocument/2006/relationships/image" Target="../media/image6040.png"/><Relationship Id="rId17" Type="http://schemas.openxmlformats.org/officeDocument/2006/relationships/image" Target="../media/image682.png"/><Relationship Id="rId25" Type="http://schemas.openxmlformats.org/officeDocument/2006/relationships/image" Target="../media/image690.png"/><Relationship Id="rId33" Type="http://schemas.openxmlformats.org/officeDocument/2006/relationships/image" Target="../media/image632.png"/><Relationship Id="rId2" Type="http://schemas.openxmlformats.org/officeDocument/2006/relationships/notesSlide" Target="../notesSlides/notesSlide36.xml"/><Relationship Id="rId16" Type="http://schemas.openxmlformats.org/officeDocument/2006/relationships/image" Target="../media/image6080.png"/><Relationship Id="rId20" Type="http://schemas.openxmlformats.org/officeDocument/2006/relationships/image" Target="../media/image685.png"/><Relationship Id="rId29" Type="http://schemas.openxmlformats.org/officeDocument/2006/relationships/image" Target="../media/image62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8.png"/><Relationship Id="rId11" Type="http://schemas.openxmlformats.org/officeDocument/2006/relationships/image" Target="../media/image6030.png"/><Relationship Id="rId24" Type="http://schemas.openxmlformats.org/officeDocument/2006/relationships/image" Target="../media/image689.png"/><Relationship Id="rId32" Type="http://schemas.openxmlformats.org/officeDocument/2006/relationships/image" Target="../media/image631.png"/><Relationship Id="rId5" Type="http://schemas.openxmlformats.org/officeDocument/2006/relationships/image" Target="../media/image677.png"/><Relationship Id="rId15" Type="http://schemas.openxmlformats.org/officeDocument/2006/relationships/image" Target="../media/image6070.png"/><Relationship Id="rId23" Type="http://schemas.openxmlformats.org/officeDocument/2006/relationships/image" Target="../media/image688.png"/><Relationship Id="rId28" Type="http://schemas.openxmlformats.org/officeDocument/2006/relationships/image" Target="../media/image627.png"/><Relationship Id="rId10" Type="http://schemas.openxmlformats.org/officeDocument/2006/relationships/image" Target="../media/image653.png"/><Relationship Id="rId19" Type="http://schemas.openxmlformats.org/officeDocument/2006/relationships/image" Target="../media/image684.png"/><Relationship Id="rId31" Type="http://schemas.openxmlformats.org/officeDocument/2006/relationships/image" Target="../media/image630.png"/><Relationship Id="rId4" Type="http://schemas.openxmlformats.org/officeDocument/2006/relationships/image" Target="../media/image676.png"/><Relationship Id="rId9" Type="http://schemas.openxmlformats.org/officeDocument/2006/relationships/image" Target="../media/image681.png"/><Relationship Id="rId14" Type="http://schemas.openxmlformats.org/officeDocument/2006/relationships/image" Target="../media/image6060.png"/><Relationship Id="rId22" Type="http://schemas.openxmlformats.org/officeDocument/2006/relationships/image" Target="../media/image687.png"/><Relationship Id="rId27" Type="http://schemas.openxmlformats.org/officeDocument/2006/relationships/image" Target="../media/image692.png"/><Relationship Id="rId30" Type="http://schemas.openxmlformats.org/officeDocument/2006/relationships/image" Target="../media/image629.png"/><Relationship Id="rId8" Type="http://schemas.openxmlformats.org/officeDocument/2006/relationships/image" Target="../media/image680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81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31.png"/><Relationship Id="rId3" Type="http://schemas.openxmlformats.org/officeDocument/2006/relationships/image" Target="../media/image4881.png"/><Relationship Id="rId7" Type="http://schemas.openxmlformats.org/officeDocument/2006/relationships/image" Target="../media/image4921.png"/><Relationship Id="rId12" Type="http://schemas.openxmlformats.org/officeDocument/2006/relationships/image" Target="../media/image497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13.png"/><Relationship Id="rId11" Type="http://schemas.openxmlformats.org/officeDocument/2006/relationships/image" Target="../media/image4961.png"/><Relationship Id="rId5" Type="http://schemas.openxmlformats.org/officeDocument/2006/relationships/image" Target="../media/image4901.png"/><Relationship Id="rId10" Type="http://schemas.openxmlformats.org/officeDocument/2006/relationships/image" Target="../media/image4951.png"/><Relationship Id="rId4" Type="http://schemas.openxmlformats.org/officeDocument/2006/relationships/image" Target="../media/image4891.png"/><Relationship Id="rId9" Type="http://schemas.openxmlformats.org/officeDocument/2006/relationships/image" Target="../media/image4941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3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6.png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32.png"/><Relationship Id="rId3" Type="http://schemas.openxmlformats.org/officeDocument/2006/relationships/image" Target="../media/image6000.png"/><Relationship Id="rId7" Type="http://schemas.openxmlformats.org/officeDocument/2006/relationships/image" Target="../media/image6821.png"/><Relationship Id="rId2" Type="http://schemas.openxmlformats.org/officeDocument/2006/relationships/image" Target="../media/image488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13.png"/><Relationship Id="rId5" Type="http://schemas.openxmlformats.org/officeDocument/2006/relationships/image" Target="../media/image6801.png"/><Relationship Id="rId4" Type="http://schemas.openxmlformats.org/officeDocument/2006/relationships/image" Target="../media/image6013.pn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41.png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7.png"/><Relationship Id="rId3" Type="http://schemas.openxmlformats.org/officeDocument/2006/relationships/image" Target="../media/image517.png"/><Relationship Id="rId7" Type="http://schemas.openxmlformats.org/officeDocument/2006/relationships/image" Target="../media/image696.png"/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2.xml"/><Relationship Id="rId6" Type="http://schemas.microsoft.com/office/2007/relationships/hdphoto" Target="../media/hdphoto4.wdp"/><Relationship Id="rId5" Type="http://schemas.openxmlformats.org/officeDocument/2006/relationships/image" Target="../media/image518.png"/><Relationship Id="rId4" Type="http://schemas.microsoft.com/office/2007/relationships/hdphoto" Target="../media/hdphoto3.wdp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81.png"/><Relationship Id="rId7" Type="http://schemas.openxmlformats.org/officeDocument/2006/relationships/image" Target="../media/image6921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14.png"/><Relationship Id="rId5" Type="http://schemas.openxmlformats.org/officeDocument/2006/relationships/image" Target="../media/image6901.png"/><Relationship Id="rId4" Type="http://schemas.openxmlformats.org/officeDocument/2006/relationships/image" Target="../media/image6891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4.png"/><Relationship Id="rId3" Type="http://schemas.openxmlformats.org/officeDocument/2006/relationships/image" Target="../media/image6991.png"/><Relationship Id="rId7" Type="http://schemas.openxmlformats.org/officeDocument/2006/relationships/image" Target="../media/image703.png"/><Relationship Id="rId2" Type="http://schemas.openxmlformats.org/officeDocument/2006/relationships/image" Target="../media/image69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21.png"/><Relationship Id="rId11" Type="http://schemas.openxmlformats.org/officeDocument/2006/relationships/image" Target="../media/image707.png"/><Relationship Id="rId5" Type="http://schemas.openxmlformats.org/officeDocument/2006/relationships/image" Target="../media/image7012.png"/><Relationship Id="rId10" Type="http://schemas.openxmlformats.org/officeDocument/2006/relationships/image" Target="../media/image706.png"/><Relationship Id="rId4" Type="http://schemas.openxmlformats.org/officeDocument/2006/relationships/image" Target="../media/image7001.png"/><Relationship Id="rId9" Type="http://schemas.openxmlformats.org/officeDocument/2006/relationships/image" Target="../media/image705.pn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2.png"/><Relationship Id="rId18" Type="http://schemas.openxmlformats.org/officeDocument/2006/relationships/image" Target="../media/image724.png"/><Relationship Id="rId13" Type="http://schemas.openxmlformats.org/officeDocument/2006/relationships/image" Target="../media/image719.png"/><Relationship Id="rId26" Type="http://schemas.openxmlformats.org/officeDocument/2006/relationships/image" Target="../media/image590.png"/><Relationship Id="rId3" Type="http://schemas.openxmlformats.org/officeDocument/2006/relationships/image" Target="../media/image5851.png"/><Relationship Id="rId21" Type="http://schemas.openxmlformats.org/officeDocument/2006/relationships/image" Target="../media/image5871.png"/><Relationship Id="rId7" Type="http://schemas.openxmlformats.org/officeDocument/2006/relationships/image" Target="../media/image711.png"/><Relationship Id="rId12" Type="http://schemas.openxmlformats.org/officeDocument/2006/relationships/image" Target="../media/image718.png"/><Relationship Id="rId17" Type="http://schemas.openxmlformats.org/officeDocument/2006/relationships/image" Target="../media/image723.png"/><Relationship Id="rId25" Type="http://schemas.openxmlformats.org/officeDocument/2006/relationships/image" Target="../media/image5891.png"/><Relationship Id="rId2" Type="http://schemas.openxmlformats.org/officeDocument/2006/relationships/notesSlide" Target="../notesSlides/notesSlide39.xml"/><Relationship Id="rId20" Type="http://schemas.openxmlformats.org/officeDocument/2006/relationships/image" Target="../media/image714.png"/><Relationship Id="rId16" Type="http://schemas.openxmlformats.org/officeDocument/2006/relationships/image" Target="../media/image722.png"/><Relationship Id="rId29" Type="http://schemas.openxmlformats.org/officeDocument/2006/relationships/image" Target="../media/image5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0.png"/><Relationship Id="rId11" Type="http://schemas.openxmlformats.org/officeDocument/2006/relationships/image" Target="../media/image717.png"/><Relationship Id="rId24" Type="http://schemas.openxmlformats.org/officeDocument/2006/relationships/image" Target="../media/image5881.png"/><Relationship Id="rId5" Type="http://schemas.openxmlformats.org/officeDocument/2006/relationships/image" Target="../media/image709.png"/><Relationship Id="rId15" Type="http://schemas.openxmlformats.org/officeDocument/2006/relationships/image" Target="../media/image721.png"/><Relationship Id="rId23" Type="http://schemas.openxmlformats.org/officeDocument/2006/relationships/image" Target="../media/image727.png"/><Relationship Id="rId28" Type="http://schemas.openxmlformats.org/officeDocument/2006/relationships/image" Target="../media/image592.png"/><Relationship Id="rId19" Type="http://schemas.openxmlformats.org/officeDocument/2006/relationships/image" Target="../media/image713.png"/><Relationship Id="rId10" Type="http://schemas.openxmlformats.org/officeDocument/2006/relationships/image" Target="../media/image716.png"/><Relationship Id="rId4" Type="http://schemas.openxmlformats.org/officeDocument/2006/relationships/image" Target="../media/image5861.png"/><Relationship Id="rId9" Type="http://schemas.openxmlformats.org/officeDocument/2006/relationships/image" Target="../media/image715.png"/><Relationship Id="rId14" Type="http://schemas.openxmlformats.org/officeDocument/2006/relationships/image" Target="../media/image720.png"/><Relationship Id="rId22" Type="http://schemas.openxmlformats.org/officeDocument/2006/relationships/image" Target="../media/image726.png"/><Relationship Id="rId27" Type="http://schemas.openxmlformats.org/officeDocument/2006/relationships/image" Target="../media/image591.png"/><Relationship Id="rId30" Type="http://schemas.openxmlformats.org/officeDocument/2006/relationships/image" Target="../media/image594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8.png"/><Relationship Id="rId13" Type="http://schemas.openxmlformats.org/officeDocument/2006/relationships/image" Target="../media/image743.png"/><Relationship Id="rId3" Type="http://schemas.openxmlformats.org/officeDocument/2006/relationships/image" Target="../media/image733.png"/><Relationship Id="rId7" Type="http://schemas.openxmlformats.org/officeDocument/2006/relationships/image" Target="../media/image737.png"/><Relationship Id="rId12" Type="http://schemas.openxmlformats.org/officeDocument/2006/relationships/image" Target="../media/image74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6.png"/><Relationship Id="rId11" Type="http://schemas.openxmlformats.org/officeDocument/2006/relationships/image" Target="../media/image741.png"/><Relationship Id="rId5" Type="http://schemas.openxmlformats.org/officeDocument/2006/relationships/image" Target="../media/image735.png"/><Relationship Id="rId10" Type="http://schemas.openxmlformats.org/officeDocument/2006/relationships/image" Target="../media/image740.png"/><Relationship Id="rId4" Type="http://schemas.openxmlformats.org/officeDocument/2006/relationships/image" Target="../media/image734.png"/><Relationship Id="rId9" Type="http://schemas.openxmlformats.org/officeDocument/2006/relationships/image" Target="../media/image739.png"/></Relationships>
</file>

<file path=ppt/slides/_rels/slide11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53.png"/><Relationship Id="rId18" Type="http://schemas.openxmlformats.org/officeDocument/2006/relationships/image" Target="../media/image758.png"/><Relationship Id="rId26" Type="http://schemas.openxmlformats.org/officeDocument/2006/relationships/image" Target="../media/image766.png"/><Relationship Id="rId3" Type="http://schemas.openxmlformats.org/officeDocument/2006/relationships/image" Target="../media/image595.png"/><Relationship Id="rId21" Type="http://schemas.openxmlformats.org/officeDocument/2006/relationships/image" Target="../media/image761.png"/><Relationship Id="rId34" Type="http://schemas.openxmlformats.org/officeDocument/2006/relationships/image" Target="../media/image599.png"/><Relationship Id="rId7" Type="http://schemas.openxmlformats.org/officeDocument/2006/relationships/image" Target="../media/image747.png"/><Relationship Id="rId12" Type="http://schemas.openxmlformats.org/officeDocument/2006/relationships/image" Target="../media/image752.png"/><Relationship Id="rId17" Type="http://schemas.openxmlformats.org/officeDocument/2006/relationships/image" Target="../media/image757.png"/><Relationship Id="rId25" Type="http://schemas.openxmlformats.org/officeDocument/2006/relationships/image" Target="../media/image765.png"/><Relationship Id="rId33" Type="http://schemas.openxmlformats.org/officeDocument/2006/relationships/image" Target="../media/image598.png"/><Relationship Id="rId2" Type="http://schemas.openxmlformats.org/officeDocument/2006/relationships/notesSlide" Target="../notesSlides/notesSlide41.xml"/><Relationship Id="rId16" Type="http://schemas.openxmlformats.org/officeDocument/2006/relationships/image" Target="../media/image756.png"/><Relationship Id="rId20" Type="http://schemas.openxmlformats.org/officeDocument/2006/relationships/image" Target="../media/image760.png"/><Relationship Id="rId29" Type="http://schemas.openxmlformats.org/officeDocument/2006/relationships/image" Target="../media/image59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png"/><Relationship Id="rId11" Type="http://schemas.openxmlformats.org/officeDocument/2006/relationships/image" Target="../media/image751.png"/><Relationship Id="rId24" Type="http://schemas.openxmlformats.org/officeDocument/2006/relationships/image" Target="../media/image764.png"/><Relationship Id="rId32" Type="http://schemas.openxmlformats.org/officeDocument/2006/relationships/image" Target="../media/image772.png"/><Relationship Id="rId5" Type="http://schemas.openxmlformats.org/officeDocument/2006/relationships/image" Target="../media/image745.png"/><Relationship Id="rId15" Type="http://schemas.openxmlformats.org/officeDocument/2006/relationships/image" Target="../media/image755.png"/><Relationship Id="rId23" Type="http://schemas.openxmlformats.org/officeDocument/2006/relationships/image" Target="../media/image763.png"/><Relationship Id="rId28" Type="http://schemas.openxmlformats.org/officeDocument/2006/relationships/image" Target="../media/image768.png"/><Relationship Id="rId10" Type="http://schemas.openxmlformats.org/officeDocument/2006/relationships/image" Target="../media/image750.png"/><Relationship Id="rId19" Type="http://schemas.openxmlformats.org/officeDocument/2006/relationships/image" Target="../media/image759.png"/><Relationship Id="rId31" Type="http://schemas.openxmlformats.org/officeDocument/2006/relationships/image" Target="../media/image771.png"/><Relationship Id="rId4" Type="http://schemas.openxmlformats.org/officeDocument/2006/relationships/image" Target="../media/image596.png"/><Relationship Id="rId9" Type="http://schemas.openxmlformats.org/officeDocument/2006/relationships/image" Target="../media/image749.png"/><Relationship Id="rId14" Type="http://schemas.openxmlformats.org/officeDocument/2006/relationships/image" Target="../media/image754.png"/><Relationship Id="rId22" Type="http://schemas.openxmlformats.org/officeDocument/2006/relationships/image" Target="../media/image762.png"/><Relationship Id="rId27" Type="http://schemas.openxmlformats.org/officeDocument/2006/relationships/image" Target="../media/image767.png"/><Relationship Id="rId30" Type="http://schemas.openxmlformats.org/officeDocument/2006/relationships/image" Target="../media/image770.png"/><Relationship Id="rId8" Type="http://schemas.openxmlformats.org/officeDocument/2006/relationships/image" Target="../media/image748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31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941.pn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8.png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8.png"/><Relationship Id="rId13" Type="http://schemas.openxmlformats.org/officeDocument/2006/relationships/image" Target="../media/image783.png"/><Relationship Id="rId3" Type="http://schemas.openxmlformats.org/officeDocument/2006/relationships/image" Target="../media/image773.png"/><Relationship Id="rId7" Type="http://schemas.openxmlformats.org/officeDocument/2006/relationships/image" Target="../media/image777.png"/><Relationship Id="rId12" Type="http://schemas.openxmlformats.org/officeDocument/2006/relationships/image" Target="../media/image782.png"/><Relationship Id="rId17" Type="http://schemas.openxmlformats.org/officeDocument/2006/relationships/image" Target="../media/image6912.png"/><Relationship Id="rId2" Type="http://schemas.openxmlformats.org/officeDocument/2006/relationships/notesSlide" Target="../notesSlides/notesSlide43.xml"/><Relationship Id="rId16" Type="http://schemas.openxmlformats.org/officeDocument/2006/relationships/image" Target="../media/image7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6.png"/><Relationship Id="rId11" Type="http://schemas.openxmlformats.org/officeDocument/2006/relationships/image" Target="../media/image781.png"/><Relationship Id="rId5" Type="http://schemas.openxmlformats.org/officeDocument/2006/relationships/image" Target="../media/image775.png"/><Relationship Id="rId15" Type="http://schemas.openxmlformats.org/officeDocument/2006/relationships/image" Target="../media/image785.png"/><Relationship Id="rId10" Type="http://schemas.openxmlformats.org/officeDocument/2006/relationships/image" Target="../media/image780.png"/><Relationship Id="rId4" Type="http://schemas.openxmlformats.org/officeDocument/2006/relationships/image" Target="../media/image774.png"/><Relationship Id="rId9" Type="http://schemas.openxmlformats.org/officeDocument/2006/relationships/image" Target="../media/image779.png"/><Relationship Id="rId14" Type="http://schemas.openxmlformats.org/officeDocument/2006/relationships/image" Target="../media/image784.png"/></Relationships>
</file>

<file path=ppt/slides/_rels/slide1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95.png"/><Relationship Id="rId18" Type="http://schemas.openxmlformats.org/officeDocument/2006/relationships/image" Target="../media/image800.png"/><Relationship Id="rId26" Type="http://schemas.openxmlformats.org/officeDocument/2006/relationships/image" Target="../media/image808.png"/><Relationship Id="rId39" Type="http://schemas.openxmlformats.org/officeDocument/2006/relationships/image" Target="../media/image821.png"/><Relationship Id="rId21" Type="http://schemas.openxmlformats.org/officeDocument/2006/relationships/image" Target="../media/image803.png"/><Relationship Id="rId34" Type="http://schemas.openxmlformats.org/officeDocument/2006/relationships/image" Target="../media/image816.png"/><Relationship Id="rId42" Type="http://schemas.openxmlformats.org/officeDocument/2006/relationships/image" Target="../media/image824.png"/><Relationship Id="rId47" Type="http://schemas.openxmlformats.org/officeDocument/2006/relationships/image" Target="../media/image828.png"/><Relationship Id="rId50" Type="http://schemas.openxmlformats.org/officeDocument/2006/relationships/image" Target="../media/image831.png"/><Relationship Id="rId7" Type="http://schemas.openxmlformats.org/officeDocument/2006/relationships/image" Target="../media/image789.png"/><Relationship Id="rId2" Type="http://schemas.openxmlformats.org/officeDocument/2006/relationships/notesSlide" Target="../notesSlides/notesSlide44.xml"/><Relationship Id="rId16" Type="http://schemas.openxmlformats.org/officeDocument/2006/relationships/image" Target="../media/image798.png"/><Relationship Id="rId29" Type="http://schemas.openxmlformats.org/officeDocument/2006/relationships/image" Target="../media/image811.png"/><Relationship Id="rId11" Type="http://schemas.openxmlformats.org/officeDocument/2006/relationships/image" Target="../media/image793.png"/><Relationship Id="rId24" Type="http://schemas.openxmlformats.org/officeDocument/2006/relationships/image" Target="../media/image806.png"/><Relationship Id="rId32" Type="http://schemas.openxmlformats.org/officeDocument/2006/relationships/image" Target="../media/image814.png"/><Relationship Id="rId37" Type="http://schemas.openxmlformats.org/officeDocument/2006/relationships/image" Target="../media/image819.png"/><Relationship Id="rId40" Type="http://schemas.openxmlformats.org/officeDocument/2006/relationships/image" Target="../media/image822.png"/><Relationship Id="rId45" Type="http://schemas.openxmlformats.org/officeDocument/2006/relationships/image" Target="../media/image826.png"/><Relationship Id="rId53" Type="http://schemas.openxmlformats.org/officeDocument/2006/relationships/image" Target="../media/image701.png"/><Relationship Id="rId5" Type="http://schemas.openxmlformats.org/officeDocument/2006/relationships/image" Target="../media/image699.png"/><Relationship Id="rId10" Type="http://schemas.openxmlformats.org/officeDocument/2006/relationships/image" Target="../media/image792.png"/><Relationship Id="rId19" Type="http://schemas.openxmlformats.org/officeDocument/2006/relationships/image" Target="../media/image801.png"/><Relationship Id="rId31" Type="http://schemas.openxmlformats.org/officeDocument/2006/relationships/image" Target="../media/image813.png"/><Relationship Id="rId44" Type="http://schemas.openxmlformats.org/officeDocument/2006/relationships/image" Target="../media/image788.png"/><Relationship Id="rId52" Type="http://schemas.openxmlformats.org/officeDocument/2006/relationships/image" Target="../media/image832.png"/><Relationship Id="rId4" Type="http://schemas.openxmlformats.org/officeDocument/2006/relationships/image" Target="../media/image695.png"/><Relationship Id="rId9" Type="http://schemas.openxmlformats.org/officeDocument/2006/relationships/image" Target="../media/image791.png"/><Relationship Id="rId14" Type="http://schemas.openxmlformats.org/officeDocument/2006/relationships/image" Target="../media/image796.png"/><Relationship Id="rId22" Type="http://schemas.openxmlformats.org/officeDocument/2006/relationships/image" Target="../media/image804.png"/><Relationship Id="rId27" Type="http://schemas.openxmlformats.org/officeDocument/2006/relationships/image" Target="../media/image809.png"/><Relationship Id="rId30" Type="http://schemas.openxmlformats.org/officeDocument/2006/relationships/image" Target="../media/image812.png"/><Relationship Id="rId35" Type="http://schemas.openxmlformats.org/officeDocument/2006/relationships/image" Target="../media/image817.png"/><Relationship Id="rId43" Type="http://schemas.openxmlformats.org/officeDocument/2006/relationships/image" Target="../media/image825.png"/><Relationship Id="rId48" Type="http://schemas.openxmlformats.org/officeDocument/2006/relationships/image" Target="../media/image829.png"/><Relationship Id="rId8" Type="http://schemas.openxmlformats.org/officeDocument/2006/relationships/image" Target="../media/image790.png"/><Relationship Id="rId51" Type="http://schemas.openxmlformats.org/officeDocument/2006/relationships/image" Target="../media/image833.png"/><Relationship Id="rId3" Type="http://schemas.openxmlformats.org/officeDocument/2006/relationships/image" Target="../media/image694.png"/><Relationship Id="rId12" Type="http://schemas.openxmlformats.org/officeDocument/2006/relationships/image" Target="../media/image794.png"/><Relationship Id="rId17" Type="http://schemas.openxmlformats.org/officeDocument/2006/relationships/image" Target="../media/image799.png"/><Relationship Id="rId25" Type="http://schemas.openxmlformats.org/officeDocument/2006/relationships/image" Target="../media/image807.png"/><Relationship Id="rId33" Type="http://schemas.openxmlformats.org/officeDocument/2006/relationships/image" Target="../media/image815.png"/><Relationship Id="rId38" Type="http://schemas.openxmlformats.org/officeDocument/2006/relationships/image" Target="../media/image820.png"/><Relationship Id="rId46" Type="http://schemas.openxmlformats.org/officeDocument/2006/relationships/image" Target="../media/image827.png"/><Relationship Id="rId20" Type="http://schemas.openxmlformats.org/officeDocument/2006/relationships/image" Target="../media/image802.png"/><Relationship Id="rId41" Type="http://schemas.openxmlformats.org/officeDocument/2006/relationships/image" Target="../media/image82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0.png"/><Relationship Id="rId15" Type="http://schemas.openxmlformats.org/officeDocument/2006/relationships/image" Target="../media/image797.png"/><Relationship Id="rId23" Type="http://schemas.openxmlformats.org/officeDocument/2006/relationships/image" Target="../media/image805.png"/><Relationship Id="rId28" Type="http://schemas.openxmlformats.org/officeDocument/2006/relationships/image" Target="../media/image810.png"/><Relationship Id="rId36" Type="http://schemas.openxmlformats.org/officeDocument/2006/relationships/image" Target="../media/image818.png"/><Relationship Id="rId49" Type="http://schemas.openxmlformats.org/officeDocument/2006/relationships/image" Target="../media/image830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0.png"/><Relationship Id="rId13" Type="http://schemas.openxmlformats.org/officeDocument/2006/relationships/image" Target="../media/image787.png"/><Relationship Id="rId3" Type="http://schemas.openxmlformats.org/officeDocument/2006/relationships/image" Target="../media/image702.png"/><Relationship Id="rId7" Type="http://schemas.openxmlformats.org/officeDocument/2006/relationships/image" Target="../media/image729.png"/><Relationship Id="rId12" Type="http://schemas.openxmlformats.org/officeDocument/2006/relationships/image" Target="../media/image769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8.png"/><Relationship Id="rId11" Type="http://schemas.openxmlformats.org/officeDocument/2006/relationships/image" Target="../media/image744.png"/><Relationship Id="rId5" Type="http://schemas.openxmlformats.org/officeDocument/2006/relationships/image" Target="../media/image725.png"/><Relationship Id="rId15" Type="http://schemas.openxmlformats.org/officeDocument/2006/relationships/image" Target="../media/image701.png"/><Relationship Id="rId10" Type="http://schemas.openxmlformats.org/officeDocument/2006/relationships/image" Target="../media/image732.png"/><Relationship Id="rId4" Type="http://schemas.openxmlformats.org/officeDocument/2006/relationships/image" Target="../media/image708.png"/><Relationship Id="rId9" Type="http://schemas.openxmlformats.org/officeDocument/2006/relationships/image" Target="../media/image731.png"/><Relationship Id="rId14" Type="http://schemas.openxmlformats.org/officeDocument/2006/relationships/image" Target="../media/image834.png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51.png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0.png"/><Relationship Id="rId13" Type="http://schemas.openxmlformats.org/officeDocument/2006/relationships/image" Target="../media/image855.png"/><Relationship Id="rId18" Type="http://schemas.openxmlformats.org/officeDocument/2006/relationships/image" Target="../media/image860.png"/><Relationship Id="rId3" Type="http://schemas.openxmlformats.org/officeDocument/2006/relationships/image" Target="../media/image7000.png"/><Relationship Id="rId7" Type="http://schemas.openxmlformats.org/officeDocument/2006/relationships/image" Target="../media/image849.png"/><Relationship Id="rId12" Type="http://schemas.openxmlformats.org/officeDocument/2006/relationships/image" Target="../media/image854.png"/><Relationship Id="rId17" Type="http://schemas.openxmlformats.org/officeDocument/2006/relationships/image" Target="../media/image859.png"/><Relationship Id="rId2" Type="http://schemas.openxmlformats.org/officeDocument/2006/relationships/notesSlide" Target="../notesSlides/notesSlide46.xml"/><Relationship Id="rId16" Type="http://schemas.openxmlformats.org/officeDocument/2006/relationships/image" Target="../media/image85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48.png"/><Relationship Id="rId11" Type="http://schemas.openxmlformats.org/officeDocument/2006/relationships/image" Target="../media/image853.png"/><Relationship Id="rId5" Type="http://schemas.openxmlformats.org/officeDocument/2006/relationships/image" Target="../media/image847.png"/><Relationship Id="rId15" Type="http://schemas.openxmlformats.org/officeDocument/2006/relationships/image" Target="../media/image857.png"/><Relationship Id="rId10" Type="http://schemas.openxmlformats.org/officeDocument/2006/relationships/image" Target="../media/image7011.png"/><Relationship Id="rId19" Type="http://schemas.openxmlformats.org/officeDocument/2006/relationships/image" Target="../media/image861.png"/><Relationship Id="rId4" Type="http://schemas.openxmlformats.org/officeDocument/2006/relationships/image" Target="../media/image846.png"/><Relationship Id="rId9" Type="http://schemas.openxmlformats.org/officeDocument/2006/relationships/image" Target="../media/image851.png"/><Relationship Id="rId14" Type="http://schemas.openxmlformats.org/officeDocument/2006/relationships/image" Target="../media/image856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6.png"/><Relationship Id="rId13" Type="http://schemas.openxmlformats.org/officeDocument/2006/relationships/image" Target="../media/image871.png"/><Relationship Id="rId18" Type="http://schemas.openxmlformats.org/officeDocument/2006/relationships/image" Target="../media/image876.png"/><Relationship Id="rId26" Type="http://schemas.openxmlformats.org/officeDocument/2006/relationships/image" Target="../media/image8341.png"/><Relationship Id="rId3" Type="http://schemas.openxmlformats.org/officeDocument/2006/relationships/image" Target="../media/image840.png"/><Relationship Id="rId21" Type="http://schemas.openxmlformats.org/officeDocument/2006/relationships/image" Target="../media/image879.png"/><Relationship Id="rId7" Type="http://schemas.openxmlformats.org/officeDocument/2006/relationships/image" Target="../media/image865.png"/><Relationship Id="rId12" Type="http://schemas.openxmlformats.org/officeDocument/2006/relationships/image" Target="../media/image870.png"/><Relationship Id="rId17" Type="http://schemas.openxmlformats.org/officeDocument/2006/relationships/image" Target="../media/image875.png"/><Relationship Id="rId25" Type="http://schemas.openxmlformats.org/officeDocument/2006/relationships/image" Target="../media/image883.pn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874.png"/><Relationship Id="rId20" Type="http://schemas.openxmlformats.org/officeDocument/2006/relationships/image" Target="../media/image878.png"/><Relationship Id="rId29" Type="http://schemas.openxmlformats.org/officeDocument/2006/relationships/image" Target="../media/image88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64.png"/><Relationship Id="rId11" Type="http://schemas.openxmlformats.org/officeDocument/2006/relationships/image" Target="../media/image869.png"/><Relationship Id="rId24" Type="http://schemas.openxmlformats.org/officeDocument/2006/relationships/image" Target="../media/image882.png"/><Relationship Id="rId5" Type="http://schemas.openxmlformats.org/officeDocument/2006/relationships/image" Target="../media/image863.png"/><Relationship Id="rId15" Type="http://schemas.openxmlformats.org/officeDocument/2006/relationships/image" Target="../media/image873.png"/><Relationship Id="rId23" Type="http://schemas.openxmlformats.org/officeDocument/2006/relationships/image" Target="../media/image7020.png"/><Relationship Id="rId28" Type="http://schemas.openxmlformats.org/officeDocument/2006/relationships/image" Target="../media/image852.png"/><Relationship Id="rId10" Type="http://schemas.openxmlformats.org/officeDocument/2006/relationships/image" Target="../media/image868.png"/><Relationship Id="rId19" Type="http://schemas.openxmlformats.org/officeDocument/2006/relationships/image" Target="../media/image877.png"/><Relationship Id="rId4" Type="http://schemas.openxmlformats.org/officeDocument/2006/relationships/image" Target="../media/image862.png"/><Relationship Id="rId9" Type="http://schemas.openxmlformats.org/officeDocument/2006/relationships/image" Target="../media/image867.png"/><Relationship Id="rId14" Type="http://schemas.openxmlformats.org/officeDocument/2006/relationships/image" Target="../media/image872.png"/><Relationship Id="rId22" Type="http://schemas.openxmlformats.org/officeDocument/2006/relationships/image" Target="../media/image880.png"/><Relationship Id="rId27" Type="http://schemas.openxmlformats.org/officeDocument/2006/relationships/image" Target="../media/image885.png"/><Relationship Id="rId30" Type="http://schemas.openxmlformats.org/officeDocument/2006/relationships/image" Target="../media/image884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3.png"/><Relationship Id="rId13" Type="http://schemas.openxmlformats.org/officeDocument/2006/relationships/image" Target="../media/image898.png"/><Relationship Id="rId18" Type="http://schemas.openxmlformats.org/officeDocument/2006/relationships/image" Target="../media/image903.png"/><Relationship Id="rId3" Type="http://schemas.openxmlformats.org/officeDocument/2006/relationships/image" Target="../media/image888.png"/><Relationship Id="rId21" Type="http://schemas.openxmlformats.org/officeDocument/2006/relationships/image" Target="../media/image906.png"/><Relationship Id="rId7" Type="http://schemas.openxmlformats.org/officeDocument/2006/relationships/image" Target="../media/image892.png"/><Relationship Id="rId12" Type="http://schemas.openxmlformats.org/officeDocument/2006/relationships/image" Target="../media/image897.png"/><Relationship Id="rId17" Type="http://schemas.openxmlformats.org/officeDocument/2006/relationships/image" Target="../media/image902.png"/><Relationship Id="rId2" Type="http://schemas.openxmlformats.org/officeDocument/2006/relationships/notesSlide" Target="../notesSlides/notesSlide48.xml"/><Relationship Id="rId16" Type="http://schemas.openxmlformats.org/officeDocument/2006/relationships/image" Target="../media/image901.png"/><Relationship Id="rId20" Type="http://schemas.openxmlformats.org/officeDocument/2006/relationships/image" Target="../media/image9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1.png"/><Relationship Id="rId11" Type="http://schemas.openxmlformats.org/officeDocument/2006/relationships/image" Target="../media/image896.png"/><Relationship Id="rId24" Type="http://schemas.openxmlformats.org/officeDocument/2006/relationships/image" Target="../media/image835.png"/><Relationship Id="rId5" Type="http://schemas.openxmlformats.org/officeDocument/2006/relationships/image" Target="../media/image890.png"/><Relationship Id="rId15" Type="http://schemas.openxmlformats.org/officeDocument/2006/relationships/image" Target="../media/image900.png"/><Relationship Id="rId23" Type="http://schemas.openxmlformats.org/officeDocument/2006/relationships/image" Target="../media/image908.png"/><Relationship Id="rId10" Type="http://schemas.openxmlformats.org/officeDocument/2006/relationships/image" Target="../media/image895.png"/><Relationship Id="rId19" Type="http://schemas.openxmlformats.org/officeDocument/2006/relationships/image" Target="../media/image904.png"/><Relationship Id="rId4" Type="http://schemas.openxmlformats.org/officeDocument/2006/relationships/image" Target="../media/image889.png"/><Relationship Id="rId9" Type="http://schemas.openxmlformats.org/officeDocument/2006/relationships/image" Target="../media/image894.png"/><Relationship Id="rId14" Type="http://schemas.openxmlformats.org/officeDocument/2006/relationships/image" Target="../media/image899.png"/><Relationship Id="rId22" Type="http://schemas.openxmlformats.org/officeDocument/2006/relationships/image" Target="../media/image907.png"/></Relationships>
</file>

<file path=ppt/slides/_rels/slide1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87.png"/><Relationship Id="rId18" Type="http://schemas.openxmlformats.org/officeDocument/2006/relationships/image" Target="../media/image913.png"/><Relationship Id="rId26" Type="http://schemas.openxmlformats.org/officeDocument/2006/relationships/image" Target="../media/image921.png"/><Relationship Id="rId39" Type="http://schemas.openxmlformats.org/officeDocument/2006/relationships/image" Target="../media/image934.png"/><Relationship Id="rId21" Type="http://schemas.openxmlformats.org/officeDocument/2006/relationships/image" Target="../media/image916.png"/><Relationship Id="rId34" Type="http://schemas.openxmlformats.org/officeDocument/2006/relationships/image" Target="../media/image929.png"/><Relationship Id="rId42" Type="http://schemas.openxmlformats.org/officeDocument/2006/relationships/image" Target="../media/image937.png"/><Relationship Id="rId47" Type="http://schemas.openxmlformats.org/officeDocument/2006/relationships/image" Target="../media/image942.png"/><Relationship Id="rId50" Type="http://schemas.openxmlformats.org/officeDocument/2006/relationships/image" Target="../media/image945.png"/><Relationship Id="rId55" Type="http://schemas.openxmlformats.org/officeDocument/2006/relationships/image" Target="../media/image950.png"/><Relationship Id="rId7" Type="http://schemas.openxmlformats.org/officeDocument/2006/relationships/image" Target="../media/image841.png"/><Relationship Id="rId2" Type="http://schemas.openxmlformats.org/officeDocument/2006/relationships/notesSlide" Target="../notesSlides/notesSlide49.xml"/><Relationship Id="rId16" Type="http://schemas.openxmlformats.org/officeDocument/2006/relationships/image" Target="../media/image911.png"/><Relationship Id="rId29" Type="http://schemas.openxmlformats.org/officeDocument/2006/relationships/image" Target="../media/image924.png"/><Relationship Id="rId11" Type="http://schemas.openxmlformats.org/officeDocument/2006/relationships/image" Target="../media/image845.png"/><Relationship Id="rId24" Type="http://schemas.openxmlformats.org/officeDocument/2006/relationships/image" Target="../media/image919.png"/><Relationship Id="rId32" Type="http://schemas.openxmlformats.org/officeDocument/2006/relationships/image" Target="../media/image927.png"/><Relationship Id="rId37" Type="http://schemas.openxmlformats.org/officeDocument/2006/relationships/image" Target="../media/image932.png"/><Relationship Id="rId40" Type="http://schemas.openxmlformats.org/officeDocument/2006/relationships/image" Target="../media/image935.png"/><Relationship Id="rId45" Type="http://schemas.openxmlformats.org/officeDocument/2006/relationships/image" Target="../media/image940.png"/><Relationship Id="rId53" Type="http://schemas.openxmlformats.org/officeDocument/2006/relationships/image" Target="../media/image948.png"/><Relationship Id="rId58" Type="http://schemas.openxmlformats.org/officeDocument/2006/relationships/image" Target="../media/image953.png"/><Relationship Id="rId5" Type="http://schemas.openxmlformats.org/officeDocument/2006/relationships/image" Target="../media/image838.png"/><Relationship Id="rId19" Type="http://schemas.openxmlformats.org/officeDocument/2006/relationships/image" Target="../media/image914.png"/><Relationship Id="rId4" Type="http://schemas.openxmlformats.org/officeDocument/2006/relationships/image" Target="../media/image837.png"/><Relationship Id="rId9" Type="http://schemas.openxmlformats.org/officeDocument/2006/relationships/image" Target="../media/image843.png"/><Relationship Id="rId14" Type="http://schemas.openxmlformats.org/officeDocument/2006/relationships/image" Target="../media/image909.png"/><Relationship Id="rId22" Type="http://schemas.openxmlformats.org/officeDocument/2006/relationships/image" Target="../media/image917.png"/><Relationship Id="rId27" Type="http://schemas.openxmlformats.org/officeDocument/2006/relationships/image" Target="../media/image922.png"/><Relationship Id="rId30" Type="http://schemas.openxmlformats.org/officeDocument/2006/relationships/image" Target="../media/image925.png"/><Relationship Id="rId35" Type="http://schemas.openxmlformats.org/officeDocument/2006/relationships/image" Target="../media/image930.png"/><Relationship Id="rId43" Type="http://schemas.openxmlformats.org/officeDocument/2006/relationships/image" Target="../media/image938.png"/><Relationship Id="rId48" Type="http://schemas.openxmlformats.org/officeDocument/2006/relationships/image" Target="../media/image943.png"/><Relationship Id="rId56" Type="http://schemas.openxmlformats.org/officeDocument/2006/relationships/image" Target="../media/image951.png"/><Relationship Id="rId8" Type="http://schemas.openxmlformats.org/officeDocument/2006/relationships/image" Target="../media/image842.png"/><Relationship Id="rId51" Type="http://schemas.openxmlformats.org/officeDocument/2006/relationships/image" Target="../media/image946.png"/><Relationship Id="rId3" Type="http://schemas.openxmlformats.org/officeDocument/2006/relationships/image" Target="../media/image836.png"/><Relationship Id="rId12" Type="http://schemas.openxmlformats.org/officeDocument/2006/relationships/image" Target="../media/image886.png"/><Relationship Id="rId17" Type="http://schemas.openxmlformats.org/officeDocument/2006/relationships/image" Target="../media/image912.png"/><Relationship Id="rId25" Type="http://schemas.openxmlformats.org/officeDocument/2006/relationships/image" Target="../media/image920.png"/><Relationship Id="rId33" Type="http://schemas.openxmlformats.org/officeDocument/2006/relationships/image" Target="../media/image928.png"/><Relationship Id="rId38" Type="http://schemas.openxmlformats.org/officeDocument/2006/relationships/image" Target="../media/image933.png"/><Relationship Id="rId46" Type="http://schemas.openxmlformats.org/officeDocument/2006/relationships/image" Target="../media/image941.png"/><Relationship Id="rId20" Type="http://schemas.openxmlformats.org/officeDocument/2006/relationships/image" Target="../media/image915.png"/><Relationship Id="rId41" Type="http://schemas.openxmlformats.org/officeDocument/2006/relationships/image" Target="../media/image936.png"/><Relationship Id="rId54" Type="http://schemas.openxmlformats.org/officeDocument/2006/relationships/image" Target="../media/image94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39.png"/><Relationship Id="rId15" Type="http://schemas.openxmlformats.org/officeDocument/2006/relationships/image" Target="../media/image910.png"/><Relationship Id="rId23" Type="http://schemas.openxmlformats.org/officeDocument/2006/relationships/image" Target="../media/image918.png"/><Relationship Id="rId28" Type="http://schemas.openxmlformats.org/officeDocument/2006/relationships/image" Target="../media/image923.png"/><Relationship Id="rId36" Type="http://schemas.openxmlformats.org/officeDocument/2006/relationships/image" Target="../media/image931.png"/><Relationship Id="rId49" Type="http://schemas.openxmlformats.org/officeDocument/2006/relationships/image" Target="../media/image944.png"/><Relationship Id="rId57" Type="http://schemas.openxmlformats.org/officeDocument/2006/relationships/image" Target="../media/image952.png"/><Relationship Id="rId10" Type="http://schemas.openxmlformats.org/officeDocument/2006/relationships/image" Target="../media/image844.png"/><Relationship Id="rId31" Type="http://schemas.openxmlformats.org/officeDocument/2006/relationships/image" Target="../media/image926.png"/><Relationship Id="rId44" Type="http://schemas.openxmlformats.org/officeDocument/2006/relationships/image" Target="../media/image939.png"/><Relationship Id="rId52" Type="http://schemas.openxmlformats.org/officeDocument/2006/relationships/image" Target="../media/image947.pn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9.png"/><Relationship Id="rId13" Type="http://schemas.openxmlformats.org/officeDocument/2006/relationships/image" Target="../media/image955.png"/><Relationship Id="rId18" Type="http://schemas.openxmlformats.org/officeDocument/2006/relationships/image" Target="../media/image960.png"/><Relationship Id="rId3" Type="http://schemas.openxmlformats.org/officeDocument/2006/relationships/image" Target="../media/image964.png"/><Relationship Id="rId7" Type="http://schemas.openxmlformats.org/officeDocument/2006/relationships/image" Target="../media/image968.png"/><Relationship Id="rId12" Type="http://schemas.openxmlformats.org/officeDocument/2006/relationships/image" Target="../media/image954.png"/><Relationship Id="rId17" Type="http://schemas.openxmlformats.org/officeDocument/2006/relationships/image" Target="../media/image959.png"/><Relationship Id="rId2" Type="http://schemas.openxmlformats.org/officeDocument/2006/relationships/image" Target="../media/image963.png"/><Relationship Id="rId16" Type="http://schemas.openxmlformats.org/officeDocument/2006/relationships/image" Target="../media/image958.png"/><Relationship Id="rId20" Type="http://schemas.openxmlformats.org/officeDocument/2006/relationships/image" Target="../media/image96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67.png"/><Relationship Id="rId11" Type="http://schemas.openxmlformats.org/officeDocument/2006/relationships/image" Target="../media/image972.png"/><Relationship Id="rId5" Type="http://schemas.openxmlformats.org/officeDocument/2006/relationships/image" Target="../media/image966.png"/><Relationship Id="rId15" Type="http://schemas.openxmlformats.org/officeDocument/2006/relationships/image" Target="../media/image957.png"/><Relationship Id="rId10" Type="http://schemas.openxmlformats.org/officeDocument/2006/relationships/image" Target="../media/image971.png"/><Relationship Id="rId19" Type="http://schemas.openxmlformats.org/officeDocument/2006/relationships/image" Target="../media/image961.png"/><Relationship Id="rId4" Type="http://schemas.openxmlformats.org/officeDocument/2006/relationships/image" Target="../media/image965.png"/><Relationship Id="rId9" Type="http://schemas.openxmlformats.org/officeDocument/2006/relationships/image" Target="../media/image970.png"/><Relationship Id="rId14" Type="http://schemas.openxmlformats.org/officeDocument/2006/relationships/image" Target="../media/image956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8.png"/><Relationship Id="rId13" Type="http://schemas.openxmlformats.org/officeDocument/2006/relationships/image" Target="../media/image993.png"/><Relationship Id="rId3" Type="http://schemas.openxmlformats.org/officeDocument/2006/relationships/image" Target="../media/image983.png"/><Relationship Id="rId7" Type="http://schemas.openxmlformats.org/officeDocument/2006/relationships/image" Target="../media/image987.png"/><Relationship Id="rId12" Type="http://schemas.openxmlformats.org/officeDocument/2006/relationships/image" Target="../media/image992.png"/><Relationship Id="rId2" Type="http://schemas.openxmlformats.org/officeDocument/2006/relationships/image" Target="../media/image982.png"/><Relationship Id="rId16" Type="http://schemas.openxmlformats.org/officeDocument/2006/relationships/image" Target="../media/image9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6.png"/><Relationship Id="rId11" Type="http://schemas.openxmlformats.org/officeDocument/2006/relationships/image" Target="../media/image991.png"/><Relationship Id="rId5" Type="http://schemas.openxmlformats.org/officeDocument/2006/relationships/image" Target="../media/image985.png"/><Relationship Id="rId15" Type="http://schemas.openxmlformats.org/officeDocument/2006/relationships/image" Target="../media/image995.png"/><Relationship Id="rId10" Type="http://schemas.openxmlformats.org/officeDocument/2006/relationships/image" Target="../media/image990.png"/><Relationship Id="rId4" Type="http://schemas.openxmlformats.org/officeDocument/2006/relationships/image" Target="../media/image984.png"/><Relationship Id="rId9" Type="http://schemas.openxmlformats.org/officeDocument/2006/relationships/image" Target="../media/image989.png"/><Relationship Id="rId14" Type="http://schemas.openxmlformats.org/officeDocument/2006/relationships/image" Target="../media/image994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2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80.png"/><Relationship Id="rId3" Type="http://schemas.openxmlformats.org/officeDocument/2006/relationships/image" Target="../media/image9730.png"/><Relationship Id="rId7" Type="http://schemas.openxmlformats.org/officeDocument/2006/relationships/image" Target="../media/image9770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60.png"/><Relationship Id="rId5" Type="http://schemas.openxmlformats.org/officeDocument/2006/relationships/image" Target="../media/image9750.png"/><Relationship Id="rId10" Type="http://schemas.openxmlformats.org/officeDocument/2006/relationships/image" Target="../media/image9800.png"/><Relationship Id="rId4" Type="http://schemas.openxmlformats.org/officeDocument/2006/relationships/image" Target="../media/image9740.png"/><Relationship Id="rId9" Type="http://schemas.openxmlformats.org/officeDocument/2006/relationships/image" Target="../media/image9790.pn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60.png"/><Relationship Id="rId13" Type="http://schemas.openxmlformats.org/officeDocument/2006/relationships/image" Target="../media/image9680.png"/><Relationship Id="rId18" Type="http://schemas.openxmlformats.org/officeDocument/2006/relationships/image" Target="../media/image9721.png"/><Relationship Id="rId3" Type="http://schemas.openxmlformats.org/officeDocument/2006/relationships/image" Target="../media/image9811.png"/><Relationship Id="rId7" Type="http://schemas.openxmlformats.org/officeDocument/2006/relationships/image" Target="../media/image9850.png"/><Relationship Id="rId12" Type="http://schemas.openxmlformats.org/officeDocument/2006/relationships/image" Target="../media/image9670.png"/><Relationship Id="rId17" Type="http://schemas.openxmlformats.org/officeDocument/2006/relationships/image" Target="../media/image9712.png"/><Relationship Id="rId2" Type="http://schemas.openxmlformats.org/officeDocument/2006/relationships/notesSlide" Target="../notesSlides/notesSlide52.xml"/><Relationship Id="rId16" Type="http://schemas.openxmlformats.org/officeDocument/2006/relationships/image" Target="../media/image97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40.png"/><Relationship Id="rId11" Type="http://schemas.openxmlformats.org/officeDocument/2006/relationships/image" Target="../media/image9890.png"/><Relationship Id="rId5" Type="http://schemas.openxmlformats.org/officeDocument/2006/relationships/image" Target="../media/image9830.png"/><Relationship Id="rId15" Type="http://schemas.openxmlformats.org/officeDocument/2006/relationships/image" Target="../media/image9930.png"/><Relationship Id="rId10" Type="http://schemas.openxmlformats.org/officeDocument/2006/relationships/image" Target="../media/image9880.png"/><Relationship Id="rId4" Type="http://schemas.openxmlformats.org/officeDocument/2006/relationships/image" Target="../media/image9820.png"/><Relationship Id="rId9" Type="http://schemas.openxmlformats.org/officeDocument/2006/relationships/image" Target="../media/image9870.png"/><Relationship Id="rId14" Type="http://schemas.openxmlformats.org/officeDocument/2006/relationships/image" Target="../media/image9690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png"/><Relationship Id="rId13" Type="http://schemas.openxmlformats.org/officeDocument/2006/relationships/image" Target="../media/image1007.png"/><Relationship Id="rId18" Type="http://schemas.openxmlformats.org/officeDocument/2006/relationships/image" Target="../media/image1012.png"/><Relationship Id="rId3" Type="http://schemas.openxmlformats.org/officeDocument/2006/relationships/image" Target="../media/image997.png"/><Relationship Id="rId21" Type="http://schemas.openxmlformats.org/officeDocument/2006/relationships/image" Target="../media/image1015.png"/><Relationship Id="rId7" Type="http://schemas.openxmlformats.org/officeDocument/2006/relationships/image" Target="../media/image1001.png"/><Relationship Id="rId12" Type="http://schemas.openxmlformats.org/officeDocument/2006/relationships/image" Target="../media/image1006.png"/><Relationship Id="rId17" Type="http://schemas.openxmlformats.org/officeDocument/2006/relationships/image" Target="../media/image1011.png"/><Relationship Id="rId2" Type="http://schemas.openxmlformats.org/officeDocument/2006/relationships/notesSlide" Target="../notesSlides/notesSlide53.xml"/><Relationship Id="rId16" Type="http://schemas.openxmlformats.org/officeDocument/2006/relationships/image" Target="../media/image1010.png"/><Relationship Id="rId20" Type="http://schemas.openxmlformats.org/officeDocument/2006/relationships/image" Target="../media/image97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png"/><Relationship Id="rId11" Type="http://schemas.openxmlformats.org/officeDocument/2006/relationships/image" Target="../media/image1005.png"/><Relationship Id="rId5" Type="http://schemas.openxmlformats.org/officeDocument/2006/relationships/image" Target="../media/image999.png"/><Relationship Id="rId15" Type="http://schemas.openxmlformats.org/officeDocument/2006/relationships/image" Target="../media/image1009.png"/><Relationship Id="rId23" Type="http://schemas.openxmlformats.org/officeDocument/2006/relationships/image" Target="../media/image1017.png"/><Relationship Id="rId10" Type="http://schemas.openxmlformats.org/officeDocument/2006/relationships/image" Target="../media/image1004.png"/><Relationship Id="rId19" Type="http://schemas.openxmlformats.org/officeDocument/2006/relationships/image" Target="../media/image1013.png"/><Relationship Id="rId4" Type="http://schemas.openxmlformats.org/officeDocument/2006/relationships/image" Target="../media/image998.png"/><Relationship Id="rId9" Type="http://schemas.openxmlformats.org/officeDocument/2006/relationships/image" Target="../media/image1003.png"/><Relationship Id="rId14" Type="http://schemas.openxmlformats.org/officeDocument/2006/relationships/image" Target="../media/image1008.png"/><Relationship Id="rId22" Type="http://schemas.openxmlformats.org/officeDocument/2006/relationships/image" Target="../media/image1016.pn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png"/><Relationship Id="rId13" Type="http://schemas.openxmlformats.org/officeDocument/2006/relationships/image" Target="../media/image1018.png"/><Relationship Id="rId18" Type="http://schemas.openxmlformats.org/officeDocument/2006/relationships/image" Target="../media/image1023.png"/><Relationship Id="rId3" Type="http://schemas.openxmlformats.org/officeDocument/2006/relationships/image" Target="../media/image997.png"/><Relationship Id="rId7" Type="http://schemas.openxmlformats.org/officeDocument/2006/relationships/image" Target="../media/image1001.png"/><Relationship Id="rId12" Type="http://schemas.openxmlformats.org/officeDocument/2006/relationships/image" Target="../media/image1013.png"/><Relationship Id="rId17" Type="http://schemas.openxmlformats.org/officeDocument/2006/relationships/image" Target="../media/image1022.png"/><Relationship Id="rId2" Type="http://schemas.openxmlformats.org/officeDocument/2006/relationships/notesSlide" Target="../notesSlides/notesSlide54.xml"/><Relationship Id="rId16" Type="http://schemas.openxmlformats.org/officeDocument/2006/relationships/image" Target="../media/image10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png"/><Relationship Id="rId11" Type="http://schemas.openxmlformats.org/officeDocument/2006/relationships/image" Target="../media/image1006.png"/><Relationship Id="rId5" Type="http://schemas.openxmlformats.org/officeDocument/2006/relationships/image" Target="../media/image999.png"/><Relationship Id="rId15" Type="http://schemas.openxmlformats.org/officeDocument/2006/relationships/image" Target="../media/image1020.png"/><Relationship Id="rId10" Type="http://schemas.openxmlformats.org/officeDocument/2006/relationships/image" Target="../media/image1004.png"/><Relationship Id="rId19" Type="http://schemas.openxmlformats.org/officeDocument/2006/relationships/image" Target="../media/image1024.png"/><Relationship Id="rId4" Type="http://schemas.openxmlformats.org/officeDocument/2006/relationships/image" Target="../media/image998.png"/><Relationship Id="rId9" Type="http://schemas.openxmlformats.org/officeDocument/2006/relationships/image" Target="../media/image1003.png"/><Relationship Id="rId14" Type="http://schemas.openxmlformats.org/officeDocument/2006/relationships/image" Target="../media/image1019.png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6.png"/><Relationship Id="rId3" Type="http://schemas.openxmlformats.org/officeDocument/2006/relationships/image" Target="../media/image6971.png"/><Relationship Id="rId7" Type="http://schemas.openxmlformats.org/officeDocument/2006/relationships/image" Target="../media/image1025.png"/><Relationship Id="rId2" Type="http://schemas.openxmlformats.org/officeDocument/2006/relationships/image" Target="../media/image69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14.png"/><Relationship Id="rId5" Type="http://schemas.openxmlformats.org/officeDocument/2006/relationships/image" Target="../media/image6992.png"/><Relationship Id="rId4" Type="http://schemas.openxmlformats.org/officeDocument/2006/relationships/image" Target="../media/image6982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2.png"/><Relationship Id="rId13" Type="http://schemas.openxmlformats.org/officeDocument/2006/relationships/image" Target="../media/image1037.png"/><Relationship Id="rId3" Type="http://schemas.openxmlformats.org/officeDocument/2006/relationships/image" Target="../media/image1027.png"/><Relationship Id="rId7" Type="http://schemas.openxmlformats.org/officeDocument/2006/relationships/image" Target="../media/image1031.png"/><Relationship Id="rId12" Type="http://schemas.openxmlformats.org/officeDocument/2006/relationships/image" Target="../media/image1036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30.png"/><Relationship Id="rId11" Type="http://schemas.openxmlformats.org/officeDocument/2006/relationships/image" Target="../media/image1035.png"/><Relationship Id="rId5" Type="http://schemas.openxmlformats.org/officeDocument/2006/relationships/image" Target="../media/image1029.png"/><Relationship Id="rId10" Type="http://schemas.openxmlformats.org/officeDocument/2006/relationships/image" Target="../media/image1034.png"/><Relationship Id="rId4" Type="http://schemas.openxmlformats.org/officeDocument/2006/relationships/image" Target="../media/image1028.png"/><Relationship Id="rId9" Type="http://schemas.openxmlformats.org/officeDocument/2006/relationships/image" Target="../media/image1033.pn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2.png"/><Relationship Id="rId18" Type="http://schemas.openxmlformats.org/officeDocument/2006/relationships/image" Target="../media/image1058.png"/><Relationship Id="rId3" Type="http://schemas.openxmlformats.org/officeDocument/2006/relationships/image" Target="../media/image10140.png"/><Relationship Id="rId21" Type="http://schemas.openxmlformats.org/officeDocument/2006/relationships/image" Target="../media/image1045.png"/><Relationship Id="rId7" Type="http://schemas.openxmlformats.org/officeDocument/2006/relationships/image" Target="../media/image1041.png"/><Relationship Id="rId17" Type="http://schemas.openxmlformats.org/officeDocument/2006/relationships/image" Target="../media/image1057.png"/><Relationship Id="rId25" Type="http://schemas.openxmlformats.org/officeDocument/2006/relationships/image" Target="../media/image1049.png"/><Relationship Id="rId2" Type="http://schemas.openxmlformats.org/officeDocument/2006/relationships/notesSlide" Target="../notesSlides/notesSlide56.xml"/><Relationship Id="rId16" Type="http://schemas.openxmlformats.org/officeDocument/2006/relationships/image" Target="../media/image1056.png"/><Relationship Id="rId20" Type="http://schemas.openxmlformats.org/officeDocument/2006/relationships/image" Target="../media/image104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0.png"/><Relationship Id="rId24" Type="http://schemas.openxmlformats.org/officeDocument/2006/relationships/image" Target="../media/image1048.png"/><Relationship Id="rId5" Type="http://schemas.openxmlformats.org/officeDocument/2006/relationships/image" Target="../media/image1039.png"/><Relationship Id="rId15" Type="http://schemas.openxmlformats.org/officeDocument/2006/relationships/image" Target="../media/image1055.png"/><Relationship Id="rId23" Type="http://schemas.openxmlformats.org/officeDocument/2006/relationships/image" Target="../media/image1047.png"/><Relationship Id="rId19" Type="http://schemas.openxmlformats.org/officeDocument/2006/relationships/image" Target="../media/image1059.png"/><Relationship Id="rId4" Type="http://schemas.openxmlformats.org/officeDocument/2006/relationships/image" Target="../media/image1038.png"/><Relationship Id="rId9" Type="http://schemas.openxmlformats.org/officeDocument/2006/relationships/image" Target="../media/image1043.png"/><Relationship Id="rId22" Type="http://schemas.openxmlformats.org/officeDocument/2006/relationships/image" Target="../media/image1046.pn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png"/><Relationship Id="rId13" Type="http://schemas.openxmlformats.org/officeDocument/2006/relationships/image" Target="../media/image1065.png"/><Relationship Id="rId3" Type="http://schemas.openxmlformats.org/officeDocument/2006/relationships/image" Target="../media/image1050.png"/><Relationship Id="rId7" Type="http://schemas.openxmlformats.org/officeDocument/2006/relationships/image" Target="../media/image1054.png"/><Relationship Id="rId12" Type="http://schemas.openxmlformats.org/officeDocument/2006/relationships/image" Target="../media/image106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3.png"/><Relationship Id="rId11" Type="http://schemas.openxmlformats.org/officeDocument/2006/relationships/image" Target="../media/image1063.png"/><Relationship Id="rId5" Type="http://schemas.openxmlformats.org/officeDocument/2006/relationships/image" Target="../media/image1052.png"/><Relationship Id="rId15" Type="http://schemas.openxmlformats.org/officeDocument/2006/relationships/image" Target="../media/image1067.png"/><Relationship Id="rId10" Type="http://schemas.openxmlformats.org/officeDocument/2006/relationships/image" Target="../media/image1062.png"/><Relationship Id="rId4" Type="http://schemas.openxmlformats.org/officeDocument/2006/relationships/image" Target="../media/image1051.png"/><Relationship Id="rId9" Type="http://schemas.openxmlformats.org/officeDocument/2006/relationships/image" Target="../media/image1061.png"/><Relationship Id="rId14" Type="http://schemas.openxmlformats.org/officeDocument/2006/relationships/image" Target="../media/image1066.pn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3.png"/><Relationship Id="rId13" Type="http://schemas.openxmlformats.org/officeDocument/2006/relationships/image" Target="../media/image1078.png"/><Relationship Id="rId18" Type="http://schemas.openxmlformats.org/officeDocument/2006/relationships/image" Target="../media/image1083.png"/><Relationship Id="rId3" Type="http://schemas.openxmlformats.org/officeDocument/2006/relationships/image" Target="../media/image1068.png"/><Relationship Id="rId7" Type="http://schemas.openxmlformats.org/officeDocument/2006/relationships/image" Target="../media/image1072.png"/><Relationship Id="rId12" Type="http://schemas.openxmlformats.org/officeDocument/2006/relationships/image" Target="../media/image1077.png"/><Relationship Id="rId17" Type="http://schemas.openxmlformats.org/officeDocument/2006/relationships/image" Target="../media/image1082.png"/><Relationship Id="rId2" Type="http://schemas.openxmlformats.org/officeDocument/2006/relationships/notesSlide" Target="../notesSlides/notesSlide58.xml"/><Relationship Id="rId16" Type="http://schemas.openxmlformats.org/officeDocument/2006/relationships/image" Target="../media/image1081.png"/><Relationship Id="rId20" Type="http://schemas.openxmlformats.org/officeDocument/2006/relationships/image" Target="../media/image108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71.png"/><Relationship Id="rId11" Type="http://schemas.openxmlformats.org/officeDocument/2006/relationships/image" Target="../media/image1076.png"/><Relationship Id="rId5" Type="http://schemas.openxmlformats.org/officeDocument/2006/relationships/image" Target="../media/image1070.png"/><Relationship Id="rId15" Type="http://schemas.openxmlformats.org/officeDocument/2006/relationships/image" Target="../media/image1080.png"/><Relationship Id="rId10" Type="http://schemas.openxmlformats.org/officeDocument/2006/relationships/image" Target="../media/image1075.png"/><Relationship Id="rId19" Type="http://schemas.openxmlformats.org/officeDocument/2006/relationships/image" Target="../media/image1084.png"/><Relationship Id="rId4" Type="http://schemas.openxmlformats.org/officeDocument/2006/relationships/image" Target="../media/image1069.png"/><Relationship Id="rId9" Type="http://schemas.openxmlformats.org/officeDocument/2006/relationships/image" Target="../media/image1074.png"/><Relationship Id="rId14" Type="http://schemas.openxmlformats.org/officeDocument/2006/relationships/image" Target="../media/image1079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80.png"/><Relationship Id="rId3" Type="http://schemas.openxmlformats.org/officeDocument/2006/relationships/image" Target="../media/image10730.png"/><Relationship Id="rId7" Type="http://schemas.openxmlformats.org/officeDocument/2006/relationships/image" Target="../media/image10770.png"/><Relationship Id="rId12" Type="http://schemas.openxmlformats.org/officeDocument/2006/relationships/image" Target="../media/image10820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760.png"/><Relationship Id="rId11" Type="http://schemas.openxmlformats.org/officeDocument/2006/relationships/image" Target="../media/image10811.png"/><Relationship Id="rId5" Type="http://schemas.openxmlformats.org/officeDocument/2006/relationships/image" Target="../media/image10750.png"/><Relationship Id="rId10" Type="http://schemas.openxmlformats.org/officeDocument/2006/relationships/image" Target="../media/image10800.png"/><Relationship Id="rId4" Type="http://schemas.openxmlformats.org/officeDocument/2006/relationships/image" Target="../media/image10740.png"/><Relationship Id="rId9" Type="http://schemas.openxmlformats.org/officeDocument/2006/relationships/image" Target="../media/image10790.png"/></Relationships>
</file>

<file path=ppt/slides/_rels/slide14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91.png"/><Relationship Id="rId18" Type="http://schemas.openxmlformats.org/officeDocument/2006/relationships/image" Target="../media/image1096.png"/><Relationship Id="rId26" Type="http://schemas.openxmlformats.org/officeDocument/2006/relationships/image" Target="../media/image1104.png"/><Relationship Id="rId39" Type="http://schemas.openxmlformats.org/officeDocument/2006/relationships/image" Target="../media/image1115.png"/><Relationship Id="rId21" Type="http://schemas.openxmlformats.org/officeDocument/2006/relationships/image" Target="../media/image1099.png"/><Relationship Id="rId34" Type="http://schemas.openxmlformats.org/officeDocument/2006/relationships/image" Target="../media/image1113.png"/><Relationship Id="rId7" Type="http://schemas.openxmlformats.org/officeDocument/2006/relationships/image" Target="../media/image10850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1094.png"/><Relationship Id="rId20" Type="http://schemas.openxmlformats.org/officeDocument/2006/relationships/image" Target="../media/image1098.png"/><Relationship Id="rId29" Type="http://schemas.openxmlformats.org/officeDocument/2006/relationships/image" Target="../media/image1107.png"/><Relationship Id="rId41" Type="http://schemas.openxmlformats.org/officeDocument/2006/relationships/image" Target="../media/image11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40.png"/><Relationship Id="rId11" Type="http://schemas.openxmlformats.org/officeDocument/2006/relationships/image" Target="../media/image1089.png"/><Relationship Id="rId24" Type="http://schemas.openxmlformats.org/officeDocument/2006/relationships/image" Target="../media/image1102.png"/><Relationship Id="rId32" Type="http://schemas.openxmlformats.org/officeDocument/2006/relationships/image" Target="../media/image1110.png"/><Relationship Id="rId37" Type="http://schemas.openxmlformats.org/officeDocument/2006/relationships/image" Target="../media/image1116.png"/><Relationship Id="rId40" Type="http://schemas.openxmlformats.org/officeDocument/2006/relationships/image" Target="../media/image1118.png"/><Relationship Id="rId5" Type="http://schemas.openxmlformats.org/officeDocument/2006/relationships/image" Target="../media/image1088.png"/><Relationship Id="rId15" Type="http://schemas.openxmlformats.org/officeDocument/2006/relationships/image" Target="../media/image1093.png"/><Relationship Id="rId23" Type="http://schemas.openxmlformats.org/officeDocument/2006/relationships/image" Target="../media/image1101.png"/><Relationship Id="rId28" Type="http://schemas.openxmlformats.org/officeDocument/2006/relationships/image" Target="../media/image1106.png"/><Relationship Id="rId36" Type="http://schemas.openxmlformats.org/officeDocument/2006/relationships/image" Target="../media/image1114.png"/><Relationship Id="rId10" Type="http://schemas.openxmlformats.org/officeDocument/2006/relationships/image" Target="../media/image10880.png"/><Relationship Id="rId19" Type="http://schemas.openxmlformats.org/officeDocument/2006/relationships/image" Target="../media/image1097.png"/><Relationship Id="rId31" Type="http://schemas.openxmlformats.org/officeDocument/2006/relationships/image" Target="../media/image1109.png"/><Relationship Id="rId4" Type="http://schemas.openxmlformats.org/officeDocument/2006/relationships/image" Target="../media/image1087.png"/><Relationship Id="rId9" Type="http://schemas.openxmlformats.org/officeDocument/2006/relationships/image" Target="../media/image10870.png"/><Relationship Id="rId14" Type="http://schemas.openxmlformats.org/officeDocument/2006/relationships/image" Target="../media/image1092.png"/><Relationship Id="rId22" Type="http://schemas.openxmlformats.org/officeDocument/2006/relationships/image" Target="../media/image1100.png"/><Relationship Id="rId27" Type="http://schemas.openxmlformats.org/officeDocument/2006/relationships/image" Target="../media/image1105.png"/><Relationship Id="rId30" Type="http://schemas.openxmlformats.org/officeDocument/2006/relationships/image" Target="../media/image1108.png"/><Relationship Id="rId35" Type="http://schemas.openxmlformats.org/officeDocument/2006/relationships/image" Target="../media/image1112.png"/><Relationship Id="rId8" Type="http://schemas.openxmlformats.org/officeDocument/2006/relationships/image" Target="../media/image10860.png"/><Relationship Id="rId3" Type="http://schemas.openxmlformats.org/officeDocument/2006/relationships/image" Target="../media/image1086.png"/><Relationship Id="rId12" Type="http://schemas.openxmlformats.org/officeDocument/2006/relationships/image" Target="../media/image1090.png"/><Relationship Id="rId17" Type="http://schemas.openxmlformats.org/officeDocument/2006/relationships/image" Target="../media/image1095.png"/><Relationship Id="rId25" Type="http://schemas.openxmlformats.org/officeDocument/2006/relationships/image" Target="../media/image1103.png"/><Relationship Id="rId33" Type="http://schemas.openxmlformats.org/officeDocument/2006/relationships/image" Target="../media/image1111.png"/><Relationship Id="rId38" Type="http://schemas.openxmlformats.org/officeDocument/2006/relationships/image" Target="../media/image1117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80.png"/><Relationship Id="rId13" Type="http://schemas.openxmlformats.org/officeDocument/2006/relationships/image" Target="../media/image1093.png"/><Relationship Id="rId18" Type="http://schemas.openxmlformats.org/officeDocument/2006/relationships/image" Target="../media/image1124.png"/><Relationship Id="rId26" Type="http://schemas.openxmlformats.org/officeDocument/2006/relationships/image" Target="../media/image1131.png"/><Relationship Id="rId3" Type="http://schemas.openxmlformats.org/officeDocument/2006/relationships/image" Target="../media/image1088.png"/><Relationship Id="rId21" Type="http://schemas.openxmlformats.org/officeDocument/2006/relationships/image" Target="../media/image1126.png"/><Relationship Id="rId7" Type="http://schemas.openxmlformats.org/officeDocument/2006/relationships/image" Target="../media/image10870.png"/><Relationship Id="rId12" Type="http://schemas.openxmlformats.org/officeDocument/2006/relationships/image" Target="../media/image1092.png"/><Relationship Id="rId17" Type="http://schemas.openxmlformats.org/officeDocument/2006/relationships/image" Target="../media/image1123.png"/><Relationship Id="rId25" Type="http://schemas.openxmlformats.org/officeDocument/2006/relationships/image" Target="../media/image1130.png"/><Relationship Id="rId2" Type="http://schemas.openxmlformats.org/officeDocument/2006/relationships/notesSlide" Target="../notesSlides/notesSlide61.xml"/><Relationship Id="rId16" Type="http://schemas.openxmlformats.org/officeDocument/2006/relationships/image" Target="../media/image1122.png"/><Relationship Id="rId20" Type="http://schemas.openxmlformats.org/officeDocument/2006/relationships/image" Target="../media/image1120.png"/><Relationship Id="rId29" Type="http://schemas.openxmlformats.org/officeDocument/2006/relationships/image" Target="../media/image9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60.png"/><Relationship Id="rId11" Type="http://schemas.openxmlformats.org/officeDocument/2006/relationships/image" Target="../media/image1091.png"/><Relationship Id="rId24" Type="http://schemas.openxmlformats.org/officeDocument/2006/relationships/image" Target="../media/image1129.png"/><Relationship Id="rId5" Type="http://schemas.openxmlformats.org/officeDocument/2006/relationships/image" Target="../media/image10850.png"/><Relationship Id="rId15" Type="http://schemas.openxmlformats.org/officeDocument/2006/relationships/image" Target="../media/image1121.png"/><Relationship Id="rId23" Type="http://schemas.openxmlformats.org/officeDocument/2006/relationships/image" Target="../media/image1128.png"/><Relationship Id="rId28" Type="http://schemas.openxmlformats.org/officeDocument/2006/relationships/image" Target="../media/image1133.png"/><Relationship Id="rId10" Type="http://schemas.openxmlformats.org/officeDocument/2006/relationships/image" Target="../media/image1090.png"/><Relationship Id="rId19" Type="http://schemas.openxmlformats.org/officeDocument/2006/relationships/image" Target="../media/image1125.png"/><Relationship Id="rId4" Type="http://schemas.openxmlformats.org/officeDocument/2006/relationships/image" Target="../media/image10840.png"/><Relationship Id="rId9" Type="http://schemas.openxmlformats.org/officeDocument/2006/relationships/image" Target="../media/image1089.png"/><Relationship Id="rId22" Type="http://schemas.openxmlformats.org/officeDocument/2006/relationships/image" Target="../media/image1127.png"/><Relationship Id="rId27" Type="http://schemas.openxmlformats.org/officeDocument/2006/relationships/image" Target="../media/image1132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1.png"/><Relationship Id="rId13" Type="http://schemas.openxmlformats.org/officeDocument/2006/relationships/image" Target="../media/image1134.png"/><Relationship Id="rId18" Type="http://schemas.openxmlformats.org/officeDocument/2006/relationships/image" Target="../media/image1147.png"/><Relationship Id="rId39" Type="http://schemas.openxmlformats.org/officeDocument/2006/relationships/image" Target="../media/image1089.png"/><Relationship Id="rId3" Type="http://schemas.openxmlformats.org/officeDocument/2006/relationships/image" Target="../media/image11270.png"/><Relationship Id="rId21" Type="http://schemas.openxmlformats.org/officeDocument/2006/relationships/image" Target="../media/image974.png"/><Relationship Id="rId34" Type="http://schemas.openxmlformats.org/officeDocument/2006/relationships/image" Target="../media/image10840.png"/><Relationship Id="rId42" Type="http://schemas.openxmlformats.org/officeDocument/2006/relationships/image" Target="../media/image1092.png"/><Relationship Id="rId7" Type="http://schemas.openxmlformats.org/officeDocument/2006/relationships/image" Target="../media/image1140.png"/><Relationship Id="rId12" Type="http://schemas.openxmlformats.org/officeDocument/2006/relationships/image" Target="../media/image1145.png"/><Relationship Id="rId38" Type="http://schemas.openxmlformats.org/officeDocument/2006/relationships/image" Target="../media/image10880.png"/><Relationship Id="rId2" Type="http://schemas.openxmlformats.org/officeDocument/2006/relationships/notesSlide" Target="../notesSlides/notesSlide62.xml"/><Relationship Id="rId20" Type="http://schemas.openxmlformats.org/officeDocument/2006/relationships/image" Target="../media/image1149.png"/><Relationship Id="rId41" Type="http://schemas.openxmlformats.org/officeDocument/2006/relationships/image" Target="../media/image10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9.png"/><Relationship Id="rId11" Type="http://schemas.openxmlformats.org/officeDocument/2006/relationships/image" Target="../media/image1144.png"/><Relationship Id="rId37" Type="http://schemas.openxmlformats.org/officeDocument/2006/relationships/image" Target="../media/image10870.png"/><Relationship Id="rId40" Type="http://schemas.openxmlformats.org/officeDocument/2006/relationships/image" Target="../media/image1090.png"/><Relationship Id="rId5" Type="http://schemas.openxmlformats.org/officeDocument/2006/relationships/image" Target="../media/image1138.png"/><Relationship Id="rId15" Type="http://schemas.openxmlformats.org/officeDocument/2006/relationships/image" Target="../media/image1136.png"/><Relationship Id="rId23" Type="http://schemas.openxmlformats.org/officeDocument/2006/relationships/image" Target="../media/image1088.png"/><Relationship Id="rId36" Type="http://schemas.openxmlformats.org/officeDocument/2006/relationships/image" Target="../media/image10860.png"/><Relationship Id="rId10" Type="http://schemas.openxmlformats.org/officeDocument/2006/relationships/image" Target="../media/image1143.png"/><Relationship Id="rId19" Type="http://schemas.openxmlformats.org/officeDocument/2006/relationships/image" Target="../media/image1148.png"/><Relationship Id="rId44" Type="http://schemas.openxmlformats.org/officeDocument/2006/relationships/image" Target="../media/image973.png"/><Relationship Id="rId4" Type="http://schemas.openxmlformats.org/officeDocument/2006/relationships/image" Target="../media/image1137.png"/><Relationship Id="rId9" Type="http://schemas.openxmlformats.org/officeDocument/2006/relationships/image" Target="../media/image1142.png"/><Relationship Id="rId14" Type="http://schemas.openxmlformats.org/officeDocument/2006/relationships/image" Target="../media/image1135.png"/><Relationship Id="rId22" Type="http://schemas.openxmlformats.org/officeDocument/2006/relationships/image" Target="../media/image1150.png"/><Relationship Id="rId35" Type="http://schemas.openxmlformats.org/officeDocument/2006/relationships/image" Target="../media/image10850.png"/><Relationship Id="rId43" Type="http://schemas.openxmlformats.org/officeDocument/2006/relationships/image" Target="../media/image1093.png"/></Relationships>
</file>

<file path=ppt/slides/_rels/slide14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93.png"/><Relationship Id="rId18" Type="http://schemas.openxmlformats.org/officeDocument/2006/relationships/image" Target="../media/image1157.png"/><Relationship Id="rId26" Type="http://schemas.openxmlformats.org/officeDocument/2006/relationships/image" Target="../media/image977.png"/><Relationship Id="rId3" Type="http://schemas.openxmlformats.org/officeDocument/2006/relationships/image" Target="../media/image975.png"/><Relationship Id="rId21" Type="http://schemas.openxmlformats.org/officeDocument/2006/relationships/image" Target="../media/image1160.png"/><Relationship Id="rId34" Type="http://schemas.openxmlformats.org/officeDocument/2006/relationships/image" Target="../media/image973.png"/><Relationship Id="rId7" Type="http://schemas.openxmlformats.org/officeDocument/2006/relationships/image" Target="../media/image10870.png"/><Relationship Id="rId12" Type="http://schemas.openxmlformats.org/officeDocument/2006/relationships/image" Target="../media/image1092.png"/><Relationship Id="rId17" Type="http://schemas.openxmlformats.org/officeDocument/2006/relationships/image" Target="../media/image1156.png"/><Relationship Id="rId25" Type="http://schemas.openxmlformats.org/officeDocument/2006/relationships/image" Target="../media/image1164.png"/><Relationship Id="rId33" Type="http://schemas.openxmlformats.org/officeDocument/2006/relationships/image" Target="../media/image1169.png"/><Relationship Id="rId2" Type="http://schemas.openxmlformats.org/officeDocument/2006/relationships/notesSlide" Target="../notesSlides/notesSlide63.xml"/><Relationship Id="rId16" Type="http://schemas.openxmlformats.org/officeDocument/2006/relationships/image" Target="../media/image1155.png"/><Relationship Id="rId20" Type="http://schemas.openxmlformats.org/officeDocument/2006/relationships/image" Target="../media/image1159.png"/><Relationship Id="rId29" Type="http://schemas.openxmlformats.org/officeDocument/2006/relationships/image" Target="../media/image115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60.png"/><Relationship Id="rId11" Type="http://schemas.openxmlformats.org/officeDocument/2006/relationships/image" Target="../media/image1091.png"/><Relationship Id="rId24" Type="http://schemas.openxmlformats.org/officeDocument/2006/relationships/image" Target="../media/image1163.png"/><Relationship Id="rId32" Type="http://schemas.openxmlformats.org/officeDocument/2006/relationships/image" Target="../media/image1168.png"/><Relationship Id="rId5" Type="http://schemas.openxmlformats.org/officeDocument/2006/relationships/image" Target="../media/image10850.png"/><Relationship Id="rId23" Type="http://schemas.openxmlformats.org/officeDocument/2006/relationships/image" Target="../media/image1162.png"/><Relationship Id="rId28" Type="http://schemas.openxmlformats.org/officeDocument/2006/relationships/image" Target="../media/image1152.png"/><Relationship Id="rId10" Type="http://schemas.openxmlformats.org/officeDocument/2006/relationships/image" Target="../media/image1090.png"/><Relationship Id="rId19" Type="http://schemas.openxmlformats.org/officeDocument/2006/relationships/image" Target="../media/image1158.png"/><Relationship Id="rId31" Type="http://schemas.openxmlformats.org/officeDocument/2006/relationships/image" Target="../media/image1167.png"/><Relationship Id="rId4" Type="http://schemas.openxmlformats.org/officeDocument/2006/relationships/image" Target="../media/image10840.png"/><Relationship Id="rId9" Type="http://schemas.openxmlformats.org/officeDocument/2006/relationships/image" Target="../media/image1089.png"/><Relationship Id="rId14" Type="http://schemas.openxmlformats.org/officeDocument/2006/relationships/image" Target="../media/image976.png"/><Relationship Id="rId22" Type="http://schemas.openxmlformats.org/officeDocument/2006/relationships/image" Target="../media/image1161.png"/><Relationship Id="rId27" Type="http://schemas.openxmlformats.org/officeDocument/2006/relationships/image" Target="../media/image1151.png"/><Relationship Id="rId30" Type="http://schemas.openxmlformats.org/officeDocument/2006/relationships/image" Target="../media/image1166.png"/><Relationship Id="rId8" Type="http://schemas.openxmlformats.org/officeDocument/2006/relationships/image" Target="../media/image10880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9.png"/><Relationship Id="rId3" Type="http://schemas.openxmlformats.org/officeDocument/2006/relationships/image" Target="../media/image1174.png"/><Relationship Id="rId7" Type="http://schemas.openxmlformats.org/officeDocument/2006/relationships/image" Target="../media/image1178.png"/><Relationship Id="rId12" Type="http://schemas.openxmlformats.org/officeDocument/2006/relationships/image" Target="../media/image1183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77.png"/><Relationship Id="rId11" Type="http://schemas.openxmlformats.org/officeDocument/2006/relationships/image" Target="../media/image1182.png"/><Relationship Id="rId5" Type="http://schemas.openxmlformats.org/officeDocument/2006/relationships/image" Target="../media/image1176.png"/><Relationship Id="rId10" Type="http://schemas.openxmlformats.org/officeDocument/2006/relationships/image" Target="../media/image1181.png"/><Relationship Id="rId4" Type="http://schemas.openxmlformats.org/officeDocument/2006/relationships/image" Target="../media/image1175.png"/><Relationship Id="rId9" Type="http://schemas.openxmlformats.org/officeDocument/2006/relationships/image" Target="../media/image1180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png"/><Relationship Id="rId13" Type="http://schemas.openxmlformats.org/officeDocument/2006/relationships/image" Target="../media/image1193.png"/><Relationship Id="rId18" Type="http://schemas.openxmlformats.org/officeDocument/2006/relationships/image" Target="../media/image1198.png"/><Relationship Id="rId26" Type="http://schemas.openxmlformats.org/officeDocument/2006/relationships/image" Target="../media/image1206.png"/><Relationship Id="rId3" Type="http://schemas.openxmlformats.org/officeDocument/2006/relationships/image" Target="../media/image1173.png"/><Relationship Id="rId21" Type="http://schemas.openxmlformats.org/officeDocument/2006/relationships/image" Target="../media/image1201.png"/><Relationship Id="rId7" Type="http://schemas.openxmlformats.org/officeDocument/2006/relationships/image" Target="../media/image1187.png"/><Relationship Id="rId12" Type="http://schemas.openxmlformats.org/officeDocument/2006/relationships/image" Target="../media/image1192.png"/><Relationship Id="rId17" Type="http://schemas.openxmlformats.org/officeDocument/2006/relationships/image" Target="../media/image1197.png"/><Relationship Id="rId25" Type="http://schemas.openxmlformats.org/officeDocument/2006/relationships/image" Target="../media/image1205.png"/><Relationship Id="rId2" Type="http://schemas.openxmlformats.org/officeDocument/2006/relationships/notesSlide" Target="../notesSlides/notesSlide65.xml"/><Relationship Id="rId16" Type="http://schemas.openxmlformats.org/officeDocument/2006/relationships/image" Target="../media/image1196.png"/><Relationship Id="rId20" Type="http://schemas.openxmlformats.org/officeDocument/2006/relationships/image" Target="../media/image1200.png"/><Relationship Id="rId29" Type="http://schemas.openxmlformats.org/officeDocument/2006/relationships/image" Target="../media/image120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6.png"/><Relationship Id="rId11" Type="http://schemas.openxmlformats.org/officeDocument/2006/relationships/image" Target="../media/image1191.png"/><Relationship Id="rId24" Type="http://schemas.openxmlformats.org/officeDocument/2006/relationships/image" Target="../media/image1204.png"/><Relationship Id="rId32" Type="http://schemas.openxmlformats.org/officeDocument/2006/relationships/image" Target="../media/image1212.png"/><Relationship Id="rId5" Type="http://schemas.openxmlformats.org/officeDocument/2006/relationships/image" Target="../media/image1185.png"/><Relationship Id="rId15" Type="http://schemas.openxmlformats.org/officeDocument/2006/relationships/image" Target="../media/image1195.png"/><Relationship Id="rId23" Type="http://schemas.openxmlformats.org/officeDocument/2006/relationships/image" Target="../media/image1203.png"/><Relationship Id="rId28" Type="http://schemas.openxmlformats.org/officeDocument/2006/relationships/image" Target="../media/image1208.png"/><Relationship Id="rId10" Type="http://schemas.openxmlformats.org/officeDocument/2006/relationships/image" Target="../media/image1190.png"/><Relationship Id="rId19" Type="http://schemas.openxmlformats.org/officeDocument/2006/relationships/image" Target="../media/image1199.png"/><Relationship Id="rId31" Type="http://schemas.openxmlformats.org/officeDocument/2006/relationships/image" Target="../media/image1211.png"/><Relationship Id="rId4" Type="http://schemas.openxmlformats.org/officeDocument/2006/relationships/image" Target="../media/image1184.png"/><Relationship Id="rId9" Type="http://schemas.openxmlformats.org/officeDocument/2006/relationships/image" Target="../media/image1189.png"/><Relationship Id="rId14" Type="http://schemas.openxmlformats.org/officeDocument/2006/relationships/image" Target="../media/image1194.png"/><Relationship Id="rId22" Type="http://schemas.openxmlformats.org/officeDocument/2006/relationships/image" Target="../media/image1202.png"/><Relationship Id="rId27" Type="http://schemas.openxmlformats.org/officeDocument/2006/relationships/image" Target="../media/image1207.png"/><Relationship Id="rId30" Type="http://schemas.openxmlformats.org/officeDocument/2006/relationships/image" Target="../media/image1210.png"/></Relationships>
</file>

<file path=ppt/slides/_rels/slide14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3.png"/><Relationship Id="rId18" Type="http://schemas.openxmlformats.org/officeDocument/2006/relationships/image" Target="../media/image1223.png"/><Relationship Id="rId26" Type="http://schemas.openxmlformats.org/officeDocument/2006/relationships/image" Target="../media/image1230.png"/><Relationship Id="rId3" Type="http://schemas.openxmlformats.org/officeDocument/2006/relationships/image" Target="../media/image1213.png"/><Relationship Id="rId21" Type="http://schemas.openxmlformats.org/officeDocument/2006/relationships/image" Target="../media/image1226.png"/><Relationship Id="rId34" Type="http://schemas.openxmlformats.org/officeDocument/2006/relationships/image" Target="../media/image1206.png"/><Relationship Id="rId7" Type="http://schemas.openxmlformats.org/officeDocument/2006/relationships/image" Target="../media/image1217.png"/><Relationship Id="rId12" Type="http://schemas.openxmlformats.org/officeDocument/2006/relationships/image" Target="../media/image1192.png"/><Relationship Id="rId17" Type="http://schemas.openxmlformats.org/officeDocument/2006/relationships/image" Target="../media/image1222.png"/><Relationship Id="rId25" Type="http://schemas.openxmlformats.org/officeDocument/2006/relationships/image" Target="../media/image1208.png"/><Relationship Id="rId33" Type="http://schemas.openxmlformats.org/officeDocument/2006/relationships/image" Target="../media/image1205.png"/><Relationship Id="rId2" Type="http://schemas.openxmlformats.org/officeDocument/2006/relationships/notesSlide" Target="../notesSlides/notesSlide66.xml"/><Relationship Id="rId16" Type="http://schemas.openxmlformats.org/officeDocument/2006/relationships/image" Target="../media/image1221.png"/><Relationship Id="rId20" Type="http://schemas.openxmlformats.org/officeDocument/2006/relationships/image" Target="../media/image1225.png"/><Relationship Id="rId29" Type="http://schemas.openxmlformats.org/officeDocument/2006/relationships/image" Target="../media/image123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6.png"/><Relationship Id="rId11" Type="http://schemas.openxmlformats.org/officeDocument/2006/relationships/image" Target="../media/image1191.png"/><Relationship Id="rId24" Type="http://schemas.openxmlformats.org/officeDocument/2006/relationships/image" Target="../media/image1229.png"/><Relationship Id="rId32" Type="http://schemas.openxmlformats.org/officeDocument/2006/relationships/image" Target="../media/image1204.png"/><Relationship Id="rId5" Type="http://schemas.openxmlformats.org/officeDocument/2006/relationships/image" Target="../media/image1215.png"/><Relationship Id="rId15" Type="http://schemas.openxmlformats.org/officeDocument/2006/relationships/image" Target="../media/image1220.png"/><Relationship Id="rId23" Type="http://schemas.openxmlformats.org/officeDocument/2006/relationships/image" Target="../media/image1228.png"/><Relationship Id="rId28" Type="http://schemas.openxmlformats.org/officeDocument/2006/relationships/image" Target="../media/image1232.png"/><Relationship Id="rId36" Type="http://schemas.openxmlformats.org/officeDocument/2006/relationships/image" Target="../media/image1212.png"/><Relationship Id="rId10" Type="http://schemas.openxmlformats.org/officeDocument/2006/relationships/image" Target="../media/image1190.png"/><Relationship Id="rId19" Type="http://schemas.openxmlformats.org/officeDocument/2006/relationships/image" Target="../media/image1224.png"/><Relationship Id="rId31" Type="http://schemas.openxmlformats.org/officeDocument/2006/relationships/image" Target="../media/image1203.png"/><Relationship Id="rId4" Type="http://schemas.openxmlformats.org/officeDocument/2006/relationships/image" Target="../media/image1214.png"/><Relationship Id="rId9" Type="http://schemas.openxmlformats.org/officeDocument/2006/relationships/image" Target="../media/image1189.png"/><Relationship Id="rId14" Type="http://schemas.openxmlformats.org/officeDocument/2006/relationships/image" Target="../media/image1219.png"/><Relationship Id="rId22" Type="http://schemas.openxmlformats.org/officeDocument/2006/relationships/image" Target="../media/image1227.png"/><Relationship Id="rId27" Type="http://schemas.openxmlformats.org/officeDocument/2006/relationships/image" Target="../media/image1231.png"/><Relationship Id="rId30" Type="http://schemas.openxmlformats.org/officeDocument/2006/relationships/image" Target="../media/image1234.png"/><Relationship Id="rId35" Type="http://schemas.openxmlformats.org/officeDocument/2006/relationships/image" Target="../media/image1207.png"/><Relationship Id="rId8" Type="http://schemas.openxmlformats.org/officeDocument/2006/relationships/image" Target="../media/image1218.png"/></Relationships>
</file>

<file path=ppt/slides/_rels/slide15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44.png"/><Relationship Id="rId18" Type="http://schemas.openxmlformats.org/officeDocument/2006/relationships/image" Target="../media/image1214.png"/><Relationship Id="rId26" Type="http://schemas.openxmlformats.org/officeDocument/2006/relationships/image" Target="../media/image1192.png"/><Relationship Id="rId39" Type="http://schemas.openxmlformats.org/officeDocument/2006/relationships/image" Target="../media/image1206.png"/><Relationship Id="rId21" Type="http://schemas.openxmlformats.org/officeDocument/2006/relationships/image" Target="../media/image1217.png"/><Relationship Id="rId34" Type="http://schemas.openxmlformats.org/officeDocument/2006/relationships/image" Target="../media/image1253.png"/><Relationship Id="rId7" Type="http://schemas.openxmlformats.org/officeDocument/2006/relationships/image" Target="../media/image1237.png"/><Relationship Id="rId12" Type="http://schemas.openxmlformats.org/officeDocument/2006/relationships/image" Target="../media/image1243.png"/><Relationship Id="rId17" Type="http://schemas.openxmlformats.org/officeDocument/2006/relationships/image" Target="../media/image1248.png"/><Relationship Id="rId25" Type="http://schemas.openxmlformats.org/officeDocument/2006/relationships/image" Target="../media/image1191.png"/><Relationship Id="rId33" Type="http://schemas.openxmlformats.org/officeDocument/2006/relationships/image" Target="../media/image1252.png"/><Relationship Id="rId38" Type="http://schemas.openxmlformats.org/officeDocument/2006/relationships/image" Target="../media/image1205.png"/><Relationship Id="rId2" Type="http://schemas.openxmlformats.org/officeDocument/2006/relationships/notesSlide" Target="../notesSlides/notesSlide67.xml"/><Relationship Id="rId16" Type="http://schemas.openxmlformats.org/officeDocument/2006/relationships/image" Target="../media/image1247.png"/><Relationship Id="rId20" Type="http://schemas.openxmlformats.org/officeDocument/2006/relationships/image" Target="../media/image1216.png"/><Relationship Id="rId29" Type="http://schemas.openxmlformats.org/officeDocument/2006/relationships/image" Target="../media/image12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36.png"/><Relationship Id="rId11" Type="http://schemas.openxmlformats.org/officeDocument/2006/relationships/image" Target="../media/image1242.png"/><Relationship Id="rId24" Type="http://schemas.openxmlformats.org/officeDocument/2006/relationships/image" Target="../media/image1190.png"/><Relationship Id="rId32" Type="http://schemas.openxmlformats.org/officeDocument/2006/relationships/image" Target="../media/image1251.png"/><Relationship Id="rId37" Type="http://schemas.openxmlformats.org/officeDocument/2006/relationships/image" Target="../media/image1204.png"/><Relationship Id="rId40" Type="http://schemas.openxmlformats.org/officeDocument/2006/relationships/image" Target="../media/image1207.png"/><Relationship Id="rId5" Type="http://schemas.openxmlformats.org/officeDocument/2006/relationships/image" Target="../media/image1213.png"/><Relationship Id="rId15" Type="http://schemas.openxmlformats.org/officeDocument/2006/relationships/image" Target="../media/image1246.png"/><Relationship Id="rId23" Type="http://schemas.openxmlformats.org/officeDocument/2006/relationships/image" Target="../media/image1189.png"/><Relationship Id="rId28" Type="http://schemas.openxmlformats.org/officeDocument/2006/relationships/image" Target="../media/image1208.png"/><Relationship Id="rId36" Type="http://schemas.openxmlformats.org/officeDocument/2006/relationships/image" Target="../media/image1203.png"/><Relationship Id="rId10" Type="http://schemas.openxmlformats.org/officeDocument/2006/relationships/image" Target="../media/image1240.png"/><Relationship Id="rId19" Type="http://schemas.openxmlformats.org/officeDocument/2006/relationships/image" Target="../media/image1215.png"/><Relationship Id="rId31" Type="http://schemas.openxmlformats.org/officeDocument/2006/relationships/image" Target="../media/image1250.png"/><Relationship Id="rId4" Type="http://schemas.openxmlformats.org/officeDocument/2006/relationships/image" Target="../media/image1212.png"/><Relationship Id="rId9" Type="http://schemas.openxmlformats.org/officeDocument/2006/relationships/image" Target="../media/image1239.png"/><Relationship Id="rId14" Type="http://schemas.openxmlformats.org/officeDocument/2006/relationships/image" Target="../media/image1245.png"/><Relationship Id="rId22" Type="http://schemas.openxmlformats.org/officeDocument/2006/relationships/image" Target="../media/image1218.png"/><Relationship Id="rId27" Type="http://schemas.openxmlformats.org/officeDocument/2006/relationships/image" Target="../media/image1193.png"/><Relationship Id="rId30" Type="http://schemas.openxmlformats.org/officeDocument/2006/relationships/image" Target="../media/image1249.png"/><Relationship Id="rId35" Type="http://schemas.openxmlformats.org/officeDocument/2006/relationships/image" Target="../media/image1254.png"/><Relationship Id="rId8" Type="http://schemas.openxmlformats.org/officeDocument/2006/relationships/image" Target="../media/image1238.png"/><Relationship Id="rId3" Type="http://schemas.openxmlformats.org/officeDocument/2006/relationships/image" Target="../media/image1235.png"/></Relationships>
</file>

<file path=ppt/slides/_rels/slide15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1.png"/><Relationship Id="rId18" Type="http://schemas.openxmlformats.org/officeDocument/2006/relationships/image" Target="../media/image1204.png"/><Relationship Id="rId26" Type="http://schemas.openxmlformats.org/officeDocument/2006/relationships/image" Target="../media/image1260.png"/><Relationship Id="rId3" Type="http://schemas.openxmlformats.org/officeDocument/2006/relationships/image" Target="../media/image1212.png"/><Relationship Id="rId21" Type="http://schemas.openxmlformats.org/officeDocument/2006/relationships/image" Target="../media/image1207.png"/><Relationship Id="rId34" Type="http://schemas.openxmlformats.org/officeDocument/2006/relationships/image" Target="../media/image1268.png"/><Relationship Id="rId7" Type="http://schemas.openxmlformats.org/officeDocument/2006/relationships/image" Target="../media/image1215.png"/><Relationship Id="rId12" Type="http://schemas.openxmlformats.org/officeDocument/2006/relationships/image" Target="../media/image1190.png"/><Relationship Id="rId17" Type="http://schemas.openxmlformats.org/officeDocument/2006/relationships/image" Target="../media/image1203.png"/><Relationship Id="rId25" Type="http://schemas.openxmlformats.org/officeDocument/2006/relationships/image" Target="../media/image1259.png"/><Relationship Id="rId33" Type="http://schemas.openxmlformats.org/officeDocument/2006/relationships/image" Target="../media/image1267.png"/><Relationship Id="rId2" Type="http://schemas.openxmlformats.org/officeDocument/2006/relationships/notesSlide" Target="../notesSlides/notesSlide68.xml"/><Relationship Id="rId16" Type="http://schemas.openxmlformats.org/officeDocument/2006/relationships/image" Target="../media/image1208.png"/><Relationship Id="rId20" Type="http://schemas.openxmlformats.org/officeDocument/2006/relationships/image" Target="../media/image1206.png"/><Relationship Id="rId29" Type="http://schemas.openxmlformats.org/officeDocument/2006/relationships/image" Target="../media/image12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4.png"/><Relationship Id="rId11" Type="http://schemas.openxmlformats.org/officeDocument/2006/relationships/image" Target="../media/image1189.png"/><Relationship Id="rId24" Type="http://schemas.openxmlformats.org/officeDocument/2006/relationships/image" Target="../media/image1258.png"/><Relationship Id="rId32" Type="http://schemas.openxmlformats.org/officeDocument/2006/relationships/image" Target="../media/image1266.png"/><Relationship Id="rId5" Type="http://schemas.openxmlformats.org/officeDocument/2006/relationships/image" Target="../media/image11512.png"/><Relationship Id="rId15" Type="http://schemas.openxmlformats.org/officeDocument/2006/relationships/image" Target="../media/image1193.png"/><Relationship Id="rId23" Type="http://schemas.openxmlformats.org/officeDocument/2006/relationships/image" Target="../media/image1257.png"/><Relationship Id="rId28" Type="http://schemas.openxmlformats.org/officeDocument/2006/relationships/image" Target="../media/image1262.png"/><Relationship Id="rId36" Type="http://schemas.openxmlformats.org/officeDocument/2006/relationships/image" Target="../media/image1270.png"/><Relationship Id="rId10" Type="http://schemas.openxmlformats.org/officeDocument/2006/relationships/image" Target="../media/image1218.png"/><Relationship Id="rId19" Type="http://schemas.openxmlformats.org/officeDocument/2006/relationships/image" Target="../media/image1205.png"/><Relationship Id="rId31" Type="http://schemas.openxmlformats.org/officeDocument/2006/relationships/image" Target="../media/image1265.png"/><Relationship Id="rId4" Type="http://schemas.openxmlformats.org/officeDocument/2006/relationships/image" Target="../media/image1213.png"/><Relationship Id="rId9" Type="http://schemas.openxmlformats.org/officeDocument/2006/relationships/image" Target="../media/image1217.png"/><Relationship Id="rId14" Type="http://schemas.openxmlformats.org/officeDocument/2006/relationships/image" Target="../media/image1192.png"/><Relationship Id="rId22" Type="http://schemas.openxmlformats.org/officeDocument/2006/relationships/image" Target="../media/image1255.png"/><Relationship Id="rId27" Type="http://schemas.openxmlformats.org/officeDocument/2006/relationships/image" Target="../media/image1261.png"/><Relationship Id="rId30" Type="http://schemas.openxmlformats.org/officeDocument/2006/relationships/image" Target="../media/image1264.png"/><Relationship Id="rId35" Type="http://schemas.openxmlformats.org/officeDocument/2006/relationships/image" Target="../media/image1269.png"/><Relationship Id="rId8" Type="http://schemas.openxmlformats.org/officeDocument/2006/relationships/image" Target="../media/image1216.png"/></Relationships>
</file>

<file path=ppt/slides/_rels/slide15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2.png"/><Relationship Id="rId18" Type="http://schemas.openxmlformats.org/officeDocument/2006/relationships/image" Target="../media/image1205.png"/><Relationship Id="rId26" Type="http://schemas.openxmlformats.org/officeDocument/2006/relationships/image" Target="../media/image1276.png"/><Relationship Id="rId3" Type="http://schemas.openxmlformats.org/officeDocument/2006/relationships/image" Target="../media/image1212.png"/><Relationship Id="rId21" Type="http://schemas.openxmlformats.org/officeDocument/2006/relationships/image" Target="../media/image1273.png"/><Relationship Id="rId34" Type="http://schemas.openxmlformats.org/officeDocument/2006/relationships/image" Target="../media/image1286.png"/><Relationship Id="rId7" Type="http://schemas.openxmlformats.org/officeDocument/2006/relationships/image" Target="../media/image1216.png"/><Relationship Id="rId12" Type="http://schemas.openxmlformats.org/officeDocument/2006/relationships/image" Target="../media/image1191.png"/><Relationship Id="rId17" Type="http://schemas.openxmlformats.org/officeDocument/2006/relationships/image" Target="../media/image1204.png"/><Relationship Id="rId25" Type="http://schemas.openxmlformats.org/officeDocument/2006/relationships/image" Target="../media/image1275.png"/><Relationship Id="rId33" Type="http://schemas.openxmlformats.org/officeDocument/2006/relationships/image" Target="../media/image1285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1203.png"/><Relationship Id="rId20" Type="http://schemas.openxmlformats.org/officeDocument/2006/relationships/image" Target="../media/image1207.png"/><Relationship Id="rId29" Type="http://schemas.openxmlformats.org/officeDocument/2006/relationships/image" Target="../media/image127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5.png"/><Relationship Id="rId11" Type="http://schemas.openxmlformats.org/officeDocument/2006/relationships/image" Target="../media/image1190.png"/><Relationship Id="rId24" Type="http://schemas.openxmlformats.org/officeDocument/2006/relationships/image" Target="../media/image1274.png"/><Relationship Id="rId32" Type="http://schemas.openxmlformats.org/officeDocument/2006/relationships/image" Target="../media/image1284.png"/><Relationship Id="rId5" Type="http://schemas.openxmlformats.org/officeDocument/2006/relationships/image" Target="../media/image1214.png"/><Relationship Id="rId15" Type="http://schemas.openxmlformats.org/officeDocument/2006/relationships/image" Target="../media/image1208.png"/><Relationship Id="rId23" Type="http://schemas.openxmlformats.org/officeDocument/2006/relationships/image" Target="../media/image1272.png"/><Relationship Id="rId28" Type="http://schemas.openxmlformats.org/officeDocument/2006/relationships/image" Target="../media/image1278.png"/><Relationship Id="rId10" Type="http://schemas.openxmlformats.org/officeDocument/2006/relationships/image" Target="../media/image1189.png"/><Relationship Id="rId19" Type="http://schemas.openxmlformats.org/officeDocument/2006/relationships/image" Target="../media/image1206.png"/><Relationship Id="rId31" Type="http://schemas.openxmlformats.org/officeDocument/2006/relationships/image" Target="../media/image1283.png"/><Relationship Id="rId4" Type="http://schemas.openxmlformats.org/officeDocument/2006/relationships/image" Target="../media/image1213.png"/><Relationship Id="rId9" Type="http://schemas.openxmlformats.org/officeDocument/2006/relationships/image" Target="../media/image1218.png"/><Relationship Id="rId14" Type="http://schemas.openxmlformats.org/officeDocument/2006/relationships/image" Target="../media/image1193.png"/><Relationship Id="rId22" Type="http://schemas.openxmlformats.org/officeDocument/2006/relationships/image" Target="../media/image1271.png"/><Relationship Id="rId27" Type="http://schemas.openxmlformats.org/officeDocument/2006/relationships/image" Target="../media/image1277.png"/><Relationship Id="rId30" Type="http://schemas.openxmlformats.org/officeDocument/2006/relationships/image" Target="../media/image1282.png"/><Relationship Id="rId35" Type="http://schemas.openxmlformats.org/officeDocument/2006/relationships/image" Target="../media/image1287.png"/><Relationship Id="rId8" Type="http://schemas.openxmlformats.org/officeDocument/2006/relationships/image" Target="../media/image1217.png"/></Relationships>
</file>

<file path=ppt/slides/_rels/slide15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2.png"/><Relationship Id="rId18" Type="http://schemas.openxmlformats.org/officeDocument/2006/relationships/image" Target="../media/image1205.png"/><Relationship Id="rId26" Type="http://schemas.openxmlformats.org/officeDocument/2006/relationships/image" Target="../media/image1292.png"/><Relationship Id="rId3" Type="http://schemas.openxmlformats.org/officeDocument/2006/relationships/image" Target="../media/image1212.png"/><Relationship Id="rId21" Type="http://schemas.openxmlformats.org/officeDocument/2006/relationships/image" Target="../media/image1170.png"/><Relationship Id="rId34" Type="http://schemas.openxmlformats.org/officeDocument/2006/relationships/image" Target="../media/image1300.png"/><Relationship Id="rId7" Type="http://schemas.openxmlformats.org/officeDocument/2006/relationships/image" Target="../media/image1216.png"/><Relationship Id="rId12" Type="http://schemas.openxmlformats.org/officeDocument/2006/relationships/image" Target="../media/image1191.png"/><Relationship Id="rId17" Type="http://schemas.openxmlformats.org/officeDocument/2006/relationships/image" Target="../media/image1204.png"/><Relationship Id="rId25" Type="http://schemas.openxmlformats.org/officeDocument/2006/relationships/image" Target="../media/image1291.png"/><Relationship Id="rId33" Type="http://schemas.openxmlformats.org/officeDocument/2006/relationships/image" Target="../media/image1299.png"/><Relationship Id="rId2" Type="http://schemas.openxmlformats.org/officeDocument/2006/relationships/notesSlide" Target="../notesSlides/notesSlide70.xml"/><Relationship Id="rId16" Type="http://schemas.openxmlformats.org/officeDocument/2006/relationships/image" Target="../media/image1203.png"/><Relationship Id="rId20" Type="http://schemas.openxmlformats.org/officeDocument/2006/relationships/image" Target="../media/image1207.png"/><Relationship Id="rId29" Type="http://schemas.openxmlformats.org/officeDocument/2006/relationships/image" Target="../media/image129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5.png"/><Relationship Id="rId11" Type="http://schemas.openxmlformats.org/officeDocument/2006/relationships/image" Target="../media/image1190.png"/><Relationship Id="rId24" Type="http://schemas.openxmlformats.org/officeDocument/2006/relationships/image" Target="../media/image1290.png"/><Relationship Id="rId32" Type="http://schemas.openxmlformats.org/officeDocument/2006/relationships/image" Target="../media/image1298.png"/><Relationship Id="rId5" Type="http://schemas.openxmlformats.org/officeDocument/2006/relationships/image" Target="../media/image1214.png"/><Relationship Id="rId15" Type="http://schemas.openxmlformats.org/officeDocument/2006/relationships/image" Target="../media/image1280.png"/><Relationship Id="rId23" Type="http://schemas.openxmlformats.org/officeDocument/2006/relationships/image" Target="../media/image1289.png"/><Relationship Id="rId28" Type="http://schemas.openxmlformats.org/officeDocument/2006/relationships/image" Target="../media/image1294.png"/><Relationship Id="rId36" Type="http://schemas.openxmlformats.org/officeDocument/2006/relationships/image" Target="../media/image1302.png"/><Relationship Id="rId10" Type="http://schemas.openxmlformats.org/officeDocument/2006/relationships/image" Target="../media/image1189.png"/><Relationship Id="rId19" Type="http://schemas.openxmlformats.org/officeDocument/2006/relationships/image" Target="../media/image1206.png"/><Relationship Id="rId31" Type="http://schemas.openxmlformats.org/officeDocument/2006/relationships/image" Target="../media/image1297.png"/><Relationship Id="rId4" Type="http://schemas.openxmlformats.org/officeDocument/2006/relationships/image" Target="../media/image1213.png"/><Relationship Id="rId9" Type="http://schemas.openxmlformats.org/officeDocument/2006/relationships/image" Target="../media/image1218.png"/><Relationship Id="rId14" Type="http://schemas.openxmlformats.org/officeDocument/2006/relationships/image" Target="../media/image1193.png"/><Relationship Id="rId22" Type="http://schemas.openxmlformats.org/officeDocument/2006/relationships/image" Target="../media/image1281.png"/><Relationship Id="rId27" Type="http://schemas.openxmlformats.org/officeDocument/2006/relationships/image" Target="../media/image1293.png"/><Relationship Id="rId30" Type="http://schemas.openxmlformats.org/officeDocument/2006/relationships/image" Target="../media/image1296.png"/><Relationship Id="rId35" Type="http://schemas.openxmlformats.org/officeDocument/2006/relationships/image" Target="../media/image1301.png"/><Relationship Id="rId8" Type="http://schemas.openxmlformats.org/officeDocument/2006/relationships/image" Target="../media/image1217.pn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20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56.png"/><Relationship Id="rId5" Type="http://schemas.openxmlformats.org/officeDocument/2006/relationships/image" Target="../media/image1172.png"/><Relationship Id="rId4" Type="http://schemas.openxmlformats.org/officeDocument/2006/relationships/image" Target="../media/image1171.pn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4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04.png"/><Relationship Id="rId5" Type="http://schemas.openxmlformats.org/officeDocument/2006/relationships/image" Target="../media/image1303.png"/><Relationship Id="rId4" Type="http://schemas.openxmlformats.org/officeDocument/2006/relationships/image" Target="../media/image1288.png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6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07.png"/><Relationship Id="rId5" Type="http://schemas.openxmlformats.org/officeDocument/2006/relationships/image" Target="../media/image978.png"/><Relationship Id="rId4" Type="http://schemas.openxmlformats.org/officeDocument/2006/relationships/image" Target="../media/image1305.pn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4.png"/><Relationship Id="rId13" Type="http://schemas.openxmlformats.org/officeDocument/2006/relationships/image" Target="../media/image1319.png"/><Relationship Id="rId3" Type="http://schemas.openxmlformats.org/officeDocument/2006/relationships/image" Target="../media/image1309.png"/><Relationship Id="rId7" Type="http://schemas.openxmlformats.org/officeDocument/2006/relationships/image" Target="../media/image1313.png"/><Relationship Id="rId12" Type="http://schemas.openxmlformats.org/officeDocument/2006/relationships/image" Target="../media/image1318.png"/><Relationship Id="rId17" Type="http://schemas.openxmlformats.org/officeDocument/2006/relationships/image" Target="../media/image1323.png"/><Relationship Id="rId2" Type="http://schemas.openxmlformats.org/officeDocument/2006/relationships/image" Target="../media/image1308.png"/><Relationship Id="rId16" Type="http://schemas.openxmlformats.org/officeDocument/2006/relationships/image" Target="../media/image13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12.png"/><Relationship Id="rId11" Type="http://schemas.openxmlformats.org/officeDocument/2006/relationships/image" Target="../media/image1317.png"/><Relationship Id="rId5" Type="http://schemas.openxmlformats.org/officeDocument/2006/relationships/image" Target="../media/image1311.png"/><Relationship Id="rId15" Type="http://schemas.openxmlformats.org/officeDocument/2006/relationships/image" Target="../media/image1321.png"/><Relationship Id="rId10" Type="http://schemas.openxmlformats.org/officeDocument/2006/relationships/image" Target="../media/image1316.png"/><Relationship Id="rId4" Type="http://schemas.openxmlformats.org/officeDocument/2006/relationships/image" Target="../media/image1310.png"/><Relationship Id="rId9" Type="http://schemas.openxmlformats.org/officeDocument/2006/relationships/image" Target="../media/image1315.png"/><Relationship Id="rId14" Type="http://schemas.openxmlformats.org/officeDocument/2006/relationships/image" Target="../media/image1320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5.png"/><Relationship Id="rId7" Type="http://schemas.openxmlformats.org/officeDocument/2006/relationships/image" Target="../media/image1329.png"/><Relationship Id="rId2" Type="http://schemas.openxmlformats.org/officeDocument/2006/relationships/image" Target="../media/image13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28.png"/><Relationship Id="rId5" Type="http://schemas.openxmlformats.org/officeDocument/2006/relationships/image" Target="../media/image1327.png"/><Relationship Id="rId4" Type="http://schemas.openxmlformats.org/officeDocument/2006/relationships/image" Target="../media/image1326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1.png"/><Relationship Id="rId2" Type="http://schemas.openxmlformats.org/officeDocument/2006/relationships/image" Target="../media/image1330.png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0.png"/><Relationship Id="rId7" Type="http://schemas.openxmlformats.org/officeDocument/2006/relationships/image" Target="../media/image3010.png"/><Relationship Id="rId2" Type="http://schemas.openxmlformats.org/officeDocument/2006/relationships/image" Target="../media/image25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10.png"/><Relationship Id="rId5" Type="http://schemas.openxmlformats.org/officeDocument/2006/relationships/image" Target="../media/image2810.png"/><Relationship Id="rId4" Type="http://schemas.openxmlformats.org/officeDocument/2006/relationships/image" Target="../media/image2710.png"/></Relationships>
</file>

<file path=ppt/slides/_rels/slide1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10.png"/><Relationship Id="rId18" Type="http://schemas.openxmlformats.org/officeDocument/2006/relationships/image" Target="../media/image4610.png"/><Relationship Id="rId26" Type="http://schemas.openxmlformats.org/officeDocument/2006/relationships/image" Target="../media/image5410.png"/><Relationship Id="rId21" Type="http://schemas.openxmlformats.org/officeDocument/2006/relationships/image" Target="../media/image4910.png"/><Relationship Id="rId34" Type="http://schemas.openxmlformats.org/officeDocument/2006/relationships/image" Target="../media/image6210.png"/><Relationship Id="rId7" Type="http://schemas.openxmlformats.org/officeDocument/2006/relationships/image" Target="../media/image3510.png"/><Relationship Id="rId12" Type="http://schemas.openxmlformats.org/officeDocument/2006/relationships/image" Target="../media/image4010.png"/><Relationship Id="rId17" Type="http://schemas.openxmlformats.org/officeDocument/2006/relationships/image" Target="../media/image4510.png"/><Relationship Id="rId25" Type="http://schemas.openxmlformats.org/officeDocument/2006/relationships/image" Target="../media/image5310.png"/><Relationship Id="rId33" Type="http://schemas.openxmlformats.org/officeDocument/2006/relationships/image" Target="../media/image6110.png"/><Relationship Id="rId38" Type="http://schemas.openxmlformats.org/officeDocument/2006/relationships/image" Target="../media/image6610.png"/><Relationship Id="rId2" Type="http://schemas.openxmlformats.org/officeDocument/2006/relationships/image" Target="../media/image3110.png"/><Relationship Id="rId16" Type="http://schemas.openxmlformats.org/officeDocument/2006/relationships/image" Target="../media/image4410.png"/><Relationship Id="rId20" Type="http://schemas.openxmlformats.org/officeDocument/2006/relationships/image" Target="../media/image4810.png"/><Relationship Id="rId29" Type="http://schemas.openxmlformats.org/officeDocument/2006/relationships/image" Target="../media/image57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0.png"/><Relationship Id="rId11" Type="http://schemas.openxmlformats.org/officeDocument/2006/relationships/image" Target="../media/image3910.png"/><Relationship Id="rId24" Type="http://schemas.openxmlformats.org/officeDocument/2006/relationships/image" Target="../media/image5210.png"/><Relationship Id="rId32" Type="http://schemas.openxmlformats.org/officeDocument/2006/relationships/image" Target="../media/image6010.png"/><Relationship Id="rId37" Type="http://schemas.openxmlformats.org/officeDocument/2006/relationships/image" Target="../media/image6510.png"/><Relationship Id="rId5" Type="http://schemas.openxmlformats.org/officeDocument/2006/relationships/image" Target="../media/image3310.png"/><Relationship Id="rId15" Type="http://schemas.openxmlformats.org/officeDocument/2006/relationships/image" Target="../media/image4310.png"/><Relationship Id="rId23" Type="http://schemas.openxmlformats.org/officeDocument/2006/relationships/image" Target="../media/image5110.png"/><Relationship Id="rId28" Type="http://schemas.openxmlformats.org/officeDocument/2006/relationships/image" Target="../media/image5610.png"/><Relationship Id="rId36" Type="http://schemas.openxmlformats.org/officeDocument/2006/relationships/image" Target="../media/image6410.png"/><Relationship Id="rId10" Type="http://schemas.openxmlformats.org/officeDocument/2006/relationships/image" Target="../media/image3810.png"/><Relationship Id="rId19" Type="http://schemas.openxmlformats.org/officeDocument/2006/relationships/image" Target="../media/image4710.png"/><Relationship Id="rId31" Type="http://schemas.openxmlformats.org/officeDocument/2006/relationships/image" Target="../media/image5910.png"/><Relationship Id="rId4" Type="http://schemas.openxmlformats.org/officeDocument/2006/relationships/image" Target="../media/image3210.png"/><Relationship Id="rId9" Type="http://schemas.openxmlformats.org/officeDocument/2006/relationships/image" Target="../media/image3710.png"/><Relationship Id="rId14" Type="http://schemas.openxmlformats.org/officeDocument/2006/relationships/image" Target="../media/image4210.png"/><Relationship Id="rId22" Type="http://schemas.openxmlformats.org/officeDocument/2006/relationships/image" Target="../media/image5010.png"/><Relationship Id="rId27" Type="http://schemas.openxmlformats.org/officeDocument/2006/relationships/image" Target="../media/image5510.png"/><Relationship Id="rId30" Type="http://schemas.openxmlformats.org/officeDocument/2006/relationships/image" Target="../media/image5810.png"/><Relationship Id="rId35" Type="http://schemas.openxmlformats.org/officeDocument/2006/relationships/image" Target="../media/image6310.png"/><Relationship Id="rId8" Type="http://schemas.openxmlformats.org/officeDocument/2006/relationships/image" Target="../media/image3610.png"/><Relationship Id="rId3" Type="http://schemas.openxmlformats.org/officeDocument/2006/relationships/image" Target="../media/image3100.pn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80.png"/><Relationship Id="rId13" Type="http://schemas.openxmlformats.org/officeDocument/2006/relationships/image" Target="../media/image12561.png"/><Relationship Id="rId18" Type="http://schemas.openxmlformats.org/officeDocument/2006/relationships/image" Target="../media/image13071.png"/><Relationship Id="rId3" Type="http://schemas.openxmlformats.org/officeDocument/2006/relationships/image" Target="../media/image4110.png"/><Relationship Id="rId7" Type="http://schemas.openxmlformats.org/officeDocument/2006/relationships/image" Target="../media/image7010.png"/><Relationship Id="rId12" Type="http://schemas.openxmlformats.org/officeDocument/2006/relationships/image" Target="../media/image11721.png"/><Relationship Id="rId17" Type="http://schemas.openxmlformats.org/officeDocument/2006/relationships/image" Target="../media/image13061.png"/><Relationship Id="rId33" Type="http://schemas.openxmlformats.org/officeDocument/2006/relationships/image" Target="../media/image13142.png"/><Relationship Id="rId2" Type="http://schemas.openxmlformats.org/officeDocument/2006/relationships/image" Target="../media/image3510.png"/><Relationship Id="rId16" Type="http://schemas.openxmlformats.org/officeDocument/2006/relationships/image" Target="../media/image13053.png"/><Relationship Id="rId29" Type="http://schemas.openxmlformats.org/officeDocument/2006/relationships/image" Target="../media/image131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10.png"/><Relationship Id="rId11" Type="http://schemas.openxmlformats.org/officeDocument/2006/relationships/image" Target="../media/image11713.png"/><Relationship Id="rId32" Type="http://schemas.openxmlformats.org/officeDocument/2006/relationships/image" Target="../media/image13132.png"/><Relationship Id="rId5" Type="http://schemas.openxmlformats.org/officeDocument/2006/relationships/image" Target="../media/image6810.png"/><Relationship Id="rId15" Type="http://schemas.openxmlformats.org/officeDocument/2006/relationships/image" Target="../media/image13041.png"/><Relationship Id="rId28" Type="http://schemas.openxmlformats.org/officeDocument/2006/relationships/image" Target="../media/image13092.png"/><Relationship Id="rId10" Type="http://schemas.openxmlformats.org/officeDocument/2006/relationships/image" Target="../media/image11701.png"/><Relationship Id="rId19" Type="http://schemas.openxmlformats.org/officeDocument/2006/relationships/image" Target="../media/image13082.png"/><Relationship Id="rId31" Type="http://schemas.openxmlformats.org/officeDocument/2006/relationships/image" Target="../media/image13122.png"/><Relationship Id="rId4" Type="http://schemas.openxmlformats.org/officeDocument/2006/relationships/image" Target="../media/image6710.png"/><Relationship Id="rId9" Type="http://schemas.openxmlformats.org/officeDocument/2006/relationships/image" Target="../media/image11690.png"/><Relationship Id="rId14" Type="http://schemas.openxmlformats.org/officeDocument/2006/relationships/image" Target="../media/image13031.png"/><Relationship Id="rId30" Type="http://schemas.openxmlformats.org/officeDocument/2006/relationships/image" Target="../media/image13113.png"/></Relationships>
</file>

<file path=ppt/slides/_rels/slide1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10.png"/><Relationship Id="rId18" Type="http://schemas.openxmlformats.org/officeDocument/2006/relationships/image" Target="../media/image10610.png"/><Relationship Id="rId26" Type="http://schemas.openxmlformats.org/officeDocument/2006/relationships/image" Target="../media/image11410.png"/><Relationship Id="rId39" Type="http://schemas.openxmlformats.org/officeDocument/2006/relationships/image" Target="../media/image12710.png"/><Relationship Id="rId21" Type="http://schemas.openxmlformats.org/officeDocument/2006/relationships/image" Target="../media/image10910.png"/><Relationship Id="rId34" Type="http://schemas.openxmlformats.org/officeDocument/2006/relationships/image" Target="../media/image12210.png"/><Relationship Id="rId7" Type="http://schemas.openxmlformats.org/officeDocument/2006/relationships/image" Target="../media/image9510.png"/><Relationship Id="rId2" Type="http://schemas.openxmlformats.org/officeDocument/2006/relationships/image" Target="../media/image9110.png"/><Relationship Id="rId16" Type="http://schemas.openxmlformats.org/officeDocument/2006/relationships/image" Target="../media/image10410.png"/><Relationship Id="rId20" Type="http://schemas.openxmlformats.org/officeDocument/2006/relationships/image" Target="../media/image10810.png"/><Relationship Id="rId29" Type="http://schemas.openxmlformats.org/officeDocument/2006/relationships/image" Target="../media/image11710.png"/><Relationship Id="rId41" Type="http://schemas.openxmlformats.org/officeDocument/2006/relationships/image" Target="../media/image129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10.png"/><Relationship Id="rId11" Type="http://schemas.openxmlformats.org/officeDocument/2006/relationships/image" Target="../media/image9910.png"/><Relationship Id="rId24" Type="http://schemas.openxmlformats.org/officeDocument/2006/relationships/image" Target="../media/image11210.png"/><Relationship Id="rId32" Type="http://schemas.openxmlformats.org/officeDocument/2006/relationships/image" Target="../media/image12010.png"/><Relationship Id="rId37" Type="http://schemas.openxmlformats.org/officeDocument/2006/relationships/image" Target="../media/image12510.png"/><Relationship Id="rId40" Type="http://schemas.openxmlformats.org/officeDocument/2006/relationships/image" Target="../media/image12810.png"/><Relationship Id="rId5" Type="http://schemas.openxmlformats.org/officeDocument/2006/relationships/image" Target="../media/image9310.png"/><Relationship Id="rId15" Type="http://schemas.openxmlformats.org/officeDocument/2006/relationships/image" Target="../media/image10310.png"/><Relationship Id="rId23" Type="http://schemas.openxmlformats.org/officeDocument/2006/relationships/image" Target="../media/image11110.png"/><Relationship Id="rId28" Type="http://schemas.openxmlformats.org/officeDocument/2006/relationships/image" Target="../media/image11610.png"/><Relationship Id="rId36" Type="http://schemas.openxmlformats.org/officeDocument/2006/relationships/image" Target="../media/image12410.png"/><Relationship Id="rId10" Type="http://schemas.openxmlformats.org/officeDocument/2006/relationships/image" Target="../media/image9810.png"/><Relationship Id="rId19" Type="http://schemas.openxmlformats.org/officeDocument/2006/relationships/image" Target="../media/image10710.png"/><Relationship Id="rId31" Type="http://schemas.openxmlformats.org/officeDocument/2006/relationships/image" Target="../media/image11911.png"/><Relationship Id="rId4" Type="http://schemas.openxmlformats.org/officeDocument/2006/relationships/image" Target="../media/image3210.png"/><Relationship Id="rId9" Type="http://schemas.openxmlformats.org/officeDocument/2006/relationships/image" Target="../media/image9710.png"/><Relationship Id="rId14" Type="http://schemas.openxmlformats.org/officeDocument/2006/relationships/image" Target="../media/image10210.png"/><Relationship Id="rId22" Type="http://schemas.openxmlformats.org/officeDocument/2006/relationships/image" Target="../media/image11010.png"/><Relationship Id="rId27" Type="http://schemas.openxmlformats.org/officeDocument/2006/relationships/image" Target="../media/image11510.png"/><Relationship Id="rId30" Type="http://schemas.openxmlformats.org/officeDocument/2006/relationships/image" Target="../media/image11810.png"/><Relationship Id="rId35" Type="http://schemas.openxmlformats.org/officeDocument/2006/relationships/image" Target="../media/image12310.png"/><Relationship Id="rId8" Type="http://schemas.openxmlformats.org/officeDocument/2006/relationships/image" Target="../media/image9610.png"/><Relationship Id="rId3" Type="http://schemas.openxmlformats.org/officeDocument/2006/relationships/image" Target="../media/image9210.png"/><Relationship Id="rId12" Type="http://schemas.openxmlformats.org/officeDocument/2006/relationships/image" Target="../media/image10010.png"/><Relationship Id="rId17" Type="http://schemas.openxmlformats.org/officeDocument/2006/relationships/image" Target="../media/image10510.png"/><Relationship Id="rId25" Type="http://schemas.openxmlformats.org/officeDocument/2006/relationships/image" Target="../media/image11310.png"/><Relationship Id="rId33" Type="http://schemas.openxmlformats.org/officeDocument/2006/relationships/image" Target="../media/image12110.png"/><Relationship Id="rId38" Type="http://schemas.openxmlformats.org/officeDocument/2006/relationships/image" Target="../media/image12610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42.png"/><Relationship Id="rId13" Type="http://schemas.openxmlformats.org/officeDocument/2006/relationships/image" Target="../media/image13091.png"/><Relationship Id="rId18" Type="http://schemas.openxmlformats.org/officeDocument/2006/relationships/image" Target="../media/image13141.png"/><Relationship Id="rId26" Type="http://schemas.openxmlformats.org/officeDocument/2006/relationships/image" Target="../media/image1470.png"/><Relationship Id="rId3" Type="http://schemas.openxmlformats.org/officeDocument/2006/relationships/image" Target="../media/image13010.png"/><Relationship Id="rId34" Type="http://schemas.openxmlformats.org/officeDocument/2006/relationships/image" Target="../media/image13201.png"/><Relationship Id="rId7" Type="http://schemas.openxmlformats.org/officeDocument/2006/relationships/image" Target="../media/image13030.png"/><Relationship Id="rId12" Type="http://schemas.openxmlformats.org/officeDocument/2006/relationships/image" Target="../media/image13081.png"/><Relationship Id="rId17" Type="http://schemas.openxmlformats.org/officeDocument/2006/relationships/image" Target="../media/image13131.png"/><Relationship Id="rId33" Type="http://schemas.openxmlformats.org/officeDocument/2006/relationships/image" Target="../media/image13191.png"/><Relationship Id="rId2" Type="http://schemas.openxmlformats.org/officeDocument/2006/relationships/image" Target="../media/image9510.png"/><Relationship Id="rId16" Type="http://schemas.openxmlformats.org/officeDocument/2006/relationships/image" Target="../media/image13121.png"/><Relationship Id="rId29" Type="http://schemas.openxmlformats.org/officeDocument/2006/relationships/image" Target="../media/image131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10.png"/><Relationship Id="rId11" Type="http://schemas.openxmlformats.org/officeDocument/2006/relationships/image" Target="../media/image13072.png"/><Relationship Id="rId32" Type="http://schemas.openxmlformats.org/officeDocument/2006/relationships/image" Target="../media/image13180.png"/><Relationship Id="rId5" Type="http://schemas.openxmlformats.org/officeDocument/2006/relationships/image" Target="../media/image13210.png"/><Relationship Id="rId15" Type="http://schemas.openxmlformats.org/officeDocument/2006/relationships/image" Target="../media/image13112.png"/><Relationship Id="rId36" Type="http://schemas.openxmlformats.org/officeDocument/2006/relationships/image" Target="../media/image13221.png"/><Relationship Id="rId10" Type="http://schemas.openxmlformats.org/officeDocument/2006/relationships/image" Target="../media/image13062.png"/><Relationship Id="rId31" Type="http://schemas.openxmlformats.org/officeDocument/2006/relationships/image" Target="../media/image13171.png"/><Relationship Id="rId4" Type="http://schemas.openxmlformats.org/officeDocument/2006/relationships/image" Target="../media/image13110.png"/><Relationship Id="rId9" Type="http://schemas.openxmlformats.org/officeDocument/2006/relationships/image" Target="../media/image13052.png"/><Relationship Id="rId14" Type="http://schemas.openxmlformats.org/officeDocument/2006/relationships/image" Target="../media/image13101.png"/><Relationship Id="rId27" Type="http://schemas.openxmlformats.org/officeDocument/2006/relationships/image" Target="../media/image1480.png"/><Relationship Id="rId30" Type="http://schemas.openxmlformats.org/officeDocument/2006/relationships/image" Target="../media/image13160.png"/><Relationship Id="rId35" Type="http://schemas.openxmlformats.org/officeDocument/2006/relationships/image" Target="../media/image13212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50.png"/><Relationship Id="rId13" Type="http://schemas.openxmlformats.org/officeDocument/2006/relationships/image" Target="../media/image1600.png"/><Relationship Id="rId18" Type="http://schemas.openxmlformats.org/officeDocument/2006/relationships/image" Target="../media/image1650.png"/><Relationship Id="rId26" Type="http://schemas.openxmlformats.org/officeDocument/2006/relationships/image" Target="../media/image1730.png"/><Relationship Id="rId3" Type="http://schemas.openxmlformats.org/officeDocument/2006/relationships/image" Target="../media/image1511.png"/><Relationship Id="rId21" Type="http://schemas.openxmlformats.org/officeDocument/2006/relationships/image" Target="../media/image1680.png"/><Relationship Id="rId7" Type="http://schemas.openxmlformats.org/officeDocument/2006/relationships/image" Target="../media/image1540.png"/><Relationship Id="rId12" Type="http://schemas.openxmlformats.org/officeDocument/2006/relationships/image" Target="../media/image1590.png"/><Relationship Id="rId17" Type="http://schemas.openxmlformats.org/officeDocument/2006/relationships/image" Target="../media/image1640.png"/><Relationship Id="rId25" Type="http://schemas.openxmlformats.org/officeDocument/2006/relationships/image" Target="../media/image1720.png"/><Relationship Id="rId2" Type="http://schemas.openxmlformats.org/officeDocument/2006/relationships/image" Target="../media/image1500.png"/><Relationship Id="rId16" Type="http://schemas.openxmlformats.org/officeDocument/2006/relationships/image" Target="../media/image1630.png"/><Relationship Id="rId20" Type="http://schemas.openxmlformats.org/officeDocument/2006/relationships/image" Target="../media/image1670.png"/><Relationship Id="rId29" Type="http://schemas.openxmlformats.org/officeDocument/2006/relationships/image" Target="../media/image17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10.png"/><Relationship Id="rId11" Type="http://schemas.openxmlformats.org/officeDocument/2006/relationships/image" Target="../media/image1580.png"/><Relationship Id="rId24" Type="http://schemas.openxmlformats.org/officeDocument/2006/relationships/image" Target="../media/image1711.png"/><Relationship Id="rId5" Type="http://schemas.openxmlformats.org/officeDocument/2006/relationships/image" Target="../media/image1530.png"/><Relationship Id="rId15" Type="http://schemas.openxmlformats.org/officeDocument/2006/relationships/image" Target="../media/image1620.png"/><Relationship Id="rId23" Type="http://schemas.openxmlformats.org/officeDocument/2006/relationships/image" Target="../media/image1700.png"/><Relationship Id="rId28" Type="http://schemas.openxmlformats.org/officeDocument/2006/relationships/image" Target="../media/image1750.png"/><Relationship Id="rId10" Type="http://schemas.openxmlformats.org/officeDocument/2006/relationships/image" Target="../media/image1570.png"/><Relationship Id="rId19" Type="http://schemas.openxmlformats.org/officeDocument/2006/relationships/image" Target="../media/image1660.png"/><Relationship Id="rId31" Type="http://schemas.openxmlformats.org/officeDocument/2006/relationships/image" Target="../media/image1780.png"/><Relationship Id="rId4" Type="http://schemas.openxmlformats.org/officeDocument/2006/relationships/image" Target="../media/image1520.png"/><Relationship Id="rId9" Type="http://schemas.openxmlformats.org/officeDocument/2006/relationships/image" Target="../media/image1560.png"/><Relationship Id="rId14" Type="http://schemas.openxmlformats.org/officeDocument/2006/relationships/image" Target="../media/image1611.png"/><Relationship Id="rId22" Type="http://schemas.openxmlformats.org/officeDocument/2006/relationships/image" Target="../media/image1690.png"/><Relationship Id="rId27" Type="http://schemas.openxmlformats.org/officeDocument/2006/relationships/image" Target="../media/image1740.png"/><Relationship Id="rId30" Type="http://schemas.openxmlformats.org/officeDocument/2006/relationships/image" Target="../media/image1770.pn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41.png"/><Relationship Id="rId13" Type="http://schemas.openxmlformats.org/officeDocument/2006/relationships/image" Target="../media/image13291.png"/><Relationship Id="rId18" Type="http://schemas.openxmlformats.org/officeDocument/2006/relationships/image" Target="../media/image1334.png"/><Relationship Id="rId26" Type="http://schemas.openxmlformats.org/officeDocument/2006/relationships/image" Target="../media/image13212.png"/><Relationship Id="rId3" Type="http://schemas.openxmlformats.org/officeDocument/2006/relationships/image" Target="../media/image1790.png"/><Relationship Id="rId21" Type="http://schemas.openxmlformats.org/officeDocument/2006/relationships/image" Target="../media/image13160.png"/><Relationship Id="rId7" Type="http://schemas.openxmlformats.org/officeDocument/2006/relationships/image" Target="../media/image13231.png"/><Relationship Id="rId12" Type="http://schemas.openxmlformats.org/officeDocument/2006/relationships/image" Target="../media/image13281.png"/><Relationship Id="rId17" Type="http://schemas.openxmlformats.org/officeDocument/2006/relationships/image" Target="../media/image1333.png"/><Relationship Id="rId25" Type="http://schemas.openxmlformats.org/officeDocument/2006/relationships/image" Target="../media/image13201.png"/><Relationship Id="rId2" Type="http://schemas.openxmlformats.org/officeDocument/2006/relationships/image" Target="../media/image9510.png"/><Relationship Id="rId16" Type="http://schemas.openxmlformats.org/officeDocument/2006/relationships/image" Target="../media/image1332.png"/><Relationship Id="rId20" Type="http://schemas.openxmlformats.org/officeDocument/2006/relationships/image" Target="../media/image131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20.png"/><Relationship Id="rId11" Type="http://schemas.openxmlformats.org/officeDocument/2006/relationships/image" Target="../media/image13271.png"/><Relationship Id="rId24" Type="http://schemas.openxmlformats.org/officeDocument/2006/relationships/image" Target="../media/image13191.png"/><Relationship Id="rId5" Type="http://schemas.openxmlformats.org/officeDocument/2006/relationships/image" Target="../media/image1811.png"/><Relationship Id="rId15" Type="http://schemas.openxmlformats.org/officeDocument/2006/relationships/image" Target="../media/image13312.png"/><Relationship Id="rId23" Type="http://schemas.openxmlformats.org/officeDocument/2006/relationships/image" Target="../media/image13180.png"/><Relationship Id="rId10" Type="http://schemas.openxmlformats.org/officeDocument/2006/relationships/image" Target="../media/image13261.png"/><Relationship Id="rId4" Type="http://schemas.openxmlformats.org/officeDocument/2006/relationships/image" Target="../media/image1800.png"/><Relationship Id="rId9" Type="http://schemas.openxmlformats.org/officeDocument/2006/relationships/image" Target="../media/image13251.png"/><Relationship Id="rId14" Type="http://schemas.openxmlformats.org/officeDocument/2006/relationships/image" Target="../media/image13301.png"/><Relationship Id="rId22" Type="http://schemas.openxmlformats.org/officeDocument/2006/relationships/image" Target="../media/image13171.png"/><Relationship Id="rId27" Type="http://schemas.openxmlformats.org/officeDocument/2006/relationships/image" Target="../media/image13221.pn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60.png"/><Relationship Id="rId13" Type="http://schemas.openxmlformats.org/officeDocument/2006/relationships/image" Target="../media/image2111.png"/><Relationship Id="rId18" Type="http://schemas.openxmlformats.org/officeDocument/2006/relationships/image" Target="../media/image2160.png"/><Relationship Id="rId3" Type="http://schemas.openxmlformats.org/officeDocument/2006/relationships/image" Target="../media/image2011.png"/><Relationship Id="rId7" Type="http://schemas.openxmlformats.org/officeDocument/2006/relationships/image" Target="../media/image2050.png"/><Relationship Id="rId12" Type="http://schemas.openxmlformats.org/officeDocument/2006/relationships/image" Target="../media/image2100.png"/><Relationship Id="rId17" Type="http://schemas.openxmlformats.org/officeDocument/2006/relationships/image" Target="../media/image2150.png"/><Relationship Id="rId2" Type="http://schemas.openxmlformats.org/officeDocument/2006/relationships/notesSlide" Target="../notesSlides/notesSlide74.xml"/><Relationship Id="rId16" Type="http://schemas.openxmlformats.org/officeDocument/2006/relationships/image" Target="../media/image21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40.png"/><Relationship Id="rId11" Type="http://schemas.openxmlformats.org/officeDocument/2006/relationships/image" Target="../media/image2090.png"/><Relationship Id="rId5" Type="http://schemas.openxmlformats.org/officeDocument/2006/relationships/image" Target="../media/image2030.png"/><Relationship Id="rId15" Type="http://schemas.openxmlformats.org/officeDocument/2006/relationships/image" Target="../media/image2130.png"/><Relationship Id="rId10" Type="http://schemas.openxmlformats.org/officeDocument/2006/relationships/image" Target="../media/image2080.png"/><Relationship Id="rId4" Type="http://schemas.openxmlformats.org/officeDocument/2006/relationships/image" Target="../media/image2020.png"/><Relationship Id="rId9" Type="http://schemas.openxmlformats.org/officeDocument/2006/relationships/image" Target="../media/image2070.png"/><Relationship Id="rId14" Type="http://schemas.openxmlformats.org/officeDocument/2006/relationships/image" Target="../media/image2120.png"/></Relationships>
</file>

<file path=ppt/slides/_rels/slide17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80.png"/><Relationship Id="rId18" Type="http://schemas.openxmlformats.org/officeDocument/2006/relationships/image" Target="../media/image2330.png"/><Relationship Id="rId26" Type="http://schemas.openxmlformats.org/officeDocument/2006/relationships/image" Target="../media/image2411.png"/><Relationship Id="rId39" Type="http://schemas.openxmlformats.org/officeDocument/2006/relationships/image" Target="../media/image2540.png"/><Relationship Id="rId21" Type="http://schemas.openxmlformats.org/officeDocument/2006/relationships/image" Target="../media/image2360.png"/><Relationship Id="rId34" Type="http://schemas.openxmlformats.org/officeDocument/2006/relationships/image" Target="../media/image2490.png"/><Relationship Id="rId42" Type="http://schemas.openxmlformats.org/officeDocument/2006/relationships/image" Target="../media/image2570.png"/><Relationship Id="rId47" Type="http://schemas.openxmlformats.org/officeDocument/2006/relationships/image" Target="../media/image2620.png"/><Relationship Id="rId50" Type="http://schemas.openxmlformats.org/officeDocument/2006/relationships/image" Target="../media/image2650.png"/><Relationship Id="rId7" Type="http://schemas.openxmlformats.org/officeDocument/2006/relationships/image" Target="../media/image2220.png"/><Relationship Id="rId2" Type="http://schemas.openxmlformats.org/officeDocument/2006/relationships/image" Target="../media/image2170.png"/><Relationship Id="rId16" Type="http://schemas.openxmlformats.org/officeDocument/2006/relationships/image" Target="../media/image2311.png"/><Relationship Id="rId29" Type="http://schemas.openxmlformats.org/officeDocument/2006/relationships/image" Target="../media/image2440.png"/><Relationship Id="rId11" Type="http://schemas.openxmlformats.org/officeDocument/2006/relationships/image" Target="../media/image2260.png"/><Relationship Id="rId24" Type="http://schemas.openxmlformats.org/officeDocument/2006/relationships/image" Target="../media/image2390.png"/><Relationship Id="rId32" Type="http://schemas.openxmlformats.org/officeDocument/2006/relationships/image" Target="../media/image2470.png"/><Relationship Id="rId37" Type="http://schemas.openxmlformats.org/officeDocument/2006/relationships/image" Target="../media/image2520.png"/><Relationship Id="rId40" Type="http://schemas.openxmlformats.org/officeDocument/2006/relationships/image" Target="../media/image2550.png"/><Relationship Id="rId45" Type="http://schemas.openxmlformats.org/officeDocument/2006/relationships/image" Target="../media/image2600.png"/><Relationship Id="rId5" Type="http://schemas.openxmlformats.org/officeDocument/2006/relationships/image" Target="../media/image2200.png"/><Relationship Id="rId15" Type="http://schemas.openxmlformats.org/officeDocument/2006/relationships/image" Target="../media/image2300.png"/><Relationship Id="rId23" Type="http://schemas.openxmlformats.org/officeDocument/2006/relationships/image" Target="../media/image2380.png"/><Relationship Id="rId28" Type="http://schemas.openxmlformats.org/officeDocument/2006/relationships/image" Target="../media/image2430.png"/><Relationship Id="rId36" Type="http://schemas.openxmlformats.org/officeDocument/2006/relationships/image" Target="../media/image2511.png"/><Relationship Id="rId49" Type="http://schemas.openxmlformats.org/officeDocument/2006/relationships/image" Target="../media/image2640.png"/><Relationship Id="rId10" Type="http://schemas.openxmlformats.org/officeDocument/2006/relationships/image" Target="../media/image2250.png"/><Relationship Id="rId19" Type="http://schemas.openxmlformats.org/officeDocument/2006/relationships/image" Target="../media/image2340.png"/><Relationship Id="rId31" Type="http://schemas.openxmlformats.org/officeDocument/2006/relationships/image" Target="../media/image2460.png"/><Relationship Id="rId44" Type="http://schemas.openxmlformats.org/officeDocument/2006/relationships/image" Target="../media/image2590.png"/><Relationship Id="rId4" Type="http://schemas.openxmlformats.org/officeDocument/2006/relationships/image" Target="../media/image2190.png"/><Relationship Id="rId9" Type="http://schemas.openxmlformats.org/officeDocument/2006/relationships/image" Target="../media/image2240.png"/><Relationship Id="rId14" Type="http://schemas.openxmlformats.org/officeDocument/2006/relationships/image" Target="../media/image2290.png"/><Relationship Id="rId22" Type="http://schemas.openxmlformats.org/officeDocument/2006/relationships/image" Target="../media/image2370.png"/><Relationship Id="rId27" Type="http://schemas.openxmlformats.org/officeDocument/2006/relationships/image" Target="../media/image2420.png"/><Relationship Id="rId30" Type="http://schemas.openxmlformats.org/officeDocument/2006/relationships/image" Target="../media/image2450.png"/><Relationship Id="rId35" Type="http://schemas.openxmlformats.org/officeDocument/2006/relationships/image" Target="../media/image2500.png"/><Relationship Id="rId43" Type="http://schemas.openxmlformats.org/officeDocument/2006/relationships/image" Target="../media/image2580.png"/><Relationship Id="rId48" Type="http://schemas.openxmlformats.org/officeDocument/2006/relationships/image" Target="../media/image2630.png"/><Relationship Id="rId8" Type="http://schemas.openxmlformats.org/officeDocument/2006/relationships/image" Target="../media/image2230.png"/><Relationship Id="rId3" Type="http://schemas.openxmlformats.org/officeDocument/2006/relationships/image" Target="../media/image2180.png"/><Relationship Id="rId12" Type="http://schemas.openxmlformats.org/officeDocument/2006/relationships/image" Target="../media/image2270.png"/><Relationship Id="rId17" Type="http://schemas.openxmlformats.org/officeDocument/2006/relationships/image" Target="../media/image2320.png"/><Relationship Id="rId25" Type="http://schemas.openxmlformats.org/officeDocument/2006/relationships/image" Target="../media/image2400.png"/><Relationship Id="rId33" Type="http://schemas.openxmlformats.org/officeDocument/2006/relationships/image" Target="../media/image2480.png"/><Relationship Id="rId38" Type="http://schemas.openxmlformats.org/officeDocument/2006/relationships/image" Target="../media/image2530.png"/><Relationship Id="rId46" Type="http://schemas.openxmlformats.org/officeDocument/2006/relationships/image" Target="../media/image2611.png"/><Relationship Id="rId20" Type="http://schemas.openxmlformats.org/officeDocument/2006/relationships/image" Target="../media/image2350.png"/><Relationship Id="rId41" Type="http://schemas.openxmlformats.org/officeDocument/2006/relationships/image" Target="../media/image25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11.pn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36.png"/><Relationship Id="rId13" Type="http://schemas.openxmlformats.org/officeDocument/2006/relationships/image" Target="../media/image1339.png"/><Relationship Id="rId39" Type="http://schemas.openxmlformats.org/officeDocument/2006/relationships/image" Target="../media/image1345.png"/><Relationship Id="rId3" Type="http://schemas.openxmlformats.org/officeDocument/2006/relationships/image" Target="../media/image2670.png"/><Relationship Id="rId21" Type="http://schemas.openxmlformats.org/officeDocument/2006/relationships/image" Target="../media/image2520.png"/><Relationship Id="rId42" Type="http://schemas.openxmlformats.org/officeDocument/2006/relationships/image" Target="../media/image1348.png"/><Relationship Id="rId7" Type="http://schemas.openxmlformats.org/officeDocument/2006/relationships/image" Target="../media/image1335.png"/><Relationship Id="rId12" Type="http://schemas.openxmlformats.org/officeDocument/2006/relationships/image" Target="../media/image1970.png"/><Relationship Id="rId17" Type="http://schemas.openxmlformats.org/officeDocument/2006/relationships/image" Target="../media/image1342.png"/><Relationship Id="rId38" Type="http://schemas.openxmlformats.org/officeDocument/2006/relationships/image" Target="../media/image1344.png"/><Relationship Id="rId2" Type="http://schemas.openxmlformats.org/officeDocument/2006/relationships/image" Target="../media/image2660.png"/><Relationship Id="rId16" Type="http://schemas.openxmlformats.org/officeDocument/2006/relationships/image" Target="../media/image1341.png"/><Relationship Id="rId20" Type="http://schemas.openxmlformats.org/officeDocument/2006/relationships/image" Target="../media/image2270.png"/><Relationship Id="rId41" Type="http://schemas.openxmlformats.org/officeDocument/2006/relationships/image" Target="../media/image134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50.png"/><Relationship Id="rId11" Type="http://schemas.openxmlformats.org/officeDocument/2006/relationships/image" Target="../media/image1338.png"/><Relationship Id="rId37" Type="http://schemas.openxmlformats.org/officeDocument/2006/relationships/image" Target="../media/image1343.png"/><Relationship Id="rId40" Type="http://schemas.openxmlformats.org/officeDocument/2006/relationships/image" Target="../media/image1346.png"/><Relationship Id="rId5" Type="http://schemas.openxmlformats.org/officeDocument/2006/relationships/image" Target="../media/image2690.png"/><Relationship Id="rId15" Type="http://schemas.openxmlformats.org/officeDocument/2006/relationships/image" Target="../media/image1980.png"/><Relationship Id="rId36" Type="http://schemas.openxmlformats.org/officeDocument/2006/relationships/image" Target="../media/image13160.png"/><Relationship Id="rId10" Type="http://schemas.openxmlformats.org/officeDocument/2006/relationships/image" Target="../media/image1337.png"/><Relationship Id="rId4" Type="http://schemas.openxmlformats.org/officeDocument/2006/relationships/image" Target="../media/image2680.png"/><Relationship Id="rId9" Type="http://schemas.openxmlformats.org/officeDocument/2006/relationships/image" Target="../media/image1960.png"/><Relationship Id="rId14" Type="http://schemas.openxmlformats.org/officeDocument/2006/relationships/image" Target="../media/image1340.png"/><Relationship Id="rId35" Type="http://schemas.openxmlformats.org/officeDocument/2006/relationships/image" Target="../media/image13151.png"/></Relationships>
</file>

<file path=ppt/slides/_rels/slide172.xml.rels><?xml version="1.0" encoding="UTF-8" standalone="yes"?>
<Relationships xmlns="http://schemas.openxmlformats.org/package/2006/relationships"><Relationship Id="rId42" Type="http://schemas.openxmlformats.org/officeDocument/2006/relationships/image" Target="../media/image2700.png"/><Relationship Id="rId47" Type="http://schemas.openxmlformats.org/officeDocument/2006/relationships/image" Target="../media/image2990.png"/><Relationship Id="rId50" Type="http://schemas.openxmlformats.org/officeDocument/2006/relationships/image" Target="../media/image3020.png"/><Relationship Id="rId55" Type="http://schemas.openxmlformats.org/officeDocument/2006/relationships/image" Target="../media/image2980.png"/><Relationship Id="rId63" Type="http://schemas.openxmlformats.org/officeDocument/2006/relationships/image" Target="../media/image3120.png"/><Relationship Id="rId68" Type="http://schemas.openxmlformats.org/officeDocument/2006/relationships/image" Target="../media/image3170.png"/><Relationship Id="rId76" Type="http://schemas.openxmlformats.org/officeDocument/2006/relationships/image" Target="../media/image3290.png"/><Relationship Id="rId84" Type="http://schemas.openxmlformats.org/officeDocument/2006/relationships/image" Target="../media/image3270.png"/><Relationship Id="rId89" Type="http://schemas.openxmlformats.org/officeDocument/2006/relationships/image" Target="../media/image3370.png"/><Relationship Id="rId97" Type="http://schemas.openxmlformats.org/officeDocument/2006/relationships/image" Target="../media/image3460.png"/><Relationship Id="rId71" Type="http://schemas.openxmlformats.org/officeDocument/2006/relationships/image" Target="../media/image3200.png"/><Relationship Id="rId92" Type="http://schemas.openxmlformats.org/officeDocument/2006/relationships/image" Target="../media/image3400.png"/><Relationship Id="rId45" Type="http://schemas.openxmlformats.org/officeDocument/2006/relationships/image" Target="../media/image2800.png"/><Relationship Id="rId53" Type="http://schemas.openxmlformats.org/officeDocument/2006/relationships/image" Target="../media/image2950.png"/><Relationship Id="rId58" Type="http://schemas.openxmlformats.org/officeDocument/2006/relationships/image" Target="../media/image3060.png"/><Relationship Id="rId66" Type="http://schemas.openxmlformats.org/officeDocument/2006/relationships/image" Target="../media/image3150.png"/><Relationship Id="rId74" Type="http://schemas.openxmlformats.org/officeDocument/2006/relationships/image" Target="../media/image3230.png"/><Relationship Id="rId79" Type="http://schemas.openxmlformats.org/officeDocument/2006/relationships/image" Target="../media/image3320.png"/><Relationship Id="rId87" Type="http://schemas.openxmlformats.org/officeDocument/2006/relationships/image" Target="../media/image3360.png"/><Relationship Id="rId61" Type="http://schemas.openxmlformats.org/officeDocument/2006/relationships/image" Target="../media/image3090.png"/><Relationship Id="rId82" Type="http://schemas.openxmlformats.org/officeDocument/2006/relationships/image" Target="../media/image3250.png"/><Relationship Id="rId90" Type="http://schemas.openxmlformats.org/officeDocument/2006/relationships/image" Target="../media/image3380.png"/><Relationship Id="rId95" Type="http://schemas.openxmlformats.org/officeDocument/2006/relationships/image" Target="../media/image3440.png"/><Relationship Id="rId43" Type="http://schemas.openxmlformats.org/officeDocument/2006/relationships/image" Target="../media/image2770.png"/><Relationship Id="rId48" Type="http://schemas.openxmlformats.org/officeDocument/2006/relationships/image" Target="../media/image3000.png"/><Relationship Id="rId56" Type="http://schemas.openxmlformats.org/officeDocument/2006/relationships/image" Target="../media/image3040.png"/><Relationship Id="rId64" Type="http://schemas.openxmlformats.org/officeDocument/2006/relationships/image" Target="../media/image3130.png"/><Relationship Id="rId69" Type="http://schemas.openxmlformats.org/officeDocument/2006/relationships/image" Target="../media/image3180.png"/><Relationship Id="rId77" Type="http://schemas.openxmlformats.org/officeDocument/2006/relationships/image" Target="../media/image3300.png"/><Relationship Id="rId51" Type="http://schemas.openxmlformats.org/officeDocument/2006/relationships/image" Target="../media/image3030.png"/><Relationship Id="rId72" Type="http://schemas.openxmlformats.org/officeDocument/2006/relationships/image" Target="../media/image3211.png"/><Relationship Id="rId80" Type="http://schemas.openxmlformats.org/officeDocument/2006/relationships/image" Target="../media/image3330.png"/><Relationship Id="rId85" Type="http://schemas.openxmlformats.org/officeDocument/2006/relationships/image" Target="../media/image3340.png"/><Relationship Id="rId93" Type="http://schemas.openxmlformats.org/officeDocument/2006/relationships/image" Target="../media/image3420.png"/><Relationship Id="rId98" Type="http://schemas.openxmlformats.org/officeDocument/2006/relationships/image" Target="../media/image3470.png"/><Relationship Id="rId46" Type="http://schemas.openxmlformats.org/officeDocument/2006/relationships/image" Target="../media/image2811.png"/><Relationship Id="rId59" Type="http://schemas.openxmlformats.org/officeDocument/2006/relationships/image" Target="../media/image3070.png"/><Relationship Id="rId67" Type="http://schemas.openxmlformats.org/officeDocument/2006/relationships/image" Target="../media/image3160.png"/><Relationship Id="rId41" Type="http://schemas.openxmlformats.org/officeDocument/2006/relationships/image" Target="../media/image2520.png"/><Relationship Id="rId54" Type="http://schemas.openxmlformats.org/officeDocument/2006/relationships/image" Target="../media/image2970.png"/><Relationship Id="rId62" Type="http://schemas.openxmlformats.org/officeDocument/2006/relationships/image" Target="../media/image3111.png"/><Relationship Id="rId70" Type="http://schemas.openxmlformats.org/officeDocument/2006/relationships/image" Target="../media/image3190.png"/><Relationship Id="rId75" Type="http://schemas.openxmlformats.org/officeDocument/2006/relationships/image" Target="../media/image3280.png"/><Relationship Id="rId83" Type="http://schemas.openxmlformats.org/officeDocument/2006/relationships/image" Target="../media/image3260.png"/><Relationship Id="rId88" Type="http://schemas.openxmlformats.org/officeDocument/2006/relationships/image" Target="../media/image3411.png"/><Relationship Id="rId91" Type="http://schemas.openxmlformats.org/officeDocument/2006/relationships/image" Target="../media/image3390.png"/><Relationship Id="rId96" Type="http://schemas.openxmlformats.org/officeDocument/2006/relationships/image" Target="../media/image3450.png"/><Relationship Id="rId1" Type="http://schemas.openxmlformats.org/officeDocument/2006/relationships/slideLayout" Target="../slideLayouts/slideLayout3.xml"/><Relationship Id="rId49" Type="http://schemas.openxmlformats.org/officeDocument/2006/relationships/image" Target="../media/image3011.png"/><Relationship Id="rId57" Type="http://schemas.openxmlformats.org/officeDocument/2006/relationships/image" Target="../media/image3050.png"/><Relationship Id="rId44" Type="http://schemas.openxmlformats.org/officeDocument/2006/relationships/image" Target="../media/image2960.png"/><Relationship Id="rId52" Type="http://schemas.openxmlformats.org/officeDocument/2006/relationships/image" Target="../media/image2941.png"/><Relationship Id="rId60" Type="http://schemas.openxmlformats.org/officeDocument/2006/relationships/image" Target="../media/image3080.png"/><Relationship Id="rId65" Type="http://schemas.openxmlformats.org/officeDocument/2006/relationships/image" Target="../media/image3140.png"/><Relationship Id="rId73" Type="http://schemas.openxmlformats.org/officeDocument/2006/relationships/image" Target="../media/image3220.png"/><Relationship Id="rId78" Type="http://schemas.openxmlformats.org/officeDocument/2006/relationships/image" Target="../media/image3311.png"/><Relationship Id="rId81" Type="http://schemas.openxmlformats.org/officeDocument/2006/relationships/image" Target="../media/image3240.png"/><Relationship Id="rId86" Type="http://schemas.openxmlformats.org/officeDocument/2006/relationships/image" Target="../media/image3350.png"/><Relationship Id="rId94" Type="http://schemas.openxmlformats.org/officeDocument/2006/relationships/image" Target="../media/image3430.png"/><Relationship Id="rId99" Type="http://schemas.openxmlformats.org/officeDocument/2006/relationships/image" Target="../media/image3480.png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0.png"/><Relationship Id="rId13" Type="http://schemas.openxmlformats.org/officeDocument/2006/relationships/image" Target="../media/image1353.png"/><Relationship Id="rId26" Type="http://schemas.openxmlformats.org/officeDocument/2006/relationships/image" Target="../media/image3660.png"/><Relationship Id="rId51" Type="http://schemas.openxmlformats.org/officeDocument/2006/relationships/image" Target="../media/image13171.png"/><Relationship Id="rId3" Type="http://schemas.openxmlformats.org/officeDocument/2006/relationships/image" Target="../media/image3500.png"/><Relationship Id="rId50" Type="http://schemas.openxmlformats.org/officeDocument/2006/relationships/image" Target="../media/image13160.png"/><Relationship Id="rId55" Type="http://schemas.openxmlformats.org/officeDocument/2006/relationships/image" Target="../media/image13212.png"/><Relationship Id="rId7" Type="http://schemas.openxmlformats.org/officeDocument/2006/relationships/image" Target="../media/image1349.png"/><Relationship Id="rId12" Type="http://schemas.openxmlformats.org/officeDocument/2006/relationships/image" Target="../media/image3590.png"/><Relationship Id="rId17" Type="http://schemas.openxmlformats.org/officeDocument/2006/relationships/image" Target="../media/image1356.png"/><Relationship Id="rId25" Type="http://schemas.openxmlformats.org/officeDocument/2006/relationships/image" Target="../media/image2940.png"/><Relationship Id="rId2" Type="http://schemas.openxmlformats.org/officeDocument/2006/relationships/image" Target="../media/image3490.png"/><Relationship Id="rId16" Type="http://schemas.openxmlformats.org/officeDocument/2006/relationships/image" Target="../media/image1355.png"/><Relationship Id="rId54" Type="http://schemas.openxmlformats.org/officeDocument/2006/relationships/image" Target="../media/image1320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30.png"/><Relationship Id="rId11" Type="http://schemas.openxmlformats.org/officeDocument/2006/relationships/image" Target="../media/image1352.png"/><Relationship Id="rId53" Type="http://schemas.openxmlformats.org/officeDocument/2006/relationships/image" Target="../media/image13191.png"/><Relationship Id="rId5" Type="http://schemas.openxmlformats.org/officeDocument/2006/relationships/image" Target="../media/image3520.png"/><Relationship Id="rId15" Type="http://schemas.openxmlformats.org/officeDocument/2006/relationships/image" Target="../media/image3620.png"/><Relationship Id="rId28" Type="http://schemas.openxmlformats.org/officeDocument/2006/relationships/image" Target="../media/image2520.png"/><Relationship Id="rId49" Type="http://schemas.openxmlformats.org/officeDocument/2006/relationships/image" Target="../media/image13151.png"/><Relationship Id="rId10" Type="http://schemas.openxmlformats.org/officeDocument/2006/relationships/image" Target="../media/image1351.png"/><Relationship Id="rId52" Type="http://schemas.openxmlformats.org/officeDocument/2006/relationships/image" Target="../media/image13180.png"/><Relationship Id="rId4" Type="http://schemas.openxmlformats.org/officeDocument/2006/relationships/image" Target="../media/image3511.png"/><Relationship Id="rId9" Type="http://schemas.openxmlformats.org/officeDocument/2006/relationships/image" Target="../media/image3560.png"/><Relationship Id="rId14" Type="http://schemas.openxmlformats.org/officeDocument/2006/relationships/image" Target="../media/image1354.png"/><Relationship Id="rId56" Type="http://schemas.openxmlformats.org/officeDocument/2006/relationships/image" Target="../media/image13221.png"/></Relationships>
</file>

<file path=ppt/slides/_rels/slide174.xml.rels><?xml version="1.0" encoding="UTF-8" standalone="yes"?>
<Relationships xmlns="http://schemas.openxmlformats.org/package/2006/relationships"><Relationship Id="rId39" Type="http://schemas.openxmlformats.org/officeDocument/2006/relationships/image" Target="../media/image3950.png"/><Relationship Id="rId34" Type="http://schemas.openxmlformats.org/officeDocument/2006/relationships/image" Target="../media/image3900.png"/><Relationship Id="rId42" Type="http://schemas.openxmlformats.org/officeDocument/2006/relationships/image" Target="../media/image981.png"/><Relationship Id="rId47" Type="http://schemas.openxmlformats.org/officeDocument/2006/relationships/image" Target="../media/image4030.png"/><Relationship Id="rId50" Type="http://schemas.openxmlformats.org/officeDocument/2006/relationships/image" Target="../media/image4060.png"/><Relationship Id="rId55" Type="http://schemas.openxmlformats.org/officeDocument/2006/relationships/image" Target="../media/image4111.png"/><Relationship Id="rId63" Type="http://schemas.openxmlformats.org/officeDocument/2006/relationships/image" Target="../media/image4190.png"/><Relationship Id="rId68" Type="http://schemas.openxmlformats.org/officeDocument/2006/relationships/image" Target="../media/image4240.png"/><Relationship Id="rId71" Type="http://schemas.openxmlformats.org/officeDocument/2006/relationships/image" Target="../media/image4270.png"/><Relationship Id="rId2" Type="http://schemas.openxmlformats.org/officeDocument/2006/relationships/image" Target="../media/image13051.png"/><Relationship Id="rId41" Type="http://schemas.openxmlformats.org/officeDocument/2006/relationships/image" Target="../media/image980.png"/><Relationship Id="rId54" Type="http://schemas.openxmlformats.org/officeDocument/2006/relationships/image" Target="../media/image4100.png"/><Relationship Id="rId62" Type="http://schemas.openxmlformats.org/officeDocument/2006/relationships/image" Target="../media/image4180.png"/><Relationship Id="rId70" Type="http://schemas.openxmlformats.org/officeDocument/2006/relationships/image" Target="../media/image4260.png"/><Relationship Id="rId1" Type="http://schemas.openxmlformats.org/officeDocument/2006/relationships/slideLayout" Target="../slideLayouts/slideLayout3.xml"/><Relationship Id="rId32" Type="http://schemas.openxmlformats.org/officeDocument/2006/relationships/image" Target="../media/image979.png"/><Relationship Id="rId37" Type="http://schemas.openxmlformats.org/officeDocument/2006/relationships/image" Target="../media/image3930.png"/><Relationship Id="rId40" Type="http://schemas.openxmlformats.org/officeDocument/2006/relationships/image" Target="../media/image3960.png"/><Relationship Id="rId45" Type="http://schemas.openxmlformats.org/officeDocument/2006/relationships/image" Target="../media/image1165.png"/><Relationship Id="rId53" Type="http://schemas.openxmlformats.org/officeDocument/2006/relationships/image" Target="../media/image4090.png"/><Relationship Id="rId58" Type="http://schemas.openxmlformats.org/officeDocument/2006/relationships/image" Target="../media/image4140.png"/><Relationship Id="rId66" Type="http://schemas.openxmlformats.org/officeDocument/2006/relationships/image" Target="../media/image4220.png"/><Relationship Id="rId36" Type="http://schemas.openxmlformats.org/officeDocument/2006/relationships/image" Target="../media/image3920.png"/><Relationship Id="rId49" Type="http://schemas.openxmlformats.org/officeDocument/2006/relationships/image" Target="../media/image4050.png"/><Relationship Id="rId57" Type="http://schemas.openxmlformats.org/officeDocument/2006/relationships/image" Target="../media/image4130.png"/><Relationship Id="rId61" Type="http://schemas.openxmlformats.org/officeDocument/2006/relationships/image" Target="../media/image4170.png"/><Relationship Id="rId31" Type="http://schemas.openxmlformats.org/officeDocument/2006/relationships/image" Target="../media/image2520.png"/><Relationship Id="rId44" Type="http://schemas.openxmlformats.org/officeDocument/2006/relationships/image" Target="../media/image1153.png"/><Relationship Id="rId52" Type="http://schemas.openxmlformats.org/officeDocument/2006/relationships/image" Target="../media/image4080.png"/><Relationship Id="rId60" Type="http://schemas.openxmlformats.org/officeDocument/2006/relationships/image" Target="../media/image4160.png"/><Relationship Id="rId65" Type="http://schemas.openxmlformats.org/officeDocument/2006/relationships/image" Target="../media/image4211.png"/><Relationship Id="rId35" Type="http://schemas.openxmlformats.org/officeDocument/2006/relationships/image" Target="../media/image3911.png"/><Relationship Id="rId43" Type="http://schemas.openxmlformats.org/officeDocument/2006/relationships/image" Target="../media/image1146.png"/><Relationship Id="rId48" Type="http://schemas.openxmlformats.org/officeDocument/2006/relationships/image" Target="../media/image4040.png"/><Relationship Id="rId56" Type="http://schemas.openxmlformats.org/officeDocument/2006/relationships/image" Target="../media/image4120.png"/><Relationship Id="rId64" Type="http://schemas.openxmlformats.org/officeDocument/2006/relationships/image" Target="../media/image4200.png"/><Relationship Id="rId69" Type="http://schemas.openxmlformats.org/officeDocument/2006/relationships/image" Target="../media/image4250.png"/><Relationship Id="rId51" Type="http://schemas.openxmlformats.org/officeDocument/2006/relationships/image" Target="../media/image4070.png"/><Relationship Id="rId33" Type="http://schemas.openxmlformats.org/officeDocument/2006/relationships/image" Target="../media/image3890.png"/><Relationship Id="rId38" Type="http://schemas.openxmlformats.org/officeDocument/2006/relationships/image" Target="../media/image3940.png"/><Relationship Id="rId46" Type="http://schemas.openxmlformats.org/officeDocument/2006/relationships/image" Target="../media/image4020.png"/><Relationship Id="rId59" Type="http://schemas.openxmlformats.org/officeDocument/2006/relationships/image" Target="../media/image4150.png"/><Relationship Id="rId67" Type="http://schemas.openxmlformats.org/officeDocument/2006/relationships/image" Target="../media/image4230.pn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9.png"/><Relationship Id="rId13" Type="http://schemas.openxmlformats.org/officeDocument/2006/relationships/image" Target="../media/image1364.png"/><Relationship Id="rId26" Type="http://schemas.openxmlformats.org/officeDocument/2006/relationships/image" Target="../media/image13151.png"/><Relationship Id="rId3" Type="http://schemas.openxmlformats.org/officeDocument/2006/relationships/image" Target="../media/image4290.png"/><Relationship Id="rId7" Type="http://schemas.openxmlformats.org/officeDocument/2006/relationships/image" Target="../media/image1358.png"/><Relationship Id="rId12" Type="http://schemas.openxmlformats.org/officeDocument/2006/relationships/image" Target="../media/image1363.png"/><Relationship Id="rId17" Type="http://schemas.openxmlformats.org/officeDocument/2006/relationships/image" Target="../media/image1368.png"/><Relationship Id="rId25" Type="http://schemas.openxmlformats.org/officeDocument/2006/relationships/image" Target="../media/image2520.png"/><Relationship Id="rId33" Type="http://schemas.openxmlformats.org/officeDocument/2006/relationships/image" Target="../media/image13221.png"/><Relationship Id="rId2" Type="http://schemas.openxmlformats.org/officeDocument/2006/relationships/image" Target="../media/image4280.png"/><Relationship Id="rId16" Type="http://schemas.openxmlformats.org/officeDocument/2006/relationships/image" Target="../media/image1367.png"/><Relationship Id="rId29" Type="http://schemas.openxmlformats.org/officeDocument/2006/relationships/image" Target="../media/image1318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57.png"/><Relationship Id="rId11" Type="http://schemas.openxmlformats.org/officeDocument/2006/relationships/image" Target="../media/image1362.png"/><Relationship Id="rId32" Type="http://schemas.openxmlformats.org/officeDocument/2006/relationships/image" Target="../media/image13212.png"/><Relationship Id="rId5" Type="http://schemas.openxmlformats.org/officeDocument/2006/relationships/image" Target="../media/image4311.png"/><Relationship Id="rId15" Type="http://schemas.openxmlformats.org/officeDocument/2006/relationships/image" Target="../media/image1366.png"/><Relationship Id="rId28" Type="http://schemas.openxmlformats.org/officeDocument/2006/relationships/image" Target="../media/image13171.png"/><Relationship Id="rId10" Type="http://schemas.openxmlformats.org/officeDocument/2006/relationships/image" Target="../media/image1361.png"/><Relationship Id="rId31" Type="http://schemas.openxmlformats.org/officeDocument/2006/relationships/image" Target="../media/image13201.png"/><Relationship Id="rId4" Type="http://schemas.openxmlformats.org/officeDocument/2006/relationships/image" Target="../media/image4300.png"/><Relationship Id="rId9" Type="http://schemas.openxmlformats.org/officeDocument/2006/relationships/image" Target="../media/image1360.png"/><Relationship Id="rId14" Type="http://schemas.openxmlformats.org/officeDocument/2006/relationships/image" Target="../media/image1365.png"/><Relationship Id="rId27" Type="http://schemas.openxmlformats.org/officeDocument/2006/relationships/image" Target="../media/image13160.png"/><Relationship Id="rId30" Type="http://schemas.openxmlformats.org/officeDocument/2006/relationships/image" Target="../media/image13191.pn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00.png"/><Relationship Id="rId3" Type="http://schemas.openxmlformats.org/officeDocument/2006/relationships/image" Target="../media/image4450.png"/><Relationship Id="rId7" Type="http://schemas.openxmlformats.org/officeDocument/2006/relationships/image" Target="../media/image4490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80.png"/><Relationship Id="rId5" Type="http://schemas.openxmlformats.org/officeDocument/2006/relationships/image" Target="../media/image4470.png"/><Relationship Id="rId4" Type="http://schemas.openxmlformats.org/officeDocument/2006/relationships/image" Target="../media/image4460.png"/></Relationships>
</file>

<file path=ppt/slides/_rels/slide17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620.png"/><Relationship Id="rId18" Type="http://schemas.openxmlformats.org/officeDocument/2006/relationships/image" Target="../media/image4670.png"/><Relationship Id="rId26" Type="http://schemas.openxmlformats.org/officeDocument/2006/relationships/image" Target="../media/image4750.png"/><Relationship Id="rId39" Type="http://schemas.openxmlformats.org/officeDocument/2006/relationships/image" Target="../media/image4880.png"/><Relationship Id="rId21" Type="http://schemas.openxmlformats.org/officeDocument/2006/relationships/image" Target="../media/image4700.png"/><Relationship Id="rId34" Type="http://schemas.openxmlformats.org/officeDocument/2006/relationships/image" Target="../media/image4830.png"/><Relationship Id="rId42" Type="http://schemas.openxmlformats.org/officeDocument/2006/relationships/image" Target="../media/image4911.png"/><Relationship Id="rId7" Type="http://schemas.openxmlformats.org/officeDocument/2006/relationships/image" Target="../media/image4560.png"/><Relationship Id="rId2" Type="http://schemas.openxmlformats.org/officeDocument/2006/relationships/image" Target="../media/image4511.png"/><Relationship Id="rId16" Type="http://schemas.openxmlformats.org/officeDocument/2006/relationships/image" Target="../media/image4650.png"/><Relationship Id="rId20" Type="http://schemas.openxmlformats.org/officeDocument/2006/relationships/image" Target="../media/image4690.png"/><Relationship Id="rId29" Type="http://schemas.openxmlformats.org/officeDocument/2006/relationships/image" Target="../media/image4780.png"/><Relationship Id="rId41" Type="http://schemas.openxmlformats.org/officeDocument/2006/relationships/image" Target="../media/image49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50.png"/><Relationship Id="rId11" Type="http://schemas.openxmlformats.org/officeDocument/2006/relationships/image" Target="../media/image4600.png"/><Relationship Id="rId24" Type="http://schemas.openxmlformats.org/officeDocument/2006/relationships/image" Target="../media/image4730.png"/><Relationship Id="rId32" Type="http://schemas.openxmlformats.org/officeDocument/2006/relationships/image" Target="../media/image4811.png"/><Relationship Id="rId37" Type="http://schemas.openxmlformats.org/officeDocument/2006/relationships/image" Target="../media/image4860.png"/><Relationship Id="rId40" Type="http://schemas.openxmlformats.org/officeDocument/2006/relationships/image" Target="../media/image4890.png"/><Relationship Id="rId5" Type="http://schemas.openxmlformats.org/officeDocument/2006/relationships/image" Target="../media/image4540.png"/><Relationship Id="rId15" Type="http://schemas.openxmlformats.org/officeDocument/2006/relationships/image" Target="../media/image4640.png"/><Relationship Id="rId23" Type="http://schemas.openxmlformats.org/officeDocument/2006/relationships/image" Target="../media/image4720.png"/><Relationship Id="rId28" Type="http://schemas.openxmlformats.org/officeDocument/2006/relationships/image" Target="../media/image4770.png"/><Relationship Id="rId36" Type="http://schemas.openxmlformats.org/officeDocument/2006/relationships/image" Target="../media/image4850.png"/><Relationship Id="rId10" Type="http://schemas.openxmlformats.org/officeDocument/2006/relationships/image" Target="../media/image4590.png"/><Relationship Id="rId19" Type="http://schemas.openxmlformats.org/officeDocument/2006/relationships/image" Target="../media/image4680.png"/><Relationship Id="rId31" Type="http://schemas.openxmlformats.org/officeDocument/2006/relationships/image" Target="../media/image4800.png"/><Relationship Id="rId44" Type="http://schemas.openxmlformats.org/officeDocument/2006/relationships/image" Target="../media/image4930.png"/><Relationship Id="rId4" Type="http://schemas.openxmlformats.org/officeDocument/2006/relationships/image" Target="../media/image4530.png"/><Relationship Id="rId9" Type="http://schemas.openxmlformats.org/officeDocument/2006/relationships/image" Target="../media/image4580.png"/><Relationship Id="rId14" Type="http://schemas.openxmlformats.org/officeDocument/2006/relationships/image" Target="../media/image4630.png"/><Relationship Id="rId22" Type="http://schemas.openxmlformats.org/officeDocument/2006/relationships/image" Target="../media/image4711.png"/><Relationship Id="rId27" Type="http://schemas.openxmlformats.org/officeDocument/2006/relationships/image" Target="../media/image4760.png"/><Relationship Id="rId30" Type="http://schemas.openxmlformats.org/officeDocument/2006/relationships/image" Target="../media/image4790.png"/><Relationship Id="rId35" Type="http://schemas.openxmlformats.org/officeDocument/2006/relationships/image" Target="../media/image4840.png"/><Relationship Id="rId43" Type="http://schemas.openxmlformats.org/officeDocument/2006/relationships/image" Target="../media/image4920.png"/><Relationship Id="rId8" Type="http://schemas.openxmlformats.org/officeDocument/2006/relationships/image" Target="../media/image4570.png"/><Relationship Id="rId3" Type="http://schemas.openxmlformats.org/officeDocument/2006/relationships/image" Target="../media/image4520.png"/><Relationship Id="rId12" Type="http://schemas.openxmlformats.org/officeDocument/2006/relationships/image" Target="../media/image4611.png"/><Relationship Id="rId17" Type="http://schemas.openxmlformats.org/officeDocument/2006/relationships/image" Target="../media/image4660.png"/><Relationship Id="rId25" Type="http://schemas.openxmlformats.org/officeDocument/2006/relationships/image" Target="../media/image4740.png"/><Relationship Id="rId33" Type="http://schemas.openxmlformats.org/officeDocument/2006/relationships/image" Target="../media/image4820.png"/><Relationship Id="rId38" Type="http://schemas.openxmlformats.org/officeDocument/2006/relationships/image" Target="../media/image4870.pn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00.png"/><Relationship Id="rId13" Type="http://schemas.openxmlformats.org/officeDocument/2006/relationships/image" Target="../media/image5050.png"/><Relationship Id="rId26" Type="http://schemas.openxmlformats.org/officeDocument/2006/relationships/image" Target="../media/image5150.png"/><Relationship Id="rId3" Type="http://schemas.openxmlformats.org/officeDocument/2006/relationships/image" Target="../media/image4950.png"/><Relationship Id="rId7" Type="http://schemas.openxmlformats.org/officeDocument/2006/relationships/image" Target="../media/image4990.png"/><Relationship Id="rId12" Type="http://schemas.openxmlformats.org/officeDocument/2006/relationships/image" Target="../media/image5040.png"/><Relationship Id="rId17" Type="http://schemas.openxmlformats.org/officeDocument/2006/relationships/image" Target="../media/image5090.png"/><Relationship Id="rId25" Type="http://schemas.openxmlformats.org/officeDocument/2006/relationships/image" Target="../media/image5140.png"/><Relationship Id="rId33" Type="http://schemas.openxmlformats.org/officeDocument/2006/relationships/image" Target="../media/image5220.png"/><Relationship Id="rId2" Type="http://schemas.openxmlformats.org/officeDocument/2006/relationships/image" Target="../media/image4940.png"/><Relationship Id="rId16" Type="http://schemas.openxmlformats.org/officeDocument/2006/relationships/image" Target="../media/image5080.png"/><Relationship Id="rId20" Type="http://schemas.openxmlformats.org/officeDocument/2006/relationships/image" Target="../media/image48110.png"/><Relationship Id="rId29" Type="http://schemas.openxmlformats.org/officeDocument/2006/relationships/image" Target="../media/image518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80.png"/><Relationship Id="rId11" Type="http://schemas.openxmlformats.org/officeDocument/2006/relationships/image" Target="../media/image5030.png"/><Relationship Id="rId24" Type="http://schemas.openxmlformats.org/officeDocument/2006/relationships/image" Target="../media/image5130.png"/><Relationship Id="rId32" Type="http://schemas.openxmlformats.org/officeDocument/2006/relationships/image" Target="../media/image5211.png"/><Relationship Id="rId5" Type="http://schemas.openxmlformats.org/officeDocument/2006/relationships/image" Target="../media/image4970.png"/><Relationship Id="rId15" Type="http://schemas.openxmlformats.org/officeDocument/2006/relationships/image" Target="../media/image5070.png"/><Relationship Id="rId23" Type="http://schemas.openxmlformats.org/officeDocument/2006/relationships/image" Target="../media/image5120.png"/><Relationship Id="rId28" Type="http://schemas.openxmlformats.org/officeDocument/2006/relationships/image" Target="../media/image5170.png"/><Relationship Id="rId10" Type="http://schemas.openxmlformats.org/officeDocument/2006/relationships/image" Target="../media/image5020.png"/><Relationship Id="rId19" Type="http://schemas.openxmlformats.org/officeDocument/2006/relationships/image" Target="../media/image5100.png"/><Relationship Id="rId31" Type="http://schemas.openxmlformats.org/officeDocument/2006/relationships/image" Target="../media/image5200.png"/><Relationship Id="rId4" Type="http://schemas.openxmlformats.org/officeDocument/2006/relationships/image" Target="../media/image4960.png"/><Relationship Id="rId9" Type="http://schemas.openxmlformats.org/officeDocument/2006/relationships/image" Target="../media/image5011.png"/><Relationship Id="rId14" Type="http://schemas.openxmlformats.org/officeDocument/2006/relationships/image" Target="../media/image5060.png"/><Relationship Id="rId22" Type="http://schemas.openxmlformats.org/officeDocument/2006/relationships/image" Target="../media/image5111.png"/><Relationship Id="rId27" Type="http://schemas.openxmlformats.org/officeDocument/2006/relationships/image" Target="../media/image5160.png"/><Relationship Id="rId30" Type="http://schemas.openxmlformats.org/officeDocument/2006/relationships/image" Target="../media/image5190.pn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80.png"/><Relationship Id="rId13" Type="http://schemas.openxmlformats.org/officeDocument/2006/relationships/image" Target="../media/image4590.png"/><Relationship Id="rId18" Type="http://schemas.openxmlformats.org/officeDocument/2006/relationships/image" Target="../media/image4820.png"/><Relationship Id="rId3" Type="http://schemas.openxmlformats.org/officeDocument/2006/relationships/image" Target="../media/image5340.png"/><Relationship Id="rId21" Type="http://schemas.openxmlformats.org/officeDocument/2006/relationships/image" Target="../media/image4850.png"/><Relationship Id="rId7" Type="http://schemas.openxmlformats.org/officeDocument/2006/relationships/image" Target="../media/image3480.png"/><Relationship Id="rId12" Type="http://schemas.openxmlformats.org/officeDocument/2006/relationships/image" Target="../media/image4580.png"/><Relationship Id="rId17" Type="http://schemas.openxmlformats.org/officeDocument/2006/relationships/image" Target="../media/image5420.png"/><Relationship Id="rId2" Type="http://schemas.openxmlformats.org/officeDocument/2006/relationships/image" Target="../media/image4811.png"/><Relationship Id="rId16" Type="http://schemas.openxmlformats.org/officeDocument/2006/relationships/image" Target="../media/image5411.png"/><Relationship Id="rId20" Type="http://schemas.openxmlformats.org/officeDocument/2006/relationships/image" Target="../media/image48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70.png"/><Relationship Id="rId11" Type="http://schemas.openxmlformats.org/officeDocument/2006/relationships/image" Target="../media/image4570.png"/><Relationship Id="rId24" Type="http://schemas.openxmlformats.org/officeDocument/2006/relationships/image" Target="../media/image5430.png"/><Relationship Id="rId5" Type="http://schemas.openxmlformats.org/officeDocument/2006/relationships/image" Target="../media/image5360.png"/><Relationship Id="rId15" Type="http://schemas.openxmlformats.org/officeDocument/2006/relationships/image" Target="../media/image5400.png"/><Relationship Id="rId23" Type="http://schemas.openxmlformats.org/officeDocument/2006/relationships/image" Target="../media/image4930.png"/><Relationship Id="rId10" Type="http://schemas.openxmlformats.org/officeDocument/2006/relationships/image" Target="../media/image4560.png"/><Relationship Id="rId19" Type="http://schemas.openxmlformats.org/officeDocument/2006/relationships/image" Target="../media/image4830.png"/><Relationship Id="rId4" Type="http://schemas.openxmlformats.org/officeDocument/2006/relationships/image" Target="../media/image5350.png"/><Relationship Id="rId9" Type="http://schemas.openxmlformats.org/officeDocument/2006/relationships/image" Target="../media/image4530.png"/><Relationship Id="rId14" Type="http://schemas.openxmlformats.org/officeDocument/2006/relationships/image" Target="../media/image5390.png"/><Relationship Id="rId22" Type="http://schemas.openxmlformats.org/officeDocument/2006/relationships/image" Target="../media/image4860.png"/></Relationships>
</file>

<file path=ppt/slides/_rels/slide18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90.png"/><Relationship Id="rId18" Type="http://schemas.openxmlformats.org/officeDocument/2006/relationships/image" Target="../media/image5540.png"/><Relationship Id="rId26" Type="http://schemas.openxmlformats.org/officeDocument/2006/relationships/image" Target="../media/image5620.png"/><Relationship Id="rId39" Type="http://schemas.openxmlformats.org/officeDocument/2006/relationships/image" Target="../media/image5700.png"/><Relationship Id="rId21" Type="http://schemas.openxmlformats.org/officeDocument/2006/relationships/image" Target="../media/image5570.png"/><Relationship Id="rId34" Type="http://schemas.openxmlformats.org/officeDocument/2006/relationships/image" Target="../media/image4840.png"/><Relationship Id="rId42" Type="http://schemas.openxmlformats.org/officeDocument/2006/relationships/image" Target="../media/image5730.png"/><Relationship Id="rId7" Type="http://schemas.openxmlformats.org/officeDocument/2006/relationships/image" Target="../media/image5470.png"/><Relationship Id="rId2" Type="http://schemas.openxmlformats.org/officeDocument/2006/relationships/image" Target="../media/image4811.png"/><Relationship Id="rId16" Type="http://schemas.openxmlformats.org/officeDocument/2006/relationships/image" Target="../media/image5520.png"/><Relationship Id="rId29" Type="http://schemas.openxmlformats.org/officeDocument/2006/relationships/image" Target="../media/image56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30.png"/><Relationship Id="rId11" Type="http://schemas.openxmlformats.org/officeDocument/2006/relationships/image" Target="../media/image4580.png"/><Relationship Id="rId24" Type="http://schemas.openxmlformats.org/officeDocument/2006/relationships/image" Target="../media/image5600.png"/><Relationship Id="rId32" Type="http://schemas.openxmlformats.org/officeDocument/2006/relationships/image" Target="../media/image4820.png"/><Relationship Id="rId37" Type="http://schemas.openxmlformats.org/officeDocument/2006/relationships/image" Target="../media/image5680.png"/><Relationship Id="rId40" Type="http://schemas.openxmlformats.org/officeDocument/2006/relationships/image" Target="../media/image5711.png"/><Relationship Id="rId45" Type="http://schemas.openxmlformats.org/officeDocument/2006/relationships/image" Target="../media/image5750.png"/><Relationship Id="rId5" Type="http://schemas.openxmlformats.org/officeDocument/2006/relationships/image" Target="../media/image5460.png"/><Relationship Id="rId15" Type="http://schemas.openxmlformats.org/officeDocument/2006/relationships/image" Target="../media/image5511.png"/><Relationship Id="rId23" Type="http://schemas.openxmlformats.org/officeDocument/2006/relationships/image" Target="../media/image5590.png"/><Relationship Id="rId28" Type="http://schemas.openxmlformats.org/officeDocument/2006/relationships/image" Target="../media/image5640.png"/><Relationship Id="rId36" Type="http://schemas.openxmlformats.org/officeDocument/2006/relationships/image" Target="../media/image4860.png"/><Relationship Id="rId10" Type="http://schemas.openxmlformats.org/officeDocument/2006/relationships/image" Target="../media/image4570.png"/><Relationship Id="rId19" Type="http://schemas.openxmlformats.org/officeDocument/2006/relationships/image" Target="../media/image5550.png"/><Relationship Id="rId31" Type="http://schemas.openxmlformats.org/officeDocument/2006/relationships/image" Target="../media/image5670.png"/><Relationship Id="rId44" Type="http://schemas.openxmlformats.org/officeDocument/2006/relationships/image" Target="../media/image5740.png"/><Relationship Id="rId4" Type="http://schemas.openxmlformats.org/officeDocument/2006/relationships/image" Target="../media/image5450.png"/><Relationship Id="rId9" Type="http://schemas.openxmlformats.org/officeDocument/2006/relationships/image" Target="../media/image4560.png"/><Relationship Id="rId14" Type="http://schemas.openxmlformats.org/officeDocument/2006/relationships/image" Target="../media/image5500.png"/><Relationship Id="rId22" Type="http://schemas.openxmlformats.org/officeDocument/2006/relationships/image" Target="../media/image5580.png"/><Relationship Id="rId27" Type="http://schemas.openxmlformats.org/officeDocument/2006/relationships/image" Target="../media/image5630.png"/><Relationship Id="rId30" Type="http://schemas.openxmlformats.org/officeDocument/2006/relationships/image" Target="../media/image5660.png"/><Relationship Id="rId35" Type="http://schemas.openxmlformats.org/officeDocument/2006/relationships/image" Target="../media/image4850.png"/><Relationship Id="rId43" Type="http://schemas.openxmlformats.org/officeDocument/2006/relationships/image" Target="../media/image4930.png"/><Relationship Id="rId8" Type="http://schemas.openxmlformats.org/officeDocument/2006/relationships/image" Target="../media/image5480.png"/><Relationship Id="rId3" Type="http://schemas.openxmlformats.org/officeDocument/2006/relationships/image" Target="../media/image5440.png"/><Relationship Id="rId12" Type="http://schemas.openxmlformats.org/officeDocument/2006/relationships/image" Target="../media/image4590.png"/><Relationship Id="rId17" Type="http://schemas.openxmlformats.org/officeDocument/2006/relationships/image" Target="../media/image5530.png"/><Relationship Id="rId25" Type="http://schemas.openxmlformats.org/officeDocument/2006/relationships/image" Target="../media/image5611.png"/><Relationship Id="rId33" Type="http://schemas.openxmlformats.org/officeDocument/2006/relationships/image" Target="../media/image4830.png"/><Relationship Id="rId38" Type="http://schemas.openxmlformats.org/officeDocument/2006/relationships/image" Target="../media/image5690.png"/><Relationship Id="rId20" Type="http://schemas.openxmlformats.org/officeDocument/2006/relationships/image" Target="../media/image5560.png"/><Relationship Id="rId41" Type="http://schemas.openxmlformats.org/officeDocument/2006/relationships/image" Target="../media/image5720.pn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11.png"/><Relationship Id="rId13" Type="http://schemas.openxmlformats.org/officeDocument/2006/relationships/image" Target="../media/image5860.png"/><Relationship Id="rId18" Type="http://schemas.openxmlformats.org/officeDocument/2006/relationships/image" Target="../media/image5911.png"/><Relationship Id="rId26" Type="http://schemas.openxmlformats.org/officeDocument/2006/relationships/image" Target="../media/image51600.png"/><Relationship Id="rId3" Type="http://schemas.openxmlformats.org/officeDocument/2006/relationships/image" Target="../media/image4811.png"/><Relationship Id="rId21" Type="http://schemas.openxmlformats.org/officeDocument/2006/relationships/image" Target="../media/image51110.png"/><Relationship Id="rId34" Type="http://schemas.openxmlformats.org/officeDocument/2006/relationships/image" Target="../media/image5750.png"/><Relationship Id="rId7" Type="http://schemas.openxmlformats.org/officeDocument/2006/relationships/image" Target="../media/image5800.png"/><Relationship Id="rId12" Type="http://schemas.openxmlformats.org/officeDocument/2006/relationships/image" Target="../media/image5850.png"/><Relationship Id="rId17" Type="http://schemas.openxmlformats.org/officeDocument/2006/relationships/image" Target="../media/image5900.png"/><Relationship Id="rId25" Type="http://schemas.openxmlformats.org/officeDocument/2006/relationships/image" Target="../media/image51500.png"/><Relationship Id="rId33" Type="http://schemas.openxmlformats.org/officeDocument/2006/relationships/image" Target="../media/image5740.png"/><Relationship Id="rId16" Type="http://schemas.openxmlformats.org/officeDocument/2006/relationships/image" Target="../media/image5890.png"/><Relationship Id="rId20" Type="http://schemas.openxmlformats.org/officeDocument/2006/relationships/image" Target="../media/image5930.png"/><Relationship Id="rId29" Type="http://schemas.openxmlformats.org/officeDocument/2006/relationships/image" Target="../media/image519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90.png"/><Relationship Id="rId11" Type="http://schemas.openxmlformats.org/officeDocument/2006/relationships/image" Target="../media/image5840.png"/><Relationship Id="rId24" Type="http://schemas.openxmlformats.org/officeDocument/2006/relationships/image" Target="../media/image51400.png"/><Relationship Id="rId32" Type="http://schemas.openxmlformats.org/officeDocument/2006/relationships/image" Target="../media/image52200.png"/><Relationship Id="rId5" Type="http://schemas.openxmlformats.org/officeDocument/2006/relationships/image" Target="../media/image5780.png"/><Relationship Id="rId15" Type="http://schemas.openxmlformats.org/officeDocument/2006/relationships/image" Target="../media/image5880.png"/><Relationship Id="rId23" Type="http://schemas.openxmlformats.org/officeDocument/2006/relationships/image" Target="../media/image51300.png"/><Relationship Id="rId28" Type="http://schemas.openxmlformats.org/officeDocument/2006/relationships/image" Target="../media/image51800.png"/><Relationship Id="rId10" Type="http://schemas.openxmlformats.org/officeDocument/2006/relationships/image" Target="../media/image5830.png"/><Relationship Id="rId19" Type="http://schemas.openxmlformats.org/officeDocument/2006/relationships/image" Target="../media/image5920.png"/><Relationship Id="rId31" Type="http://schemas.openxmlformats.org/officeDocument/2006/relationships/image" Target="../media/image52110.png"/><Relationship Id="rId9" Type="http://schemas.openxmlformats.org/officeDocument/2006/relationships/image" Target="../media/image5820.png"/><Relationship Id="rId14" Type="http://schemas.openxmlformats.org/officeDocument/2006/relationships/image" Target="../media/image5870.png"/><Relationship Id="rId22" Type="http://schemas.openxmlformats.org/officeDocument/2006/relationships/image" Target="../media/image51200.png"/><Relationship Id="rId27" Type="http://schemas.openxmlformats.org/officeDocument/2006/relationships/image" Target="../media/image51700.png"/><Relationship Id="rId30" Type="http://schemas.openxmlformats.org/officeDocument/2006/relationships/image" Target="../media/image52000.png"/></Relationships>
</file>

<file path=ppt/slides/_rels/slide18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60.png"/><Relationship Id="rId18" Type="http://schemas.openxmlformats.org/officeDocument/2006/relationships/image" Target="../media/image6211.png"/><Relationship Id="rId26" Type="http://schemas.openxmlformats.org/officeDocument/2006/relationships/image" Target="../media/image4820.png"/><Relationship Id="rId21" Type="http://schemas.openxmlformats.org/officeDocument/2006/relationships/image" Target="../media/image6240.png"/><Relationship Id="rId34" Type="http://schemas.openxmlformats.org/officeDocument/2006/relationships/image" Target="../media/image5400.png"/><Relationship Id="rId7" Type="http://schemas.openxmlformats.org/officeDocument/2006/relationships/image" Target="../media/image4560.png"/><Relationship Id="rId12" Type="http://schemas.openxmlformats.org/officeDocument/2006/relationships/image" Target="../media/image6150.png"/><Relationship Id="rId17" Type="http://schemas.openxmlformats.org/officeDocument/2006/relationships/image" Target="../media/image6200.png"/><Relationship Id="rId25" Type="http://schemas.openxmlformats.org/officeDocument/2006/relationships/image" Target="../media/image6280.png"/><Relationship Id="rId33" Type="http://schemas.openxmlformats.org/officeDocument/2006/relationships/image" Target="../media/image5390.png"/><Relationship Id="rId38" Type="http://schemas.openxmlformats.org/officeDocument/2006/relationships/image" Target="../media/image4811.png"/><Relationship Id="rId2" Type="http://schemas.openxmlformats.org/officeDocument/2006/relationships/image" Target="../media/image13051.png"/><Relationship Id="rId16" Type="http://schemas.openxmlformats.org/officeDocument/2006/relationships/image" Target="../media/image6190.png"/><Relationship Id="rId20" Type="http://schemas.openxmlformats.org/officeDocument/2006/relationships/image" Target="../media/image6230.png"/><Relationship Id="rId29" Type="http://schemas.openxmlformats.org/officeDocument/2006/relationships/image" Target="../media/image48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130.png"/><Relationship Id="rId11" Type="http://schemas.openxmlformats.org/officeDocument/2006/relationships/image" Target="../media/image6140.png"/><Relationship Id="rId24" Type="http://schemas.openxmlformats.org/officeDocument/2006/relationships/image" Target="../media/image6270.png"/><Relationship Id="rId32" Type="http://schemas.openxmlformats.org/officeDocument/2006/relationships/image" Target="../media/image5380.png"/><Relationship Id="rId37" Type="http://schemas.openxmlformats.org/officeDocument/2006/relationships/image" Target="../media/image5430.png"/><Relationship Id="rId5" Type="http://schemas.openxmlformats.org/officeDocument/2006/relationships/image" Target="../media/image6120.png"/><Relationship Id="rId15" Type="http://schemas.openxmlformats.org/officeDocument/2006/relationships/image" Target="../media/image6180.png"/><Relationship Id="rId23" Type="http://schemas.openxmlformats.org/officeDocument/2006/relationships/image" Target="../media/image6260.png"/><Relationship Id="rId28" Type="http://schemas.openxmlformats.org/officeDocument/2006/relationships/image" Target="../media/image4840.png"/><Relationship Id="rId36" Type="http://schemas.openxmlformats.org/officeDocument/2006/relationships/image" Target="../media/image5420.png"/><Relationship Id="rId10" Type="http://schemas.openxmlformats.org/officeDocument/2006/relationships/image" Target="../media/image4590.png"/><Relationship Id="rId19" Type="http://schemas.openxmlformats.org/officeDocument/2006/relationships/image" Target="../media/image6220.png"/><Relationship Id="rId31" Type="http://schemas.openxmlformats.org/officeDocument/2006/relationships/image" Target="../media/image4930.png"/><Relationship Id="rId4" Type="http://schemas.openxmlformats.org/officeDocument/2006/relationships/image" Target="../media/image4530.png"/><Relationship Id="rId9" Type="http://schemas.openxmlformats.org/officeDocument/2006/relationships/image" Target="../media/image4580.png"/><Relationship Id="rId14" Type="http://schemas.openxmlformats.org/officeDocument/2006/relationships/image" Target="../media/image6170.png"/><Relationship Id="rId22" Type="http://schemas.openxmlformats.org/officeDocument/2006/relationships/image" Target="../media/image6250.png"/><Relationship Id="rId27" Type="http://schemas.openxmlformats.org/officeDocument/2006/relationships/image" Target="../media/image4830.png"/><Relationship Id="rId30" Type="http://schemas.openxmlformats.org/officeDocument/2006/relationships/image" Target="../media/image4860.png"/><Relationship Id="rId35" Type="http://schemas.openxmlformats.org/officeDocument/2006/relationships/image" Target="../media/image5411.png"/><Relationship Id="rId8" Type="http://schemas.openxmlformats.org/officeDocument/2006/relationships/image" Target="../media/image4570.png"/><Relationship Id="rId3" Type="http://schemas.openxmlformats.org/officeDocument/2006/relationships/image" Target="../media/image6111.pn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5.png"/><Relationship Id="rId13" Type="http://schemas.openxmlformats.org/officeDocument/2006/relationships/image" Target="../media/image1380.png"/><Relationship Id="rId18" Type="http://schemas.openxmlformats.org/officeDocument/2006/relationships/image" Target="../media/image1385.png"/><Relationship Id="rId26" Type="http://schemas.openxmlformats.org/officeDocument/2006/relationships/image" Target="../media/image1393.png"/><Relationship Id="rId3" Type="http://schemas.openxmlformats.org/officeDocument/2006/relationships/image" Target="../media/image1370.png"/><Relationship Id="rId21" Type="http://schemas.openxmlformats.org/officeDocument/2006/relationships/image" Target="../media/image1388.png"/><Relationship Id="rId7" Type="http://schemas.openxmlformats.org/officeDocument/2006/relationships/image" Target="../media/image1374.png"/><Relationship Id="rId12" Type="http://schemas.openxmlformats.org/officeDocument/2006/relationships/image" Target="../media/image1379.png"/><Relationship Id="rId17" Type="http://schemas.openxmlformats.org/officeDocument/2006/relationships/image" Target="../media/image1384.png"/><Relationship Id="rId25" Type="http://schemas.openxmlformats.org/officeDocument/2006/relationships/image" Target="../media/image1392.png"/><Relationship Id="rId16" Type="http://schemas.openxmlformats.org/officeDocument/2006/relationships/image" Target="../media/image1383.png"/><Relationship Id="rId20" Type="http://schemas.openxmlformats.org/officeDocument/2006/relationships/image" Target="../media/image1387.png"/><Relationship Id="rId29" Type="http://schemas.openxmlformats.org/officeDocument/2006/relationships/image" Target="../media/image139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73.png"/><Relationship Id="rId11" Type="http://schemas.openxmlformats.org/officeDocument/2006/relationships/image" Target="../media/image1378.png"/><Relationship Id="rId24" Type="http://schemas.openxmlformats.org/officeDocument/2006/relationships/image" Target="../media/image1391.png"/><Relationship Id="rId5" Type="http://schemas.openxmlformats.org/officeDocument/2006/relationships/image" Target="../media/image1372.png"/><Relationship Id="rId15" Type="http://schemas.openxmlformats.org/officeDocument/2006/relationships/image" Target="../media/image1382.png"/><Relationship Id="rId23" Type="http://schemas.openxmlformats.org/officeDocument/2006/relationships/image" Target="../media/image1390.png"/><Relationship Id="rId28" Type="http://schemas.openxmlformats.org/officeDocument/2006/relationships/image" Target="../media/image1395.png"/><Relationship Id="rId10" Type="http://schemas.openxmlformats.org/officeDocument/2006/relationships/image" Target="../media/image1377.png"/><Relationship Id="rId19" Type="http://schemas.openxmlformats.org/officeDocument/2006/relationships/image" Target="../media/image1386.png"/><Relationship Id="rId31" Type="http://schemas.openxmlformats.org/officeDocument/2006/relationships/image" Target="../media/image1398.png"/><Relationship Id="rId4" Type="http://schemas.openxmlformats.org/officeDocument/2006/relationships/image" Target="../media/image1371.png"/><Relationship Id="rId9" Type="http://schemas.openxmlformats.org/officeDocument/2006/relationships/image" Target="../media/image1376.png"/><Relationship Id="rId14" Type="http://schemas.openxmlformats.org/officeDocument/2006/relationships/image" Target="../media/image1381.png"/><Relationship Id="rId22" Type="http://schemas.openxmlformats.org/officeDocument/2006/relationships/image" Target="../media/image1389.png"/><Relationship Id="rId27" Type="http://schemas.openxmlformats.org/officeDocument/2006/relationships/image" Target="../media/image1394.png"/><Relationship Id="rId30" Type="http://schemas.openxmlformats.org/officeDocument/2006/relationships/image" Target="../media/image1397.png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hyperlink" Target="https://cdn.extendoffice.com/images/stories/excel-functions/skew-function/doc-skew-function-2.png" TargetMode="External"/><Relationship Id="rId3" Type="http://schemas.openxmlformats.org/officeDocument/2006/relationships/image" Target="../media/image519.png"/><Relationship Id="rId7" Type="http://schemas.openxmlformats.org/officeDocument/2006/relationships/hyperlink" Target="https://cdn.extendoffice.com/images/stories/excel-functions/skew-function/doc-skew-function-3.png" TargetMode="Externa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6" Type="http://schemas.microsoft.com/office/2007/relationships/hdphoto" Target="../media/hdphoto6.wdp"/><Relationship Id="rId5" Type="http://schemas.openxmlformats.org/officeDocument/2006/relationships/image" Target="../media/image520.png"/><Relationship Id="rId4" Type="http://schemas.microsoft.com/office/2007/relationships/hdphoto" Target="../media/hdphoto5.wdp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1.png"/><Relationship Id="rId7" Type="http://schemas.openxmlformats.org/officeDocument/2006/relationships/image" Target="../media/image1404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03.png"/><Relationship Id="rId5" Type="http://schemas.openxmlformats.org/officeDocument/2006/relationships/image" Target="../media/image1402.png"/><Relationship Id="rId4" Type="http://schemas.openxmlformats.org/officeDocument/2006/relationships/hyperlink" Target="https://www.biologyforlife.com/uploads/2/2/3/9/22392738/c101b0da6ea1a0dab31f80d9963b0368_orig.png" TargetMode="Externa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40.png"/><Relationship Id="rId13" Type="http://schemas.openxmlformats.org/officeDocument/2006/relationships/image" Target="../media/image14090.png"/><Relationship Id="rId3" Type="http://schemas.openxmlformats.org/officeDocument/2006/relationships/image" Target="../media/image1400.png"/><Relationship Id="rId7" Type="http://schemas.openxmlformats.org/officeDocument/2006/relationships/image" Target="../media/image1408.png"/><Relationship Id="rId12" Type="http://schemas.openxmlformats.org/officeDocument/2006/relationships/image" Target="../media/image14080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07.png"/><Relationship Id="rId11" Type="http://schemas.openxmlformats.org/officeDocument/2006/relationships/image" Target="../media/image1411.png"/><Relationship Id="rId5" Type="http://schemas.openxmlformats.org/officeDocument/2006/relationships/image" Target="../media/image1406.png"/><Relationship Id="rId10" Type="http://schemas.openxmlformats.org/officeDocument/2006/relationships/image" Target="../media/image1410.png"/><Relationship Id="rId4" Type="http://schemas.openxmlformats.org/officeDocument/2006/relationships/image" Target="../media/image1405.png"/><Relationship Id="rId9" Type="http://schemas.openxmlformats.org/officeDocument/2006/relationships/image" Target="../media/image1409.png"/></Relationships>
</file>

<file path=ppt/slides/_rels/slide19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22.png"/><Relationship Id="rId18" Type="http://schemas.openxmlformats.org/officeDocument/2006/relationships/image" Target="../media/image1427.png"/><Relationship Id="rId26" Type="http://schemas.openxmlformats.org/officeDocument/2006/relationships/image" Target="../media/image1435.png"/><Relationship Id="rId21" Type="http://schemas.openxmlformats.org/officeDocument/2006/relationships/image" Target="../media/image1430.png"/><Relationship Id="rId34" Type="http://schemas.openxmlformats.org/officeDocument/2006/relationships/image" Target="../media/image1443.png"/><Relationship Id="rId7" Type="http://schemas.openxmlformats.org/officeDocument/2006/relationships/image" Target="../media/image1416.png"/><Relationship Id="rId12" Type="http://schemas.openxmlformats.org/officeDocument/2006/relationships/image" Target="../media/image1421.png"/><Relationship Id="rId17" Type="http://schemas.openxmlformats.org/officeDocument/2006/relationships/image" Target="../media/image1426.png"/><Relationship Id="rId25" Type="http://schemas.openxmlformats.org/officeDocument/2006/relationships/image" Target="../media/image1434.png"/><Relationship Id="rId33" Type="http://schemas.openxmlformats.org/officeDocument/2006/relationships/image" Target="../media/image1442.png"/><Relationship Id="rId2" Type="http://schemas.openxmlformats.org/officeDocument/2006/relationships/notesSlide" Target="../notesSlides/notesSlide84.xml"/><Relationship Id="rId16" Type="http://schemas.openxmlformats.org/officeDocument/2006/relationships/image" Target="../media/image1425.png"/><Relationship Id="rId20" Type="http://schemas.openxmlformats.org/officeDocument/2006/relationships/image" Target="../media/image1429.png"/><Relationship Id="rId29" Type="http://schemas.openxmlformats.org/officeDocument/2006/relationships/image" Target="../media/image14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15.png"/><Relationship Id="rId11" Type="http://schemas.openxmlformats.org/officeDocument/2006/relationships/image" Target="../media/image1420.png"/><Relationship Id="rId24" Type="http://schemas.openxmlformats.org/officeDocument/2006/relationships/image" Target="../media/image1433.png"/><Relationship Id="rId32" Type="http://schemas.openxmlformats.org/officeDocument/2006/relationships/image" Target="../media/image1441.png"/><Relationship Id="rId37" Type="http://schemas.openxmlformats.org/officeDocument/2006/relationships/image" Target="../media/image1446.png"/><Relationship Id="rId5" Type="http://schemas.openxmlformats.org/officeDocument/2006/relationships/image" Target="../media/image1414.png"/><Relationship Id="rId15" Type="http://schemas.openxmlformats.org/officeDocument/2006/relationships/image" Target="../media/image1424.png"/><Relationship Id="rId23" Type="http://schemas.openxmlformats.org/officeDocument/2006/relationships/image" Target="../media/image1432.png"/><Relationship Id="rId28" Type="http://schemas.openxmlformats.org/officeDocument/2006/relationships/image" Target="../media/image1437.png"/><Relationship Id="rId36" Type="http://schemas.openxmlformats.org/officeDocument/2006/relationships/image" Target="../media/image1445.png"/><Relationship Id="rId10" Type="http://schemas.openxmlformats.org/officeDocument/2006/relationships/image" Target="../media/image1419.png"/><Relationship Id="rId19" Type="http://schemas.openxmlformats.org/officeDocument/2006/relationships/image" Target="../media/image1428.png"/><Relationship Id="rId31" Type="http://schemas.openxmlformats.org/officeDocument/2006/relationships/image" Target="../media/image1440.png"/><Relationship Id="rId4" Type="http://schemas.openxmlformats.org/officeDocument/2006/relationships/image" Target="../media/image1413.png"/><Relationship Id="rId9" Type="http://schemas.openxmlformats.org/officeDocument/2006/relationships/image" Target="../media/image1418.png"/><Relationship Id="rId14" Type="http://schemas.openxmlformats.org/officeDocument/2006/relationships/image" Target="../media/image1423.png"/><Relationship Id="rId22" Type="http://schemas.openxmlformats.org/officeDocument/2006/relationships/image" Target="../media/image1431.png"/><Relationship Id="rId27" Type="http://schemas.openxmlformats.org/officeDocument/2006/relationships/image" Target="../media/image1436.png"/><Relationship Id="rId30" Type="http://schemas.openxmlformats.org/officeDocument/2006/relationships/image" Target="../media/image1439.png"/><Relationship Id="rId35" Type="http://schemas.openxmlformats.org/officeDocument/2006/relationships/image" Target="../media/image1444.png"/><Relationship Id="rId8" Type="http://schemas.openxmlformats.org/officeDocument/2006/relationships/image" Target="../media/image1417.png"/><Relationship Id="rId3" Type="http://schemas.openxmlformats.org/officeDocument/2006/relationships/image" Target="../media/image1412.png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51.png"/><Relationship Id="rId13" Type="http://schemas.openxmlformats.org/officeDocument/2006/relationships/image" Target="../media/image7200.png"/><Relationship Id="rId18" Type="http://schemas.openxmlformats.org/officeDocument/2006/relationships/image" Target="../media/image1453.png"/><Relationship Id="rId3" Type="http://schemas.openxmlformats.org/officeDocument/2006/relationships/image" Target="../media/image7100.png"/><Relationship Id="rId21" Type="http://schemas.openxmlformats.org/officeDocument/2006/relationships/image" Target="../media/image1455.png"/><Relationship Id="rId7" Type="http://schemas.openxmlformats.org/officeDocument/2006/relationships/image" Target="../media/image1450.png"/><Relationship Id="rId12" Type="http://schemas.openxmlformats.org/officeDocument/2006/relationships/image" Target="../media/image7190.png"/><Relationship Id="rId17" Type="http://schemas.openxmlformats.org/officeDocument/2006/relationships/image" Target="../media/image1452.png"/><Relationship Id="rId2" Type="http://schemas.openxmlformats.org/officeDocument/2006/relationships/notesSlide" Target="../notesSlides/notesSlide85.xml"/><Relationship Id="rId16" Type="http://schemas.openxmlformats.org/officeDocument/2006/relationships/image" Target="../media/image7230.png"/><Relationship Id="rId20" Type="http://schemas.openxmlformats.org/officeDocument/2006/relationships/image" Target="../media/image145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49.png"/><Relationship Id="rId11" Type="http://schemas.openxmlformats.org/officeDocument/2006/relationships/image" Target="../media/image7180.png"/><Relationship Id="rId5" Type="http://schemas.openxmlformats.org/officeDocument/2006/relationships/image" Target="../media/image1448.png"/><Relationship Id="rId15" Type="http://schemas.openxmlformats.org/officeDocument/2006/relationships/image" Target="../media/image7220.png"/><Relationship Id="rId10" Type="http://schemas.openxmlformats.org/officeDocument/2006/relationships/image" Target="../media/image7170.png"/><Relationship Id="rId19" Type="http://schemas.openxmlformats.org/officeDocument/2006/relationships/image" Target="../media/image7260.png"/><Relationship Id="rId4" Type="http://schemas.openxmlformats.org/officeDocument/2006/relationships/image" Target="../media/image1447.png"/><Relationship Id="rId9" Type="http://schemas.openxmlformats.org/officeDocument/2006/relationships/image" Target="../media/image7160.png"/><Relationship Id="rId14" Type="http://schemas.openxmlformats.org/officeDocument/2006/relationships/image" Target="../media/image7211.png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40.png"/><Relationship Id="rId3" Type="http://schemas.openxmlformats.org/officeDocument/2006/relationships/image" Target="../media/image7290.png"/><Relationship Id="rId7" Type="http://schemas.openxmlformats.org/officeDocument/2006/relationships/image" Target="../media/image7330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20.png"/><Relationship Id="rId5" Type="http://schemas.openxmlformats.org/officeDocument/2006/relationships/image" Target="../media/image7311.png"/><Relationship Id="rId4" Type="http://schemas.openxmlformats.org/officeDocument/2006/relationships/image" Target="../media/image7300.png"/><Relationship Id="rId9" Type="http://schemas.openxmlformats.org/officeDocument/2006/relationships/image" Target="../media/image7350.png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12.png"/><Relationship Id="rId13" Type="http://schemas.openxmlformats.org/officeDocument/2006/relationships/image" Target="../media/image7460.png"/><Relationship Id="rId18" Type="http://schemas.openxmlformats.org/officeDocument/2006/relationships/image" Target="../media/image7512.png"/><Relationship Id="rId3" Type="http://schemas.openxmlformats.org/officeDocument/2006/relationships/image" Target="../media/image7360.png"/><Relationship Id="rId7" Type="http://schemas.openxmlformats.org/officeDocument/2006/relationships/image" Target="../media/image7400.png"/><Relationship Id="rId12" Type="http://schemas.openxmlformats.org/officeDocument/2006/relationships/image" Target="../media/image7450.png"/><Relationship Id="rId17" Type="http://schemas.openxmlformats.org/officeDocument/2006/relationships/image" Target="../media/image7500.png"/><Relationship Id="rId2" Type="http://schemas.openxmlformats.org/officeDocument/2006/relationships/notesSlide" Target="../notesSlides/notesSlide87.xml"/><Relationship Id="rId16" Type="http://schemas.openxmlformats.org/officeDocument/2006/relationships/image" Target="../media/image74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90.png"/><Relationship Id="rId11" Type="http://schemas.openxmlformats.org/officeDocument/2006/relationships/image" Target="../media/image7440.png"/><Relationship Id="rId5" Type="http://schemas.openxmlformats.org/officeDocument/2006/relationships/image" Target="../media/image7380.png"/><Relationship Id="rId15" Type="http://schemas.openxmlformats.org/officeDocument/2006/relationships/image" Target="../media/image7480.png"/><Relationship Id="rId10" Type="http://schemas.openxmlformats.org/officeDocument/2006/relationships/image" Target="../media/image7430.png"/><Relationship Id="rId4" Type="http://schemas.openxmlformats.org/officeDocument/2006/relationships/image" Target="../media/image7370.png"/><Relationship Id="rId9" Type="http://schemas.openxmlformats.org/officeDocument/2006/relationships/image" Target="../media/image7420.png"/><Relationship Id="rId14" Type="http://schemas.openxmlformats.org/officeDocument/2006/relationships/image" Target="../media/image7470.pn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60.png"/><Relationship Id="rId13" Type="http://schemas.openxmlformats.org/officeDocument/2006/relationships/image" Target="../media/image1457.png"/><Relationship Id="rId3" Type="http://schemas.openxmlformats.org/officeDocument/2006/relationships/image" Target="../media/image13040.png"/><Relationship Id="rId7" Type="http://schemas.openxmlformats.org/officeDocument/2006/relationships/image" Target="../media/image7550.png"/><Relationship Id="rId12" Type="http://schemas.openxmlformats.org/officeDocument/2006/relationships/image" Target="../media/image1456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540.png"/><Relationship Id="rId11" Type="http://schemas.openxmlformats.org/officeDocument/2006/relationships/image" Target="../media/image7590.png"/><Relationship Id="rId5" Type="http://schemas.openxmlformats.org/officeDocument/2006/relationships/image" Target="../media/image7530.png"/><Relationship Id="rId10" Type="http://schemas.openxmlformats.org/officeDocument/2006/relationships/image" Target="../media/image7580.png"/><Relationship Id="rId4" Type="http://schemas.openxmlformats.org/officeDocument/2006/relationships/image" Target="../media/image7520.png"/><Relationship Id="rId9" Type="http://schemas.openxmlformats.org/officeDocument/2006/relationships/image" Target="../media/image7570.pn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4.png"/><Relationship Id="rId3" Type="http://schemas.openxmlformats.org/officeDocument/2006/relationships/image" Target="../media/image1458.png"/><Relationship Id="rId7" Type="http://schemas.openxmlformats.org/officeDocument/2006/relationships/image" Target="../media/image1463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62.png"/><Relationship Id="rId5" Type="http://schemas.openxmlformats.org/officeDocument/2006/relationships/image" Target="../media/image1461.png"/><Relationship Id="rId10" Type="http://schemas.openxmlformats.org/officeDocument/2006/relationships/image" Target="../media/image1466.png"/><Relationship Id="rId4" Type="http://schemas.openxmlformats.org/officeDocument/2006/relationships/image" Target="../media/image1459.png"/><Relationship Id="rId9" Type="http://schemas.openxmlformats.org/officeDocument/2006/relationships/image" Target="../media/image1465.pn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7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50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11.png"/><Relationship Id="rId5" Type="http://schemas.openxmlformats.org/officeDocument/2006/relationships/image" Target="../media/image7700.png"/><Relationship Id="rId4" Type="http://schemas.openxmlformats.org/officeDocument/2006/relationships/image" Target="../media/image7690.png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70.png"/><Relationship Id="rId13" Type="http://schemas.openxmlformats.org/officeDocument/2006/relationships/image" Target="../media/image7820.png"/><Relationship Id="rId18" Type="http://schemas.openxmlformats.org/officeDocument/2006/relationships/image" Target="../media/image7870.png"/><Relationship Id="rId26" Type="http://schemas.openxmlformats.org/officeDocument/2006/relationships/image" Target="../media/image7940.png"/><Relationship Id="rId3" Type="http://schemas.openxmlformats.org/officeDocument/2006/relationships/image" Target="../media/image7720.png"/><Relationship Id="rId21" Type="http://schemas.openxmlformats.org/officeDocument/2006/relationships/image" Target="../media/image7900.png"/><Relationship Id="rId7" Type="http://schemas.openxmlformats.org/officeDocument/2006/relationships/image" Target="../media/image7760.png"/><Relationship Id="rId12" Type="http://schemas.openxmlformats.org/officeDocument/2006/relationships/image" Target="../media/image7811.png"/><Relationship Id="rId17" Type="http://schemas.openxmlformats.org/officeDocument/2006/relationships/image" Target="../media/image7860.png"/><Relationship Id="rId25" Type="http://schemas.openxmlformats.org/officeDocument/2006/relationships/image" Target="../media/image7930.png"/><Relationship Id="rId2" Type="http://schemas.openxmlformats.org/officeDocument/2006/relationships/notesSlide" Target="../notesSlides/notesSlide92.xml"/><Relationship Id="rId16" Type="http://schemas.openxmlformats.org/officeDocument/2006/relationships/image" Target="../media/image7850.png"/><Relationship Id="rId20" Type="http://schemas.openxmlformats.org/officeDocument/2006/relationships/image" Target="../media/image78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50.png"/><Relationship Id="rId11" Type="http://schemas.openxmlformats.org/officeDocument/2006/relationships/image" Target="../media/image7800.png"/><Relationship Id="rId24" Type="http://schemas.openxmlformats.org/officeDocument/2006/relationships/image" Target="../media/image4930.png"/><Relationship Id="rId5" Type="http://schemas.openxmlformats.org/officeDocument/2006/relationships/image" Target="../media/image7740.png"/><Relationship Id="rId15" Type="http://schemas.openxmlformats.org/officeDocument/2006/relationships/image" Target="../media/image7840.png"/><Relationship Id="rId23" Type="http://schemas.openxmlformats.org/officeDocument/2006/relationships/image" Target="../media/image7920.png"/><Relationship Id="rId10" Type="http://schemas.openxmlformats.org/officeDocument/2006/relationships/image" Target="../media/image7790.png"/><Relationship Id="rId19" Type="http://schemas.openxmlformats.org/officeDocument/2006/relationships/image" Target="../media/image7880.png"/><Relationship Id="rId4" Type="http://schemas.openxmlformats.org/officeDocument/2006/relationships/image" Target="../media/image7730.png"/><Relationship Id="rId9" Type="http://schemas.openxmlformats.org/officeDocument/2006/relationships/image" Target="../media/image7780.png"/><Relationship Id="rId14" Type="http://schemas.openxmlformats.org/officeDocument/2006/relationships/image" Target="../media/image7830.png"/><Relationship Id="rId22" Type="http://schemas.openxmlformats.org/officeDocument/2006/relationships/image" Target="../media/image7911.png"/></Relationships>
</file>

<file path=ppt/slides/_rels/slide2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890.png"/><Relationship Id="rId18" Type="http://schemas.openxmlformats.org/officeDocument/2006/relationships/image" Target="../media/image7970.png"/><Relationship Id="rId26" Type="http://schemas.openxmlformats.org/officeDocument/2006/relationships/image" Target="../media/image8050.png"/><Relationship Id="rId3" Type="http://schemas.openxmlformats.org/officeDocument/2006/relationships/image" Target="../media/image7720.png"/><Relationship Id="rId21" Type="http://schemas.openxmlformats.org/officeDocument/2006/relationships/image" Target="../media/image8000.png"/><Relationship Id="rId34" Type="http://schemas.openxmlformats.org/officeDocument/2006/relationships/image" Target="../media/image13120.png"/><Relationship Id="rId7" Type="http://schemas.openxmlformats.org/officeDocument/2006/relationships/image" Target="../media/image7790.png"/><Relationship Id="rId12" Type="http://schemas.openxmlformats.org/officeDocument/2006/relationships/image" Target="../media/image7880.png"/><Relationship Id="rId17" Type="http://schemas.openxmlformats.org/officeDocument/2006/relationships/image" Target="../media/image4930.png"/><Relationship Id="rId25" Type="http://schemas.openxmlformats.org/officeDocument/2006/relationships/image" Target="../media/image8040.png"/><Relationship Id="rId33" Type="http://schemas.openxmlformats.org/officeDocument/2006/relationships/image" Target="../media/image8120.png"/><Relationship Id="rId2" Type="http://schemas.openxmlformats.org/officeDocument/2006/relationships/notesSlide" Target="../notesSlides/notesSlide93.xml"/><Relationship Id="rId16" Type="http://schemas.openxmlformats.org/officeDocument/2006/relationships/image" Target="../media/image7920.png"/><Relationship Id="rId20" Type="http://schemas.openxmlformats.org/officeDocument/2006/relationships/image" Target="../media/image13070.png"/><Relationship Id="rId29" Type="http://schemas.openxmlformats.org/officeDocument/2006/relationships/image" Target="../media/image1308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60.png"/><Relationship Id="rId11" Type="http://schemas.openxmlformats.org/officeDocument/2006/relationships/image" Target="../media/image7830.png"/><Relationship Id="rId24" Type="http://schemas.openxmlformats.org/officeDocument/2006/relationships/image" Target="../media/image8030.png"/><Relationship Id="rId32" Type="http://schemas.openxmlformats.org/officeDocument/2006/relationships/image" Target="../media/image13111.png"/><Relationship Id="rId5" Type="http://schemas.openxmlformats.org/officeDocument/2006/relationships/image" Target="../media/image7950.png"/><Relationship Id="rId15" Type="http://schemas.openxmlformats.org/officeDocument/2006/relationships/image" Target="../media/image7911.png"/><Relationship Id="rId23" Type="http://schemas.openxmlformats.org/officeDocument/2006/relationships/image" Target="../media/image8020.png"/><Relationship Id="rId28" Type="http://schemas.openxmlformats.org/officeDocument/2006/relationships/image" Target="../media/image8070.png"/><Relationship Id="rId10" Type="http://schemas.openxmlformats.org/officeDocument/2006/relationships/image" Target="../media/image7820.png"/><Relationship Id="rId19" Type="http://schemas.openxmlformats.org/officeDocument/2006/relationships/image" Target="../media/image13060.png"/><Relationship Id="rId31" Type="http://schemas.openxmlformats.org/officeDocument/2006/relationships/image" Target="../media/image13100.png"/><Relationship Id="rId4" Type="http://schemas.openxmlformats.org/officeDocument/2006/relationships/image" Target="../media/image7730.png"/><Relationship Id="rId9" Type="http://schemas.openxmlformats.org/officeDocument/2006/relationships/image" Target="../media/image7811.png"/><Relationship Id="rId14" Type="http://schemas.openxmlformats.org/officeDocument/2006/relationships/image" Target="../media/image7900.png"/><Relationship Id="rId22" Type="http://schemas.openxmlformats.org/officeDocument/2006/relationships/image" Target="../media/image8011.png"/><Relationship Id="rId27" Type="http://schemas.openxmlformats.org/officeDocument/2006/relationships/image" Target="../media/image8060.png"/><Relationship Id="rId30" Type="http://schemas.openxmlformats.org/officeDocument/2006/relationships/image" Target="../media/image13090.png"/><Relationship Id="rId35" Type="http://schemas.openxmlformats.org/officeDocument/2006/relationships/image" Target="../media/image7940.png"/><Relationship Id="rId8" Type="http://schemas.openxmlformats.org/officeDocument/2006/relationships/image" Target="../media/image7800.pn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40.png"/><Relationship Id="rId13" Type="http://schemas.openxmlformats.org/officeDocument/2006/relationships/image" Target="../media/image11720.png"/><Relationship Id="rId18" Type="http://schemas.openxmlformats.org/officeDocument/2006/relationships/image" Target="../media/image13150.png"/><Relationship Id="rId3" Type="http://schemas.openxmlformats.org/officeDocument/2006/relationships/image" Target="../media/image8140.png"/><Relationship Id="rId7" Type="http://schemas.openxmlformats.org/officeDocument/2006/relationships/image" Target="../media/image13130.png"/><Relationship Id="rId12" Type="http://schemas.openxmlformats.org/officeDocument/2006/relationships/image" Target="../media/image8211.png"/><Relationship Id="rId17" Type="http://schemas.openxmlformats.org/officeDocument/2006/relationships/image" Target="../media/image8260.png"/><Relationship Id="rId2" Type="http://schemas.openxmlformats.org/officeDocument/2006/relationships/notesSlide" Target="../notesSlides/notesSlide94.xml"/><Relationship Id="rId16" Type="http://schemas.openxmlformats.org/officeDocument/2006/relationships/image" Target="../media/image82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60.png"/><Relationship Id="rId11" Type="http://schemas.openxmlformats.org/officeDocument/2006/relationships/image" Target="../media/image11712.png"/><Relationship Id="rId5" Type="http://schemas.openxmlformats.org/officeDocument/2006/relationships/image" Target="../media/image7950.png"/><Relationship Id="rId15" Type="http://schemas.openxmlformats.org/officeDocument/2006/relationships/image" Target="../media/image8240.png"/><Relationship Id="rId10" Type="http://schemas.openxmlformats.org/officeDocument/2006/relationships/image" Target="../media/image11700.png"/><Relationship Id="rId4" Type="http://schemas.openxmlformats.org/officeDocument/2006/relationships/image" Target="../media/image8150.png"/><Relationship Id="rId9" Type="http://schemas.openxmlformats.org/officeDocument/2006/relationships/image" Target="../media/image8180.png"/><Relationship Id="rId14" Type="http://schemas.openxmlformats.org/officeDocument/2006/relationships/image" Target="../media/image12560.png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2.png"/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23.png"/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451.png"/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5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5" Type="http://schemas.openxmlformats.org/officeDocument/2006/relationships/hyperlink" Target="https://analystprep.com/cfa-level-1-exam/wp-content/uploads/2019/08/page-64.png" TargetMode="External"/><Relationship Id="rId4" Type="http://schemas.microsoft.com/office/2007/relationships/hdphoto" Target="../media/hdphoto7.wdp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170.png"/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9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211.png"/><Relationship Id="rId4" Type="http://schemas.openxmlformats.org/officeDocument/2006/relationships/image" Target="../media/image13200.pn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80.png"/><Relationship Id="rId39" Type="http://schemas.openxmlformats.org/officeDocument/2006/relationships/image" Target="../media/image14071.png"/><Relationship Id="rId3" Type="http://schemas.openxmlformats.org/officeDocument/2006/relationships/image" Target="../media/image13870.png"/><Relationship Id="rId21" Type="http://schemas.openxmlformats.org/officeDocument/2006/relationships/image" Target="../media/image14050.png"/><Relationship Id="rId34" Type="http://schemas.openxmlformats.org/officeDocument/2006/relationships/image" Target="../media/image14010.png"/><Relationship Id="rId7" Type="http://schemas.openxmlformats.org/officeDocument/2006/relationships/image" Target="../media/image13910.png"/><Relationship Id="rId33" Type="http://schemas.openxmlformats.org/officeDocument/2006/relationships/image" Target="../media/image13990.png"/><Relationship Id="rId38" Type="http://schemas.openxmlformats.org/officeDocument/2006/relationships/image" Target="../media/image14060.png"/><Relationship Id="rId2" Type="http://schemas.openxmlformats.org/officeDocument/2006/relationships/image" Target="../media/image13860.png"/><Relationship Id="rId16" Type="http://schemas.openxmlformats.org/officeDocument/2006/relationships/image" Target="../media/image14000.png"/><Relationship Id="rId29" Type="http://schemas.openxmlformats.org/officeDocument/2006/relationships/image" Target="../media/image139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760.png"/><Relationship Id="rId11" Type="http://schemas.openxmlformats.org/officeDocument/2006/relationships/image" Target="../media/image13921.png"/><Relationship Id="rId32" Type="http://schemas.openxmlformats.org/officeDocument/2006/relationships/image" Target="../media/image13980.png"/><Relationship Id="rId37" Type="http://schemas.openxmlformats.org/officeDocument/2006/relationships/image" Target="../media/image14040.png"/><Relationship Id="rId5" Type="http://schemas.openxmlformats.org/officeDocument/2006/relationships/image" Target="../media/image13890.png"/><Relationship Id="rId23" Type="http://schemas.openxmlformats.org/officeDocument/2006/relationships/image" Target="../media/image13940.png"/><Relationship Id="rId28" Type="http://schemas.openxmlformats.org/officeDocument/2006/relationships/image" Target="../media/image14120.png"/><Relationship Id="rId36" Type="http://schemas.openxmlformats.org/officeDocument/2006/relationships/image" Target="../media/image14030.png"/><Relationship Id="rId10" Type="http://schemas.openxmlformats.org/officeDocument/2006/relationships/image" Target="../media/image13900.png"/><Relationship Id="rId31" Type="http://schemas.openxmlformats.org/officeDocument/2006/relationships/image" Target="../media/image13970.png"/><Relationship Id="rId4" Type="http://schemas.openxmlformats.org/officeDocument/2006/relationships/image" Target="../media/image13880.png"/><Relationship Id="rId9" Type="http://schemas.openxmlformats.org/officeDocument/2006/relationships/image" Target="../media/image13790.png"/><Relationship Id="rId22" Type="http://schemas.openxmlformats.org/officeDocument/2006/relationships/image" Target="../media/image13930.png"/><Relationship Id="rId27" Type="http://schemas.openxmlformats.org/officeDocument/2006/relationships/image" Target="../media/image14110.png"/><Relationship Id="rId30" Type="http://schemas.openxmlformats.org/officeDocument/2006/relationships/image" Target="../media/image13960.png"/><Relationship Id="rId35" Type="http://schemas.openxmlformats.org/officeDocument/2006/relationships/image" Target="../media/image14020.png"/></Relationships>
</file>

<file path=ppt/slides/_rels/slide21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240.png"/><Relationship Id="rId18" Type="http://schemas.openxmlformats.org/officeDocument/2006/relationships/image" Target="../media/image14290.png"/><Relationship Id="rId26" Type="http://schemas.openxmlformats.org/officeDocument/2006/relationships/image" Target="../media/image14000.png"/><Relationship Id="rId39" Type="http://schemas.openxmlformats.org/officeDocument/2006/relationships/image" Target="../media/image14430.png"/><Relationship Id="rId21" Type="http://schemas.openxmlformats.org/officeDocument/2006/relationships/image" Target="../media/image13910.png"/><Relationship Id="rId34" Type="http://schemas.openxmlformats.org/officeDocument/2006/relationships/image" Target="../media/image14400.png"/><Relationship Id="rId7" Type="http://schemas.openxmlformats.org/officeDocument/2006/relationships/image" Target="../media/image14180.png"/><Relationship Id="rId12" Type="http://schemas.openxmlformats.org/officeDocument/2006/relationships/image" Target="../media/image14230.png"/><Relationship Id="rId17" Type="http://schemas.openxmlformats.org/officeDocument/2006/relationships/image" Target="../media/image14280.png"/><Relationship Id="rId25" Type="http://schemas.openxmlformats.org/officeDocument/2006/relationships/image" Target="../media/image14340.png"/><Relationship Id="rId33" Type="http://schemas.openxmlformats.org/officeDocument/2006/relationships/image" Target="../media/image14390.png"/><Relationship Id="rId38" Type="http://schemas.openxmlformats.org/officeDocument/2006/relationships/image" Target="../media/image14420.png"/><Relationship Id="rId2" Type="http://schemas.openxmlformats.org/officeDocument/2006/relationships/image" Target="../media/image14130.png"/><Relationship Id="rId16" Type="http://schemas.openxmlformats.org/officeDocument/2006/relationships/image" Target="../media/image14270.png"/><Relationship Id="rId20" Type="http://schemas.openxmlformats.org/officeDocument/2006/relationships/image" Target="../media/image14310.png"/><Relationship Id="rId29" Type="http://schemas.openxmlformats.org/officeDocument/2006/relationships/image" Target="../media/image1437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170.png"/><Relationship Id="rId11" Type="http://schemas.openxmlformats.org/officeDocument/2006/relationships/image" Target="../media/image14220.png"/><Relationship Id="rId24" Type="http://schemas.openxmlformats.org/officeDocument/2006/relationships/image" Target="../media/image14330.png"/><Relationship Id="rId32" Type="http://schemas.openxmlformats.org/officeDocument/2006/relationships/image" Target="../media/image14070.png"/><Relationship Id="rId37" Type="http://schemas.openxmlformats.org/officeDocument/2006/relationships/image" Target="../media/image14410.png"/><Relationship Id="rId5" Type="http://schemas.openxmlformats.org/officeDocument/2006/relationships/image" Target="../media/image14160.png"/><Relationship Id="rId15" Type="http://schemas.openxmlformats.org/officeDocument/2006/relationships/image" Target="../media/image14260.png"/><Relationship Id="rId23" Type="http://schemas.openxmlformats.org/officeDocument/2006/relationships/image" Target="../media/image14320.png"/><Relationship Id="rId28" Type="http://schemas.openxmlformats.org/officeDocument/2006/relationships/image" Target="../media/image14360.png"/><Relationship Id="rId36" Type="http://schemas.openxmlformats.org/officeDocument/2006/relationships/image" Target="../media/image14120.png"/><Relationship Id="rId10" Type="http://schemas.openxmlformats.org/officeDocument/2006/relationships/image" Target="../media/image14210.png"/><Relationship Id="rId19" Type="http://schemas.openxmlformats.org/officeDocument/2006/relationships/image" Target="../media/image14300.png"/><Relationship Id="rId31" Type="http://schemas.openxmlformats.org/officeDocument/2006/relationships/image" Target="../media/image14050.png"/><Relationship Id="rId4" Type="http://schemas.openxmlformats.org/officeDocument/2006/relationships/image" Target="../media/image14150.png"/><Relationship Id="rId9" Type="http://schemas.openxmlformats.org/officeDocument/2006/relationships/image" Target="../media/image14200.png"/><Relationship Id="rId14" Type="http://schemas.openxmlformats.org/officeDocument/2006/relationships/image" Target="../media/image14250.png"/><Relationship Id="rId22" Type="http://schemas.openxmlformats.org/officeDocument/2006/relationships/image" Target="../media/image13920.png"/><Relationship Id="rId27" Type="http://schemas.openxmlformats.org/officeDocument/2006/relationships/image" Target="../media/image14350.png"/><Relationship Id="rId30" Type="http://schemas.openxmlformats.org/officeDocument/2006/relationships/image" Target="../media/image14380.png"/><Relationship Id="rId35" Type="http://schemas.openxmlformats.org/officeDocument/2006/relationships/image" Target="../media/image14110.png"/><Relationship Id="rId8" Type="http://schemas.openxmlformats.org/officeDocument/2006/relationships/image" Target="../media/image14190.png"/><Relationship Id="rId3" Type="http://schemas.openxmlformats.org/officeDocument/2006/relationships/image" Target="../media/image14140.png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60.png"/><Relationship Id="rId13" Type="http://schemas.openxmlformats.org/officeDocument/2006/relationships/image" Target="../media/image14490.png"/><Relationship Id="rId18" Type="http://schemas.openxmlformats.org/officeDocument/2006/relationships/image" Target="../media/image14540.png"/><Relationship Id="rId3" Type="http://schemas.openxmlformats.org/officeDocument/2006/relationships/image" Target="../media/image13680.png"/><Relationship Id="rId7" Type="http://schemas.openxmlformats.org/officeDocument/2006/relationships/image" Target="../media/image14450.png"/><Relationship Id="rId12" Type="http://schemas.openxmlformats.org/officeDocument/2006/relationships/image" Target="../media/image13770.png"/><Relationship Id="rId17" Type="http://schemas.openxmlformats.org/officeDocument/2006/relationships/image" Target="../media/image14530.png"/><Relationship Id="rId2" Type="http://schemas.openxmlformats.org/officeDocument/2006/relationships/notesSlide" Target="../notesSlides/notesSlide97.xml"/><Relationship Id="rId16" Type="http://schemas.openxmlformats.org/officeDocument/2006/relationships/image" Target="../media/image145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440.png"/><Relationship Id="rId11" Type="http://schemas.openxmlformats.org/officeDocument/2006/relationships/image" Target="../media/image14480.png"/><Relationship Id="rId5" Type="http://schemas.openxmlformats.org/officeDocument/2006/relationships/image" Target="../media/image13700.png"/><Relationship Id="rId15" Type="http://schemas.openxmlformats.org/officeDocument/2006/relationships/image" Target="../media/image14510.png"/><Relationship Id="rId10" Type="http://schemas.openxmlformats.org/officeDocument/2006/relationships/image" Target="../media/image14470.png"/><Relationship Id="rId4" Type="http://schemas.openxmlformats.org/officeDocument/2006/relationships/image" Target="../media/image13690.png"/><Relationship Id="rId9" Type="http://schemas.openxmlformats.org/officeDocument/2006/relationships/image" Target="../media/image13740.png"/><Relationship Id="rId14" Type="http://schemas.openxmlformats.org/officeDocument/2006/relationships/image" Target="../media/image14500.png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>
            <a:extLst>
              <a:ext uri="{FF2B5EF4-FFF2-40B4-BE49-F238E27FC236}">
                <a16:creationId xmlns:a16="http://schemas.microsoft.com/office/drawing/2014/main" id="{6D125B39-4795-4BA6-B9B5-11FFCFC984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9490" y="1122364"/>
            <a:ext cx="7346260" cy="2578780"/>
          </a:xfrm>
        </p:spPr>
        <p:txBody>
          <a:bodyPr/>
          <a:lstStyle/>
          <a:p>
            <a:r>
              <a:rPr lang="en-US" dirty="0"/>
              <a:t>Unit – 1</a:t>
            </a:r>
            <a:br>
              <a:rPr lang="en-US" dirty="0"/>
            </a:br>
            <a:r>
              <a:rPr lang="en-IN" dirty="0"/>
              <a:t>Descriptive Statistics</a:t>
            </a:r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5EEC38D-B69A-4F45-9CFB-3F832F2054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vasudev.barjadiya@darshan.ac.in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B892750-977A-4A19-B627-46C829D9CDA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901 64 27 200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DDD3C75D-9CAD-401D-B6F2-D687EEC3CD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 dirty="0"/>
              <a:t>Department of Humanities &amp; Science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6DA44CB-50AE-4D51-AC18-61617625288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Prof. Vasudev Barjadiya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12C6FA8-76F5-4F55-873C-76674E986E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222E2A12-3616-430B-98B7-4DB2C6F1711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3569" y="5211251"/>
            <a:ext cx="1353599" cy="1353599"/>
          </a:xfrm>
        </p:spPr>
      </p:pic>
      <p:sp>
        <p:nvSpPr>
          <p:cNvPr id="11" name="Title 13">
            <a:extLst>
              <a:ext uri="{FF2B5EF4-FFF2-40B4-BE49-F238E27FC236}">
                <a16:creationId xmlns:a16="http://schemas.microsoft.com/office/drawing/2014/main" id="{F3B88914-E51B-4A33-96D7-EC0CE630740C}"/>
              </a:ext>
            </a:extLst>
          </p:cNvPr>
          <p:cNvSpPr txBox="1">
            <a:spLocks/>
          </p:cNvSpPr>
          <p:nvPr/>
        </p:nvSpPr>
        <p:spPr>
          <a:xfrm>
            <a:off x="602350" y="3773437"/>
            <a:ext cx="801907" cy="468715"/>
          </a:xfrm>
          <a:prstGeom prst="rect">
            <a:avLst/>
          </a:prstGeom>
        </p:spPr>
        <p:txBody>
          <a:bodyPr vert="horz" wrap="square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sz="2400" b="0" dirty="0">
                <a:latin typeface="+mn-lt"/>
              </a:rPr>
              <a:t>CO1:</a:t>
            </a:r>
            <a:br>
              <a:rPr lang="en-US" sz="2400" dirty="0"/>
            </a:br>
            <a:endParaRPr lang="en-US" sz="2400" b="0" dirty="0">
              <a:latin typeface="+mn-lt"/>
            </a:endParaRPr>
          </a:p>
        </p:txBody>
      </p:sp>
      <p:sp>
        <p:nvSpPr>
          <p:cNvPr id="12" name="Title 13">
            <a:extLst>
              <a:ext uri="{FF2B5EF4-FFF2-40B4-BE49-F238E27FC236}">
                <a16:creationId xmlns:a16="http://schemas.microsoft.com/office/drawing/2014/main" id="{BBA8A0F4-F547-438E-815A-3C41AF4A49EB}"/>
              </a:ext>
            </a:extLst>
          </p:cNvPr>
          <p:cNvSpPr txBox="1">
            <a:spLocks/>
          </p:cNvSpPr>
          <p:nvPr/>
        </p:nvSpPr>
        <p:spPr>
          <a:xfrm>
            <a:off x="1252874" y="3773437"/>
            <a:ext cx="6599536" cy="821235"/>
          </a:xfrm>
          <a:prstGeom prst="rect">
            <a:avLst/>
          </a:prstGeom>
        </p:spPr>
        <p:txBody>
          <a:bodyPr vert="horz" wrap="square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pPr algn="just"/>
            <a:r>
              <a:rPr lang="en-US" sz="2400" b="0" dirty="0">
                <a:latin typeface="+mn-lt"/>
              </a:rPr>
              <a:t>At the end of this unit, students will be able to </a:t>
            </a:r>
            <a:r>
              <a:rPr lang="en-GB" sz="2400" dirty="0">
                <a:solidFill>
                  <a:srgbClr val="FF0000"/>
                </a:solidFill>
                <a:latin typeface="+mn-lt"/>
              </a:rPr>
              <a:t>Calculate Examples on Basic Statistics</a:t>
            </a:r>
          </a:p>
        </p:txBody>
      </p:sp>
    </p:spTree>
    <p:extLst>
      <p:ext uri="{BB962C8B-B14F-4D97-AF65-F5344CB8AC3E}">
        <p14:creationId xmlns:p14="http://schemas.microsoft.com/office/powerpoint/2010/main" val="127326093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E988DA4-0944-4E8D-969E-D57D8844DC17}"/>
              </a:ext>
            </a:extLst>
          </p:cNvPr>
          <p:cNvCxnSpPr>
            <a:cxnSpLocks/>
            <a:endCxn id="15" idx="0"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3816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6591869" cy="447821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Topics 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Introduction to Frequency Distributions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Measure of Central Tendency</a:t>
            </a:r>
            <a:endParaRPr lang="en-GB" sz="2800" dirty="0">
              <a:solidFill>
                <a:srgbClr val="002060"/>
              </a:solidFill>
            </a:endParaRP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Measure of Variability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Moments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Measures of Skewness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Kurtosis Based on Moments</a:t>
            </a:r>
            <a:endParaRPr lang="en-US" sz="24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285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4536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9031509" cy="51450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Introduction to Frequency Distributions</a:t>
            </a:r>
            <a:endParaRPr lang="en-GB" sz="28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Ungrouped Data</a:t>
            </a:r>
            <a:endParaRPr lang="en-GB" sz="28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800" dirty="0">
                <a:solidFill>
                  <a:srgbClr val="002060"/>
                </a:solidFill>
              </a:rPr>
              <a:t>Grouped Data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2060"/>
                </a:solidFill>
              </a:rPr>
              <a:t>Measure of Central Tendency</a:t>
            </a:r>
            <a:endParaRPr lang="en-GB" sz="28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IN" sz="2800" dirty="0">
                <a:solidFill>
                  <a:srgbClr val="002060"/>
                </a:solidFill>
              </a:rPr>
              <a:t>Mean</a:t>
            </a:r>
            <a:endParaRPr lang="en-GB" sz="28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800" dirty="0">
                <a:solidFill>
                  <a:srgbClr val="002060"/>
                </a:solidFill>
              </a:rPr>
              <a:t>Median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800" dirty="0">
                <a:solidFill>
                  <a:srgbClr val="002060"/>
                </a:solidFill>
              </a:rPr>
              <a:t>Mode</a:t>
            </a:r>
            <a:endParaRPr lang="en-GB" sz="2400" dirty="0">
              <a:solidFill>
                <a:srgbClr val="002060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7980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521158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9031509" cy="6382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02060"/>
                </a:solidFill>
              </a:rPr>
              <a:t>Measure of Variability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02060"/>
                </a:solidFill>
              </a:rPr>
              <a:t>Range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02060"/>
                </a:solidFill>
              </a:rPr>
              <a:t>Standard Deviation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IN" sz="2400" dirty="0">
                <a:solidFill>
                  <a:srgbClr val="002060"/>
                </a:solidFill>
              </a:rPr>
              <a:t>Variance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02060"/>
                </a:solidFill>
              </a:rPr>
              <a:t>Coefficient of Variation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02060"/>
                </a:solidFill>
              </a:rPr>
              <a:t>Mean Deviation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02060"/>
                </a:solidFill>
              </a:rPr>
              <a:t>Moments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400" dirty="0">
                <a:solidFill>
                  <a:srgbClr val="002060"/>
                </a:solidFill>
              </a:rPr>
              <a:t>Moment About Mean 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400" dirty="0">
                <a:solidFill>
                  <a:srgbClr val="002060"/>
                </a:solidFill>
              </a:rPr>
              <a:t>Moment About Assumed Mean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IN" sz="2400" dirty="0">
                <a:solidFill>
                  <a:srgbClr val="002060"/>
                </a:solidFill>
              </a:rPr>
              <a:t>Moments About Zero</a:t>
            </a:r>
            <a:endParaRPr lang="en-GB" sz="2400" dirty="0">
              <a:solidFill>
                <a:srgbClr val="002060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5800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2304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76E2B377-4FAE-45E6-9F72-EEBB1CCCFFFD}"/>
              </a:ext>
            </a:extLst>
          </p:cNvPr>
          <p:cNvSpPr txBox="1"/>
          <p:nvPr/>
        </p:nvSpPr>
        <p:spPr>
          <a:xfrm>
            <a:off x="1428727" y="511456"/>
            <a:ext cx="9031509" cy="28433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400" dirty="0">
                <a:solidFill>
                  <a:srgbClr val="002060"/>
                </a:solidFill>
              </a:rPr>
              <a:t>Measures of Skewness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400" dirty="0">
                <a:solidFill>
                  <a:srgbClr val="002060"/>
                </a:solidFill>
              </a:rPr>
              <a:t>Karl Pearson’s Method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400" dirty="0">
                <a:solidFill>
                  <a:srgbClr val="002060"/>
                </a:solidFill>
              </a:rPr>
              <a:t>Method of Moment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en-GB" sz="2400" dirty="0">
                <a:solidFill>
                  <a:srgbClr val="002060"/>
                </a:solidFill>
              </a:rPr>
              <a:t>Kurtosis Based on Moments</a:t>
            </a:r>
          </a:p>
        </p:txBody>
      </p:sp>
    </p:spTree>
    <p:extLst>
      <p:ext uri="{BB962C8B-B14F-4D97-AF65-F5344CB8AC3E}">
        <p14:creationId xmlns:p14="http://schemas.microsoft.com/office/powerpoint/2010/main" val="3630764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14787265-98DF-4475-82EC-FF8E355199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8700" y="50801"/>
            <a:ext cx="10134600" cy="6756398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4493934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F90DF4-4BAB-3B03-04B5-A6F9BE3C35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3BF316-B46A-3ECB-9B98-A111AAE8B6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 to Statistics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CD773FC-0FCC-D226-427F-41363C29B9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59534"/>
            <a:ext cx="11929641" cy="3189011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dirty="0"/>
              <a:t>How does </a:t>
            </a:r>
            <a:r>
              <a:rPr lang="en-US" b="1" dirty="0"/>
              <a:t>Netflix</a:t>
            </a:r>
            <a:r>
              <a:rPr lang="en-US" dirty="0"/>
              <a:t> recommend movies? — </a:t>
            </a:r>
          </a:p>
          <a:p>
            <a:pPr>
              <a:lnSpc>
                <a:spcPct val="150000"/>
              </a:lnSpc>
            </a:pPr>
            <a:r>
              <a:rPr lang="en-US" dirty="0"/>
              <a:t>How does </a:t>
            </a:r>
            <a:r>
              <a:rPr lang="en-US" b="1" dirty="0"/>
              <a:t>Google</a:t>
            </a:r>
            <a:r>
              <a:rPr lang="en-US" dirty="0"/>
              <a:t> detect spam? — </a:t>
            </a:r>
          </a:p>
          <a:p>
            <a:pPr>
              <a:lnSpc>
                <a:spcPct val="150000"/>
              </a:lnSpc>
            </a:pPr>
            <a:r>
              <a:rPr lang="en-US" dirty="0"/>
              <a:t>Why does </a:t>
            </a:r>
            <a:r>
              <a:rPr lang="en-US" b="1" dirty="0"/>
              <a:t>ChatGPT</a:t>
            </a:r>
            <a:r>
              <a:rPr lang="en-US" dirty="0"/>
              <a:t> work? —</a:t>
            </a:r>
          </a:p>
          <a:p>
            <a:pPr>
              <a:lnSpc>
                <a:spcPct val="150000"/>
              </a:lnSpc>
            </a:pPr>
            <a:r>
              <a:rPr lang="en-US" dirty="0"/>
              <a:t>How do </a:t>
            </a:r>
            <a:r>
              <a:rPr lang="en-US" b="1" dirty="0"/>
              <a:t>companies</a:t>
            </a:r>
            <a:r>
              <a:rPr lang="en-US" dirty="0"/>
              <a:t> analyze user data? —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3D12698-E92F-5104-EAE1-E6FBC5F3B707}"/>
              </a:ext>
            </a:extLst>
          </p:cNvPr>
          <p:cNvSpPr txBox="1">
            <a:spLocks/>
          </p:cNvSpPr>
          <p:nvPr/>
        </p:nvSpPr>
        <p:spPr>
          <a:xfrm>
            <a:off x="6096000" y="759534"/>
            <a:ext cx="1728794" cy="72982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dirty="0"/>
              <a:t>Statistics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74B5167A-DF07-E698-CB32-72DC7E0A8CBA}"/>
              </a:ext>
            </a:extLst>
          </p:cNvPr>
          <p:cNvSpPr txBox="1">
            <a:spLocks/>
          </p:cNvSpPr>
          <p:nvPr/>
        </p:nvSpPr>
        <p:spPr>
          <a:xfrm>
            <a:off x="5126182" y="1510145"/>
            <a:ext cx="1728794" cy="72982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dirty="0"/>
              <a:t>Statistics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14EEABA5-9D4D-0179-915F-5DD643C91D21}"/>
              </a:ext>
            </a:extLst>
          </p:cNvPr>
          <p:cNvSpPr txBox="1">
            <a:spLocks/>
          </p:cNvSpPr>
          <p:nvPr/>
        </p:nvSpPr>
        <p:spPr>
          <a:xfrm>
            <a:off x="4355303" y="2291929"/>
            <a:ext cx="3697651" cy="72982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dirty="0"/>
              <a:t>Statistics + Probability</a:t>
            </a: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BA733CA-6D7A-C808-1E51-DBCDE0783DA0}"/>
              </a:ext>
            </a:extLst>
          </p:cNvPr>
          <p:cNvSpPr txBox="1">
            <a:spLocks/>
          </p:cNvSpPr>
          <p:nvPr/>
        </p:nvSpPr>
        <p:spPr>
          <a:xfrm>
            <a:off x="6085609" y="3073713"/>
            <a:ext cx="1728794" cy="72982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dirty="0"/>
              <a:t>Statistics</a:t>
            </a:r>
          </a:p>
        </p:txBody>
      </p:sp>
    </p:spTree>
    <p:extLst>
      <p:ext uri="{BB962C8B-B14F-4D97-AF65-F5344CB8AC3E}">
        <p14:creationId xmlns:p14="http://schemas.microsoft.com/office/powerpoint/2010/main" val="1475121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4" grpId="0"/>
      <p:bldP spid="5" grpId="0"/>
      <p:bldP spid="6" grpId="0"/>
      <p:bldP spid="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EDE1A-F4C1-90D0-5D22-A28773ECAD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EF6540-9E35-44AC-5320-F88E7EC612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 to Statistics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F2AB623-64CA-7418-5980-9AF2201BEB3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90709"/>
            <a:ext cx="11929641" cy="4467091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dirty="0"/>
              <a:t>Imagine you’re standing in the middle of a busy city — hundreds of cars rushing by, people hurrying to work, birds flying above, and thousands of unseen interactions happening every second. Now, what if someone asked you:</a:t>
            </a:r>
          </a:p>
          <a:p>
            <a:pPr marL="0" indent="0" algn="ctr">
              <a:lnSpc>
                <a:spcPct val="114000"/>
              </a:lnSpc>
              <a:buNone/>
            </a:pPr>
            <a:r>
              <a:rPr lang="en-US" b="1" i="1" dirty="0">
                <a:solidFill>
                  <a:schemeClr val="accent6">
                    <a:lumMod val="75000"/>
                  </a:schemeClr>
                </a:solidFill>
              </a:rPr>
              <a:t>“How busy is this city, really?”</a:t>
            </a:r>
          </a:p>
          <a:p>
            <a:pPr>
              <a:lnSpc>
                <a:spcPct val="114000"/>
              </a:lnSpc>
            </a:pPr>
            <a:r>
              <a:rPr lang="en-US" dirty="0"/>
              <a:t>You could never count </a:t>
            </a:r>
            <a:r>
              <a:rPr lang="en-US" i="1" dirty="0"/>
              <a:t>everything</a:t>
            </a:r>
            <a:r>
              <a:rPr lang="en-US" dirty="0"/>
              <a:t> — every car, every person, every step. But you could </a:t>
            </a:r>
            <a:r>
              <a:rPr lang="en-US" b="1" dirty="0"/>
              <a:t>collect data</a:t>
            </a:r>
            <a:r>
              <a:rPr lang="en-US" dirty="0"/>
              <a:t>, </a:t>
            </a:r>
            <a:r>
              <a:rPr lang="en-US" b="1" dirty="0"/>
              <a:t>analyze patterns</a:t>
            </a:r>
            <a:r>
              <a:rPr lang="en-US" dirty="0"/>
              <a:t> and </a:t>
            </a:r>
            <a:r>
              <a:rPr lang="en-US" b="1" dirty="0"/>
              <a:t>draw conclusions</a:t>
            </a:r>
            <a:r>
              <a:rPr lang="en-US" dirty="0"/>
              <a:t> that reflect the bigger picture.</a:t>
            </a:r>
          </a:p>
          <a:p>
            <a:pPr>
              <a:lnSpc>
                <a:spcPct val="114000"/>
              </a:lnSpc>
            </a:pPr>
            <a:r>
              <a:rPr lang="en-US" dirty="0"/>
              <a:t>That’s exactly what </a:t>
            </a:r>
            <a:r>
              <a:rPr lang="en-US" b="1" dirty="0"/>
              <a:t>Statistics</a:t>
            </a:r>
            <a:r>
              <a:rPr lang="en-US" dirty="0"/>
              <a:t> does.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F29BFC8-AD92-DD03-961D-6B56D9039CB2}"/>
              </a:ext>
            </a:extLst>
          </p:cNvPr>
          <p:cNvSpPr txBox="1"/>
          <p:nvPr/>
        </p:nvSpPr>
        <p:spPr>
          <a:xfrm>
            <a:off x="2340552" y="5185063"/>
            <a:ext cx="7697932" cy="1311962"/>
          </a:xfrm>
          <a:prstGeom prst="rect">
            <a:avLst/>
          </a:prstGeom>
          <a:noFill/>
          <a:ln w="28575">
            <a:solidFill>
              <a:schemeClr val="accent6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pPr marL="0" indent="0" algn="ctr">
              <a:lnSpc>
                <a:spcPct val="150000"/>
              </a:lnSpc>
              <a:buNone/>
            </a:pPr>
            <a:r>
              <a:rPr lang="en-US" sz="2800" b="1" dirty="0">
                <a:solidFill>
                  <a:schemeClr val="accent6">
                    <a:lumMod val="75000"/>
                  </a:schemeClr>
                </a:solidFill>
              </a:rPr>
              <a:t>Statistics</a:t>
            </a:r>
            <a:r>
              <a:rPr lang="en-US" sz="2800" dirty="0">
                <a:solidFill>
                  <a:schemeClr val="tx1"/>
                </a:solidFill>
              </a:rPr>
              <a:t> i</a:t>
            </a:r>
            <a:r>
              <a:rPr lang="en-US" sz="2800" dirty="0">
                <a:solidFill>
                  <a:srgbClr val="002060"/>
                </a:solidFill>
              </a:rPr>
              <a:t>s the science of </a:t>
            </a:r>
            <a:r>
              <a:rPr lang="en-US" sz="2800" b="1" dirty="0">
                <a:solidFill>
                  <a:srgbClr val="002060"/>
                </a:solidFill>
              </a:rPr>
              <a:t>collecting</a:t>
            </a:r>
            <a:r>
              <a:rPr lang="en-US" sz="2800" dirty="0">
                <a:solidFill>
                  <a:srgbClr val="002060"/>
                </a:solidFill>
              </a:rPr>
              <a:t>, </a:t>
            </a:r>
            <a:r>
              <a:rPr lang="en-US" sz="2800" b="1" dirty="0">
                <a:solidFill>
                  <a:srgbClr val="002060"/>
                </a:solidFill>
              </a:rPr>
              <a:t>organizing</a:t>
            </a:r>
            <a:r>
              <a:rPr lang="en-US" sz="2800" dirty="0">
                <a:solidFill>
                  <a:srgbClr val="002060"/>
                </a:solidFill>
              </a:rPr>
              <a:t>, </a:t>
            </a:r>
            <a:r>
              <a:rPr lang="en-US" sz="2800" b="1" dirty="0">
                <a:solidFill>
                  <a:srgbClr val="002060"/>
                </a:solidFill>
              </a:rPr>
              <a:t>analyzing</a:t>
            </a:r>
            <a:r>
              <a:rPr lang="en-US" sz="2800" dirty="0">
                <a:solidFill>
                  <a:srgbClr val="002060"/>
                </a:solidFill>
              </a:rPr>
              <a:t>, and </a:t>
            </a:r>
            <a:r>
              <a:rPr lang="en-US" sz="2800" b="1" dirty="0">
                <a:solidFill>
                  <a:srgbClr val="002060"/>
                </a:solidFill>
              </a:rPr>
              <a:t>interpreting</a:t>
            </a:r>
            <a:r>
              <a:rPr lang="en-US" sz="2800" dirty="0">
                <a:solidFill>
                  <a:srgbClr val="002060"/>
                </a:solidFill>
              </a:rPr>
              <a:t> data to make decisions</a:t>
            </a:r>
            <a:r>
              <a:rPr lang="en-US" sz="2800" dirty="0">
                <a:solidFill>
                  <a:schemeClr val="tx1"/>
                </a:solidFill>
              </a:rPr>
              <a:t>.</a:t>
            </a:r>
            <a:endParaRPr lang="en-IN" sz="2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2788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0A1EB8-1A52-550E-CBEA-7F4D84F2C6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Origin of the Word “Statistics”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8B2E05-2A95-24E3-AE4B-B1B96F35C7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11201"/>
            <a:ext cx="11929641" cy="5959764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dirty="0"/>
              <a:t>The word comes from:</a:t>
            </a:r>
          </a:p>
          <a:p>
            <a:pPr lvl="1">
              <a:lnSpc>
                <a:spcPct val="114000"/>
              </a:lnSpc>
            </a:pPr>
            <a:r>
              <a:rPr lang="en-US" b="1" dirty="0"/>
              <a:t>Latin:</a:t>
            </a:r>
            <a:r>
              <a:rPr lang="en-US" dirty="0"/>
              <a:t> </a:t>
            </a:r>
            <a:r>
              <a:rPr lang="en-US" i="1" dirty="0"/>
              <a:t>status</a:t>
            </a:r>
            <a:r>
              <a:rPr lang="en-US" dirty="0"/>
              <a:t> → meaning </a:t>
            </a:r>
            <a:r>
              <a:rPr lang="en-US" i="1" dirty="0"/>
              <a:t>state </a:t>
            </a:r>
            <a:r>
              <a:rPr lang="en-IN" dirty="0"/>
              <a:t>or </a:t>
            </a:r>
            <a:r>
              <a:rPr lang="en-IN" i="1" dirty="0"/>
              <a:t>condition</a:t>
            </a:r>
            <a:endParaRPr lang="en-US" dirty="0"/>
          </a:p>
          <a:p>
            <a:pPr lvl="1">
              <a:lnSpc>
                <a:spcPct val="114000"/>
              </a:lnSpc>
            </a:pPr>
            <a:r>
              <a:rPr lang="en-US" b="1" dirty="0"/>
              <a:t>Italian:</a:t>
            </a:r>
            <a:r>
              <a:rPr lang="en-US" dirty="0"/>
              <a:t> </a:t>
            </a:r>
            <a:r>
              <a:rPr lang="en-US" i="1" dirty="0" err="1"/>
              <a:t>statista</a:t>
            </a:r>
            <a:r>
              <a:rPr lang="en-US" dirty="0"/>
              <a:t> → meaning </a:t>
            </a:r>
            <a:r>
              <a:rPr lang="en-US" i="1" dirty="0"/>
              <a:t>statesman – </a:t>
            </a:r>
            <a:r>
              <a:rPr lang="en-US" dirty="0"/>
              <a:t>a person who runs the government</a:t>
            </a:r>
          </a:p>
          <a:p>
            <a:pPr lvl="1">
              <a:lnSpc>
                <a:spcPct val="114000"/>
              </a:lnSpc>
            </a:pPr>
            <a:r>
              <a:rPr lang="en-US" b="1" dirty="0"/>
              <a:t>German:</a:t>
            </a:r>
            <a:r>
              <a:rPr lang="en-US" dirty="0"/>
              <a:t> </a:t>
            </a:r>
            <a:r>
              <a:rPr lang="en-US" i="1" dirty="0" err="1"/>
              <a:t>statistik</a:t>
            </a:r>
            <a:r>
              <a:rPr lang="en-US" dirty="0"/>
              <a:t> → meaning </a:t>
            </a:r>
            <a:r>
              <a:rPr lang="en-US" i="1" dirty="0"/>
              <a:t>science of the state</a:t>
            </a:r>
          </a:p>
          <a:p>
            <a:pPr>
              <a:lnSpc>
                <a:spcPct val="114000"/>
              </a:lnSpc>
            </a:pPr>
            <a:r>
              <a:rPr lang="en-US" dirty="0"/>
              <a:t>It referred to the </a:t>
            </a:r>
            <a:r>
              <a:rPr lang="en-US" b="1" dirty="0"/>
              <a:t>systematic collection of facts</a:t>
            </a:r>
            <a:r>
              <a:rPr lang="en-US" dirty="0"/>
              <a:t> for the government: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Births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Deaths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Land records</a:t>
            </a:r>
          </a:p>
          <a:p>
            <a:pPr lvl="2">
              <a:lnSpc>
                <a:spcPct val="114000"/>
              </a:lnSpc>
            </a:pPr>
            <a:r>
              <a:rPr lang="en-US" dirty="0"/>
              <a:t>Originally, statistics was used by </a:t>
            </a:r>
            <a:r>
              <a:rPr lang="en-US" b="1" dirty="0"/>
              <a:t>kings and governments</a:t>
            </a:r>
            <a:r>
              <a:rPr lang="en-US" dirty="0"/>
              <a:t> to understand population, wealth, land, and taxes.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775223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98DE02-E1EF-B64F-669A-919884899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660FE5-BCC9-7D54-4D54-2E412AD896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What is </a:t>
            </a:r>
            <a:r>
              <a:rPr lang="en-US" dirty="0"/>
              <a:t>Statistics?</a:t>
            </a:r>
            <a:r>
              <a:rPr lang="en-IN" dirty="0"/>
              <a:t>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60130F2-7F5D-B1C1-7558-EA7071FCE4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49145"/>
            <a:ext cx="11929641" cy="4986638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Statistics</a:t>
            </a:r>
            <a:r>
              <a:rPr lang="en-US" dirty="0"/>
              <a:t> is the science of </a:t>
            </a:r>
            <a:r>
              <a:rPr lang="en-US" b="1" dirty="0"/>
              <a:t>collecting, organizing, analyzing, and interpreting data</a:t>
            </a:r>
            <a:r>
              <a:rPr lang="en-US" dirty="0"/>
              <a:t> to make informed decisions. It turns raw numbers into meaningful information — helping us understand what’s really happening beneath the surface.</a:t>
            </a:r>
          </a:p>
          <a:p>
            <a:pPr>
              <a:lnSpc>
                <a:spcPct val="150000"/>
              </a:lnSpc>
            </a:pPr>
            <a:r>
              <a:rPr lang="en-US" dirty="0"/>
              <a:t>It’s the reason doctors predict disease outbreaks, businesses forecast sales, scientists test hypotheses, and governments plan budgets. Without statistics, we would be lost in a world of unorganized facts — numbers with no meaning.</a:t>
            </a:r>
          </a:p>
          <a:p>
            <a:pPr marL="0" indent="0" algn="ctr">
              <a:lnSpc>
                <a:spcPct val="150000"/>
              </a:lnSpc>
              <a:buNone/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Statistics is the art of learning from data.</a:t>
            </a:r>
          </a:p>
        </p:txBody>
      </p:sp>
    </p:spTree>
    <p:extLst>
      <p:ext uri="{BB962C8B-B14F-4D97-AF65-F5344CB8AC3E}">
        <p14:creationId xmlns:p14="http://schemas.microsoft.com/office/powerpoint/2010/main" val="789421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12367-0D73-3EEA-AD25-4B13C62CA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1B8594-6B2C-0FAB-0B70-A3F39B35D6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What is Data?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AE3A6D7-1428-BD74-1372-8EDF122F32C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90707"/>
                <a:ext cx="11929641" cy="5590565"/>
              </a:xfrm>
            </p:spPr>
            <p:txBody>
              <a:bodyPr/>
              <a:lstStyle/>
              <a:p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Data = Any information collected for analysis / Raw facts or observations.</a:t>
                </a:r>
                <a:endParaRPr lang="en-US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r>
                  <a:rPr lang="en-US" b="1" dirty="0">
                    <a:solidFill>
                      <a:srgbClr val="3D3DEF"/>
                    </a:solidFill>
                  </a:rPr>
                  <a:t>Examples</a:t>
                </a:r>
                <a:r>
                  <a:rPr lang="en-US" dirty="0"/>
                  <a:t> </a:t>
                </a:r>
              </a:p>
              <a:p>
                <a:pPr lvl="1"/>
                <a:r>
                  <a:rPr lang="en-US" dirty="0"/>
                  <a:t>Marks of students: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23, 45, 67, 89, 45, 23</m:t>
                    </m:r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Heights of players: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160 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cm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, 170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cm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, 175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cm</m:t>
                    </m:r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Number of likes on Instagram posts →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1.4 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 2.5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K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, 40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M</m:t>
                    </m:r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Colors of cars: Red, Blue, White, Red</a:t>
                </a:r>
              </a:p>
              <a:p>
                <a:r>
                  <a:rPr lang="en-US" dirty="0"/>
                  <a:t>Data can be </a:t>
                </a:r>
                <a:r>
                  <a:rPr lang="en-US" i="1" dirty="0"/>
                  <a:t>numbers, text, images, audio, sensor output… anything that carries information.</a:t>
                </a:r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AE3A6D7-1428-BD74-1372-8EDF122F32C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90707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69289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5A6CD8-49D0-979E-A309-CA22369A53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03EEA66-E5FD-F9E3-4F05-A97AF44663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Data Converts into Frequency?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695F7E1-4FEC-B7F3-6C68-8938E1773AD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1188"/>
                <a:ext cx="11929641" cy="5692822"/>
              </a:xfrm>
            </p:spPr>
            <p:txBody>
              <a:bodyPr/>
              <a:lstStyle/>
              <a:p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Frequency = How many times a value appears.</a:t>
                </a:r>
              </a:p>
              <a:p>
                <a:pPr algn="l"/>
                <a:r>
                  <a:rPr lang="en-US" dirty="0"/>
                  <a:t>Data alone looks messy.</a:t>
                </a:r>
              </a:p>
              <a:p>
                <a:pPr lvl="1" algn="l"/>
                <a:r>
                  <a:rPr lang="en-US" dirty="0"/>
                  <a:t> Frequency helps us </a:t>
                </a:r>
                <a:r>
                  <a:rPr lang="en-US" i="1" dirty="0"/>
                  <a:t>count</a:t>
                </a:r>
                <a:r>
                  <a:rPr lang="en-US" dirty="0"/>
                  <a:t> how often each value occurs.</a:t>
                </a:r>
              </a:p>
              <a:p>
                <a:r>
                  <a:rPr lang="en-US" b="1" dirty="0">
                    <a:solidFill>
                      <a:srgbClr val="3D3DEF"/>
                    </a:solidFill>
                  </a:rPr>
                  <a:t>Example:</a:t>
                </a:r>
                <a:r>
                  <a:rPr lang="en-US" b="1" dirty="0"/>
                  <a:t> </a:t>
                </a:r>
                <a:r>
                  <a:rPr lang="en-US" dirty="0"/>
                  <a:t>Suppose data =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23, 45, 23, 67, 45, 23, 89</m:t>
                    </m:r>
                  </m:oMath>
                </a14:m>
                <a:endParaRPr lang="en-US" dirty="0"/>
              </a:p>
              <a:p>
                <a:pPr marL="271463" lvl="1" indent="0" algn="l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695F7E1-4FEC-B7F3-6C68-8938E1773AD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1188"/>
                <a:ext cx="11929641" cy="5692822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F298B51-94CB-9FF5-C97D-2CC1FF4FD49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70011168"/>
                  </p:ext>
                </p:extLst>
              </p:nvPr>
            </p:nvGraphicFramePr>
            <p:xfrm>
              <a:off x="1877289" y="3756812"/>
              <a:ext cx="3600000" cy="2340000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1800000">
                      <a:extLst>
                        <a:ext uri="{9D8B030D-6E8A-4147-A177-3AD203B41FA5}">
                          <a16:colId xmlns:a16="http://schemas.microsoft.com/office/drawing/2014/main" val="3810379983"/>
                        </a:ext>
                      </a:extLst>
                    </a:gridCol>
                    <a:gridCol w="1800000">
                      <a:extLst>
                        <a:ext uri="{9D8B030D-6E8A-4147-A177-3AD203B41FA5}">
                          <a16:colId xmlns:a16="http://schemas.microsoft.com/office/drawing/2014/main" val="536322893"/>
                        </a:ext>
                      </a:extLst>
                    </a:gridCol>
                  </a:tblGrid>
                  <a:tr h="468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:r>
                            <a:rPr lang="en-IN" sz="2400" b="1" dirty="0">
                              <a:solidFill>
                                <a:srgbClr val="002060"/>
                              </a:solidFill>
                            </a:rPr>
                            <a:t>Value</a:t>
                          </a:r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:r>
                            <a:rPr lang="en-IN" sz="2400" b="1">
                              <a:solidFill>
                                <a:srgbClr val="002060"/>
                              </a:solidFill>
                            </a:rPr>
                            <a:t>Frequency</a:t>
                          </a:r>
                          <a:endParaRPr lang="en-IN" sz="240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157257633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23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 xmlns:m="http://schemas.openxmlformats.org/officeDocument/2006/math">
                              <m: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oMath>
                          </a14:m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 times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275020454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45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 xmlns:m="http://schemas.openxmlformats.org/officeDocument/2006/math">
                              <m: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oMath>
                          </a14:m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 times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916867907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67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 xmlns:m="http://schemas.openxmlformats.org/officeDocument/2006/math">
                              <m: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oMath>
                          </a14:m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 time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959109228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89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 xmlns:m="http://schemas.openxmlformats.org/officeDocument/2006/math">
                              <m:r>
                                <a:rPr lang="en-IN" sz="24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oMath>
                          </a14:m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 time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7981454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F298B51-94CB-9FF5-C97D-2CC1FF4FD49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70011168"/>
                  </p:ext>
                </p:extLst>
              </p:nvPr>
            </p:nvGraphicFramePr>
            <p:xfrm>
              <a:off x="1877289" y="3756812"/>
              <a:ext cx="3600000" cy="2340000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1800000">
                      <a:extLst>
                        <a:ext uri="{9D8B030D-6E8A-4147-A177-3AD203B41FA5}">
                          <a16:colId xmlns:a16="http://schemas.microsoft.com/office/drawing/2014/main" val="3810379983"/>
                        </a:ext>
                      </a:extLst>
                    </a:gridCol>
                    <a:gridCol w="1800000">
                      <a:extLst>
                        <a:ext uri="{9D8B030D-6E8A-4147-A177-3AD203B41FA5}">
                          <a16:colId xmlns:a16="http://schemas.microsoft.com/office/drawing/2014/main" val="536322893"/>
                        </a:ext>
                      </a:extLst>
                    </a:gridCol>
                  </a:tblGrid>
                  <a:tr h="468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:r>
                            <a:rPr lang="en-IN" sz="2400" b="1" dirty="0">
                              <a:solidFill>
                                <a:srgbClr val="002060"/>
                              </a:solidFill>
                            </a:rPr>
                            <a:t>Value</a:t>
                          </a:r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:r>
                            <a:rPr lang="en-IN" sz="2400" b="1">
                              <a:solidFill>
                                <a:srgbClr val="002060"/>
                              </a:solidFill>
                            </a:rPr>
                            <a:t>Frequency</a:t>
                          </a:r>
                          <a:endParaRPr lang="en-IN" sz="240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157257633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338" t="-107792" r="-100676" b="-32857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100338" t="-107792" r="-676" b="-32857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75020454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338" t="-207792" r="-100676" b="-22857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100338" t="-207792" r="-676" b="-22857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916867907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338" t="-307792" r="-100676" b="-12857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100338" t="-307792" r="-676" b="-12857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959109228"/>
                      </a:ext>
                    </a:extLst>
                  </a:tr>
                  <a:tr h="468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338" t="-407792" r="-100676" b="-2857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3"/>
                          <a:stretch>
                            <a:fillRect l="-100338" t="-407792" r="-676" b="-2857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9814545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BA966842-0434-D853-290E-8E539AD4D8FD}"/>
              </a:ext>
            </a:extLst>
          </p:cNvPr>
          <p:cNvSpPr txBox="1"/>
          <p:nvPr/>
        </p:nvSpPr>
        <p:spPr>
          <a:xfrm>
            <a:off x="6714712" y="4449759"/>
            <a:ext cx="389659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2800" dirty="0">
                <a:solidFill>
                  <a:srgbClr val="002060"/>
                </a:solidFill>
              </a:rPr>
              <a:t>So here, </a:t>
            </a:r>
            <a:r>
              <a:rPr lang="en-US" sz="2800" b="1" dirty="0">
                <a:solidFill>
                  <a:srgbClr val="002060"/>
                </a:solidFill>
              </a:rPr>
              <a:t>frequency</a:t>
            </a:r>
            <a:r>
              <a:rPr lang="en-US" sz="2800" dirty="0">
                <a:solidFill>
                  <a:srgbClr val="002060"/>
                </a:solidFill>
              </a:rPr>
              <a:t> is just the count of repetition.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5024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2C9C2A-C1B3-AD41-33A4-0F57AD7AAE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E96FF8-6884-F9C0-18DF-41D8D1D95E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Why convert data → frequency?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72D619D-0428-2ECB-2445-FEFB4A69104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11489"/>
            <a:ext cx="11929641" cy="5590565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dirty="0"/>
              <a:t>You test your website 50 times and record the loading times:</a:t>
            </a:r>
          </a:p>
          <a:p>
            <a:pPr marL="0" indent="0" algn="ctr">
              <a:lnSpc>
                <a:spcPct val="114000"/>
              </a:lnSpc>
              <a:buNone/>
            </a:pPr>
            <a:r>
              <a:rPr lang="en-US" dirty="0"/>
              <a:t>1.2s, 1.3s, 1.5s, 1.3s, 2.0s, 1.2s, 2.5s, 2.1s, 1.2s, 1.3s … (50 readings)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 This is </a:t>
            </a:r>
            <a:r>
              <a:rPr lang="en-US" b="1" dirty="0"/>
              <a:t>RAW DATA</a:t>
            </a:r>
            <a:r>
              <a:rPr lang="en-US" dirty="0"/>
              <a:t>.</a:t>
            </a:r>
          </a:p>
          <a:p>
            <a:pPr>
              <a:lnSpc>
                <a:spcPct val="114000"/>
              </a:lnSpc>
            </a:pPr>
            <a:r>
              <a:rPr lang="en-US" b="1" dirty="0"/>
              <a:t>Why raw data is difficult?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You cannot see trends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You cannot understand performance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You cannot find how often a value occurs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You cannot make decisions</a:t>
            </a:r>
          </a:p>
          <a:p>
            <a:pPr>
              <a:lnSpc>
                <a:spcPct val="114000"/>
              </a:lnSpc>
            </a:pPr>
            <a:r>
              <a:rPr lang="en-US" dirty="0"/>
              <a:t>Raw data is like your </a:t>
            </a:r>
            <a:r>
              <a:rPr lang="en-US" b="1" dirty="0" err="1"/>
              <a:t>Whatsapp</a:t>
            </a:r>
            <a:r>
              <a:rPr lang="en-US" b="1" dirty="0"/>
              <a:t> chat backup</a:t>
            </a:r>
            <a:r>
              <a:rPr lang="en-US" dirty="0"/>
              <a:t>—big and unorganized.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750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171F68-B292-69B0-3944-57F0627C6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377766-ABEB-436B-BADA-846E3699D1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Frequency Distribution </a:t>
            </a:r>
            <a:r>
              <a:rPr lang="en-IN" dirty="0"/>
              <a:t>(Grouping the data)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A8677F1-BC8E-C1A8-D43C-9E9742A0A7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61188"/>
            <a:ext cx="11929641" cy="2802894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Frequency Distribution = A table that summarizes the entire data in a clean and meaningful format.</a:t>
            </a:r>
          </a:p>
          <a:p>
            <a:pPr>
              <a:lnSpc>
                <a:spcPct val="114000"/>
              </a:lnSpc>
            </a:pPr>
            <a:r>
              <a:rPr lang="en-US" dirty="0"/>
              <a:t>When we have </a:t>
            </a:r>
            <a:r>
              <a:rPr lang="en-US" b="1" dirty="0"/>
              <a:t>large data </a:t>
            </a:r>
            <a:r>
              <a:rPr lang="en-US" dirty="0"/>
              <a:t>and many values are close to each other, listing every number becomes messy.</a:t>
            </a:r>
          </a:p>
          <a:p>
            <a:pPr>
              <a:lnSpc>
                <a:spcPct val="114000"/>
              </a:lnSpc>
            </a:pPr>
            <a:r>
              <a:rPr lang="en-US" dirty="0"/>
              <a:t>So, we </a:t>
            </a:r>
            <a:r>
              <a:rPr lang="en-US" b="1" dirty="0"/>
              <a:t>group</a:t>
            </a:r>
            <a:r>
              <a:rPr lang="en-US" dirty="0"/>
              <a:t> the data into </a:t>
            </a:r>
            <a:r>
              <a:rPr lang="en-US" b="1" dirty="0"/>
              <a:t>class intervals</a:t>
            </a:r>
            <a:r>
              <a:rPr lang="en-US" dirty="0"/>
              <a:t>, like this:</a:t>
            </a:r>
          </a:p>
          <a:p>
            <a:pPr>
              <a:lnSpc>
                <a:spcPct val="114000"/>
              </a:lnSpc>
            </a:pPr>
            <a:endParaRPr lang="en-US" dirty="0"/>
          </a:p>
          <a:p>
            <a:pPr>
              <a:lnSpc>
                <a:spcPct val="114000"/>
              </a:lnSpc>
            </a:pPr>
            <a:endParaRPr lang="en-US" dirty="0"/>
          </a:p>
          <a:p>
            <a:pPr marL="0" indent="0">
              <a:lnSpc>
                <a:spcPct val="114000"/>
              </a:lnSpc>
              <a:buNone/>
            </a:pPr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C5D1FCAF-8524-FA30-D1A5-DFFCE5B1D8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2920788"/>
              </p:ext>
            </p:extLst>
          </p:nvPr>
        </p:nvGraphicFramePr>
        <p:xfrm>
          <a:off x="3446318" y="3732290"/>
          <a:ext cx="4647899" cy="1828800"/>
        </p:xfrm>
        <a:graphic>
          <a:graphicData uri="http://schemas.openxmlformats.org/drawingml/2006/table">
            <a:tbl>
              <a:tblPr>
                <a:tableStyleId>{E8B1032C-EA38-4F05-BA0D-38AFFFC7BED3}</a:tableStyleId>
              </a:tblPr>
              <a:tblGrid>
                <a:gridCol w="2503805">
                  <a:extLst>
                    <a:ext uri="{9D8B030D-6E8A-4147-A177-3AD203B41FA5}">
                      <a16:colId xmlns:a16="http://schemas.microsoft.com/office/drawing/2014/main" val="3810379983"/>
                    </a:ext>
                  </a:extLst>
                </a:gridCol>
                <a:gridCol w="2144094">
                  <a:extLst>
                    <a:ext uri="{9D8B030D-6E8A-4147-A177-3AD203B41FA5}">
                      <a16:colId xmlns:a16="http://schemas.microsoft.com/office/drawing/2014/main" val="536322893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b="1" dirty="0">
                          <a:solidFill>
                            <a:srgbClr val="002060"/>
                          </a:solidFill>
                        </a:rPr>
                        <a:t>Class Interval (sec)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b="1" dirty="0">
                          <a:solidFill>
                            <a:srgbClr val="002060"/>
                          </a:solidFill>
                        </a:rPr>
                        <a:t>Frequency (f)</a:t>
                      </a:r>
                      <a:endParaRPr lang="en-IN" sz="2400" dirty="0">
                        <a:solidFill>
                          <a:srgbClr val="00206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5725763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1.0 – 1.5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30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0204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1.6 – 2.0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22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1686790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2.1 – 2.5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15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5910922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66774B4-CDBD-2E26-5B9E-F08B2DC90962}"/>
              </a:ext>
            </a:extLst>
          </p:cNvPr>
          <p:cNvSpPr txBox="1"/>
          <p:nvPr/>
        </p:nvSpPr>
        <p:spPr>
          <a:xfrm>
            <a:off x="381000" y="5835202"/>
            <a:ext cx="613063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</a:rPr>
              <a:t>This is a </a:t>
            </a:r>
            <a:r>
              <a:rPr lang="en-US" sz="2800" b="1" dirty="0">
                <a:solidFill>
                  <a:srgbClr val="002060"/>
                </a:solidFill>
              </a:rPr>
              <a:t>frequency distribution table.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5582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26F15-B71D-880F-BCAB-28E8203356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04EC3A-8DC3-0068-D3E2-57F4D2DFCF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a Frequency Distribution?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1BEBEF-757A-3DC8-4811-59472C53D0C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20882"/>
            <a:ext cx="11929641" cy="5633127"/>
          </a:xfrm>
        </p:spPr>
        <p:txBody>
          <a:bodyPr/>
          <a:lstStyle/>
          <a:p>
            <a:pPr>
              <a:lnSpc>
                <a:spcPct val="114000"/>
              </a:lnSpc>
            </a:pPr>
            <a:r>
              <a:rPr lang="en-US" b="1" dirty="0"/>
              <a:t>Makes large data easy to read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Instead of dealing with 100 numbers, now just 3 groups.</a:t>
            </a:r>
          </a:p>
          <a:p>
            <a:pPr>
              <a:lnSpc>
                <a:spcPct val="114000"/>
              </a:lnSpc>
            </a:pPr>
            <a:r>
              <a:rPr lang="en-US" b="1" dirty="0"/>
              <a:t>Shows clear performance levels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1.0 – 1.5 sec = 30 times (Fast zone)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1.6 – 2.0 sec = 20 times (Medium zone)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2.1 – 2.5 sec = 10 times (Slow zone)</a:t>
            </a:r>
          </a:p>
          <a:p>
            <a:pPr>
              <a:lnSpc>
                <a:spcPct val="114000"/>
              </a:lnSpc>
            </a:pPr>
            <a:r>
              <a:rPr lang="en-US" b="1" dirty="0"/>
              <a:t>Helps in decision-making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If most times are in 1.0–1.5 sec → Your website is performing well.</a:t>
            </a:r>
          </a:p>
          <a:p>
            <a:pPr lvl="1">
              <a:lnSpc>
                <a:spcPct val="114000"/>
              </a:lnSpc>
            </a:pPr>
            <a:r>
              <a:rPr lang="en-US" dirty="0"/>
              <a:t>If slow times increase → You must optimize backend or database queries.</a:t>
            </a:r>
          </a:p>
          <a:p>
            <a:pPr marL="0" indent="0">
              <a:lnSpc>
                <a:spcPct val="114000"/>
              </a:lnSpc>
              <a:buNone/>
            </a:pPr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D6D44C9-596A-6191-8F74-FE5BBC9D96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6837247"/>
              </p:ext>
            </p:extLst>
          </p:nvPr>
        </p:nvGraphicFramePr>
        <p:xfrm>
          <a:off x="7412921" y="2514600"/>
          <a:ext cx="4647899" cy="1828800"/>
        </p:xfrm>
        <a:graphic>
          <a:graphicData uri="http://schemas.openxmlformats.org/drawingml/2006/table">
            <a:tbl>
              <a:tblPr>
                <a:tableStyleId>{E8B1032C-EA38-4F05-BA0D-38AFFFC7BED3}</a:tableStyleId>
              </a:tblPr>
              <a:tblGrid>
                <a:gridCol w="2503805">
                  <a:extLst>
                    <a:ext uri="{9D8B030D-6E8A-4147-A177-3AD203B41FA5}">
                      <a16:colId xmlns:a16="http://schemas.microsoft.com/office/drawing/2014/main" val="3810379983"/>
                    </a:ext>
                  </a:extLst>
                </a:gridCol>
                <a:gridCol w="2144094">
                  <a:extLst>
                    <a:ext uri="{9D8B030D-6E8A-4147-A177-3AD203B41FA5}">
                      <a16:colId xmlns:a16="http://schemas.microsoft.com/office/drawing/2014/main" val="536322893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b="1" dirty="0">
                          <a:solidFill>
                            <a:srgbClr val="002060"/>
                          </a:solidFill>
                        </a:rPr>
                        <a:t>Class Interval (sec)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b="1" dirty="0">
                          <a:solidFill>
                            <a:srgbClr val="002060"/>
                          </a:solidFill>
                        </a:rPr>
                        <a:t>Frequency (f)</a:t>
                      </a:r>
                      <a:endParaRPr lang="en-IN" sz="2400" dirty="0">
                        <a:solidFill>
                          <a:srgbClr val="00206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5725763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1.0 – 1.5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30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750204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1.6 – 2.0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22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1686790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2.1 – 2.5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IN" sz="2400" dirty="0">
                          <a:solidFill>
                            <a:srgbClr val="002060"/>
                          </a:solidFill>
                        </a:rPr>
                        <a:t>15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591092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505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/>
              <a:t>Introduction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01098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There are two types of statistics :</a:t>
            </a:r>
            <a:endParaRPr lang="en-IN" dirty="0"/>
          </a:p>
          <a:p>
            <a:pPr marL="271463" lvl="1" indent="0">
              <a:buNone/>
            </a:pPr>
            <a:r>
              <a:rPr lang="en-US" b="1" dirty="0"/>
              <a:t>(1) </a:t>
            </a:r>
            <a:r>
              <a:rPr lang="en-US" b="1" dirty="0">
                <a:solidFill>
                  <a:srgbClr val="FF0000"/>
                </a:solidFill>
              </a:rPr>
              <a:t>Descriptive Statistics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( Unit – 1 )</a:t>
            </a:r>
          </a:p>
          <a:p>
            <a:pPr lvl="2"/>
            <a:r>
              <a:rPr lang="en-GB" dirty="0"/>
              <a:t>Descriptive statistics refers to the quantitative methods used to </a:t>
            </a:r>
            <a:r>
              <a:rPr lang="en-GB" b="1" dirty="0">
                <a:solidFill>
                  <a:srgbClr val="0070C0"/>
                </a:solidFill>
              </a:rPr>
              <a:t>summarize</a:t>
            </a:r>
            <a:r>
              <a:rPr lang="en-GB" dirty="0"/>
              <a:t> a set of observations. </a:t>
            </a:r>
          </a:p>
          <a:p>
            <a:pPr lvl="2"/>
            <a:r>
              <a:rPr lang="en-GB" dirty="0"/>
              <a:t>This includes mean, median, mode, range, variance, standard deviation, etc.</a:t>
            </a:r>
          </a:p>
          <a:p>
            <a:pPr marL="261938" lvl="2" indent="0">
              <a:buNone/>
            </a:pPr>
            <a:r>
              <a:rPr lang="en-US" b="1" dirty="0"/>
              <a:t>(2) </a:t>
            </a:r>
            <a:r>
              <a:rPr lang="en-US" b="1" dirty="0">
                <a:solidFill>
                  <a:srgbClr val="FF0000"/>
                </a:solidFill>
              </a:rPr>
              <a:t>Inferential Statistics</a:t>
            </a:r>
            <a:r>
              <a:rPr lang="en-US" dirty="0"/>
              <a:t> ( Unit – 4 &amp; 5 )</a:t>
            </a:r>
          </a:p>
          <a:p>
            <a:pPr lvl="2"/>
            <a:r>
              <a:rPr lang="en-GB" dirty="0"/>
              <a:t>Inferential statistics </a:t>
            </a:r>
            <a:r>
              <a:rPr lang="en-GB" b="1" dirty="0">
                <a:solidFill>
                  <a:srgbClr val="0070C0"/>
                </a:solidFill>
              </a:rPr>
              <a:t>draw conclusions</a:t>
            </a:r>
            <a:r>
              <a:rPr lang="en-GB" dirty="0"/>
              <a:t> and </a:t>
            </a:r>
            <a:r>
              <a:rPr lang="en-GB" b="1" dirty="0">
                <a:solidFill>
                  <a:srgbClr val="0070C0"/>
                </a:solidFill>
              </a:rPr>
              <a:t>make predictions</a:t>
            </a:r>
            <a:r>
              <a:rPr lang="en-GB" dirty="0"/>
              <a:t> about a population based on a sample using techniques like hypothesis testing and regression.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612060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Descriptive Statistics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21880"/>
            <a:ext cx="11929641" cy="5672438"/>
          </a:xfrm>
        </p:spPr>
        <p:txBody>
          <a:bodyPr/>
          <a:lstStyle/>
          <a:p>
            <a:r>
              <a:rPr lang="en-US" b="1" dirty="0"/>
              <a:t>Descriptive Statistics</a:t>
            </a:r>
            <a:r>
              <a:rPr lang="en-US" dirty="0"/>
              <a:t> is a branch of statistics that </a:t>
            </a:r>
            <a:r>
              <a:rPr lang="en-US" b="1" dirty="0"/>
              <a:t>describes and summarizes data</a:t>
            </a:r>
            <a:r>
              <a:rPr lang="en-US" dirty="0"/>
              <a:t> in a simple and meaningful way.</a:t>
            </a:r>
          </a:p>
          <a:p>
            <a:pPr lvl="1"/>
            <a:r>
              <a:rPr lang="en-US" dirty="0"/>
              <a:t>It </a:t>
            </a:r>
            <a:r>
              <a:rPr lang="en-US" b="1" dirty="0"/>
              <a:t>does NOT make predictions</a:t>
            </a:r>
            <a:r>
              <a:rPr lang="en-US" dirty="0"/>
              <a:t> or generalizations.</a:t>
            </a:r>
          </a:p>
          <a:p>
            <a:pPr lvl="1"/>
            <a:r>
              <a:rPr lang="en-US" dirty="0"/>
              <a:t>It simply </a:t>
            </a:r>
            <a:r>
              <a:rPr lang="en-US" b="1" dirty="0"/>
              <a:t>tells what the data is showing</a:t>
            </a:r>
            <a:r>
              <a:rPr lang="en-US" dirty="0"/>
              <a:t>.</a:t>
            </a:r>
          </a:p>
          <a:p>
            <a:r>
              <a:rPr lang="en-US" dirty="0"/>
              <a:t>It answers questions like:</a:t>
            </a:r>
          </a:p>
          <a:p>
            <a:pPr lvl="1"/>
            <a:r>
              <a:rPr lang="en-US" dirty="0"/>
              <a:t> What is the average score of the class?</a:t>
            </a:r>
          </a:p>
          <a:p>
            <a:pPr lvl="1"/>
            <a:r>
              <a:rPr lang="en-US" dirty="0"/>
              <a:t> What is the highest and lowest mark?</a:t>
            </a:r>
          </a:p>
          <a:p>
            <a:pPr lvl="1"/>
            <a:r>
              <a:rPr lang="en-US" dirty="0"/>
              <a:t> How spread out are the marks?</a:t>
            </a:r>
          </a:p>
          <a:p>
            <a:pPr lvl="1"/>
            <a:r>
              <a:rPr lang="en-US" dirty="0"/>
              <a:t> Which value occurs most frequently?</a:t>
            </a:r>
          </a:p>
        </p:txBody>
      </p:sp>
    </p:spTree>
    <p:extLst>
      <p:ext uri="{BB962C8B-B14F-4D97-AF65-F5344CB8AC3E}">
        <p14:creationId xmlns:p14="http://schemas.microsoft.com/office/powerpoint/2010/main" val="2131417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E3322C-11EE-B0CF-B776-98E5BAD7F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65ABC61-95E7-1CAC-3207-DFDC1F3873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Descriptive Statistics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73BE52D-5D0B-EB58-2093-91A0D151FF4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21880"/>
            <a:ext cx="11929641" cy="5142502"/>
          </a:xfrm>
        </p:spPr>
        <p:txBody>
          <a:bodyPr/>
          <a:lstStyle/>
          <a:p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Population</a:t>
            </a:r>
            <a:r>
              <a:rPr lang="en-US" dirty="0"/>
              <a:t> and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sample</a:t>
            </a:r>
            <a:r>
              <a:rPr lang="en-US" dirty="0"/>
              <a:t> are the two sources of data in descriptive statistics.</a:t>
            </a:r>
          </a:p>
          <a:p>
            <a:pPr lvl="1"/>
            <a:r>
              <a:rPr lang="en-US" dirty="0"/>
              <a:t>When we have data for the </a:t>
            </a:r>
            <a:r>
              <a:rPr lang="en-US" b="1" dirty="0"/>
              <a:t>entire group</a:t>
            </a:r>
            <a:r>
              <a:rPr lang="en-US" dirty="0"/>
              <a:t>, we calculate descriptive statistics for the </a:t>
            </a:r>
            <a:r>
              <a:rPr lang="en-US" b="1" dirty="0"/>
              <a:t>whole population</a:t>
            </a:r>
            <a:r>
              <a:rPr lang="en-US" dirty="0"/>
              <a:t>.</a:t>
            </a:r>
          </a:p>
          <a:p>
            <a:pPr lvl="1"/>
            <a:r>
              <a:rPr lang="en-US" dirty="0"/>
              <a:t>When the population is </a:t>
            </a:r>
            <a:r>
              <a:rPr lang="en-US" b="1" dirty="0"/>
              <a:t>too large</a:t>
            </a:r>
            <a:r>
              <a:rPr lang="en-US" dirty="0"/>
              <a:t>, we take a </a:t>
            </a:r>
            <a:r>
              <a:rPr lang="en-US" b="1" dirty="0"/>
              <a:t>sample </a:t>
            </a:r>
            <a:r>
              <a:rPr lang="en-US" dirty="0"/>
              <a:t>— a smaller group.</a:t>
            </a:r>
          </a:p>
          <a:p>
            <a:pPr lvl="1" indent="0">
              <a:buNone/>
            </a:pPr>
            <a:r>
              <a:rPr lang="en-US" dirty="0"/>
              <a:t>Then we apply descriptive statistics to this sample.</a:t>
            </a:r>
          </a:p>
          <a:p>
            <a:pPr lvl="1"/>
            <a:r>
              <a:rPr lang="en-US" b="1" dirty="0"/>
              <a:t>Example </a:t>
            </a:r>
          </a:p>
          <a:p>
            <a:pPr lvl="2"/>
            <a:r>
              <a:rPr lang="en-US" dirty="0"/>
              <a:t>A company wants to know the coding performance of </a:t>
            </a:r>
            <a:r>
              <a:rPr lang="en-US" b="1" dirty="0"/>
              <a:t>10,000 job applicants</a:t>
            </a:r>
            <a:r>
              <a:rPr lang="en-US" dirty="0"/>
              <a:t>.</a:t>
            </a:r>
          </a:p>
          <a:p>
            <a:pPr lvl="2"/>
            <a:r>
              <a:rPr lang="en-US" dirty="0"/>
              <a:t>Impossible to test all → so they take a </a:t>
            </a:r>
            <a:r>
              <a:rPr lang="en-US" b="1" dirty="0"/>
              <a:t>sample of 200</a:t>
            </a:r>
            <a:r>
              <a:rPr lang="en-US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42739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489171-09C5-77B6-02DE-B28BCC54D8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203437B-26A1-6B5C-9D58-37AC505E6B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Descriptive Statistics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C5D6D00-23D8-7CBC-244B-4D3B1B4241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A data set is a </a:t>
            </a:r>
            <a:r>
              <a:rPr lang="en-US" b="1" dirty="0">
                <a:solidFill>
                  <a:srgbClr val="FF0000"/>
                </a:solidFill>
              </a:rPr>
              <a:t>collection</a:t>
            </a:r>
            <a:r>
              <a:rPr lang="en-US" dirty="0"/>
              <a:t> of observations from a </a:t>
            </a:r>
            <a:r>
              <a:rPr lang="en-US" b="1" dirty="0">
                <a:solidFill>
                  <a:srgbClr val="FF0000"/>
                </a:solidFill>
              </a:rPr>
              <a:t>sample or entire </a:t>
            </a:r>
            <a:r>
              <a:rPr lang="en-US" dirty="0"/>
              <a:t>population.</a:t>
            </a:r>
          </a:p>
          <a:p>
            <a:r>
              <a:rPr lang="en-US" dirty="0"/>
              <a:t>This data set is summarized and organized by </a:t>
            </a:r>
            <a:r>
              <a:rPr lang="en-US" b="1" dirty="0">
                <a:solidFill>
                  <a:srgbClr val="FF0000"/>
                </a:solidFill>
              </a:rPr>
              <a:t>Descriptive Statistics</a:t>
            </a:r>
            <a:r>
              <a:rPr lang="en-US" dirty="0"/>
              <a:t>.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DC3DA52A-B68D-55E2-71D8-235D18427059}"/>
              </a:ext>
            </a:extLst>
          </p:cNvPr>
          <p:cNvGrpSpPr/>
          <p:nvPr/>
        </p:nvGrpSpPr>
        <p:grpSpPr>
          <a:xfrm>
            <a:off x="419100" y="2635469"/>
            <a:ext cx="4923974" cy="2312041"/>
            <a:chOff x="419100" y="2635469"/>
            <a:chExt cx="4923974" cy="2312041"/>
          </a:xfrm>
        </p:grpSpPr>
        <p:pic>
          <p:nvPicPr>
            <p:cNvPr id="7" name="Graphic 6" descr="Man with solid fill">
              <a:extLst>
                <a:ext uri="{FF2B5EF4-FFF2-40B4-BE49-F238E27FC236}">
                  <a16:creationId xmlns:a16="http://schemas.microsoft.com/office/drawing/2014/main" id="{5E240C85-9C27-D744-3B68-D69BF0538C9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19100" y="2635469"/>
              <a:ext cx="914400" cy="914400"/>
            </a:xfrm>
            <a:prstGeom prst="rect">
              <a:avLst/>
            </a:prstGeom>
          </p:spPr>
        </p:pic>
        <p:pic>
          <p:nvPicPr>
            <p:cNvPr id="10" name="Graphic 9" descr="Man with solid fill">
              <a:extLst>
                <a:ext uri="{FF2B5EF4-FFF2-40B4-BE49-F238E27FC236}">
                  <a16:creationId xmlns:a16="http://schemas.microsoft.com/office/drawing/2014/main" id="{D2903EB5-917F-CE73-C5D7-50EBD88C2F2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91896" y="2635469"/>
              <a:ext cx="914400" cy="914400"/>
            </a:xfrm>
            <a:prstGeom prst="rect">
              <a:avLst/>
            </a:prstGeom>
          </p:spPr>
        </p:pic>
        <p:pic>
          <p:nvPicPr>
            <p:cNvPr id="11" name="Graphic 10" descr="Man with solid fill">
              <a:extLst>
                <a:ext uri="{FF2B5EF4-FFF2-40B4-BE49-F238E27FC236}">
                  <a16:creationId xmlns:a16="http://schemas.microsoft.com/office/drawing/2014/main" id="{16124AFB-9334-1135-4B8B-256D93F1BE9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564692" y="2635469"/>
              <a:ext cx="914400" cy="914400"/>
            </a:xfrm>
            <a:prstGeom prst="rect">
              <a:avLst/>
            </a:prstGeom>
          </p:spPr>
        </p:pic>
        <p:pic>
          <p:nvPicPr>
            <p:cNvPr id="12" name="Graphic 11" descr="Man with solid fill">
              <a:extLst>
                <a:ext uri="{FF2B5EF4-FFF2-40B4-BE49-F238E27FC236}">
                  <a16:creationId xmlns:a16="http://schemas.microsoft.com/office/drawing/2014/main" id="{944DE8FF-F210-08C6-B489-961C31D6D3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137488" y="2635469"/>
              <a:ext cx="914400" cy="914400"/>
            </a:xfrm>
            <a:prstGeom prst="rect">
              <a:avLst/>
            </a:prstGeom>
          </p:spPr>
        </p:pic>
        <p:pic>
          <p:nvPicPr>
            <p:cNvPr id="13" name="Graphic 12" descr="Man with solid fill">
              <a:extLst>
                <a:ext uri="{FF2B5EF4-FFF2-40B4-BE49-F238E27FC236}">
                  <a16:creationId xmlns:a16="http://schemas.microsoft.com/office/drawing/2014/main" id="{B3279B4C-3B03-966F-7954-03917B9037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710284" y="2635469"/>
              <a:ext cx="914400" cy="914400"/>
            </a:xfrm>
            <a:prstGeom prst="rect">
              <a:avLst/>
            </a:prstGeom>
          </p:spPr>
        </p:pic>
        <p:pic>
          <p:nvPicPr>
            <p:cNvPr id="14" name="Graphic 13" descr="Man with solid fill">
              <a:extLst>
                <a:ext uri="{FF2B5EF4-FFF2-40B4-BE49-F238E27FC236}">
                  <a16:creationId xmlns:a16="http://schemas.microsoft.com/office/drawing/2014/main" id="{C4063137-AFAC-3869-1B89-7D6526A3A2F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283080" y="2635469"/>
              <a:ext cx="914400" cy="914400"/>
            </a:xfrm>
            <a:prstGeom prst="rect">
              <a:avLst/>
            </a:prstGeom>
          </p:spPr>
        </p:pic>
        <p:pic>
          <p:nvPicPr>
            <p:cNvPr id="15" name="Graphic 14" descr="Man with solid fill">
              <a:extLst>
                <a:ext uri="{FF2B5EF4-FFF2-40B4-BE49-F238E27FC236}">
                  <a16:creationId xmlns:a16="http://schemas.microsoft.com/office/drawing/2014/main" id="{FA863121-8EB2-72EE-B1DC-846EBAC89D1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855876" y="2635469"/>
              <a:ext cx="914400" cy="914400"/>
            </a:xfrm>
            <a:prstGeom prst="rect">
              <a:avLst/>
            </a:prstGeom>
          </p:spPr>
        </p:pic>
        <p:pic>
          <p:nvPicPr>
            <p:cNvPr id="16" name="Graphic 15" descr="Man with solid fill">
              <a:extLst>
                <a:ext uri="{FF2B5EF4-FFF2-40B4-BE49-F238E27FC236}">
                  <a16:creationId xmlns:a16="http://schemas.microsoft.com/office/drawing/2014/main" id="{7A38928A-017C-8CA5-B337-371F6DDAFC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28674" y="2635469"/>
              <a:ext cx="914400" cy="914400"/>
            </a:xfrm>
            <a:prstGeom prst="rect">
              <a:avLst/>
            </a:prstGeom>
          </p:spPr>
        </p:pic>
        <p:pic>
          <p:nvPicPr>
            <p:cNvPr id="17" name="Graphic 16" descr="Man with solid fill">
              <a:extLst>
                <a:ext uri="{FF2B5EF4-FFF2-40B4-BE49-F238E27FC236}">
                  <a16:creationId xmlns:a16="http://schemas.microsoft.com/office/drawing/2014/main" id="{001D01B5-2172-F1F7-335E-DFA4ECA4C3A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19100" y="4033110"/>
              <a:ext cx="914400" cy="914400"/>
            </a:xfrm>
            <a:prstGeom prst="rect">
              <a:avLst/>
            </a:prstGeom>
          </p:spPr>
        </p:pic>
        <p:pic>
          <p:nvPicPr>
            <p:cNvPr id="18" name="Graphic 17" descr="Man with solid fill">
              <a:extLst>
                <a:ext uri="{FF2B5EF4-FFF2-40B4-BE49-F238E27FC236}">
                  <a16:creationId xmlns:a16="http://schemas.microsoft.com/office/drawing/2014/main" id="{DDB92AAF-0AB5-E6EC-A62A-5E9E040B38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91896" y="4033110"/>
              <a:ext cx="914400" cy="914400"/>
            </a:xfrm>
            <a:prstGeom prst="rect">
              <a:avLst/>
            </a:prstGeom>
          </p:spPr>
        </p:pic>
        <p:pic>
          <p:nvPicPr>
            <p:cNvPr id="19" name="Graphic 18" descr="Man with solid fill">
              <a:extLst>
                <a:ext uri="{FF2B5EF4-FFF2-40B4-BE49-F238E27FC236}">
                  <a16:creationId xmlns:a16="http://schemas.microsoft.com/office/drawing/2014/main" id="{5377C0C2-C7F4-70A0-5BA6-F3BE41D118C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564692" y="4033110"/>
              <a:ext cx="914400" cy="914400"/>
            </a:xfrm>
            <a:prstGeom prst="rect">
              <a:avLst/>
            </a:prstGeom>
          </p:spPr>
        </p:pic>
        <p:pic>
          <p:nvPicPr>
            <p:cNvPr id="20" name="Graphic 19" descr="Man with solid fill">
              <a:extLst>
                <a:ext uri="{FF2B5EF4-FFF2-40B4-BE49-F238E27FC236}">
                  <a16:creationId xmlns:a16="http://schemas.microsoft.com/office/drawing/2014/main" id="{DC360304-571F-5F45-AF01-58A454B987A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137488" y="4033110"/>
              <a:ext cx="914400" cy="914400"/>
            </a:xfrm>
            <a:prstGeom prst="rect">
              <a:avLst/>
            </a:prstGeom>
          </p:spPr>
        </p:pic>
        <p:pic>
          <p:nvPicPr>
            <p:cNvPr id="21" name="Graphic 20" descr="Man with solid fill">
              <a:extLst>
                <a:ext uri="{FF2B5EF4-FFF2-40B4-BE49-F238E27FC236}">
                  <a16:creationId xmlns:a16="http://schemas.microsoft.com/office/drawing/2014/main" id="{8CB54F29-116C-04FC-B8F2-F1977C81525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710284" y="4033110"/>
              <a:ext cx="914400" cy="914400"/>
            </a:xfrm>
            <a:prstGeom prst="rect">
              <a:avLst/>
            </a:prstGeom>
          </p:spPr>
        </p:pic>
        <p:pic>
          <p:nvPicPr>
            <p:cNvPr id="22" name="Graphic 21" descr="Man with solid fill">
              <a:extLst>
                <a:ext uri="{FF2B5EF4-FFF2-40B4-BE49-F238E27FC236}">
                  <a16:creationId xmlns:a16="http://schemas.microsoft.com/office/drawing/2014/main" id="{3A88EA53-7494-F70E-72FC-EFE68D98A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283080" y="4033110"/>
              <a:ext cx="914400" cy="914400"/>
            </a:xfrm>
            <a:prstGeom prst="rect">
              <a:avLst/>
            </a:prstGeom>
          </p:spPr>
        </p:pic>
        <p:pic>
          <p:nvPicPr>
            <p:cNvPr id="23" name="Graphic 22" descr="Man with solid fill">
              <a:extLst>
                <a:ext uri="{FF2B5EF4-FFF2-40B4-BE49-F238E27FC236}">
                  <a16:creationId xmlns:a16="http://schemas.microsoft.com/office/drawing/2014/main" id="{508C5144-E3C6-F116-A7DF-3EFE23CA8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855876" y="4033110"/>
              <a:ext cx="914400" cy="914400"/>
            </a:xfrm>
            <a:prstGeom prst="rect">
              <a:avLst/>
            </a:prstGeom>
          </p:spPr>
        </p:pic>
        <p:pic>
          <p:nvPicPr>
            <p:cNvPr id="24" name="Graphic 23" descr="Man with solid fill">
              <a:extLst>
                <a:ext uri="{FF2B5EF4-FFF2-40B4-BE49-F238E27FC236}">
                  <a16:creationId xmlns:a16="http://schemas.microsoft.com/office/drawing/2014/main" id="{EEF68019-4B2C-7BA7-BB36-58C27E025F7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28674" y="4033110"/>
              <a:ext cx="914400" cy="914400"/>
            </a:xfrm>
            <a:prstGeom prst="rect">
              <a:avLst/>
            </a:prstGeom>
          </p:spPr>
        </p:pic>
      </p:grpSp>
      <p:pic>
        <p:nvPicPr>
          <p:cNvPr id="25" name="Graphic 24" descr="Man with solid fill">
            <a:extLst>
              <a:ext uri="{FF2B5EF4-FFF2-40B4-BE49-F238E27FC236}">
                <a16:creationId xmlns:a16="http://schemas.microsoft.com/office/drawing/2014/main" id="{FE0837AE-C180-AC14-C352-AF8BE800755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84471" y="2635469"/>
            <a:ext cx="914400" cy="914400"/>
          </a:xfrm>
          <a:prstGeom prst="rect">
            <a:avLst/>
          </a:prstGeom>
        </p:spPr>
      </p:pic>
      <p:pic>
        <p:nvPicPr>
          <p:cNvPr id="26" name="Graphic 25" descr="Man with solid fill">
            <a:extLst>
              <a:ext uri="{FF2B5EF4-FFF2-40B4-BE49-F238E27FC236}">
                <a16:creationId xmlns:a16="http://schemas.microsoft.com/office/drawing/2014/main" id="{035742BD-3BD5-1C0E-4E28-8B21DF785C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957267" y="2635469"/>
            <a:ext cx="914400" cy="914400"/>
          </a:xfrm>
          <a:prstGeom prst="rect">
            <a:avLst/>
          </a:prstGeom>
        </p:spPr>
      </p:pic>
      <p:pic>
        <p:nvPicPr>
          <p:cNvPr id="27" name="Graphic 26" descr="Man with solid fill">
            <a:extLst>
              <a:ext uri="{FF2B5EF4-FFF2-40B4-BE49-F238E27FC236}">
                <a16:creationId xmlns:a16="http://schemas.microsoft.com/office/drawing/2014/main" id="{454156FD-254A-EED1-694C-1A9CBA0BD30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30063" y="2635469"/>
            <a:ext cx="914400" cy="914400"/>
          </a:xfrm>
          <a:prstGeom prst="rect">
            <a:avLst/>
          </a:prstGeom>
        </p:spPr>
      </p:pic>
      <p:pic>
        <p:nvPicPr>
          <p:cNvPr id="28" name="Graphic 27" descr="Man with solid fill">
            <a:extLst>
              <a:ext uri="{FF2B5EF4-FFF2-40B4-BE49-F238E27FC236}">
                <a16:creationId xmlns:a16="http://schemas.microsoft.com/office/drawing/2014/main" id="{89527C54-184C-EA8E-FF5A-8062F11F198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102859" y="2635469"/>
            <a:ext cx="914400" cy="914400"/>
          </a:xfrm>
          <a:prstGeom prst="rect">
            <a:avLst/>
          </a:prstGeom>
        </p:spPr>
      </p:pic>
      <p:pic>
        <p:nvPicPr>
          <p:cNvPr id="29" name="Graphic 28" descr="Man with solid fill">
            <a:extLst>
              <a:ext uri="{FF2B5EF4-FFF2-40B4-BE49-F238E27FC236}">
                <a16:creationId xmlns:a16="http://schemas.microsoft.com/office/drawing/2014/main" id="{203DAA7B-BE56-C62C-7ADB-74448A44F61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75655" y="2635469"/>
            <a:ext cx="914400" cy="914400"/>
          </a:xfrm>
          <a:prstGeom prst="rect">
            <a:avLst/>
          </a:prstGeom>
        </p:spPr>
      </p:pic>
      <p:pic>
        <p:nvPicPr>
          <p:cNvPr id="30" name="Graphic 29" descr="Man with solid fill">
            <a:extLst>
              <a:ext uri="{FF2B5EF4-FFF2-40B4-BE49-F238E27FC236}">
                <a16:creationId xmlns:a16="http://schemas.microsoft.com/office/drawing/2014/main" id="{D13AE091-8752-52F4-448E-5EEF098B8C4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248451" y="2635469"/>
            <a:ext cx="914400" cy="914400"/>
          </a:xfrm>
          <a:prstGeom prst="rect">
            <a:avLst/>
          </a:prstGeom>
        </p:spPr>
      </p:pic>
      <p:pic>
        <p:nvPicPr>
          <p:cNvPr id="31" name="Graphic 30" descr="Man with solid fill">
            <a:extLst>
              <a:ext uri="{FF2B5EF4-FFF2-40B4-BE49-F238E27FC236}">
                <a16:creationId xmlns:a16="http://schemas.microsoft.com/office/drawing/2014/main" id="{F368115D-1F9A-AFB9-BCA0-A0D5564A701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21247" y="2635469"/>
            <a:ext cx="914400" cy="914400"/>
          </a:xfrm>
          <a:prstGeom prst="rect">
            <a:avLst/>
          </a:prstGeom>
        </p:spPr>
      </p:pic>
      <p:pic>
        <p:nvPicPr>
          <p:cNvPr id="32" name="Graphic 31" descr="Man with solid fill">
            <a:extLst>
              <a:ext uri="{FF2B5EF4-FFF2-40B4-BE49-F238E27FC236}">
                <a16:creationId xmlns:a16="http://schemas.microsoft.com/office/drawing/2014/main" id="{99C28085-6D3E-D775-200D-4EAB694A759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394045" y="2635469"/>
            <a:ext cx="914400" cy="914400"/>
          </a:xfrm>
          <a:prstGeom prst="rect">
            <a:avLst/>
          </a:prstGeom>
        </p:spPr>
      </p:pic>
      <p:pic>
        <p:nvPicPr>
          <p:cNvPr id="33" name="Graphic 32" descr="Man with solid fill">
            <a:extLst>
              <a:ext uri="{FF2B5EF4-FFF2-40B4-BE49-F238E27FC236}">
                <a16:creationId xmlns:a16="http://schemas.microsoft.com/office/drawing/2014/main" id="{4D128ECC-CBAE-521A-2EAC-A30CABFE6F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84471" y="4033110"/>
            <a:ext cx="914400" cy="914400"/>
          </a:xfrm>
          <a:prstGeom prst="rect">
            <a:avLst/>
          </a:prstGeom>
        </p:spPr>
      </p:pic>
      <p:pic>
        <p:nvPicPr>
          <p:cNvPr id="34" name="Graphic 33" descr="Man with solid fill">
            <a:extLst>
              <a:ext uri="{FF2B5EF4-FFF2-40B4-BE49-F238E27FC236}">
                <a16:creationId xmlns:a16="http://schemas.microsoft.com/office/drawing/2014/main" id="{21E02FB8-05E7-809A-9C06-916E8EC0A7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957267" y="4033110"/>
            <a:ext cx="914400" cy="914400"/>
          </a:xfrm>
          <a:prstGeom prst="rect">
            <a:avLst/>
          </a:prstGeom>
        </p:spPr>
      </p:pic>
      <p:pic>
        <p:nvPicPr>
          <p:cNvPr id="35" name="Graphic 34" descr="Man with solid fill">
            <a:extLst>
              <a:ext uri="{FF2B5EF4-FFF2-40B4-BE49-F238E27FC236}">
                <a16:creationId xmlns:a16="http://schemas.microsoft.com/office/drawing/2014/main" id="{94492543-DE88-A709-C918-64D2E0EEF7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30063" y="4033110"/>
            <a:ext cx="914400" cy="914400"/>
          </a:xfrm>
          <a:prstGeom prst="rect">
            <a:avLst/>
          </a:prstGeom>
        </p:spPr>
      </p:pic>
      <p:pic>
        <p:nvPicPr>
          <p:cNvPr id="36" name="Graphic 35" descr="Man with solid fill">
            <a:extLst>
              <a:ext uri="{FF2B5EF4-FFF2-40B4-BE49-F238E27FC236}">
                <a16:creationId xmlns:a16="http://schemas.microsoft.com/office/drawing/2014/main" id="{C387488A-BE1E-E25B-8E8E-D41AE83DB94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102859" y="4033110"/>
            <a:ext cx="914400" cy="914400"/>
          </a:xfrm>
          <a:prstGeom prst="rect">
            <a:avLst/>
          </a:prstGeom>
        </p:spPr>
      </p:pic>
      <p:pic>
        <p:nvPicPr>
          <p:cNvPr id="37" name="Graphic 36" descr="Man with solid fill">
            <a:extLst>
              <a:ext uri="{FF2B5EF4-FFF2-40B4-BE49-F238E27FC236}">
                <a16:creationId xmlns:a16="http://schemas.microsoft.com/office/drawing/2014/main" id="{200051BC-D7CB-2FF2-9787-476E7FDE7F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75655" y="4033110"/>
            <a:ext cx="914400" cy="914400"/>
          </a:xfrm>
          <a:prstGeom prst="rect">
            <a:avLst/>
          </a:prstGeom>
        </p:spPr>
      </p:pic>
      <p:pic>
        <p:nvPicPr>
          <p:cNvPr id="38" name="Graphic 37" descr="Man with solid fill">
            <a:extLst>
              <a:ext uri="{FF2B5EF4-FFF2-40B4-BE49-F238E27FC236}">
                <a16:creationId xmlns:a16="http://schemas.microsoft.com/office/drawing/2014/main" id="{AC5C5D07-D2E7-1417-CA04-3632A7A5113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248451" y="4033110"/>
            <a:ext cx="914400" cy="914400"/>
          </a:xfrm>
          <a:prstGeom prst="rect">
            <a:avLst/>
          </a:prstGeom>
        </p:spPr>
      </p:pic>
      <p:pic>
        <p:nvPicPr>
          <p:cNvPr id="39" name="Graphic 38" descr="Man with solid fill">
            <a:extLst>
              <a:ext uri="{FF2B5EF4-FFF2-40B4-BE49-F238E27FC236}">
                <a16:creationId xmlns:a16="http://schemas.microsoft.com/office/drawing/2014/main" id="{FDF7AE21-5312-FCC1-2F55-D0EBF19E0C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21247" y="4033110"/>
            <a:ext cx="914400" cy="914400"/>
          </a:xfrm>
          <a:prstGeom prst="rect">
            <a:avLst/>
          </a:prstGeom>
        </p:spPr>
      </p:pic>
      <p:pic>
        <p:nvPicPr>
          <p:cNvPr id="40" name="Graphic 39" descr="Man with solid fill">
            <a:extLst>
              <a:ext uri="{FF2B5EF4-FFF2-40B4-BE49-F238E27FC236}">
                <a16:creationId xmlns:a16="http://schemas.microsoft.com/office/drawing/2014/main" id="{C1C28097-7A0E-0519-873F-064C9625A82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394045" y="4033110"/>
            <a:ext cx="914400" cy="914400"/>
          </a:xfrm>
          <a:prstGeom prst="rect">
            <a:avLst/>
          </a:prstGeom>
        </p:spPr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591B3B4F-B760-29D6-60E6-AAA66E54C728}"/>
              </a:ext>
            </a:extLst>
          </p:cNvPr>
          <p:cNvSpPr txBox="1"/>
          <p:nvPr/>
        </p:nvSpPr>
        <p:spPr>
          <a:xfrm>
            <a:off x="1166976" y="5294086"/>
            <a:ext cx="342822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800" b="1" dirty="0">
                <a:solidFill>
                  <a:srgbClr val="FF0000"/>
                </a:solidFill>
              </a:rPr>
              <a:t>Population 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F138945-F6D7-4DCB-364D-5926F52017D6}"/>
              </a:ext>
            </a:extLst>
          </p:cNvPr>
          <p:cNvSpPr txBox="1"/>
          <p:nvPr/>
        </p:nvSpPr>
        <p:spPr>
          <a:xfrm>
            <a:off x="7132347" y="5294086"/>
            <a:ext cx="342822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800" b="1" dirty="0">
                <a:solidFill>
                  <a:srgbClr val="FF0000"/>
                </a:solidFill>
              </a:rPr>
              <a:t>Sample</a:t>
            </a:r>
          </a:p>
        </p:txBody>
      </p:sp>
      <p:pic>
        <p:nvPicPr>
          <p:cNvPr id="46" name="Graphic 45" descr="Checkmark with solid fill">
            <a:extLst>
              <a:ext uri="{FF2B5EF4-FFF2-40B4-BE49-F238E27FC236}">
                <a16:creationId xmlns:a16="http://schemas.microsoft.com/office/drawing/2014/main" id="{3E8C49D6-7917-95E1-9299-25EC3C24C6E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3302" y="2309265"/>
            <a:ext cx="347922" cy="347922"/>
          </a:xfrm>
          <a:prstGeom prst="rect">
            <a:avLst/>
          </a:prstGeom>
        </p:spPr>
      </p:pic>
      <p:pic>
        <p:nvPicPr>
          <p:cNvPr id="47" name="Graphic 46" descr="Checkmark with solid fill">
            <a:extLst>
              <a:ext uri="{FF2B5EF4-FFF2-40B4-BE49-F238E27FC236}">
                <a16:creationId xmlns:a16="http://schemas.microsoft.com/office/drawing/2014/main" id="{758F2937-E489-93CC-87B5-B2C321D5CB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674124" y="2309265"/>
            <a:ext cx="347922" cy="347922"/>
          </a:xfrm>
          <a:prstGeom prst="rect">
            <a:avLst/>
          </a:prstGeom>
        </p:spPr>
      </p:pic>
      <p:pic>
        <p:nvPicPr>
          <p:cNvPr id="48" name="Graphic 47" descr="Checkmark with solid fill">
            <a:extLst>
              <a:ext uri="{FF2B5EF4-FFF2-40B4-BE49-F238E27FC236}">
                <a16:creationId xmlns:a16="http://schemas.microsoft.com/office/drawing/2014/main" id="{B5FDE297-A287-2075-405E-2DAB81F22F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531690" y="3756751"/>
            <a:ext cx="347922" cy="347922"/>
          </a:xfrm>
          <a:prstGeom prst="rect">
            <a:avLst/>
          </a:prstGeom>
        </p:spPr>
      </p:pic>
      <p:pic>
        <p:nvPicPr>
          <p:cNvPr id="49" name="Graphic 48" descr="Checkmark with solid fill">
            <a:extLst>
              <a:ext uri="{FF2B5EF4-FFF2-40B4-BE49-F238E27FC236}">
                <a16:creationId xmlns:a16="http://schemas.microsoft.com/office/drawing/2014/main" id="{7F8DACBF-F6C3-62D7-7195-EB61EF41914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86098" y="3756751"/>
            <a:ext cx="347922" cy="347922"/>
          </a:xfrm>
          <a:prstGeom prst="rect">
            <a:avLst/>
          </a:prstGeom>
        </p:spPr>
      </p:pic>
      <p:pic>
        <p:nvPicPr>
          <p:cNvPr id="50" name="Graphic 49" descr="Checkmark with solid fill">
            <a:extLst>
              <a:ext uri="{FF2B5EF4-FFF2-40B4-BE49-F238E27FC236}">
                <a16:creationId xmlns:a16="http://schemas.microsoft.com/office/drawing/2014/main" id="{D7130373-A59C-F0EF-53B8-80A81CDE9B2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3302" y="3756751"/>
            <a:ext cx="347922" cy="347922"/>
          </a:xfrm>
          <a:prstGeom prst="rect">
            <a:avLst/>
          </a:prstGeom>
        </p:spPr>
      </p:pic>
      <p:pic>
        <p:nvPicPr>
          <p:cNvPr id="54" name="Graphic 53" descr="Man with solid fill">
            <a:extLst>
              <a:ext uri="{FF2B5EF4-FFF2-40B4-BE49-F238E27FC236}">
                <a16:creationId xmlns:a16="http://schemas.microsoft.com/office/drawing/2014/main" id="{0FA35BF2-8AFF-A1DC-FA40-E9AFF59AE3A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530063" y="2635469"/>
            <a:ext cx="914400" cy="914400"/>
          </a:xfrm>
          <a:prstGeom prst="rect">
            <a:avLst/>
          </a:prstGeom>
        </p:spPr>
      </p:pic>
      <p:pic>
        <p:nvPicPr>
          <p:cNvPr id="55" name="Graphic 54" descr="Man with solid fill">
            <a:extLst>
              <a:ext uri="{FF2B5EF4-FFF2-40B4-BE49-F238E27FC236}">
                <a16:creationId xmlns:a16="http://schemas.microsoft.com/office/drawing/2014/main" id="{A6ED21AD-045A-12CE-0E59-0ADA5F4AC1A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94043" y="2635469"/>
            <a:ext cx="914400" cy="914400"/>
          </a:xfrm>
          <a:prstGeom prst="rect">
            <a:avLst/>
          </a:prstGeom>
        </p:spPr>
      </p:pic>
      <p:pic>
        <p:nvPicPr>
          <p:cNvPr id="56" name="Graphic 55" descr="Man with solid fill">
            <a:extLst>
              <a:ext uri="{FF2B5EF4-FFF2-40B4-BE49-F238E27FC236}">
                <a16:creationId xmlns:a16="http://schemas.microsoft.com/office/drawing/2014/main" id="{79BC81C7-CF77-705F-33FB-0090AAA98EB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530727" y="4033110"/>
            <a:ext cx="914400" cy="914400"/>
          </a:xfrm>
          <a:prstGeom prst="rect">
            <a:avLst/>
          </a:prstGeom>
        </p:spPr>
      </p:pic>
      <p:pic>
        <p:nvPicPr>
          <p:cNvPr id="57" name="Graphic 56" descr="Man with solid fill">
            <a:extLst>
              <a:ext uri="{FF2B5EF4-FFF2-40B4-BE49-F238E27FC236}">
                <a16:creationId xmlns:a16="http://schemas.microsoft.com/office/drawing/2014/main" id="{50E73C80-08FD-092D-9C6A-E2B040E77BA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102666" y="4033110"/>
            <a:ext cx="914400" cy="914400"/>
          </a:xfrm>
          <a:prstGeom prst="rect">
            <a:avLst/>
          </a:prstGeom>
        </p:spPr>
      </p:pic>
      <p:pic>
        <p:nvPicPr>
          <p:cNvPr id="58" name="Graphic 57" descr="Man with solid fill">
            <a:extLst>
              <a:ext uri="{FF2B5EF4-FFF2-40B4-BE49-F238E27FC236}">
                <a16:creationId xmlns:a16="http://schemas.microsoft.com/office/drawing/2014/main" id="{82F56B05-882F-474F-42A4-21E11538900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248783" y="4033110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8028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42" grpId="0"/>
      <p:bldP spid="4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Connector: Elbow 33">
            <a:extLst>
              <a:ext uri="{FF2B5EF4-FFF2-40B4-BE49-F238E27FC236}">
                <a16:creationId xmlns:a16="http://schemas.microsoft.com/office/drawing/2014/main" id="{D4EDBEAF-9539-0CA0-CF0F-4C469F896147}"/>
              </a:ext>
            </a:extLst>
          </p:cNvPr>
          <p:cNvCxnSpPr>
            <a:stCxn id="9" idx="1"/>
            <a:endCxn id="14" idx="0"/>
          </p:cNvCxnSpPr>
          <p:nvPr/>
        </p:nvCxnSpPr>
        <p:spPr>
          <a:xfrm rot="10800000" flipV="1">
            <a:off x="1911026" y="1201397"/>
            <a:ext cx="1682974" cy="687790"/>
          </a:xfrm>
          <a:prstGeom prst="bentConnector2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5FB0C07-38BF-BA64-96BF-1723531BD0EF}"/>
              </a:ext>
            </a:extLst>
          </p:cNvPr>
          <p:cNvCxnSpPr>
            <a:cxnSpLocks/>
            <a:stCxn id="9" idx="2"/>
            <a:endCxn id="16" idx="0"/>
          </p:cNvCxnSpPr>
          <p:nvPr/>
        </p:nvCxnSpPr>
        <p:spPr>
          <a:xfrm>
            <a:off x="6096000" y="1579397"/>
            <a:ext cx="0" cy="345790"/>
          </a:xfrm>
          <a:prstGeom prst="line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/>
              <a:t>Descriptive Statistics</a:t>
            </a:r>
            <a:r>
              <a:rPr lang="en-IN"/>
              <a:t> </a:t>
            </a:r>
            <a:endParaRPr lang="en-IN" dirty="0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07912AB-D6D3-2390-DA14-7B04FDFF0C2E}"/>
              </a:ext>
            </a:extLst>
          </p:cNvPr>
          <p:cNvSpPr/>
          <p:nvPr/>
        </p:nvSpPr>
        <p:spPr>
          <a:xfrm>
            <a:off x="3594000" y="823397"/>
            <a:ext cx="5004000" cy="756000"/>
          </a:xfrm>
          <a:prstGeom prst="roundRect">
            <a:avLst/>
          </a:prstGeom>
          <a:solidFill>
            <a:schemeClr val="tx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Descriptive Statistics</a:t>
            </a:r>
            <a:endParaRPr lang="en-IN" sz="3200" b="1" dirty="0">
              <a:solidFill>
                <a:schemeClr val="bg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7C983B8F-975D-2C38-4806-F649147056FB}"/>
              </a:ext>
            </a:extLst>
          </p:cNvPr>
          <p:cNvSpPr/>
          <p:nvPr/>
        </p:nvSpPr>
        <p:spPr>
          <a:xfrm>
            <a:off x="111026" y="1889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Distribution 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2027CD41-218F-B35A-E9D8-044D9B756D9B}"/>
              </a:ext>
            </a:extLst>
          </p:cNvPr>
          <p:cNvSpPr/>
          <p:nvPr/>
        </p:nvSpPr>
        <p:spPr>
          <a:xfrm>
            <a:off x="8480974" y="1925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Measure of Variability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A1449C35-9B65-BDFE-D321-F53E8CCA3405}"/>
              </a:ext>
            </a:extLst>
          </p:cNvPr>
          <p:cNvSpPr/>
          <p:nvPr/>
        </p:nvSpPr>
        <p:spPr>
          <a:xfrm>
            <a:off x="4296000" y="1925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Measure of central Tendency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3E0DD45B-55FD-9E64-FF93-022667AE0F3C}"/>
              </a:ext>
            </a:extLst>
          </p:cNvPr>
          <p:cNvSpPr/>
          <p:nvPr/>
        </p:nvSpPr>
        <p:spPr>
          <a:xfrm>
            <a:off x="214424" y="3268272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Ungrouped Distribution </a:t>
            </a:r>
            <a:endParaRPr lang="en-IN" sz="2400" dirty="0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55649EF-56A7-3DF1-F1B6-1F1D56907E22}"/>
              </a:ext>
            </a:extLst>
          </p:cNvPr>
          <p:cNvSpPr/>
          <p:nvPr/>
        </p:nvSpPr>
        <p:spPr>
          <a:xfrm>
            <a:off x="214424" y="4214081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Grouped Distribution </a:t>
            </a:r>
            <a:endParaRPr lang="en-IN" sz="2400" dirty="0"/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376855C7-2B1D-1B8F-E40C-FC28116DA2E9}"/>
              </a:ext>
            </a:extLst>
          </p:cNvPr>
          <p:cNvSpPr/>
          <p:nvPr/>
        </p:nvSpPr>
        <p:spPr>
          <a:xfrm>
            <a:off x="4944000" y="3268272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Mean</a:t>
            </a:r>
            <a:endParaRPr lang="en-IN" sz="2400" dirty="0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746FFEF0-F99F-D049-1751-04A3CAB008E2}"/>
              </a:ext>
            </a:extLst>
          </p:cNvPr>
          <p:cNvSpPr/>
          <p:nvPr/>
        </p:nvSpPr>
        <p:spPr>
          <a:xfrm>
            <a:off x="4944000" y="4214081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Median</a:t>
            </a:r>
            <a:endParaRPr lang="en-IN" sz="2400" dirty="0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112D35C3-1206-C1EF-184A-D57D43293271}"/>
              </a:ext>
            </a:extLst>
          </p:cNvPr>
          <p:cNvSpPr/>
          <p:nvPr/>
        </p:nvSpPr>
        <p:spPr>
          <a:xfrm>
            <a:off x="8570974" y="2969949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Range</a:t>
            </a:r>
            <a:endParaRPr lang="en-IN" sz="2400" dirty="0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2DB8214-2F8C-7567-F7B0-7C31BD390444}"/>
              </a:ext>
            </a:extLst>
          </p:cNvPr>
          <p:cNvSpPr/>
          <p:nvPr/>
        </p:nvSpPr>
        <p:spPr>
          <a:xfrm>
            <a:off x="8557576" y="3888051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Standard Deviation</a:t>
            </a:r>
            <a:endParaRPr lang="en-IN" sz="2400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0C494FC2-77EB-82BB-9986-868CDEB1DA90}"/>
              </a:ext>
            </a:extLst>
          </p:cNvPr>
          <p:cNvSpPr/>
          <p:nvPr/>
        </p:nvSpPr>
        <p:spPr>
          <a:xfrm>
            <a:off x="8557576" y="4818128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Mean Deviation</a:t>
            </a:r>
            <a:endParaRPr lang="en-IN" sz="2400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7DD656D5-F3DC-3545-F4D5-9FBA8850512E}"/>
              </a:ext>
            </a:extLst>
          </p:cNvPr>
          <p:cNvSpPr/>
          <p:nvPr/>
        </p:nvSpPr>
        <p:spPr>
          <a:xfrm>
            <a:off x="8570974" y="5748205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Moments , Skewness and Kurtosis</a:t>
            </a:r>
            <a:endParaRPr lang="en-IN" sz="2400" dirty="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6E8724D-5BCC-E6C1-F7FA-094AD5BC2381}"/>
              </a:ext>
            </a:extLst>
          </p:cNvPr>
          <p:cNvSpPr/>
          <p:nvPr/>
        </p:nvSpPr>
        <p:spPr>
          <a:xfrm>
            <a:off x="4944000" y="5159890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Mode</a:t>
            </a:r>
            <a:endParaRPr lang="en-IN" sz="2400" dirty="0"/>
          </a:p>
        </p:txBody>
      </p:sp>
      <p:cxnSp>
        <p:nvCxnSpPr>
          <p:cNvPr id="32" name="Connector: Elbow 31">
            <a:extLst>
              <a:ext uri="{FF2B5EF4-FFF2-40B4-BE49-F238E27FC236}">
                <a16:creationId xmlns:a16="http://schemas.microsoft.com/office/drawing/2014/main" id="{86FED923-4C33-E107-8FEA-E165D94D47E1}"/>
              </a:ext>
            </a:extLst>
          </p:cNvPr>
          <p:cNvCxnSpPr>
            <a:stCxn id="9" idx="3"/>
            <a:endCxn id="15" idx="0"/>
          </p:cNvCxnSpPr>
          <p:nvPr/>
        </p:nvCxnSpPr>
        <p:spPr>
          <a:xfrm>
            <a:off x="8598000" y="1201397"/>
            <a:ext cx="1682974" cy="723790"/>
          </a:xfrm>
          <a:prstGeom prst="bentConnector2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3CC43392-3FE6-8500-E452-2060FB7CEC45}"/>
              </a:ext>
            </a:extLst>
          </p:cNvPr>
          <p:cNvCxnSpPr>
            <a:stCxn id="14" idx="2"/>
            <a:endCxn id="17" idx="0"/>
          </p:cNvCxnSpPr>
          <p:nvPr/>
        </p:nvCxnSpPr>
        <p:spPr>
          <a:xfrm>
            <a:off x="1911026" y="2753187"/>
            <a:ext cx="13398" cy="515085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89121EDE-1CAB-FFFF-F536-904CAC722D20}"/>
              </a:ext>
            </a:extLst>
          </p:cNvPr>
          <p:cNvCxnSpPr>
            <a:stCxn id="16" idx="2"/>
            <a:endCxn id="19" idx="0"/>
          </p:cNvCxnSpPr>
          <p:nvPr/>
        </p:nvCxnSpPr>
        <p:spPr>
          <a:xfrm>
            <a:off x="6096000" y="2789187"/>
            <a:ext cx="0" cy="479085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8B13A4CE-08B7-95B0-0AFE-3E508ACB8ABD}"/>
              </a:ext>
            </a:extLst>
          </p:cNvPr>
          <p:cNvCxnSpPr>
            <a:stCxn id="15" idx="2"/>
            <a:endCxn id="22" idx="0"/>
          </p:cNvCxnSpPr>
          <p:nvPr/>
        </p:nvCxnSpPr>
        <p:spPr>
          <a:xfrm>
            <a:off x="10280974" y="2789187"/>
            <a:ext cx="0" cy="180762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92264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2" grpId="0" animBg="1"/>
      <p:bldP spid="23" grpId="0" animBg="1"/>
      <p:bldP spid="24" grpId="0" animBg="1"/>
      <p:bldP spid="25" grpId="0" animBg="1"/>
      <p:bldP spid="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latin typeface="+mj-lt"/>
              </a:rPr>
              <a:t>Method 1</a:t>
            </a:r>
            <a:br>
              <a:rPr lang="en-IN" dirty="0">
                <a:latin typeface="+mj-lt"/>
              </a:rPr>
            </a:br>
            <a:r>
              <a:rPr lang="en-US" dirty="0"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Frequency Distributions</a:t>
            </a:r>
            <a:endParaRPr lang="en-IN" dirty="0">
              <a:latin typeface="+mj-lt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A3AD517-2FFA-4A9A-87F2-3E2A104E60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620611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60C953AA-C491-2125-C518-FB32B1E6D7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/>
              <a:t>Frequency Distribution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GB" dirty="0"/>
              <a:t>A frequency distribution is a simple way to show </a:t>
            </a:r>
            <a:r>
              <a:rPr lang="en-GB" b="1" dirty="0">
                <a:solidFill>
                  <a:srgbClr val="0070C0"/>
                </a:solidFill>
              </a:rPr>
              <a:t>how often</a:t>
            </a:r>
            <a:r>
              <a:rPr lang="en-GB" b="1" dirty="0"/>
              <a:t> </a:t>
            </a:r>
            <a:r>
              <a:rPr lang="en-GB" b="1" dirty="0">
                <a:solidFill>
                  <a:srgbClr val="FF0000"/>
                </a:solidFill>
              </a:rPr>
              <a:t>each value</a:t>
            </a:r>
            <a:r>
              <a:rPr lang="en-GB" b="1" dirty="0"/>
              <a:t> </a:t>
            </a:r>
            <a:r>
              <a:rPr lang="en-GB" dirty="0"/>
              <a:t>or</a:t>
            </a:r>
            <a:r>
              <a:rPr lang="en-GB" b="1" dirty="0"/>
              <a:t> </a:t>
            </a:r>
            <a:r>
              <a:rPr lang="en-GB" b="1" dirty="0">
                <a:solidFill>
                  <a:srgbClr val="FF0000"/>
                </a:solidFill>
              </a:rPr>
              <a:t>group of values</a:t>
            </a:r>
            <a:r>
              <a:rPr lang="en-GB" b="1" dirty="0"/>
              <a:t> </a:t>
            </a:r>
            <a:r>
              <a:rPr lang="en-GB" b="1" dirty="0">
                <a:solidFill>
                  <a:srgbClr val="0070C0"/>
                </a:solidFill>
              </a:rPr>
              <a:t>appears</a:t>
            </a:r>
            <a:r>
              <a:rPr lang="en-GB" dirty="0"/>
              <a:t> in a set of data.</a:t>
            </a:r>
            <a:endParaRPr lang="en-IN" dirty="0"/>
          </a:p>
          <a:p>
            <a:r>
              <a:rPr lang="en-US" dirty="0"/>
              <a:t>Types of Frequency Distribution :</a:t>
            </a:r>
            <a:endParaRPr lang="en-IN" dirty="0"/>
          </a:p>
          <a:p>
            <a:pPr lvl="1"/>
            <a:r>
              <a:rPr lang="en-US" dirty="0"/>
              <a:t>There are </a:t>
            </a:r>
            <a:r>
              <a:rPr lang="en-US" b="1" dirty="0"/>
              <a:t>two</a:t>
            </a:r>
            <a:r>
              <a:rPr lang="en-US" dirty="0"/>
              <a:t> types of frequency distribution which is </a:t>
            </a:r>
            <a:endParaRPr lang="en-IN" dirty="0"/>
          </a:p>
          <a:p>
            <a:pPr lvl="2"/>
            <a:r>
              <a:rPr lang="en-US" dirty="0"/>
              <a:t>Frequency distribution of </a:t>
            </a:r>
            <a:r>
              <a:rPr lang="en-US" b="1" dirty="0">
                <a:solidFill>
                  <a:srgbClr val="FF0000"/>
                </a:solidFill>
              </a:rPr>
              <a:t>ungrouped</a:t>
            </a:r>
            <a:r>
              <a:rPr lang="en-US" dirty="0"/>
              <a:t> data</a:t>
            </a:r>
            <a:endParaRPr lang="en-IN" dirty="0"/>
          </a:p>
          <a:p>
            <a:pPr lvl="2"/>
            <a:r>
              <a:rPr lang="en-US" dirty="0"/>
              <a:t>Frequency distribution of </a:t>
            </a:r>
            <a:r>
              <a:rPr lang="en-US" b="1" dirty="0">
                <a:solidFill>
                  <a:srgbClr val="FF0000"/>
                </a:solidFill>
              </a:rPr>
              <a:t>grouped</a:t>
            </a:r>
            <a:r>
              <a:rPr lang="en-US" dirty="0"/>
              <a:t> data</a:t>
            </a:r>
          </a:p>
        </p:txBody>
      </p:sp>
    </p:spTree>
    <p:extLst>
      <p:ext uri="{BB962C8B-B14F-4D97-AF65-F5344CB8AC3E}">
        <p14:creationId xmlns:p14="http://schemas.microsoft.com/office/powerpoint/2010/main" val="4010176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Frequency Distribution of Ungrouped or Row Data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ungrouped frequency distribution is a type of frequency distribution that displays the frequency of each </a:t>
                </a:r>
                <a:r>
                  <a:rPr lang="en-US" b="1" dirty="0">
                    <a:solidFill>
                      <a:srgbClr val="FF0000"/>
                    </a:solidFill>
                  </a:rPr>
                  <a:t>individual data value</a:t>
                </a:r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</a:t>
                </a:r>
                <a:r>
                  <a:rPr lang="en-IN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</a:p>
              <a:p>
                <a:pPr lvl="1"/>
                <a:r>
                  <a:rPr lang="en-US" dirty="0"/>
                  <a:t>Marks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students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18.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04220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b="1" dirty="0"/>
              <a:t>Frequency Distribution of Grouped Data</a:t>
            </a:r>
            <a:endParaRPr lang="en-IN" b="1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b="1" dirty="0"/>
              <a:t>Discrete Frequency Distribution</a:t>
            </a:r>
            <a:endParaRPr lang="en-IN" b="1" dirty="0"/>
          </a:p>
          <a:p>
            <a:pPr lvl="1"/>
            <a:r>
              <a:rPr lang="en-US" dirty="0"/>
              <a:t>A discrete frequency distribution is a type of frequency distribution that shows </a:t>
            </a:r>
            <a:r>
              <a:rPr lang="en-US" b="1" dirty="0">
                <a:solidFill>
                  <a:srgbClr val="FF0000"/>
                </a:solidFill>
              </a:rPr>
              <a:t>each number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and the </a:t>
            </a:r>
            <a:r>
              <a:rPr lang="en-US" b="1" dirty="0">
                <a:solidFill>
                  <a:srgbClr val="FF0000"/>
                </a:solidFill>
              </a:rPr>
              <a:t>number of times it appears</a:t>
            </a:r>
            <a:r>
              <a:rPr lang="en-US" dirty="0"/>
              <a:t> in a list. </a:t>
            </a:r>
          </a:p>
          <a:p>
            <a:pPr lvl="1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</a:p>
          <a:p>
            <a:pPr lvl="2"/>
            <a:r>
              <a:rPr lang="en-US" dirty="0"/>
              <a:t>Data of students using library during exam time.</a:t>
            </a:r>
            <a:endParaRPr lang="en-IN" dirty="0"/>
          </a:p>
          <a:p>
            <a:pPr lvl="0"/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773376B-F8C3-ADFA-C3FA-E6B1AC8162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562311871"/>
                  </p:ext>
                </p:extLst>
              </p:nvPr>
            </p:nvGraphicFramePr>
            <p:xfrm>
              <a:off x="1152628" y="4154026"/>
              <a:ext cx="10420142" cy="1454194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480332">
                      <a:extLst>
                        <a:ext uri="{9D8B030D-6E8A-4147-A177-3AD203B41FA5}">
                          <a16:colId xmlns:a16="http://schemas.microsoft.com/office/drawing/2014/main" val="4268940938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3724137277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2062651270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1628548473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3216284944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2069591662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3459066054"/>
                        </a:ext>
                      </a:extLst>
                    </a:gridCol>
                  </a:tblGrid>
                  <a:tr h="727097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𝐱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23572"/>
                      </a:ext>
                    </a:extLst>
                  </a:tr>
                  <a:tr h="727097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6768671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773376B-F8C3-ADFA-C3FA-E6B1AC8162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562311871"/>
                  </p:ext>
                </p:extLst>
              </p:nvPr>
            </p:nvGraphicFramePr>
            <p:xfrm>
              <a:off x="1152628" y="4154026"/>
              <a:ext cx="10420142" cy="1454194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480332">
                      <a:extLst>
                        <a:ext uri="{9D8B030D-6E8A-4147-A177-3AD203B41FA5}">
                          <a16:colId xmlns:a16="http://schemas.microsoft.com/office/drawing/2014/main" val="4268940938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3724137277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2062651270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1628548473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3216284944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2069591662"/>
                        </a:ext>
                      </a:extLst>
                    </a:gridCol>
                    <a:gridCol w="1156635">
                      <a:extLst>
                        <a:ext uri="{9D8B030D-6E8A-4147-A177-3AD203B41FA5}">
                          <a16:colId xmlns:a16="http://schemas.microsoft.com/office/drawing/2014/main" val="3459066054"/>
                        </a:ext>
                      </a:extLst>
                    </a:gridCol>
                  </a:tblGrid>
                  <a:tr h="72709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75" t="-833" r="-199825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1053" t="-833" r="-500526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01053" t="-833" r="-400526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1053" t="-833" r="-300526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604233" t="-833" r="-202116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700526" t="-833" r="-101053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00526" t="-833" r="-1053" b="-1091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0823572"/>
                      </a:ext>
                    </a:extLst>
                  </a:tr>
                  <a:tr h="72709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75" t="-101681" r="-199825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1053" t="-101681" r="-500526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01053" t="-101681" r="-400526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1053" t="-101681" r="-300526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604233" t="-101681" r="-202116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700526" t="-101681" r="-101053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800526" t="-101681" r="-1053" b="-100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67686719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62253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b="1" dirty="0"/>
              <a:t>Frequency Distribution of Grouped Data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Continuous Frequency Distribution</a:t>
            </a:r>
            <a:endParaRPr lang="en-IN" b="1" dirty="0"/>
          </a:p>
          <a:p>
            <a:pPr lvl="1"/>
            <a:r>
              <a:rPr lang="en-US" dirty="0"/>
              <a:t>A continuous frequency distribution is a series in which the data are </a:t>
            </a:r>
            <a:r>
              <a:rPr lang="en-US" b="1" dirty="0">
                <a:solidFill>
                  <a:srgbClr val="FF0000"/>
                </a:solidFill>
              </a:rPr>
              <a:t>classified into different class intervals</a:t>
            </a:r>
            <a:r>
              <a:rPr lang="en-US" dirty="0"/>
              <a:t>.</a:t>
            </a:r>
          </a:p>
          <a:p>
            <a:pPr lvl="1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  <a:endParaRPr lang="en-IN" b="1" dirty="0">
              <a:solidFill>
                <a:schemeClr val="accent6">
                  <a:lumMod val="50000"/>
                </a:schemeClr>
              </a:solidFill>
            </a:endParaRPr>
          </a:p>
          <a:p>
            <a:pPr lvl="2"/>
            <a:r>
              <a:rPr lang="en-US" dirty="0"/>
              <a:t>Data of students using library during exam time.</a:t>
            </a:r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73E1C983-DD88-7E3D-D604-B703DCF2B4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86935206"/>
                  </p:ext>
                </p:extLst>
              </p:nvPr>
            </p:nvGraphicFramePr>
            <p:xfrm>
              <a:off x="1111813" y="4144187"/>
              <a:ext cx="10794515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27730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0−2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3−5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6−8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9−11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73E1C983-DD88-7E3D-D604-B703DCF2B4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86935206"/>
                  </p:ext>
                </p:extLst>
              </p:nvPr>
            </p:nvGraphicFramePr>
            <p:xfrm>
              <a:off x="1111813" y="4144187"/>
              <a:ext cx="10794515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27730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75000" t="-840" r="-301299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74110" t="-840" r="-200324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75325" t="-840" r="-100974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73786" t="-840" r="-647" b="-10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6" t="-100840" r="-22974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75000" t="-100840" r="-301299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74110" t="-100840" r="-200324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75325" t="-100840" r="-100974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73786" t="-100840" r="-647" b="-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667177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Continuous Frequency Distribution: Class Intervals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2466250"/>
                <a:ext cx="11929641" cy="3987759"/>
              </a:xfrm>
            </p:spPr>
            <p:txBody>
              <a:bodyPr/>
              <a:lstStyle/>
              <a:p>
                <a:r>
                  <a:rPr lang="en-US" b="1" dirty="0"/>
                  <a:t>Lower Bound &amp; Upper Bound</a:t>
                </a:r>
                <a:endParaRPr lang="en-IN" dirty="0"/>
              </a:p>
              <a:p>
                <a:pPr lvl="1"/>
                <a:r>
                  <a:rPr lang="en-US" dirty="0"/>
                  <a:t>For the class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dirty="0"/>
                  <a:t>, </a:t>
                </a:r>
                <a:endParaRPr lang="en-IN" dirty="0"/>
              </a:p>
              <a:p>
                <a:pPr marL="628650" lvl="1" indent="0">
                  <a:buNone/>
                </a:pPr>
                <a:r>
                  <a:rPr lang="en-US" b="1" dirty="0">
                    <a:solidFill>
                      <a:srgbClr val="FF0000"/>
                    </a:solidFill>
                  </a:rPr>
                  <a:t>lower</a:t>
                </a:r>
                <a:r>
                  <a:rPr lang="en-US" dirty="0"/>
                  <a:t> bound is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en-US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and </a:t>
                </a:r>
              </a:p>
              <a:p>
                <a:pPr marL="628650" lvl="1" indent="0">
                  <a:buNone/>
                </a:pPr>
                <a:r>
                  <a:rPr lang="en-US" b="1" dirty="0">
                    <a:solidFill>
                      <a:srgbClr val="0070C0"/>
                    </a:solidFill>
                  </a:rPr>
                  <a:t>upper</a:t>
                </a:r>
                <a:r>
                  <a:rPr lang="en-US" dirty="0"/>
                  <a:t> bound is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IN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endParaRPr lang="en-IN" dirty="0"/>
              </a:p>
              <a:p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2466250"/>
                <a:ext cx="11929641" cy="3987759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38804D4-C79D-4ACF-9351-5D14F609A9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25008510"/>
                  </p:ext>
                </p:extLst>
              </p:nvPr>
            </p:nvGraphicFramePr>
            <p:xfrm>
              <a:off x="698742" y="868725"/>
              <a:ext cx="10794515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27730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0−2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3−5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6−8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9−11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38804D4-C79D-4ACF-9351-5D14F609A9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25008510"/>
                  </p:ext>
                </p:extLst>
              </p:nvPr>
            </p:nvGraphicFramePr>
            <p:xfrm>
              <a:off x="698742" y="868725"/>
              <a:ext cx="10794515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27730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879302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5000" t="-840" r="-301299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4110" t="-840" r="-200324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5325" t="-840" r="-100974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73786" t="-840" r="-647" b="-10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6" t="-101695" r="-229740" b="-1016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5000" t="-101695" r="-301299" b="-1016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4110" t="-101695" r="-200324" b="-1016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5325" t="-101695" r="-100974" b="-1016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73786" t="-101695" r="-647" b="-1016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6" name="Oval 5">
            <a:extLst>
              <a:ext uri="{FF2B5EF4-FFF2-40B4-BE49-F238E27FC236}">
                <a16:creationId xmlns:a16="http://schemas.microsoft.com/office/drawing/2014/main" id="{A1210E9D-F876-4F67-9B6E-22E0425D4856}"/>
              </a:ext>
            </a:extLst>
          </p:cNvPr>
          <p:cNvSpPr/>
          <p:nvPr/>
        </p:nvSpPr>
        <p:spPr>
          <a:xfrm>
            <a:off x="4359275" y="1003254"/>
            <a:ext cx="482600" cy="482600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9CCCC08-83DE-46DC-B400-5A0A751004D8}"/>
              </a:ext>
            </a:extLst>
          </p:cNvPr>
          <p:cNvSpPr/>
          <p:nvPr/>
        </p:nvSpPr>
        <p:spPr>
          <a:xfrm>
            <a:off x="6231255" y="1003254"/>
            <a:ext cx="482600" cy="482600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B4BD2002-2711-408F-A62D-C18FD4ACC25F}"/>
              </a:ext>
            </a:extLst>
          </p:cNvPr>
          <p:cNvSpPr/>
          <p:nvPr/>
        </p:nvSpPr>
        <p:spPr>
          <a:xfrm>
            <a:off x="8129269" y="1003254"/>
            <a:ext cx="482600" cy="482600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656C29E5-7758-44FA-993A-DB59D3CE0A1C}"/>
              </a:ext>
            </a:extLst>
          </p:cNvPr>
          <p:cNvSpPr/>
          <p:nvPr/>
        </p:nvSpPr>
        <p:spPr>
          <a:xfrm>
            <a:off x="9897745" y="1003254"/>
            <a:ext cx="482600" cy="482600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8ADF2608-7250-4A22-906F-F9DE241D3B6A}"/>
              </a:ext>
            </a:extLst>
          </p:cNvPr>
          <p:cNvSpPr/>
          <p:nvPr/>
        </p:nvSpPr>
        <p:spPr>
          <a:xfrm>
            <a:off x="4984886" y="1003254"/>
            <a:ext cx="482600" cy="482600"/>
          </a:xfrm>
          <a:prstGeom prst="ellipse">
            <a:avLst/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CD2C8C6-7FAA-42E5-9C1F-AC7BB112F6BD}"/>
              </a:ext>
            </a:extLst>
          </p:cNvPr>
          <p:cNvSpPr/>
          <p:nvPr/>
        </p:nvSpPr>
        <p:spPr>
          <a:xfrm>
            <a:off x="6858408" y="1003254"/>
            <a:ext cx="482600" cy="482600"/>
          </a:xfrm>
          <a:prstGeom prst="ellipse">
            <a:avLst/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8DC07274-EC6D-4534-B670-31286BD6A526}"/>
              </a:ext>
            </a:extLst>
          </p:cNvPr>
          <p:cNvSpPr/>
          <p:nvPr/>
        </p:nvSpPr>
        <p:spPr>
          <a:xfrm>
            <a:off x="8746012" y="1003254"/>
            <a:ext cx="482600" cy="482600"/>
          </a:xfrm>
          <a:prstGeom prst="ellipse">
            <a:avLst/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70D7CBA-3E6C-4567-B7EF-BFCE76D2CCFE}"/>
              </a:ext>
            </a:extLst>
          </p:cNvPr>
          <p:cNvSpPr/>
          <p:nvPr/>
        </p:nvSpPr>
        <p:spPr>
          <a:xfrm>
            <a:off x="10619301" y="1003254"/>
            <a:ext cx="482600" cy="482600"/>
          </a:xfrm>
          <a:prstGeom prst="ellipse">
            <a:avLst/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94156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7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6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Continuous Frequency Distribution: Class Intervals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IN" dirty="0"/>
                  <a:t>There are two types of class interval</a:t>
                </a:r>
                <a:endParaRPr lang="en-US" dirty="0"/>
              </a:p>
              <a:p>
                <a:pPr lvl="1"/>
                <a:r>
                  <a:rPr lang="en-US" b="1" dirty="0"/>
                  <a:t>Exclusive Class</a:t>
                </a:r>
                <a:endParaRPr lang="en-IN" b="1" dirty="0"/>
              </a:p>
              <a:p>
                <a:pPr lvl="2"/>
                <a:r>
                  <a:rPr lang="en-US" dirty="0"/>
                  <a:t>If classes of frequency distributions are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𝟔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… </m:t>
                    </m:r>
                  </m:oMath>
                </a14:m>
                <a:r>
                  <a:rPr lang="en-US" dirty="0"/>
                  <a:t>such classes are known as exclusive classes.</a:t>
                </a:r>
              </a:p>
              <a:p>
                <a:pPr lvl="2"/>
                <a:r>
                  <a:rPr lang="en-US" dirty="0"/>
                  <a:t>Here, upper bound is </a:t>
                </a:r>
                <a:r>
                  <a:rPr lang="en-US" b="1" dirty="0">
                    <a:solidFill>
                      <a:srgbClr val="FF0000"/>
                    </a:solidFill>
                  </a:rPr>
                  <a:t>excluded</a:t>
                </a:r>
                <a:r>
                  <a:rPr lang="en-US" dirty="0"/>
                  <a:t> from class interval.</a:t>
                </a:r>
              </a:p>
              <a:p>
                <a:pPr lvl="1"/>
                <a:r>
                  <a:rPr lang="en-US" b="1" dirty="0"/>
                  <a:t>Inclusive Class</a:t>
                </a:r>
                <a:endParaRPr lang="en-IN" b="1" dirty="0"/>
              </a:p>
              <a:p>
                <a:pPr lvl="2"/>
                <a:r>
                  <a:rPr lang="en-US" dirty="0"/>
                  <a:t>If classes of frequency distributions are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𝟔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𝟖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lang="en-US" dirty="0"/>
                  <a:t> such classes are known as inclusive classes.</a:t>
                </a:r>
              </a:p>
              <a:p>
                <a:pPr lvl="2"/>
                <a:r>
                  <a:rPr lang="en-US" dirty="0"/>
                  <a:t>Here, upper bound is </a:t>
                </a:r>
                <a:r>
                  <a:rPr lang="en-US" b="1" dirty="0">
                    <a:solidFill>
                      <a:srgbClr val="FF0000"/>
                    </a:solidFill>
                  </a:rPr>
                  <a:t>included</a:t>
                </a:r>
                <a:r>
                  <a:rPr lang="en-US" dirty="0"/>
                  <a:t> in class interval.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 b="-34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7120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/>
              <a:t>Continuous Frequency Distribution: Class Intervals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7470" cy="5590565"/>
              </a:xfrm>
            </p:spPr>
            <p:txBody>
              <a:bodyPr/>
              <a:lstStyle/>
              <a:p>
                <a:r>
                  <a:rPr lang="en-GB" b="1" dirty="0">
                    <a:solidFill>
                      <a:schemeClr val="accent6">
                        <a:lumMod val="75000"/>
                      </a:schemeClr>
                    </a:solidFill>
                  </a:rPr>
                  <a:t>While dealing with inclusive classes, we will convert them into exclusive classes.</a:t>
                </a:r>
              </a:p>
              <a:p>
                <a:r>
                  <a:rPr lang="en-GB" dirty="0"/>
                  <a:t>To convert </a:t>
                </a:r>
                <a:r>
                  <a:rPr lang="en-IN" dirty="0"/>
                  <a:t>follow these steps:</a:t>
                </a:r>
              </a:p>
              <a:p>
                <a:pPr lvl="1"/>
                <a:r>
                  <a:rPr lang="en-GB" b="1" dirty="0"/>
                  <a:t>Step 1: Find Value of Gap</a:t>
                </a:r>
              </a:p>
              <a:p>
                <a:pPr marL="620713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dirty="0" smtClean="0">
                          <a:latin typeface="+mj-lt"/>
                        </a:rPr>
                        <m:t>G</m:t>
                      </m:r>
                      <m:r>
                        <m:rPr>
                          <m:nor/>
                        </m:rPr>
                        <a:rPr lang="en-IN" b="0" dirty="0" smtClean="0">
                          <a:latin typeface="+mj-lt"/>
                        </a:rPr>
                        <m:t>ap</m:t>
                      </m:r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GB" i="0" dirty="0" smtClean="0">
                              <a:latin typeface="+mj-lt"/>
                            </a:rPr>
                            <m:t>Lower</m:t>
                          </m:r>
                          <m:r>
                            <m:rPr>
                              <m:nor/>
                            </m:rPr>
                            <a:rPr lang="en-GB" i="0" dirty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>
                              <a:latin typeface="+mj-lt"/>
                            </a:rPr>
                            <m:t>bound</m:t>
                          </m:r>
                          <m:r>
                            <m:rPr>
                              <m:nor/>
                            </m:rPr>
                            <a:rPr lang="en-GB" i="0" dirty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dirty="0" smtClean="0">
                              <a:latin typeface="+mj-lt"/>
                            </a:rPr>
                            <m:t>next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class</m:t>
                          </m:r>
                          <m:r>
                            <a:rPr lang="en-GB" i="1" dirty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Upper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bound</m:t>
                          </m:r>
                          <m:r>
                            <m:rPr>
                              <m:nor/>
                            </m:rPr>
                            <a:rPr lang="en-GB" i="0" dirty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dirty="0" smtClean="0">
                              <a:latin typeface="+mj-lt"/>
                            </a:rPr>
                            <m:t>current</m:t>
                          </m:r>
                          <m:r>
                            <m:rPr>
                              <m:nor/>
                            </m:rPr>
                            <a:rPr lang="en-GB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>
                              <a:latin typeface="+mj-lt"/>
                            </a:rPr>
                            <m:t>class</m:t>
                          </m:r>
                        </m:num>
                        <m:den>
                          <m:r>
                            <a:rPr lang="en-GB" i="1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  <a:p>
                <a:pPr lvl="1"/>
                <a:r>
                  <a:rPr lang="en-GB" b="1" dirty="0"/>
                  <a:t>Step 2: Adjust Class Intervals</a:t>
                </a:r>
              </a:p>
              <a:p>
                <a:pPr marL="620713" lvl="1" indent="0">
                  <a:buNone/>
                </a:pPr>
                <a:r>
                  <a:rPr lang="en-GB" b="1" dirty="0">
                    <a:solidFill>
                      <a:srgbClr val="0070C0"/>
                    </a:solidFill>
                  </a:rPr>
                  <a:t>Subtract </a:t>
                </a:r>
                <a:r>
                  <a:rPr lang="en-IN" b="1" i="0" dirty="0">
                    <a:solidFill>
                      <a:srgbClr val="0070C0"/>
                    </a:solidFill>
                    <a:latin typeface="+mj-lt"/>
                  </a:rPr>
                  <a:t>gap</a:t>
                </a:r>
                <a:r>
                  <a:rPr lang="en-GB" dirty="0"/>
                  <a:t> from the </a:t>
                </a:r>
                <a:r>
                  <a:rPr lang="en-GB" b="1" dirty="0">
                    <a:solidFill>
                      <a:srgbClr val="0070C0"/>
                    </a:solidFill>
                  </a:rPr>
                  <a:t>lower bound</a:t>
                </a:r>
                <a:r>
                  <a:rPr lang="en-GB" dirty="0"/>
                  <a:t> and </a:t>
                </a:r>
                <a:r>
                  <a:rPr lang="en-GB" b="1" dirty="0">
                    <a:solidFill>
                      <a:srgbClr val="FF0000"/>
                    </a:solidFill>
                  </a:rPr>
                  <a:t>add </a:t>
                </a:r>
                <a:r>
                  <a:rPr lang="en-GB" b="1" i="0" dirty="0">
                    <a:solidFill>
                      <a:srgbClr val="FF0000"/>
                    </a:solidFill>
                    <a:latin typeface="+mj-lt"/>
                  </a:rPr>
                  <a:t>gap</a:t>
                </a:r>
                <a:r>
                  <a:rPr lang="en-GB" dirty="0"/>
                  <a:t> to the </a:t>
                </a:r>
                <a:r>
                  <a:rPr lang="en-GB" b="1" dirty="0">
                    <a:solidFill>
                      <a:srgbClr val="FF0000"/>
                    </a:solidFill>
                  </a:rPr>
                  <a:t>upper bound</a:t>
                </a:r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7470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0397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Continuous Frequency Distribution: Class Intervals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3350" y="4002833"/>
                <a:ext cx="9182100" cy="2605909"/>
              </a:xfrm>
            </p:spPr>
            <p:txBody>
              <a:bodyPr/>
              <a:lstStyle/>
              <a:p>
                <a:pPr lvl="1"/>
                <a:r>
                  <a:rPr lang="en-GB" sz="2400" b="1" dirty="0"/>
                  <a:t>Step 1: Find Value of Gap</a:t>
                </a:r>
              </a:p>
              <a:p>
                <a:pPr marL="620713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400" b="0" i="0" dirty="0" smtClean="0">
                          <a:latin typeface="+mj-lt"/>
                        </a:rPr>
                        <m:t>G</m:t>
                      </m:r>
                      <m:r>
                        <m:rPr>
                          <m:nor/>
                        </m:rPr>
                        <a:rPr lang="en-IN" sz="2400" b="0" dirty="0" smtClean="0">
                          <a:latin typeface="+mj-lt"/>
                        </a:rPr>
                        <m:t>ap</m:t>
                      </m:r>
                      <m:r>
                        <a:rPr lang="en-IN" sz="2400" i="1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sz="2400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GB" sz="2400" i="0" dirty="0" smtClean="0">
                              <a:latin typeface="+mj-lt"/>
                            </a:rPr>
                            <m:t>Lower</m:t>
                          </m:r>
                          <m:r>
                            <m:rPr>
                              <m:nor/>
                            </m:rPr>
                            <a:rPr lang="en-GB" sz="2400" i="0" dirty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400" i="0" dirty="0" smtClean="0">
                              <a:latin typeface="+mj-lt"/>
                            </a:rPr>
                            <m:t>bound</m:t>
                          </m:r>
                          <m:r>
                            <m:rPr>
                              <m:nor/>
                            </m:rPr>
                            <a:rPr lang="en-GB" sz="2400" i="0" dirty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b="0" i="0" dirty="0" smtClean="0">
                              <a:latin typeface="+mj-lt"/>
                            </a:rPr>
                            <m:t>next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class</m:t>
                          </m:r>
                          <m:r>
                            <a:rPr lang="en-GB" sz="2400" i="1" dirty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Upper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bound</m:t>
                          </m:r>
                          <m:r>
                            <m:rPr>
                              <m:nor/>
                            </m:rPr>
                            <a:rPr lang="en-GB" sz="2400" i="0" dirty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b="0" i="0" dirty="0" smtClean="0">
                              <a:latin typeface="+mj-lt"/>
                            </a:rPr>
                            <m:t>current</m:t>
                          </m:r>
                          <m:r>
                            <m:rPr>
                              <m:nor/>
                            </m:rPr>
                            <a:rPr lang="en-GB" sz="2400" i="0" dirty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400" i="0" dirty="0" smtClean="0">
                              <a:latin typeface="+mj-lt"/>
                            </a:rPr>
                            <m:t>class</m:t>
                          </m:r>
                        </m:num>
                        <m:den>
                          <m:r>
                            <a:rPr lang="en-GB" sz="2400" i="1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GB" sz="2400" b="1" dirty="0"/>
              </a:p>
              <a:p>
                <a:pPr lvl="1"/>
                <a:r>
                  <a:rPr lang="en-GB" sz="2400" b="1" dirty="0"/>
                  <a:t>Step 2: Adjust Class Intervals</a:t>
                </a:r>
              </a:p>
              <a:p>
                <a:pPr marL="620713" lvl="1" indent="0">
                  <a:buNone/>
                </a:pPr>
                <a:r>
                  <a:rPr lang="en-GB" sz="2400" b="1" dirty="0">
                    <a:solidFill>
                      <a:srgbClr val="0070C0"/>
                    </a:solidFill>
                  </a:rPr>
                  <a:t>Subtract </a:t>
                </a:r>
                <a:r>
                  <a:rPr lang="en-IN" sz="2400" b="1" i="0" dirty="0">
                    <a:solidFill>
                      <a:srgbClr val="0070C0"/>
                    </a:solidFill>
                    <a:latin typeface="+mj-lt"/>
                  </a:rPr>
                  <a:t>gap</a:t>
                </a:r>
                <a:r>
                  <a:rPr lang="en-GB" sz="2400" dirty="0"/>
                  <a:t> from the </a:t>
                </a:r>
                <a:r>
                  <a:rPr lang="en-GB" sz="2400" b="1" dirty="0">
                    <a:solidFill>
                      <a:srgbClr val="0070C0"/>
                    </a:solidFill>
                  </a:rPr>
                  <a:t>lower bound</a:t>
                </a:r>
                <a:r>
                  <a:rPr lang="en-GB" sz="2400" dirty="0"/>
                  <a:t> and </a:t>
                </a:r>
                <a:r>
                  <a:rPr lang="en-GB" sz="2400" b="1" dirty="0">
                    <a:solidFill>
                      <a:srgbClr val="FF0000"/>
                    </a:solidFill>
                  </a:rPr>
                  <a:t>add </a:t>
                </a:r>
                <a:r>
                  <a:rPr lang="en-GB" sz="2400" b="1" i="0" dirty="0">
                    <a:solidFill>
                      <a:srgbClr val="FF0000"/>
                    </a:solidFill>
                    <a:latin typeface="+mj-lt"/>
                  </a:rPr>
                  <a:t>gap</a:t>
                </a:r>
                <a:r>
                  <a:rPr lang="en-GB" sz="2400" dirty="0"/>
                  <a:t> to the </a:t>
                </a:r>
                <a:r>
                  <a:rPr lang="en-GB" sz="2400" b="1" dirty="0">
                    <a:solidFill>
                      <a:srgbClr val="FF0000"/>
                    </a:solidFill>
                  </a:rPr>
                  <a:t>upper bound</a:t>
                </a:r>
                <a:r>
                  <a:rPr lang="en-GB" sz="2400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3350" y="4002833"/>
                <a:ext cx="9182100" cy="2605909"/>
              </a:xfrm>
              <a:blipFill>
                <a:blip r:embed="rId2"/>
                <a:stretch>
                  <a:fillRect b="-421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5" name="Table 15">
            <a:extLst>
              <a:ext uri="{FF2B5EF4-FFF2-40B4-BE49-F238E27FC236}">
                <a16:creationId xmlns:a16="http://schemas.microsoft.com/office/drawing/2014/main" id="{1080253E-DE09-45AF-AF48-0A9BF1E7AD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9656800"/>
              </p:ext>
            </p:extLst>
          </p:nvPr>
        </p:nvGraphicFramePr>
        <p:xfrm>
          <a:off x="419098" y="819150"/>
          <a:ext cx="8639176" cy="1216444"/>
        </p:xfrm>
        <a:graphic>
          <a:graphicData uri="http://schemas.openxmlformats.org/drawingml/2006/table">
            <a:tbl>
              <a:tblPr bandCol="1">
                <a:tableStyleId>{E8B1032C-EA38-4F05-BA0D-38AFFFC7BED3}</a:tableStyleId>
              </a:tblPr>
              <a:tblGrid>
                <a:gridCol w="2862265">
                  <a:extLst>
                    <a:ext uri="{9D8B030D-6E8A-4147-A177-3AD203B41FA5}">
                      <a16:colId xmlns:a16="http://schemas.microsoft.com/office/drawing/2014/main" val="1969120905"/>
                    </a:ext>
                  </a:extLst>
                </a:gridCol>
                <a:gridCol w="1925637">
                  <a:extLst>
                    <a:ext uri="{9D8B030D-6E8A-4147-A177-3AD203B41FA5}">
                      <a16:colId xmlns:a16="http://schemas.microsoft.com/office/drawing/2014/main" val="3016809771"/>
                    </a:ext>
                  </a:extLst>
                </a:gridCol>
                <a:gridCol w="1925637">
                  <a:extLst>
                    <a:ext uri="{9D8B030D-6E8A-4147-A177-3AD203B41FA5}">
                      <a16:colId xmlns:a16="http://schemas.microsoft.com/office/drawing/2014/main" val="3409942623"/>
                    </a:ext>
                  </a:extLst>
                </a:gridCol>
                <a:gridCol w="1925637">
                  <a:extLst>
                    <a:ext uri="{9D8B030D-6E8A-4147-A177-3AD203B41FA5}">
                      <a16:colId xmlns:a16="http://schemas.microsoft.com/office/drawing/2014/main" val="3499022568"/>
                    </a:ext>
                  </a:extLst>
                </a:gridCol>
              </a:tblGrid>
              <a:tr h="608222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solidFill>
                      <a:srgbClr val="F1DAD9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033656"/>
                  </a:ext>
                </a:extLst>
              </a:tr>
              <a:tr h="608222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solidFill>
                      <a:srgbClr val="F1DAD9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87823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1888F5-07C2-429B-9AFD-19DE692AD9DB}"/>
              </a:ext>
            </a:extLst>
          </p:cNvPr>
          <p:cNvSpPr txBox="1"/>
          <p:nvPr/>
        </p:nvSpPr>
        <p:spPr>
          <a:xfrm>
            <a:off x="419099" y="862017"/>
            <a:ext cx="285804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  <a:latin typeface="+mj-lt"/>
              </a:rPr>
              <a:t>Inclusive classes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B8D0DD5-C3A6-4AD2-977A-CE176F1A9265}"/>
              </a:ext>
            </a:extLst>
          </p:cNvPr>
          <p:cNvSpPr txBox="1"/>
          <p:nvPr/>
        </p:nvSpPr>
        <p:spPr>
          <a:xfrm>
            <a:off x="419099" y="1476012"/>
            <a:ext cx="285804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  <a:latin typeface="+mj-lt"/>
              </a:rPr>
              <a:t>Exclusive classes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42013C0-0BF7-4DA1-A754-20F7417D2A7E}"/>
                  </a:ext>
                </a:extLst>
              </p:cNvPr>
              <p:cNvSpPr txBox="1"/>
              <p:nvPr/>
            </p:nvSpPr>
            <p:spPr>
              <a:xfrm>
                <a:off x="3438920" y="862017"/>
                <a:ext cx="16132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US" sz="2800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42013C0-0BF7-4DA1-A754-20F7417D2A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8920" y="862017"/>
                <a:ext cx="161329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7E7B7B0-7172-4BE5-AFCA-50C5C4F3B19B}"/>
                  </a:ext>
                </a:extLst>
              </p:cNvPr>
              <p:cNvSpPr txBox="1"/>
              <p:nvPr/>
            </p:nvSpPr>
            <p:spPr>
              <a:xfrm>
                <a:off x="5365067" y="862017"/>
                <a:ext cx="16132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  <m:r>
                        <a:rPr lang="en-US" sz="2800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7E7B7B0-7172-4BE5-AFCA-50C5C4F3B1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5067" y="862017"/>
                <a:ext cx="161329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6D10AC5-DC8E-4B4E-92A5-A716186E58AC}"/>
                  </a:ext>
                </a:extLst>
              </p:cNvPr>
              <p:cNvSpPr txBox="1"/>
              <p:nvPr/>
            </p:nvSpPr>
            <p:spPr>
              <a:xfrm>
                <a:off x="7291213" y="862017"/>
                <a:ext cx="16132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𝟔</m:t>
                      </m:r>
                      <m:r>
                        <a:rPr lang="en-US" sz="2800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6D10AC5-DC8E-4B4E-92A5-A716186E58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1213" y="862017"/>
                <a:ext cx="161329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190189F-5CCE-4E77-8733-6D81CB33DFFA}"/>
                  </a:ext>
                </a:extLst>
              </p:cNvPr>
              <p:cNvSpPr txBox="1"/>
              <p:nvPr/>
            </p:nvSpPr>
            <p:spPr>
              <a:xfrm>
                <a:off x="3309567" y="1476012"/>
                <a:ext cx="187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US" sz="2800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190189F-5CCE-4E77-8733-6D81CB33DF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9567" y="1476012"/>
                <a:ext cx="187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0DAE552-D03D-4029-9621-607F0B983F9D}"/>
                  </a:ext>
                </a:extLst>
              </p:cNvPr>
              <p:cNvSpPr txBox="1"/>
              <p:nvPr/>
            </p:nvSpPr>
            <p:spPr>
              <a:xfrm>
                <a:off x="5235714" y="1476012"/>
                <a:ext cx="187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US" sz="2800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0DAE552-D03D-4029-9621-607F0B983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35714" y="1476012"/>
                <a:ext cx="187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63F9B24-266B-475D-9D96-1D78FC7B2610}"/>
                  </a:ext>
                </a:extLst>
              </p:cNvPr>
              <p:cNvSpPr txBox="1"/>
              <p:nvPr/>
            </p:nvSpPr>
            <p:spPr>
              <a:xfrm>
                <a:off x="7161860" y="1476012"/>
                <a:ext cx="187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US" sz="2800" b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63F9B24-266B-475D-9D96-1D78FC7B26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1860" y="1476012"/>
                <a:ext cx="187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EF9C2E21-557B-4BE9-A28F-87485401D930}"/>
              </a:ext>
            </a:extLst>
          </p:cNvPr>
          <p:cNvSpPr txBox="1"/>
          <p:nvPr/>
        </p:nvSpPr>
        <p:spPr>
          <a:xfrm>
            <a:off x="419098" y="3110665"/>
            <a:ext cx="84853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Gap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38E166-70A2-44A1-AC0C-10A2266C674D}"/>
                  </a:ext>
                </a:extLst>
              </p:cNvPr>
              <p:cNvSpPr txBox="1"/>
              <p:nvPr/>
            </p:nvSpPr>
            <p:spPr>
              <a:xfrm>
                <a:off x="1048838" y="3110665"/>
                <a:ext cx="4572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38E166-70A2-44A1-AC0C-10A2266C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838" y="3110665"/>
                <a:ext cx="4572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E857B893-2E36-45F7-9268-2B8BF8E7142F}"/>
              </a:ext>
            </a:extLst>
          </p:cNvPr>
          <p:cNvSpPr/>
          <p:nvPr/>
        </p:nvSpPr>
        <p:spPr>
          <a:xfrm>
            <a:off x="4330923" y="891649"/>
            <a:ext cx="477686" cy="463956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9599B412-FDB2-4626-A8BF-2191B3EE9833}"/>
              </a:ext>
            </a:extLst>
          </p:cNvPr>
          <p:cNvSpPr/>
          <p:nvPr/>
        </p:nvSpPr>
        <p:spPr>
          <a:xfrm>
            <a:off x="5618314" y="891649"/>
            <a:ext cx="477686" cy="463956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C873CC3D-C80A-433D-8898-7C3ECD487A66}"/>
              </a:ext>
            </a:extLst>
          </p:cNvPr>
          <p:cNvSpPr/>
          <p:nvPr/>
        </p:nvSpPr>
        <p:spPr>
          <a:xfrm>
            <a:off x="5114924" y="4588329"/>
            <a:ext cx="3522889" cy="424542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F4CE4F33-36F5-435A-A460-D34BDA944522}"/>
              </a:ext>
            </a:extLst>
          </p:cNvPr>
          <p:cNvSpPr/>
          <p:nvPr/>
        </p:nvSpPr>
        <p:spPr>
          <a:xfrm>
            <a:off x="1650114" y="4588329"/>
            <a:ext cx="3207636" cy="424542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211A27D-EE8F-4DE4-9CE2-0807A2E66DFA}"/>
              </a:ext>
            </a:extLst>
          </p:cNvPr>
          <p:cNvCxnSpPr>
            <a:cxnSpLocks/>
          </p:cNvCxnSpPr>
          <p:nvPr/>
        </p:nvCxnSpPr>
        <p:spPr>
          <a:xfrm>
            <a:off x="1530872" y="3394500"/>
            <a:ext cx="1089328" cy="0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99FCFD6E-8E70-4407-81AB-AEE5FEE7F4EE}"/>
                  </a:ext>
                </a:extLst>
              </p:cNvPr>
              <p:cNvSpPr txBox="1"/>
              <p:nvPr/>
            </p:nvSpPr>
            <p:spPr>
              <a:xfrm>
                <a:off x="2163000" y="2871280"/>
                <a:ext cx="4572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99FCFD6E-8E70-4407-81AB-AEE5FEE7F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3000" y="2871280"/>
                <a:ext cx="4572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3AB84EC-4BC0-469F-A927-DD88CD11F739}"/>
                  </a:ext>
                </a:extLst>
              </p:cNvPr>
              <p:cNvSpPr txBox="1"/>
              <p:nvPr/>
            </p:nvSpPr>
            <p:spPr>
              <a:xfrm>
                <a:off x="1834519" y="2871280"/>
                <a:ext cx="4572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3AB84EC-4BC0-469F-A927-DD88CD11F7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34519" y="2871280"/>
                <a:ext cx="4572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5DC62B9-3739-42AE-B0E5-80A0531FA704}"/>
                  </a:ext>
                </a:extLst>
              </p:cNvPr>
              <p:cNvSpPr txBox="1"/>
              <p:nvPr/>
            </p:nvSpPr>
            <p:spPr>
              <a:xfrm>
                <a:off x="1506038" y="2871280"/>
                <a:ext cx="4572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5DC62B9-3739-42AE-B0E5-80A0531FA7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038" y="2871280"/>
                <a:ext cx="4572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A6D098E-CB65-4DFD-BE90-2AD9EECACD26}"/>
                  </a:ext>
                </a:extLst>
              </p:cNvPr>
              <p:cNvSpPr txBox="1"/>
              <p:nvPr/>
            </p:nvSpPr>
            <p:spPr>
              <a:xfrm>
                <a:off x="1826089" y="3394500"/>
                <a:ext cx="4572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A6D098E-CB65-4DFD-BE90-2AD9EECACD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6089" y="3394500"/>
                <a:ext cx="4572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539E1C0-BAAA-4794-8A13-2F2D82570C8B}"/>
                  </a:ext>
                </a:extLst>
              </p:cNvPr>
              <p:cNvSpPr txBox="1"/>
              <p:nvPr/>
            </p:nvSpPr>
            <p:spPr>
              <a:xfrm>
                <a:off x="2711651" y="3110665"/>
                <a:ext cx="4572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539E1C0-BAAA-4794-8A13-2F2D82570C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1651" y="3110665"/>
                <a:ext cx="4572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6D4E049-B9E9-4C3A-A468-3E76FB5ABEE9}"/>
                  </a:ext>
                </a:extLst>
              </p:cNvPr>
              <p:cNvSpPr txBox="1"/>
              <p:nvPr/>
            </p:nvSpPr>
            <p:spPr>
              <a:xfrm>
                <a:off x="3070602" y="3110665"/>
                <a:ext cx="9173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6D4E049-B9E9-4C3A-A468-3E76FB5ABE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0602" y="3110665"/>
                <a:ext cx="91730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FB8E8D91-17E0-4D28-8A51-BAD5C1D2685B}"/>
              </a:ext>
            </a:extLst>
          </p:cNvPr>
          <p:cNvSpPr txBox="1"/>
          <p:nvPr/>
        </p:nvSpPr>
        <p:spPr>
          <a:xfrm>
            <a:off x="418652" y="2118820"/>
            <a:ext cx="396532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1"/>
            <a:r>
              <a:rPr lang="en-GB" sz="2800" b="1" u="sng" dirty="0">
                <a:solidFill>
                  <a:srgbClr val="002060"/>
                </a:solidFill>
              </a:rPr>
              <a:t>Step 1: Find Value of Gap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DD7D448-1950-48AD-B320-48E2E8458D98}"/>
              </a:ext>
            </a:extLst>
          </p:cNvPr>
          <p:cNvSpPr txBox="1"/>
          <p:nvPr/>
        </p:nvSpPr>
        <p:spPr>
          <a:xfrm>
            <a:off x="6655148" y="2118820"/>
            <a:ext cx="448801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1"/>
            <a:r>
              <a:rPr lang="en-GB" sz="2800" b="1" u="sng" dirty="0">
                <a:solidFill>
                  <a:srgbClr val="002060"/>
                </a:solidFill>
              </a:rPr>
              <a:t>Step 2: Adjust Class Intervals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0E92D931-1C5E-4ACE-BFA0-44C56876C09B}"/>
              </a:ext>
            </a:extLst>
          </p:cNvPr>
          <p:cNvSpPr/>
          <p:nvPr/>
        </p:nvSpPr>
        <p:spPr>
          <a:xfrm>
            <a:off x="3691464" y="884784"/>
            <a:ext cx="477686" cy="477686"/>
          </a:xfrm>
          <a:prstGeom prst="ellipse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BB0B5692-FFE9-498D-B13F-CAB477971519}"/>
              </a:ext>
            </a:extLst>
          </p:cNvPr>
          <p:cNvSpPr/>
          <p:nvPr/>
        </p:nvSpPr>
        <p:spPr>
          <a:xfrm>
            <a:off x="4330923" y="884784"/>
            <a:ext cx="477686" cy="477686"/>
          </a:xfrm>
          <a:prstGeom prst="ellipse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7A05DD5-7E7B-4BCD-937E-080359B905DA}"/>
                  </a:ext>
                </a:extLst>
              </p:cNvPr>
              <p:cNvSpPr txBox="1"/>
              <p:nvPr/>
            </p:nvSpPr>
            <p:spPr>
              <a:xfrm>
                <a:off x="6655148" y="2742548"/>
                <a:ext cx="29076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US" sz="2800" b="1" dirty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7A05DD5-7E7B-4BCD-937E-080359B905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5148" y="2742548"/>
                <a:ext cx="290760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E4D5F50-094F-40C2-B452-186B58277930}"/>
                  </a:ext>
                </a:extLst>
              </p:cNvPr>
              <p:cNvSpPr txBox="1"/>
              <p:nvPr/>
            </p:nvSpPr>
            <p:spPr>
              <a:xfrm>
                <a:off x="6655148" y="3379104"/>
                <a:ext cx="29076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E4D5F50-094F-40C2-B452-186B582779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5148" y="3379104"/>
                <a:ext cx="290760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6601848B-F548-4572-AADE-10D09BC35A20}"/>
              </a:ext>
            </a:extLst>
          </p:cNvPr>
          <p:cNvSpPr/>
          <p:nvPr/>
        </p:nvSpPr>
        <p:spPr>
          <a:xfrm>
            <a:off x="791506" y="6121465"/>
            <a:ext cx="4223408" cy="424542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91B82742-6C2B-4B64-BF87-6E9B5F961AAC}"/>
              </a:ext>
            </a:extLst>
          </p:cNvPr>
          <p:cNvSpPr/>
          <p:nvPr/>
        </p:nvSpPr>
        <p:spPr>
          <a:xfrm>
            <a:off x="5505020" y="6121465"/>
            <a:ext cx="3448480" cy="424542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88842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250"/>
                            </p:stCondLst>
                            <p:childTnLst>
                              <p:par>
                                <p:cTn id="7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4" dur="1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250"/>
                            </p:stCondLst>
                            <p:childTnLst>
                              <p:par>
                                <p:cTn id="9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1" grpId="0"/>
      <p:bldP spid="12" grpId="0"/>
      <p:bldP spid="13" grpId="0"/>
      <p:bldP spid="14" grpId="0"/>
      <p:bldP spid="15" grpId="0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2" grpId="0"/>
      <p:bldP spid="23" grpId="0"/>
      <p:bldP spid="24" grpId="0"/>
      <p:bldP spid="25" grpId="0"/>
      <p:bldP spid="26" grpId="0"/>
      <p:bldP spid="27" grpId="0"/>
      <p:bldP spid="33" grpId="0"/>
      <p:bldP spid="34" grpId="0"/>
      <p:bldP spid="35" grpId="0" animBg="1"/>
      <p:bldP spid="35" grpId="1" animBg="1"/>
      <p:bldP spid="36" grpId="0" animBg="1"/>
      <p:bldP spid="36" grpId="1" animBg="1"/>
      <p:bldP spid="37" grpId="0"/>
      <p:bldP spid="38" grpId="0"/>
      <p:bldP spid="39" grpId="0" animBg="1"/>
      <p:bldP spid="39" grpId="1" animBg="1"/>
      <p:bldP spid="40" grpId="0" animBg="1"/>
      <p:bldP spid="40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Continuous Frequency Distribution: Class Length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A difference between </a:t>
                </a:r>
                <a:r>
                  <a:rPr lang="en-US" b="1" dirty="0">
                    <a:solidFill>
                      <a:srgbClr val="0070C0"/>
                    </a:solidFill>
                  </a:rPr>
                  <a:t>upper bound</a:t>
                </a:r>
                <a:r>
                  <a:rPr lang="en-US" dirty="0"/>
                  <a:t> and </a:t>
                </a:r>
                <a:r>
                  <a:rPr lang="en-US" b="1" dirty="0">
                    <a:solidFill>
                      <a:srgbClr val="FF0000"/>
                    </a:solidFill>
                  </a:rPr>
                  <a:t>lower bound</a:t>
                </a:r>
                <a:r>
                  <a:rPr lang="en-US" dirty="0"/>
                  <a:t> is known as class length of an </a:t>
                </a:r>
                <a:r>
                  <a:rPr lang="en-US" b="1" dirty="0"/>
                  <a:t>exclusive class</a:t>
                </a:r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dirty="0"/>
                  <a:t>It is denoted by </a:t>
                </a:r>
                <a14:m>
                  <m:oMath xmlns:m="http://schemas.openxmlformats.org/officeDocument/2006/math"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</m:oMath>
                </a14:m>
                <a:r>
                  <a:rPr lang="en-US" dirty="0"/>
                  <a:t> and defined as </a:t>
                </a:r>
                <a:endParaRPr lang="en-IN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𝐜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𝐔𝐩𝐩𝐞𝐫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𝐁𝐨𝐮𝐧𝐝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− 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𝐋𝐨𝐰𝐞𝐫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𝐁𝐨𝐮𝐧𝐝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</m:oMath>
                  </m:oMathPara>
                </a14:m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</a:p>
              <a:p>
                <a:pPr lvl="0"/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15">
                <a:extLst>
                  <a:ext uri="{FF2B5EF4-FFF2-40B4-BE49-F238E27FC236}">
                    <a16:creationId xmlns:a16="http://schemas.microsoft.com/office/drawing/2014/main" id="{447AFCE9-34FD-4C10-B93C-AA8BACB0363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06987883"/>
                  </p:ext>
                </p:extLst>
              </p:nvPr>
            </p:nvGraphicFramePr>
            <p:xfrm>
              <a:off x="514350" y="3975401"/>
              <a:ext cx="2838450" cy="243288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838450">
                      <a:extLst>
                        <a:ext uri="{9D8B030D-6E8A-4147-A177-3AD203B41FA5}">
                          <a16:colId xmlns:a16="http://schemas.microsoft.com/office/drawing/2014/main" val="3016809771"/>
                        </a:ext>
                      </a:extLst>
                    </a:gridCol>
                  </a:tblGrid>
                  <a:tr h="608222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1" dirty="0">
                              <a:solidFill>
                                <a:srgbClr val="002060"/>
                              </a:solidFill>
                            </a:rPr>
                            <a:t>Class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40033656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3−5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18782302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5−7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6441291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7−9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556816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15">
                <a:extLst>
                  <a:ext uri="{FF2B5EF4-FFF2-40B4-BE49-F238E27FC236}">
                    <a16:creationId xmlns:a16="http://schemas.microsoft.com/office/drawing/2014/main" id="{447AFCE9-34FD-4C10-B93C-AA8BACB0363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06987883"/>
                  </p:ext>
                </p:extLst>
              </p:nvPr>
            </p:nvGraphicFramePr>
            <p:xfrm>
              <a:off x="514350" y="3975401"/>
              <a:ext cx="2838450" cy="243288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838450">
                      <a:extLst>
                        <a:ext uri="{9D8B030D-6E8A-4147-A177-3AD203B41FA5}">
                          <a16:colId xmlns:a16="http://schemas.microsoft.com/office/drawing/2014/main" val="3016809771"/>
                        </a:ext>
                      </a:extLst>
                    </a:gridCol>
                  </a:tblGrid>
                  <a:tr h="608222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1" dirty="0">
                              <a:solidFill>
                                <a:srgbClr val="002060"/>
                              </a:solidFill>
                            </a:rPr>
                            <a:t>Class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40033656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15" t="-102000" r="-644" b="-20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8782302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15" t="-202000" r="-644" b="-10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86441291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15" t="-302000" r="-644" b="-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56816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2EFC00C4-A515-4C78-983B-82CA56E98984}"/>
              </a:ext>
            </a:extLst>
          </p:cNvPr>
          <p:cNvSpPr txBox="1"/>
          <p:nvPr/>
        </p:nvSpPr>
        <p:spPr>
          <a:xfrm>
            <a:off x="4191000" y="4373880"/>
            <a:ext cx="189346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Class length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45E7F95-924F-46D8-B1EE-512EB95750B3}"/>
                  </a:ext>
                </a:extLst>
              </p:cNvPr>
              <p:cNvSpPr txBox="1"/>
              <p:nvPr/>
            </p:nvSpPr>
            <p:spPr>
              <a:xfrm>
                <a:off x="5980609" y="4373880"/>
                <a:ext cx="44435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𝐜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45E7F95-924F-46D8-B1EE-512EB9575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0609" y="4373880"/>
                <a:ext cx="44435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88C6C3B-4F6B-48B5-9A68-D6591820BD54}"/>
                  </a:ext>
                </a:extLst>
              </p:cNvPr>
              <p:cNvSpPr txBox="1"/>
              <p:nvPr/>
            </p:nvSpPr>
            <p:spPr>
              <a:xfrm>
                <a:off x="6260425" y="4373880"/>
                <a:ext cx="53091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88C6C3B-4F6B-48B5-9A68-D6591820BD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0425" y="4373880"/>
                <a:ext cx="53091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C9860C9-00A3-4DBF-A7A0-24611D245E06}"/>
                  </a:ext>
                </a:extLst>
              </p:cNvPr>
              <p:cNvSpPr txBox="1"/>
              <p:nvPr/>
            </p:nvSpPr>
            <p:spPr>
              <a:xfrm>
                <a:off x="6602302" y="4373880"/>
                <a:ext cx="1120050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C9860C9-00A3-4DBF-A7A0-24611D245E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02302" y="4373880"/>
                <a:ext cx="11200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E00C8F5-EF6B-4302-9612-093FD7AEFCDB}"/>
                  </a:ext>
                </a:extLst>
              </p:cNvPr>
              <p:cNvSpPr txBox="1"/>
              <p:nvPr/>
            </p:nvSpPr>
            <p:spPr>
              <a:xfrm>
                <a:off x="7539665" y="4373880"/>
                <a:ext cx="82945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E00C8F5-EF6B-4302-9612-093FD7AEFC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39665" y="4373880"/>
                <a:ext cx="82945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37737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3" grpId="0"/>
      <p:bldP spid="16" grpId="0"/>
      <p:bldP spid="17" grpId="0"/>
      <p:bldP spid="18" grpId="0"/>
      <p:bldP spid="1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Continuous Frequency Distribution: Mid-Point of Class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The Mid-Point of Class or Class Mark is the </a:t>
                </a:r>
                <a:r>
                  <a:rPr lang="en-GB" b="1" dirty="0">
                    <a:solidFill>
                      <a:srgbClr val="FF0000"/>
                    </a:solidFill>
                  </a:rPr>
                  <a:t>middle value of a class interval</a:t>
                </a:r>
                <a:r>
                  <a:rPr lang="en-GB" dirty="0"/>
                  <a:t>.</a:t>
                </a:r>
                <a:endParaRPr lang="en-IN" dirty="0"/>
              </a:p>
              <a:p>
                <a:pPr lvl="0"/>
                <a:r>
                  <a:rPr lang="en-US" dirty="0"/>
                  <a:t>It is denoted by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IN" dirty="0"/>
                  <a:t>.</a:t>
                </a:r>
              </a:p>
              <a:p>
                <a:pPr lvl="0"/>
                <a:r>
                  <a:rPr lang="en-IN" dirty="0"/>
                  <a:t>It is calculated as follow: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𝐔𝐩𝐩𝐞𝐫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𝐁𝐨𝐮𝐧𝐝</m:t>
                          </m:r>
                          <m:r>
                            <a:rPr lang="en-US" dirty="0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𝐋𝐨𝐰𝐞𝐫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𝐁𝐨𝐮𝐧𝐝</m:t>
                          </m:r>
                          <m:r>
                            <a:rPr lang="en-IN" b="0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15">
                <a:extLst>
                  <a:ext uri="{FF2B5EF4-FFF2-40B4-BE49-F238E27FC236}">
                    <a16:creationId xmlns:a16="http://schemas.microsoft.com/office/drawing/2014/main" id="{FFB41507-4F75-45AA-9417-3E8A40B5B6C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95284646"/>
                  </p:ext>
                </p:extLst>
              </p:nvPr>
            </p:nvGraphicFramePr>
            <p:xfrm>
              <a:off x="2408464" y="4021121"/>
              <a:ext cx="2192309" cy="243288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192309">
                      <a:extLst>
                        <a:ext uri="{9D8B030D-6E8A-4147-A177-3AD203B41FA5}">
                          <a16:colId xmlns:a16="http://schemas.microsoft.com/office/drawing/2014/main" val="3016809771"/>
                        </a:ext>
                      </a:extLst>
                    </a:gridCol>
                  </a:tblGrid>
                  <a:tr h="608222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1" dirty="0">
                              <a:solidFill>
                                <a:srgbClr val="002060"/>
                              </a:solidFill>
                            </a:rPr>
                            <a:t>Class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40033656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3−5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18782302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5−7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6441291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7−9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556816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15">
                <a:extLst>
                  <a:ext uri="{FF2B5EF4-FFF2-40B4-BE49-F238E27FC236}">
                    <a16:creationId xmlns:a16="http://schemas.microsoft.com/office/drawing/2014/main" id="{FFB41507-4F75-45AA-9417-3E8A40B5B6C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95284646"/>
                  </p:ext>
                </p:extLst>
              </p:nvPr>
            </p:nvGraphicFramePr>
            <p:xfrm>
              <a:off x="2408464" y="4021121"/>
              <a:ext cx="2192309" cy="243288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192309">
                      <a:extLst>
                        <a:ext uri="{9D8B030D-6E8A-4147-A177-3AD203B41FA5}">
                          <a16:colId xmlns:a16="http://schemas.microsoft.com/office/drawing/2014/main" val="3016809771"/>
                        </a:ext>
                      </a:extLst>
                    </a:gridCol>
                  </a:tblGrid>
                  <a:tr h="608222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1" dirty="0">
                              <a:solidFill>
                                <a:srgbClr val="002060"/>
                              </a:solidFill>
                            </a:rPr>
                            <a:t>Class</a:t>
                          </a: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40033656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8" t="-101000" r="-556" b="-20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8782302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8" t="-201000" r="-556" b="-10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86441291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8" t="-301000" r="-556" b="-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56816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" name="Table 15">
                <a:extLst>
                  <a:ext uri="{FF2B5EF4-FFF2-40B4-BE49-F238E27FC236}">
                    <a16:creationId xmlns:a16="http://schemas.microsoft.com/office/drawing/2014/main" id="{C5C5FA92-AB71-4535-8E6B-F31F92CBEE5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16459201"/>
                  </p:ext>
                </p:extLst>
              </p:nvPr>
            </p:nvGraphicFramePr>
            <p:xfrm>
              <a:off x="4600773" y="4021121"/>
              <a:ext cx="1005840" cy="243288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1005840">
                      <a:extLst>
                        <a:ext uri="{9D8B030D-6E8A-4147-A177-3AD203B41FA5}">
                          <a16:colId xmlns:a16="http://schemas.microsoft.com/office/drawing/2014/main" val="3016809771"/>
                        </a:ext>
                      </a:extLst>
                    </a:gridCol>
                  </a:tblGrid>
                  <a:tr h="608222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1" i="1" dirty="0" smtClean="0">
                                        <a:solidFill>
                                          <a:srgbClr val="FF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FF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  <m:sub>
                                    <m:r>
                                      <a:rPr lang="en-IN" sz="2800" b="1" i="0" dirty="0" smtClean="0">
                                        <a:solidFill>
                                          <a:srgbClr val="FF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𝐢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40033656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algn="just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18782302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6441291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556816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" name="Table 15">
                <a:extLst>
                  <a:ext uri="{FF2B5EF4-FFF2-40B4-BE49-F238E27FC236}">
                    <a16:creationId xmlns:a16="http://schemas.microsoft.com/office/drawing/2014/main" id="{C5C5FA92-AB71-4535-8E6B-F31F92CBEE5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16459201"/>
                  </p:ext>
                </p:extLst>
              </p:nvPr>
            </p:nvGraphicFramePr>
            <p:xfrm>
              <a:off x="4600773" y="4021121"/>
              <a:ext cx="1005840" cy="2432888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1005840">
                      <a:extLst>
                        <a:ext uri="{9D8B030D-6E8A-4147-A177-3AD203B41FA5}">
                          <a16:colId xmlns:a16="http://schemas.microsoft.com/office/drawing/2014/main" val="3016809771"/>
                        </a:ext>
                      </a:extLst>
                    </a:gridCol>
                  </a:tblGrid>
                  <a:tr h="60822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02" t="-1000" r="-1205" b="-30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40033656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algn="just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18782302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6441291"/>
                      </a:ext>
                    </a:extLst>
                  </a:tr>
                  <a:tr h="608222"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B1444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556816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32EFCA4-D7D5-4D7F-AA9F-C3369BF661B1}"/>
                  </a:ext>
                </a:extLst>
              </p:cNvPr>
              <p:cNvSpPr txBox="1"/>
              <p:nvPr/>
            </p:nvSpPr>
            <p:spPr>
              <a:xfrm>
                <a:off x="5853535" y="4588103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32EFCA4-D7D5-4D7F-AA9F-C3369BF66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3535" y="4588103"/>
                <a:ext cx="91717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D7374A4-AFFB-4279-BA93-9B686599F9AF}"/>
                  </a:ext>
                </a:extLst>
              </p:cNvPr>
              <p:cNvSpPr txBox="1"/>
              <p:nvPr/>
            </p:nvSpPr>
            <p:spPr>
              <a:xfrm>
                <a:off x="6722874" y="4366420"/>
                <a:ext cx="1181994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3+5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D7374A4-AFFB-4279-BA93-9B686599F9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2874" y="4366420"/>
                <a:ext cx="1181994" cy="90774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E364C62-72D8-41EE-B7B3-69860B904FE7}"/>
                  </a:ext>
                </a:extLst>
              </p:cNvPr>
              <p:cNvSpPr txBox="1"/>
              <p:nvPr/>
            </p:nvSpPr>
            <p:spPr>
              <a:xfrm>
                <a:off x="7904868" y="4588103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E364C62-72D8-41EE-B7B3-69860B904F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4868" y="4588103"/>
                <a:ext cx="9171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B8B22A8-3516-4CDC-910D-AF1E598AC4AB}"/>
                  </a:ext>
                </a:extLst>
              </p:cNvPr>
              <p:cNvSpPr txBox="1"/>
              <p:nvPr/>
            </p:nvSpPr>
            <p:spPr>
              <a:xfrm>
                <a:off x="4640110" y="4665023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B8B22A8-3516-4CDC-910D-AF1E598AC4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0110" y="4665023"/>
                <a:ext cx="9171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3677E5F-E4AD-448C-8501-2799A1D86FAB}"/>
                  </a:ext>
                </a:extLst>
              </p:cNvPr>
              <p:cNvSpPr txBox="1"/>
              <p:nvPr/>
            </p:nvSpPr>
            <p:spPr>
              <a:xfrm>
                <a:off x="5853535" y="5739294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3677E5F-E4AD-448C-8501-2799A1D86F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3535" y="5739294"/>
                <a:ext cx="91717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D8D7CAE-6FFE-4234-8088-E6A21F1A2D5C}"/>
                  </a:ext>
                </a:extLst>
              </p:cNvPr>
              <p:cNvSpPr txBox="1"/>
              <p:nvPr/>
            </p:nvSpPr>
            <p:spPr>
              <a:xfrm>
                <a:off x="6722874" y="5517611"/>
                <a:ext cx="1181994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5+7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D8D7CAE-6FFE-4234-8088-E6A21F1A2D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2874" y="5517611"/>
                <a:ext cx="1181994" cy="90774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15FEB8E-8286-4788-BE46-541ED71BD95E}"/>
                  </a:ext>
                </a:extLst>
              </p:cNvPr>
              <p:cNvSpPr txBox="1"/>
              <p:nvPr/>
            </p:nvSpPr>
            <p:spPr>
              <a:xfrm>
                <a:off x="7904868" y="5739294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15FEB8E-8286-4788-BE46-541ED71BD9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4868" y="5739294"/>
                <a:ext cx="91717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8B6030D-5AE9-48E0-9FDE-6F8E41E70380}"/>
                  </a:ext>
                </a:extLst>
              </p:cNvPr>
              <p:cNvSpPr txBox="1"/>
              <p:nvPr/>
            </p:nvSpPr>
            <p:spPr>
              <a:xfrm>
                <a:off x="4640110" y="5278558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8B6030D-5AE9-48E0-9FDE-6F8E41E703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0110" y="5278558"/>
                <a:ext cx="91717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F8D3730-4E47-4053-A43B-AD2ADBCCA317}"/>
                  </a:ext>
                </a:extLst>
              </p:cNvPr>
              <p:cNvSpPr txBox="1"/>
              <p:nvPr/>
            </p:nvSpPr>
            <p:spPr>
              <a:xfrm>
                <a:off x="9223493" y="4588103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F8D3730-4E47-4053-A43B-AD2ADBCCA3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23493" y="4588103"/>
                <a:ext cx="91717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55E3621-3A99-4457-B4DB-43C5D69F1E2F}"/>
                  </a:ext>
                </a:extLst>
              </p:cNvPr>
              <p:cNvSpPr txBox="1"/>
              <p:nvPr/>
            </p:nvSpPr>
            <p:spPr>
              <a:xfrm>
                <a:off x="10092832" y="4366420"/>
                <a:ext cx="1181994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7+9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55E3621-3A99-4457-B4DB-43C5D69F1E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2832" y="4366420"/>
                <a:ext cx="1181994" cy="90774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599E557-9BDD-4A6A-9C30-FFCFA8787470}"/>
                  </a:ext>
                </a:extLst>
              </p:cNvPr>
              <p:cNvSpPr txBox="1"/>
              <p:nvPr/>
            </p:nvSpPr>
            <p:spPr>
              <a:xfrm>
                <a:off x="11274826" y="4588103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599E557-9BDD-4A6A-9C30-FFCFA87874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74826" y="4588103"/>
                <a:ext cx="91717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69FE444-68BE-4A7D-9E06-A5BFAA8D0932}"/>
                  </a:ext>
                </a:extLst>
              </p:cNvPr>
              <p:cNvSpPr txBox="1"/>
              <p:nvPr/>
            </p:nvSpPr>
            <p:spPr>
              <a:xfrm>
                <a:off x="4640110" y="5892094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69FE444-68BE-4A7D-9E06-A5BFAA8D09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0110" y="5892094"/>
                <a:ext cx="917174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1608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Measure of Central Tendency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8188198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/>
              <a:t>What is a Measure of Central Tendency?</a:t>
            </a:r>
            <a:endParaRPr lang="en-IN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1" y="852056"/>
            <a:ext cx="11465074" cy="5601954"/>
          </a:xfrm>
        </p:spPr>
        <p:txBody>
          <a:bodyPr/>
          <a:lstStyle/>
          <a:p>
            <a:pPr algn="l">
              <a:lnSpc>
                <a:spcPct val="100000"/>
              </a:lnSpc>
            </a:pPr>
            <a:r>
              <a:rPr lang="en-US" dirty="0"/>
              <a:t>Imagine you have a group of numbers.</a:t>
            </a:r>
          </a:p>
          <a:p>
            <a:pPr lvl="1" algn="l">
              <a:lnSpc>
                <a:spcPct val="100000"/>
              </a:lnSpc>
            </a:pPr>
            <a:r>
              <a:rPr lang="en-US" dirty="0"/>
              <a:t>Maybe these numbers are:</a:t>
            </a:r>
          </a:p>
          <a:p>
            <a:pPr lvl="2">
              <a:lnSpc>
                <a:spcPct val="100000"/>
              </a:lnSpc>
            </a:pPr>
            <a:r>
              <a:rPr lang="en-US" dirty="0"/>
              <a:t>Marks of students</a:t>
            </a:r>
          </a:p>
          <a:p>
            <a:pPr lvl="2">
              <a:lnSpc>
                <a:spcPct val="100000"/>
              </a:lnSpc>
            </a:pPr>
            <a:r>
              <a:rPr lang="en-US" dirty="0"/>
              <a:t>Execution times of code</a:t>
            </a:r>
          </a:p>
          <a:p>
            <a:pPr lvl="2">
              <a:lnSpc>
                <a:spcPct val="100000"/>
              </a:lnSpc>
            </a:pPr>
            <a:r>
              <a:rPr lang="en-US" dirty="0"/>
              <a:t>Daily users of an app</a:t>
            </a:r>
          </a:p>
          <a:p>
            <a:pPr lvl="2">
              <a:lnSpc>
                <a:spcPct val="100000"/>
              </a:lnSpc>
            </a:pPr>
            <a:r>
              <a:rPr lang="en-US" dirty="0"/>
              <a:t>Temperatures in a city or number of likes you get per post</a:t>
            </a:r>
          </a:p>
          <a:p>
            <a:pPr>
              <a:lnSpc>
                <a:spcPct val="100000"/>
              </a:lnSpc>
            </a:pPr>
            <a:r>
              <a:rPr lang="en-US" dirty="0"/>
              <a:t>When you have many numbers, looking at each one is confusing.</a:t>
            </a:r>
          </a:p>
          <a:p>
            <a:pPr>
              <a:lnSpc>
                <a:spcPct val="100000"/>
              </a:lnSpc>
            </a:pPr>
            <a:r>
              <a:rPr lang="en-US" dirty="0"/>
              <a:t>So, we ask a simple question:</a:t>
            </a:r>
          </a:p>
          <a:p>
            <a:pPr marL="271463" lvl="1" indent="0" algn="ctr">
              <a:buNone/>
            </a:pPr>
            <a:r>
              <a:rPr lang="en-US" i="1" dirty="0">
                <a:solidFill>
                  <a:schemeClr val="accent6">
                    <a:lumMod val="75000"/>
                  </a:schemeClr>
                </a:solidFill>
              </a:rPr>
              <a:t>Can we represent all these numbers with </a:t>
            </a:r>
            <a:r>
              <a:rPr lang="en-US" b="1" i="1" dirty="0">
                <a:solidFill>
                  <a:schemeClr val="accent6">
                    <a:lumMod val="75000"/>
                  </a:schemeClr>
                </a:solidFill>
              </a:rPr>
              <a:t>one single value</a:t>
            </a:r>
            <a:r>
              <a:rPr lang="en-US" i="1" dirty="0">
                <a:solidFill>
                  <a:schemeClr val="accent6">
                    <a:lumMod val="75000"/>
                  </a:schemeClr>
                </a:solidFill>
              </a:rPr>
              <a:t> that tells us the overall behavior of the data?</a:t>
            </a:r>
            <a:endParaRPr lang="en-GB" i="1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6932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0534EB53-01EC-B585-AE74-ED900A9D1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408E99-FA69-1245-17EB-58C5F90EFB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/>
              <a:t>What is a Measure of Central Tendency?</a:t>
            </a:r>
            <a:endParaRPr lang="en-IN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A05FDF3-C28A-F097-8DD3-80C8AE9E6AC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1" y="863445"/>
            <a:ext cx="11465074" cy="4394356"/>
          </a:xfrm>
        </p:spPr>
        <p:txBody>
          <a:bodyPr/>
          <a:lstStyle/>
          <a:p>
            <a:pPr marL="271463" lvl="1" indent="0" algn="ctr">
              <a:buNone/>
            </a:pPr>
            <a:r>
              <a:rPr lang="en-US" i="1" dirty="0">
                <a:solidFill>
                  <a:schemeClr val="accent6">
                    <a:lumMod val="75000"/>
                  </a:schemeClr>
                </a:solidFill>
              </a:rPr>
              <a:t>Can we represent all these numbers with </a:t>
            </a:r>
            <a:r>
              <a:rPr lang="en-US" b="1" i="1" dirty="0">
                <a:solidFill>
                  <a:schemeClr val="accent6">
                    <a:lumMod val="75000"/>
                  </a:schemeClr>
                </a:solidFill>
              </a:rPr>
              <a:t>one single value</a:t>
            </a:r>
            <a:r>
              <a:rPr lang="en-US" i="1" dirty="0">
                <a:solidFill>
                  <a:schemeClr val="accent6">
                    <a:lumMod val="75000"/>
                  </a:schemeClr>
                </a:solidFill>
              </a:rPr>
              <a:t> that tells us the overall behavior of the data?</a:t>
            </a:r>
          </a:p>
          <a:p>
            <a:r>
              <a:rPr lang="en-US" dirty="0"/>
              <a:t>That “one single value” is called the: </a:t>
            </a:r>
            <a:r>
              <a:rPr lang="en-US" b="1" dirty="0"/>
              <a:t>Measure of Central Tendency </a:t>
            </a:r>
            <a:r>
              <a:rPr lang="en-US" dirty="0"/>
              <a:t>(also called Measures of Average)</a:t>
            </a:r>
          </a:p>
          <a:p>
            <a:pPr lvl="1"/>
            <a:r>
              <a:rPr lang="en-US" dirty="0"/>
              <a:t>It tells us </a:t>
            </a:r>
            <a:r>
              <a:rPr lang="en-US" b="1" dirty="0"/>
              <a:t>where the center of the data lies</a:t>
            </a:r>
            <a:r>
              <a:rPr lang="en-US" dirty="0"/>
              <a:t>.</a:t>
            </a:r>
          </a:p>
          <a:p>
            <a:r>
              <a:rPr lang="en-US" b="1" dirty="0"/>
              <a:t>Centre → </a:t>
            </a:r>
            <a:r>
              <a:rPr lang="en-US" dirty="0"/>
              <a:t>the middle or balancing point</a:t>
            </a:r>
          </a:p>
          <a:p>
            <a:r>
              <a:rPr lang="en-US" b="1" dirty="0"/>
              <a:t>Tendency → </a:t>
            </a:r>
            <a:r>
              <a:rPr lang="en-US" dirty="0"/>
              <a:t>the direction in which data gathers</a:t>
            </a:r>
          </a:p>
        </p:txBody>
      </p:sp>
    </p:spTree>
    <p:extLst>
      <p:ext uri="{BB962C8B-B14F-4D97-AF65-F5344CB8AC3E}">
        <p14:creationId xmlns:p14="http://schemas.microsoft.com/office/powerpoint/2010/main" val="3868994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87D53FFB-4D1C-895A-07CF-8804CC6CC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9747B2-B08A-84DA-E03D-F360C1BB4C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/>
              <a:t>Why do we need Measure of Central Tendency?</a:t>
            </a:r>
            <a:endParaRPr lang="en-IN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674CF70-B25C-A7F4-460B-B46A7D061A8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1" y="790708"/>
            <a:ext cx="11465074" cy="4394356"/>
          </a:xfrm>
        </p:spPr>
        <p:txBody>
          <a:bodyPr/>
          <a:lstStyle/>
          <a:p>
            <a:r>
              <a:rPr lang="en-US" dirty="0"/>
              <a:t>We use it because:</a:t>
            </a:r>
          </a:p>
          <a:p>
            <a:pPr lvl="1"/>
            <a:r>
              <a:rPr lang="en-US" dirty="0"/>
              <a:t>Data can be huge, confusing, scattered.</a:t>
            </a:r>
          </a:p>
          <a:p>
            <a:r>
              <a:rPr lang="en-US" dirty="0"/>
              <a:t>Instead of reading all values, we want </a:t>
            </a:r>
            <a:r>
              <a:rPr lang="en-US" b="1" dirty="0"/>
              <a:t>one representative number</a:t>
            </a:r>
            <a:r>
              <a:rPr lang="en-US" dirty="0"/>
              <a:t>.</a:t>
            </a:r>
          </a:p>
          <a:p>
            <a:pPr algn="l"/>
            <a:r>
              <a:rPr lang="en-US" b="1" dirty="0">
                <a:solidFill>
                  <a:srgbClr val="0000FF"/>
                </a:solidFill>
              </a:rPr>
              <a:t>Example:</a:t>
            </a:r>
            <a:br>
              <a:rPr lang="en-US" dirty="0"/>
            </a:br>
            <a:r>
              <a:rPr lang="en-US" dirty="0"/>
              <a:t>Marks of 60 students → instead of telling all marks, we say:</a:t>
            </a:r>
          </a:p>
          <a:p>
            <a:pPr marL="271463" lvl="1" indent="0" algn="l">
              <a:buNone/>
            </a:pPr>
            <a:r>
              <a:rPr lang="en-US" dirty="0"/>
              <a:t>“</a:t>
            </a:r>
            <a:r>
              <a:rPr lang="en-US" b="1" dirty="0"/>
              <a:t>The average mark is 72.</a:t>
            </a:r>
            <a:r>
              <a:rPr lang="en-US" dirty="0"/>
              <a:t>”</a:t>
            </a:r>
          </a:p>
          <a:p>
            <a:r>
              <a:rPr lang="en-US" dirty="0"/>
              <a:t>This one value gives a </a:t>
            </a:r>
            <a:r>
              <a:rPr lang="en-US" b="1" dirty="0"/>
              <a:t>quick summary</a:t>
            </a:r>
            <a:r>
              <a:rPr lang="en-US" dirty="0"/>
              <a:t> of the entire class.</a:t>
            </a:r>
          </a:p>
        </p:txBody>
      </p:sp>
    </p:spTree>
    <p:extLst>
      <p:ext uri="{BB962C8B-B14F-4D97-AF65-F5344CB8AC3E}">
        <p14:creationId xmlns:p14="http://schemas.microsoft.com/office/powerpoint/2010/main" val="61944667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3B4F3E9-825E-6A9E-220C-3189B7F99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189ABC-F3CE-BEF2-65DE-D40EF206FE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Measure of Central Tendency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836D2C5-D8A6-5B24-5471-315EE8630E5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1" y="863444"/>
                <a:ext cx="5595512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The central tendency of a distribution is an estimate of the </a:t>
                </a:r>
                <a:r>
                  <a:rPr lang="en-US" b="1" dirty="0">
                    <a:solidFill>
                      <a:srgbClr val="FF0000"/>
                    </a:solidFill>
                  </a:rPr>
                  <a:t>center</a:t>
                </a:r>
                <a:r>
                  <a:rPr lang="en-US" dirty="0"/>
                  <a:t> of a distribution of values. </a:t>
                </a:r>
                <a:endParaRPr lang="en-IN" dirty="0"/>
              </a:p>
              <a:p>
                <a:pPr lvl="0"/>
                <a:r>
                  <a:rPr lang="en-US" dirty="0"/>
                  <a:t>There are </a:t>
                </a:r>
                <a:r>
                  <a:rPr lang="en-US" b="1" dirty="0"/>
                  <a:t>three</a:t>
                </a:r>
                <a:r>
                  <a:rPr lang="en-US" dirty="0"/>
                  <a:t> measures to estimate central tendency which is</a:t>
                </a:r>
                <a:endParaRPr lang="en-IN" dirty="0"/>
              </a:p>
              <a:p>
                <a:pPr lvl="1"/>
                <a:r>
                  <a:rPr lang="en-US" dirty="0"/>
                  <a:t>Mean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US" b="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acc>
                          <m:accPr>
                            <m:chr m:val="̅"/>
                            <m:ctrlPr>
                              <a:rPr lang="en-IN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acc>
                        <m:r>
                          <a:rPr lang="en-IN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dirty="0"/>
                  <a:t> - </a:t>
                </a:r>
                <a:r>
                  <a:rPr lang="en-IN" b="1" dirty="0"/>
                  <a:t>Average Value</a:t>
                </a:r>
              </a:p>
              <a:p>
                <a:pPr lvl="1"/>
                <a:r>
                  <a:rPr lang="en-US" dirty="0"/>
                  <a:t>Median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𝐌</m:t>
                        </m:r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- </a:t>
                </a:r>
                <a:r>
                  <a:rPr lang="en-US" b="1" dirty="0"/>
                  <a:t>Exact Middle Value</a:t>
                </a:r>
              </a:p>
              <a:p>
                <a:pPr lvl="1"/>
                <a:r>
                  <a:rPr lang="en-US" dirty="0"/>
                  <a:t>Mode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𝐙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GB" dirty="0"/>
                  <a:t> - </a:t>
                </a:r>
                <a:r>
                  <a:rPr lang="en-GB" b="1" dirty="0"/>
                  <a:t>Most </a:t>
                </a:r>
                <a:r>
                  <a:rPr lang="en-IN" b="1" dirty="0"/>
                  <a:t>Frequent Value</a:t>
                </a:r>
                <a:endParaRPr lang="en-GB" b="1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836D2C5-D8A6-5B24-5471-315EE8630E5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1" y="863444"/>
                <a:ext cx="5595512" cy="5590565"/>
              </a:xfrm>
              <a:blipFill>
                <a:blip r:embed="rId2"/>
                <a:stretch>
                  <a:fillRect l="-2072" r="-22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1E90BE8A-F853-04C1-AEE2-6061A6B24CAE}"/>
              </a:ext>
            </a:extLst>
          </p:cNvPr>
          <p:cNvSpPr/>
          <p:nvPr/>
        </p:nvSpPr>
        <p:spPr>
          <a:xfrm>
            <a:off x="6643696" y="3581101"/>
            <a:ext cx="362851" cy="1908000"/>
          </a:xfrm>
          <a:prstGeom prst="rect">
            <a:avLst/>
          </a:prstGeom>
          <a:solidFill>
            <a:srgbClr val="9C28B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CDCD87E-0809-2079-7461-EBD06D21D871}"/>
              </a:ext>
            </a:extLst>
          </p:cNvPr>
          <p:cNvSpPr/>
          <p:nvPr/>
        </p:nvSpPr>
        <p:spPr>
          <a:xfrm>
            <a:off x="7592171" y="3581100"/>
            <a:ext cx="362851" cy="1908000"/>
          </a:xfrm>
          <a:prstGeom prst="rect">
            <a:avLst/>
          </a:prstGeom>
          <a:solidFill>
            <a:srgbClr val="9C28B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7EFD73F-9601-3FA9-6E25-C3426E03F087}"/>
              </a:ext>
            </a:extLst>
          </p:cNvPr>
          <p:cNvSpPr/>
          <p:nvPr/>
        </p:nvSpPr>
        <p:spPr>
          <a:xfrm>
            <a:off x="8540646" y="3221100"/>
            <a:ext cx="362851" cy="2268000"/>
          </a:xfrm>
          <a:prstGeom prst="rect">
            <a:avLst/>
          </a:prstGeom>
          <a:solidFill>
            <a:srgbClr val="3F51B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CCA8BF7-5864-2BD9-8140-64DD3983F1CB}"/>
              </a:ext>
            </a:extLst>
          </p:cNvPr>
          <p:cNvSpPr/>
          <p:nvPr/>
        </p:nvSpPr>
        <p:spPr>
          <a:xfrm>
            <a:off x="9489121" y="2706848"/>
            <a:ext cx="362851" cy="2782250"/>
          </a:xfrm>
          <a:prstGeom prst="rect">
            <a:avLst/>
          </a:prstGeom>
          <a:solidFill>
            <a:srgbClr val="FE572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7AE7072-B1C4-0CFF-E672-8D57ADE0F96D}"/>
              </a:ext>
            </a:extLst>
          </p:cNvPr>
          <p:cNvSpPr/>
          <p:nvPr/>
        </p:nvSpPr>
        <p:spPr>
          <a:xfrm>
            <a:off x="10437598" y="2411575"/>
            <a:ext cx="362851" cy="3077523"/>
          </a:xfrm>
          <a:prstGeom prst="rect">
            <a:avLst/>
          </a:prstGeom>
          <a:solidFill>
            <a:srgbClr val="795547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957FC9D-93D1-E307-84F0-113DD55EE3AA}"/>
              </a:ext>
            </a:extLst>
          </p:cNvPr>
          <p:cNvSpPr txBox="1"/>
          <p:nvPr/>
        </p:nvSpPr>
        <p:spPr>
          <a:xfrm>
            <a:off x="6110623" y="1358916"/>
            <a:ext cx="52202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b="1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Height of students in a class </a:t>
            </a:r>
            <a:r>
              <a:rPr lang="en-IN" sz="2000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(cm)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1209F23-E1DB-B285-385F-74A34B4B074B}"/>
              </a:ext>
            </a:extLst>
          </p:cNvPr>
          <p:cNvSpPr txBox="1"/>
          <p:nvPr/>
        </p:nvSpPr>
        <p:spPr>
          <a:xfrm>
            <a:off x="6582876" y="3301010"/>
            <a:ext cx="4876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IN" sz="1600" dirty="0">
                <a:solidFill>
                  <a:srgbClr val="9C28B1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159</a:t>
            </a:r>
            <a:endParaRPr lang="en-IN" sz="1400" dirty="0">
              <a:solidFill>
                <a:srgbClr val="9C28B1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AFDD198-CCF6-FCE0-F364-D6DC6C49DDA1}"/>
              </a:ext>
            </a:extLst>
          </p:cNvPr>
          <p:cNvSpPr txBox="1"/>
          <p:nvPr/>
        </p:nvSpPr>
        <p:spPr>
          <a:xfrm>
            <a:off x="9426730" y="2385998"/>
            <a:ext cx="4876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1600" dirty="0">
                <a:solidFill>
                  <a:srgbClr val="FE5722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170</a:t>
            </a:r>
            <a:endParaRPr lang="en-IN" sz="1400" dirty="0">
              <a:solidFill>
                <a:srgbClr val="FE5722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B56E93-B0AA-606D-A638-C92FBDD5F0BB}"/>
              </a:ext>
            </a:extLst>
          </p:cNvPr>
          <p:cNvSpPr txBox="1"/>
          <p:nvPr/>
        </p:nvSpPr>
        <p:spPr>
          <a:xfrm>
            <a:off x="10374797" y="2102493"/>
            <a:ext cx="4876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1600" dirty="0">
                <a:solidFill>
                  <a:srgbClr val="795547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175</a:t>
            </a:r>
            <a:endParaRPr lang="en-IN" sz="1400" dirty="0">
              <a:solidFill>
                <a:srgbClr val="795547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6B81253-F04A-FE50-A9F5-BCC02B908A3B}"/>
              </a:ext>
            </a:extLst>
          </p:cNvPr>
          <p:cNvSpPr txBox="1"/>
          <p:nvPr/>
        </p:nvSpPr>
        <p:spPr>
          <a:xfrm>
            <a:off x="7529780" y="3301010"/>
            <a:ext cx="4876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IN" sz="1600" dirty="0">
                <a:solidFill>
                  <a:srgbClr val="9C28B1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159</a:t>
            </a:r>
            <a:endParaRPr lang="en-IN" sz="1400" dirty="0">
              <a:solidFill>
                <a:srgbClr val="9C28B1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0C74DCB-A7A2-EBC6-24CC-7A21B5C10771}"/>
              </a:ext>
            </a:extLst>
          </p:cNvPr>
          <p:cNvSpPr txBox="1"/>
          <p:nvPr/>
        </p:nvSpPr>
        <p:spPr>
          <a:xfrm>
            <a:off x="8476924" y="2924427"/>
            <a:ext cx="4876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IN" sz="1600" dirty="0">
                <a:solidFill>
                  <a:srgbClr val="3F51B5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161</a:t>
            </a:r>
            <a:endParaRPr lang="en-IN" sz="1400" dirty="0">
              <a:solidFill>
                <a:srgbClr val="3F51B5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9F959BE-1F81-81EE-C293-8A37DCB06BC4}"/>
              </a:ext>
            </a:extLst>
          </p:cNvPr>
          <p:cNvCxnSpPr>
            <a:cxnSpLocks/>
          </p:cNvCxnSpPr>
          <p:nvPr/>
        </p:nvCxnSpPr>
        <p:spPr>
          <a:xfrm flipH="1">
            <a:off x="6020740" y="2924427"/>
            <a:ext cx="5400001" cy="0"/>
          </a:xfrm>
          <a:prstGeom prst="line">
            <a:avLst/>
          </a:prstGeom>
          <a:ln w="25400">
            <a:solidFill>
              <a:schemeClr val="tx1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2C3AE03F-A744-D0B4-9E6B-856007B63219}"/>
              </a:ext>
            </a:extLst>
          </p:cNvPr>
          <p:cNvSpPr txBox="1"/>
          <p:nvPr/>
        </p:nvSpPr>
        <p:spPr>
          <a:xfrm>
            <a:off x="11255280" y="2579173"/>
            <a:ext cx="11260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b="1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Mean</a:t>
            </a:r>
            <a:endParaRPr lang="en-IN" sz="2000" b="1" dirty="0">
              <a:solidFill>
                <a:srgbClr val="002060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6A8F2FB-B587-1D8D-83EB-72886290F5C3}"/>
              </a:ext>
            </a:extLst>
          </p:cNvPr>
          <p:cNvSpPr txBox="1"/>
          <p:nvPr/>
        </p:nvSpPr>
        <p:spPr>
          <a:xfrm>
            <a:off x="6447583" y="5651463"/>
            <a:ext cx="16486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b="1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Mode</a:t>
            </a:r>
            <a:endParaRPr lang="en-IN" sz="2000" b="1" dirty="0">
              <a:solidFill>
                <a:srgbClr val="002060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753A458-784F-3C82-816F-1C4FA998B58E}"/>
              </a:ext>
            </a:extLst>
          </p:cNvPr>
          <p:cNvSpPr txBox="1"/>
          <p:nvPr/>
        </p:nvSpPr>
        <p:spPr>
          <a:xfrm>
            <a:off x="7896400" y="5651463"/>
            <a:ext cx="16486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b="1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Median</a:t>
            </a:r>
            <a:endParaRPr lang="en-IN" sz="2000" b="1" dirty="0">
              <a:solidFill>
                <a:srgbClr val="002060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6411759-CCCE-A6AE-9D77-B336A7B30CB1}"/>
              </a:ext>
            </a:extLst>
          </p:cNvPr>
          <p:cNvSpPr txBox="1"/>
          <p:nvPr/>
        </p:nvSpPr>
        <p:spPr>
          <a:xfrm>
            <a:off x="11255280" y="2862871"/>
            <a:ext cx="11260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165</a:t>
            </a:r>
            <a:endParaRPr lang="en-IN" sz="2000" dirty="0">
              <a:solidFill>
                <a:srgbClr val="002060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C5411B4-FE8F-D881-A664-C66600CAADA4}"/>
              </a:ext>
            </a:extLst>
          </p:cNvPr>
          <p:cNvSpPr txBox="1"/>
          <p:nvPr/>
        </p:nvSpPr>
        <p:spPr>
          <a:xfrm>
            <a:off x="6447583" y="5920699"/>
            <a:ext cx="16486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159</a:t>
            </a:r>
            <a:endParaRPr lang="en-IN" sz="2000" dirty="0">
              <a:solidFill>
                <a:srgbClr val="002060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2FDA948-48F5-9436-5CA7-4B8A1A142979}"/>
              </a:ext>
            </a:extLst>
          </p:cNvPr>
          <p:cNvSpPr txBox="1"/>
          <p:nvPr/>
        </p:nvSpPr>
        <p:spPr>
          <a:xfrm>
            <a:off x="7896400" y="5914488"/>
            <a:ext cx="16486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2400" dirty="0">
                <a:solidFill>
                  <a:srgbClr val="002060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t>161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90FCCED-81F1-D167-BE10-A68C91537B9E}"/>
              </a:ext>
            </a:extLst>
          </p:cNvPr>
          <p:cNvSpPr>
            <a:spLocks noChangeAspect="1"/>
          </p:cNvSpPr>
          <p:nvPr/>
        </p:nvSpPr>
        <p:spPr>
          <a:xfrm>
            <a:off x="6020740" y="1374553"/>
            <a:ext cx="5400000" cy="4108893"/>
          </a:xfrm>
          <a:prstGeom prst="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3BCF56BC-FE4C-E3C9-1604-2BC075FFBCB8}"/>
              </a:ext>
            </a:extLst>
          </p:cNvPr>
          <p:cNvSpPr/>
          <p:nvPr/>
        </p:nvSpPr>
        <p:spPr>
          <a:xfrm>
            <a:off x="6401974" y="3262981"/>
            <a:ext cx="1739900" cy="2333116"/>
          </a:xfrm>
          <a:prstGeom prst="roundRect">
            <a:avLst>
              <a:gd name="adj" fmla="val 3528"/>
            </a:avLst>
          </a:prstGeom>
          <a:noFill/>
          <a:ln w="38100">
            <a:solidFill>
              <a:srgbClr val="9C28B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7841C3D3-AB48-40A5-F17E-2D587ECF2F37}"/>
              </a:ext>
            </a:extLst>
          </p:cNvPr>
          <p:cNvSpPr/>
          <p:nvPr/>
        </p:nvSpPr>
        <p:spPr>
          <a:xfrm>
            <a:off x="8319245" y="2813847"/>
            <a:ext cx="802992" cy="2782250"/>
          </a:xfrm>
          <a:prstGeom prst="roundRect">
            <a:avLst>
              <a:gd name="adj" fmla="val 7908"/>
            </a:avLst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6F3F155-F30C-B2DD-CA57-AA61B9A33CDE}"/>
              </a:ext>
            </a:extLst>
          </p:cNvPr>
          <p:cNvCxnSpPr/>
          <p:nvPr/>
        </p:nvCxnSpPr>
        <p:spPr>
          <a:xfrm>
            <a:off x="6020740" y="1793592"/>
            <a:ext cx="5400000" cy="0"/>
          </a:xfrm>
          <a:prstGeom prst="line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24559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 animBg="1"/>
      <p:bldP spid="6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19" grpId="0"/>
      <p:bldP spid="20" grpId="0"/>
      <p:bldP spid="21" grpId="0"/>
      <p:bldP spid="22" grpId="0"/>
      <p:bldP spid="23" grpId="0" animBg="1"/>
      <p:bldP spid="24" grpId="0" animBg="1"/>
      <p:bldP spid="25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4C689E07-4BAD-28D4-475A-D42FA670EE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308BF0-5935-E80E-5F36-BAA17FB2FA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Measure of Central Tendency</a:t>
            </a:r>
            <a:endParaRPr lang="en-IN" dirty="0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4817D5C7-D4BC-2F0E-BFA8-93457C7C17CC}"/>
              </a:ext>
            </a:extLst>
          </p:cNvPr>
          <p:cNvSpPr/>
          <p:nvPr/>
        </p:nvSpPr>
        <p:spPr>
          <a:xfrm>
            <a:off x="4147185" y="1154430"/>
            <a:ext cx="3897630" cy="571500"/>
          </a:xfrm>
          <a:prstGeom prst="roundRect">
            <a:avLst/>
          </a:prstGeom>
          <a:solidFill>
            <a:schemeClr val="accent4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/>
              <a:t>Types of Averages</a:t>
            </a:r>
            <a:endParaRPr lang="en-IN" sz="2800" b="1" dirty="0"/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F1E5A437-0E47-079D-5CEA-3593BFB22502}"/>
              </a:ext>
            </a:extLst>
          </p:cNvPr>
          <p:cNvCxnSpPr>
            <a:cxnSpLocks/>
            <a:stCxn id="28" idx="2"/>
          </p:cNvCxnSpPr>
          <p:nvPr/>
        </p:nvCxnSpPr>
        <p:spPr>
          <a:xfrm>
            <a:off x="6096000" y="1725930"/>
            <a:ext cx="0" cy="9961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41D89E8-B0FC-0889-1FB2-A52FA32023E0}"/>
              </a:ext>
            </a:extLst>
          </p:cNvPr>
          <p:cNvGrpSpPr/>
          <p:nvPr/>
        </p:nvGrpSpPr>
        <p:grpSpPr>
          <a:xfrm>
            <a:off x="1748790" y="2282187"/>
            <a:ext cx="8686800" cy="441115"/>
            <a:chOff x="1748790" y="2282187"/>
            <a:chExt cx="8686800" cy="441115"/>
          </a:xfrm>
        </p:grpSpPr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E78CC6F-3507-49F4-3BC9-9A27D2733B00}"/>
                </a:ext>
              </a:extLst>
            </p:cNvPr>
            <p:cNvCxnSpPr>
              <a:cxnSpLocks/>
            </p:cNvCxnSpPr>
            <p:nvPr/>
          </p:nvCxnSpPr>
          <p:spPr>
            <a:xfrm>
              <a:off x="1748790" y="2286000"/>
              <a:ext cx="86868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" name="Straight Arrow Connector 39">
              <a:extLst>
                <a:ext uri="{FF2B5EF4-FFF2-40B4-BE49-F238E27FC236}">
                  <a16:creationId xmlns:a16="http://schemas.microsoft.com/office/drawing/2014/main" id="{E74E6024-0B83-F92B-74E5-E932758BA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48790" y="2282187"/>
              <a:ext cx="1588" cy="43984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4B0555F1-61D0-EFC0-7FE1-9F1287E00E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431885" y="2283456"/>
              <a:ext cx="1588" cy="43984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12F340EC-D220-E741-602A-140E55D90F71}"/>
              </a:ext>
            </a:extLst>
          </p:cNvPr>
          <p:cNvSpPr/>
          <p:nvPr/>
        </p:nvSpPr>
        <p:spPr>
          <a:xfrm>
            <a:off x="272733" y="2734311"/>
            <a:ext cx="3171613" cy="389888"/>
          </a:xfrm>
          <a:prstGeom prst="roundRect">
            <a:avLst/>
          </a:prstGeom>
          <a:solidFill>
            <a:srgbClr val="F9FDBF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tx1"/>
                </a:solidFill>
              </a:rPr>
              <a:t>Mathematical Averages</a:t>
            </a:r>
            <a:endParaRPr lang="en-IN" sz="2400" b="1" dirty="0">
              <a:solidFill>
                <a:schemeClr val="tx1"/>
              </a:solidFill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81FDF2BD-507B-036A-A50A-54A6EC49BD36}"/>
              </a:ext>
            </a:extLst>
          </p:cNvPr>
          <p:cNvSpPr/>
          <p:nvPr/>
        </p:nvSpPr>
        <p:spPr>
          <a:xfrm>
            <a:off x="4506383" y="2733675"/>
            <a:ext cx="3171613" cy="389888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tx1"/>
                </a:solidFill>
              </a:rPr>
              <a:t>Positional Averages</a:t>
            </a:r>
            <a:endParaRPr lang="en-IN" sz="2400" b="1" dirty="0">
              <a:solidFill>
                <a:schemeClr val="tx1"/>
              </a:solidFill>
            </a:endParaRP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EA4DB321-BE97-BCDF-C674-FEAAF889C564}"/>
              </a:ext>
            </a:extLst>
          </p:cNvPr>
          <p:cNvSpPr/>
          <p:nvPr/>
        </p:nvSpPr>
        <p:spPr>
          <a:xfrm>
            <a:off x="8747656" y="2746374"/>
            <a:ext cx="3171613" cy="38988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tx1"/>
                </a:solidFill>
              </a:rPr>
              <a:t>Commercial Averages</a:t>
            </a:r>
            <a:endParaRPr lang="en-IN" sz="2400" b="1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145F0E36-33AA-C3F4-530F-BB8A68CBE27C}"/>
                  </a:ext>
                </a:extLst>
              </p:cNvPr>
              <p:cNvSpPr txBox="1"/>
              <p:nvPr/>
            </p:nvSpPr>
            <p:spPr>
              <a:xfrm>
                <a:off x="1127178" y="3442585"/>
                <a:ext cx="128767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Arithmatic </a:t>
                </a:r>
              </a:p>
              <a:p>
                <a:pPr algn="ctr"/>
                <a:r>
                  <a:rPr lang="en-US" dirty="0"/>
                  <a:t>Mean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̅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0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US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acc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145F0E36-33AA-C3F4-530F-BB8A68CBE2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7178" y="3442585"/>
                <a:ext cx="1287674" cy="646331"/>
              </a:xfrm>
              <a:prstGeom prst="rect">
                <a:avLst/>
              </a:prstGeom>
              <a:blipFill>
                <a:blip r:embed="rId2"/>
                <a:stretch>
                  <a:fillRect t="-4717" r="-10427" b="-15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59F22C68-7F6A-11FE-F5DF-25CE0E3E73A6}"/>
              </a:ext>
            </a:extLst>
          </p:cNvPr>
          <p:cNvGrpSpPr/>
          <p:nvPr/>
        </p:nvGrpSpPr>
        <p:grpSpPr>
          <a:xfrm>
            <a:off x="823080" y="3136262"/>
            <a:ext cx="366124" cy="2312565"/>
            <a:chOff x="823080" y="3136262"/>
            <a:chExt cx="366124" cy="2312565"/>
          </a:xfrm>
        </p:grpSpPr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A7C0864C-FB0A-A846-77A4-C7CD91296FB3}"/>
                </a:ext>
              </a:extLst>
            </p:cNvPr>
            <p:cNvGrpSpPr/>
            <p:nvPr/>
          </p:nvGrpSpPr>
          <p:grpSpPr>
            <a:xfrm rot="16200000">
              <a:off x="-151334" y="4110676"/>
              <a:ext cx="2312565" cy="363738"/>
              <a:chOff x="1745085" y="4342972"/>
              <a:chExt cx="8686800" cy="716534"/>
            </a:xfrm>
          </p:grpSpPr>
          <p:cxnSp>
            <p:nvCxnSpPr>
              <p:cNvPr id="52" name="Straight Arrow Connector 51">
                <a:extLst>
                  <a:ext uri="{FF2B5EF4-FFF2-40B4-BE49-F238E27FC236}">
                    <a16:creationId xmlns:a16="http://schemas.microsoft.com/office/drawing/2014/main" id="{7C82BF66-5249-AC33-E375-35DC46E997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10490" y="4702692"/>
                <a:ext cx="713629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310FB2F8-C6BA-DAC7-CD24-13BC1BDDBA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5085" y="4346787"/>
                <a:ext cx="8686800" cy="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Straight Arrow Connector 53">
                <a:extLst>
                  <a:ext uri="{FF2B5EF4-FFF2-40B4-BE49-F238E27FC236}">
                    <a16:creationId xmlns:a16="http://schemas.microsoft.com/office/drawing/2014/main" id="{24C72F01-C60F-4DEA-0641-3A507A0F366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388407" y="4701239"/>
                <a:ext cx="716534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id="{9445FBF3-1830-D706-B33F-7BE30B941B24}"/>
                </a:ext>
              </a:extLst>
            </p:cNvPr>
            <p:cNvCxnSpPr>
              <a:cxnSpLocks/>
            </p:cNvCxnSpPr>
            <p:nvPr/>
          </p:nvCxnSpPr>
          <p:spPr>
            <a:xfrm>
              <a:off x="826941" y="4597601"/>
              <a:ext cx="362263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D4E0C4C9-7C2A-0793-979A-B6CC4F4750D0}"/>
                  </a:ext>
                </a:extLst>
              </p:cNvPr>
              <p:cNvSpPr txBox="1"/>
              <p:nvPr/>
            </p:nvSpPr>
            <p:spPr>
              <a:xfrm>
                <a:off x="1158191" y="4274434"/>
                <a:ext cx="128767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Geometric </a:t>
                </a:r>
              </a:p>
              <a:p>
                <a:pPr algn="ctr"/>
                <a:r>
                  <a:rPr lang="en-US" dirty="0"/>
                  <a:t>Mean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smtClean="0">
                            <a:latin typeface="Cambria Math" panose="02040503050406030204" pitchFamily="18" charset="0"/>
                          </a:rPr>
                          <m:t>G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D4E0C4C9-7C2A-0793-979A-B6CC4F4750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191" y="4274434"/>
                <a:ext cx="1287674" cy="646331"/>
              </a:xfrm>
              <a:prstGeom prst="rect">
                <a:avLst/>
              </a:prstGeom>
              <a:blipFill>
                <a:blip r:embed="rId3"/>
                <a:stretch>
                  <a:fillRect t="-3774" r="-948" b="-15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930750A-3663-1C27-2BE5-D7F5583E219E}"/>
                  </a:ext>
                </a:extLst>
              </p:cNvPr>
              <p:cNvSpPr txBox="1"/>
              <p:nvPr/>
            </p:nvSpPr>
            <p:spPr>
              <a:xfrm>
                <a:off x="1136703" y="5147309"/>
                <a:ext cx="128767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Harmonic </a:t>
                </a:r>
              </a:p>
              <a:p>
                <a:pPr algn="ctr"/>
                <a:r>
                  <a:rPr lang="en-US" dirty="0"/>
                  <a:t>Mean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̅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0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US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acc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930750A-3663-1C27-2BE5-D7F5583E21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6703" y="5147309"/>
                <a:ext cx="1287674" cy="646331"/>
              </a:xfrm>
              <a:prstGeom prst="rect">
                <a:avLst/>
              </a:prstGeom>
              <a:blipFill>
                <a:blip r:embed="rId4"/>
                <a:stretch>
                  <a:fillRect t="-3774" r="-9906" b="-15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4" name="Group 63">
            <a:extLst>
              <a:ext uri="{FF2B5EF4-FFF2-40B4-BE49-F238E27FC236}">
                <a16:creationId xmlns:a16="http://schemas.microsoft.com/office/drawing/2014/main" id="{CF0D9EEB-946C-A0A4-8220-8FDB4538F7D3}"/>
              </a:ext>
            </a:extLst>
          </p:cNvPr>
          <p:cNvGrpSpPr/>
          <p:nvPr/>
        </p:nvGrpSpPr>
        <p:grpSpPr>
          <a:xfrm rot="16200000">
            <a:off x="4230167" y="4110733"/>
            <a:ext cx="2312565" cy="363738"/>
            <a:chOff x="1745085" y="4342972"/>
            <a:chExt cx="8686800" cy="716534"/>
          </a:xfrm>
        </p:grpSpPr>
        <p:cxnSp>
          <p:nvCxnSpPr>
            <p:cNvPr id="65" name="Straight Arrow Connector 64">
              <a:extLst>
                <a:ext uri="{FF2B5EF4-FFF2-40B4-BE49-F238E27FC236}">
                  <a16:creationId xmlns:a16="http://schemas.microsoft.com/office/drawing/2014/main" id="{A638968C-B1DE-8FD6-2ADF-36CA06C7B14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710490" y="4702692"/>
              <a:ext cx="713629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369BA38-626C-D4A5-A088-764F07190C8E}"/>
                </a:ext>
              </a:extLst>
            </p:cNvPr>
            <p:cNvCxnSpPr>
              <a:cxnSpLocks/>
            </p:cNvCxnSpPr>
            <p:nvPr/>
          </p:nvCxnSpPr>
          <p:spPr>
            <a:xfrm>
              <a:off x="1745085" y="4346787"/>
              <a:ext cx="86868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Straight Arrow Connector 66">
              <a:extLst>
                <a:ext uri="{FF2B5EF4-FFF2-40B4-BE49-F238E27FC236}">
                  <a16:creationId xmlns:a16="http://schemas.microsoft.com/office/drawing/2014/main" id="{6F49712B-1118-9AD1-3255-F894E4C7344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88407" y="4701239"/>
              <a:ext cx="716534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CF3A793-2A30-C4C3-291B-A19BABC133D9}"/>
                  </a:ext>
                </a:extLst>
              </p:cNvPr>
              <p:cNvSpPr txBox="1"/>
              <p:nvPr/>
            </p:nvSpPr>
            <p:spPr>
              <a:xfrm>
                <a:off x="5451137" y="3583908"/>
                <a:ext cx="153434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Median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smtClean="0">
                            <a:latin typeface="Cambria Math" panose="02040503050406030204" pitchFamily="18" charset="0"/>
                          </a:rPr>
                          <m:t>M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CF3A793-2A30-C4C3-291B-A19BABC133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1137" y="3583908"/>
                <a:ext cx="1534347" cy="369332"/>
              </a:xfrm>
              <a:prstGeom prst="rect">
                <a:avLst/>
              </a:prstGeom>
              <a:blipFill>
                <a:blip r:embed="rId5"/>
                <a:stretch>
                  <a:fillRect t="-8333" b="-28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3B69958F-3779-7B60-6176-848605DABC8E}"/>
                  </a:ext>
                </a:extLst>
              </p:cNvPr>
              <p:cNvSpPr txBox="1"/>
              <p:nvPr/>
            </p:nvSpPr>
            <p:spPr>
              <a:xfrm>
                <a:off x="5451137" y="5285808"/>
                <a:ext cx="153434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Mode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smtClean="0">
                            <a:latin typeface="Cambria Math" panose="02040503050406030204" pitchFamily="18" charset="0"/>
                          </a:rPr>
                          <m:t>Z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3B69958F-3779-7B60-6176-848605DABC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1137" y="5285808"/>
                <a:ext cx="1534347" cy="369332"/>
              </a:xfrm>
              <a:prstGeom prst="rect">
                <a:avLst/>
              </a:prstGeom>
              <a:blipFill>
                <a:blip r:embed="rId6"/>
                <a:stretch>
                  <a:fillRect t="-6557" b="-2623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TextBox 73">
            <a:extLst>
              <a:ext uri="{FF2B5EF4-FFF2-40B4-BE49-F238E27FC236}">
                <a16:creationId xmlns:a16="http://schemas.microsoft.com/office/drawing/2014/main" id="{7E6E3B84-60A9-9E2A-B97C-B36EC6CCF6CD}"/>
              </a:ext>
            </a:extLst>
          </p:cNvPr>
          <p:cNvSpPr txBox="1"/>
          <p:nvPr/>
        </p:nvSpPr>
        <p:spPr>
          <a:xfrm>
            <a:off x="9684129" y="3442585"/>
            <a:ext cx="12876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Moving</a:t>
            </a:r>
          </a:p>
          <a:p>
            <a:pPr algn="ctr"/>
            <a:r>
              <a:rPr lang="en-US" dirty="0"/>
              <a:t>Average</a:t>
            </a:r>
            <a:endParaRPr lang="en-IN" dirty="0"/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8F55651-145E-BBB1-A736-0D689FF5460A}"/>
              </a:ext>
            </a:extLst>
          </p:cNvPr>
          <p:cNvGrpSpPr/>
          <p:nvPr/>
        </p:nvGrpSpPr>
        <p:grpSpPr>
          <a:xfrm>
            <a:off x="9380031" y="3136262"/>
            <a:ext cx="366124" cy="2312565"/>
            <a:chOff x="9380031" y="3136262"/>
            <a:chExt cx="366124" cy="2312565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37F49E6E-939A-D04D-344C-8826E064B2D0}"/>
                </a:ext>
              </a:extLst>
            </p:cNvPr>
            <p:cNvGrpSpPr/>
            <p:nvPr/>
          </p:nvGrpSpPr>
          <p:grpSpPr>
            <a:xfrm rot="16200000">
              <a:off x="8405617" y="4110676"/>
              <a:ext cx="2312565" cy="363738"/>
              <a:chOff x="1745085" y="4342972"/>
              <a:chExt cx="8686800" cy="716534"/>
            </a:xfrm>
          </p:grpSpPr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F88D546D-C233-B47C-C63C-AF07429BA33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10490" y="4702692"/>
                <a:ext cx="713629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C0C9CF06-E72E-CCC2-297C-40B72DF3AD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5085" y="4346787"/>
                <a:ext cx="8686800" cy="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A3A4A7F9-41CB-3902-0ABD-B19B0CC7397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388407" y="4701239"/>
                <a:ext cx="716534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75" name="Straight Arrow Connector 74">
              <a:extLst>
                <a:ext uri="{FF2B5EF4-FFF2-40B4-BE49-F238E27FC236}">
                  <a16:creationId xmlns:a16="http://schemas.microsoft.com/office/drawing/2014/main" id="{937693DB-D47C-1052-A511-EF9A929E4165}"/>
                </a:ext>
              </a:extLst>
            </p:cNvPr>
            <p:cNvCxnSpPr>
              <a:cxnSpLocks/>
            </p:cNvCxnSpPr>
            <p:nvPr/>
          </p:nvCxnSpPr>
          <p:spPr>
            <a:xfrm>
              <a:off x="9383892" y="4597601"/>
              <a:ext cx="362263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39C3FDF3-74F2-0CC5-9E44-EFF96F8FCCB7}"/>
              </a:ext>
            </a:extLst>
          </p:cNvPr>
          <p:cNvSpPr txBox="1"/>
          <p:nvPr/>
        </p:nvSpPr>
        <p:spPr>
          <a:xfrm>
            <a:off x="9684129" y="4274435"/>
            <a:ext cx="12876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Progressive</a:t>
            </a:r>
          </a:p>
          <a:p>
            <a:pPr algn="ctr"/>
            <a:r>
              <a:rPr lang="en-US" dirty="0"/>
              <a:t>Average</a:t>
            </a:r>
            <a:endParaRPr lang="en-IN" dirty="0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A347A468-AD4E-DF4D-589B-448E69D2E59C}"/>
              </a:ext>
            </a:extLst>
          </p:cNvPr>
          <p:cNvSpPr txBox="1"/>
          <p:nvPr/>
        </p:nvSpPr>
        <p:spPr>
          <a:xfrm>
            <a:off x="9693654" y="5147309"/>
            <a:ext cx="12876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Composite </a:t>
            </a:r>
          </a:p>
          <a:p>
            <a:pPr algn="ctr"/>
            <a:r>
              <a:rPr lang="en-US" dirty="0"/>
              <a:t>Average</a:t>
            </a:r>
            <a:endParaRPr lang="en-IN" dirty="0"/>
          </a:p>
        </p:txBody>
      </p:sp>
      <p:sp>
        <p:nvSpPr>
          <p:cNvPr id="81" name="Rectangle: Rounded Corners 80">
            <a:extLst>
              <a:ext uri="{FF2B5EF4-FFF2-40B4-BE49-F238E27FC236}">
                <a16:creationId xmlns:a16="http://schemas.microsoft.com/office/drawing/2014/main" id="{5A148D24-3E4E-BAB1-EA0A-A6D4DD78983C}"/>
              </a:ext>
            </a:extLst>
          </p:cNvPr>
          <p:cNvSpPr/>
          <p:nvPr/>
        </p:nvSpPr>
        <p:spPr>
          <a:xfrm>
            <a:off x="1211580" y="3442585"/>
            <a:ext cx="1121357" cy="605303"/>
          </a:xfrm>
          <a:prstGeom prst="round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08438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8" grpId="0" animBg="1"/>
      <p:bldP spid="50" grpId="0" animBg="1"/>
      <p:bldP spid="51" grpId="0" animBg="1"/>
      <p:bldP spid="57" grpId="0"/>
      <p:bldP spid="61" grpId="0"/>
      <p:bldP spid="63" grpId="0"/>
      <p:bldP spid="68" grpId="0"/>
      <p:bldP spid="69" grpId="0"/>
      <p:bldP spid="74" grpId="0"/>
      <p:bldP spid="76" grpId="0"/>
      <p:bldP spid="77" grpId="0"/>
      <p:bldP spid="81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2.1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Mean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4695728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The mean means </a:t>
                </a:r>
                <a:r>
                  <a:rPr lang="en-US" b="1" dirty="0">
                    <a:solidFill>
                      <a:srgbClr val="FF0000"/>
                    </a:solidFill>
                  </a:rPr>
                  <a:t>average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Mean is denoted by “ 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acc>
                  </m:oMath>
                </a14:m>
                <a:r>
                  <a:rPr lang="en-US" dirty="0"/>
                  <a:t> ”  and read as “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bar”. </a:t>
                </a:r>
                <a:endParaRPr lang="en-IN" dirty="0"/>
              </a:p>
              <a:p>
                <a:r>
                  <a:rPr lang="en-US" dirty="0"/>
                  <a:t>Table of different formulae of mean is as </a:t>
                </a:r>
                <a:r>
                  <a:rPr lang="en-IN" dirty="0"/>
                  <a:t>follow</a:t>
                </a:r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7689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51535872-A337-46F0-A2DD-B51DCC38E87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4065263"/>
                <a:ext cx="11929641" cy="2574528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>
                    <a:latin typeface="+mj-lt"/>
                  </a:rPr>
                  <a:t> </a:t>
                </a:r>
                <a:r>
                  <a:rPr lang="en-GB" dirty="0">
                    <a:latin typeface="+mj-lt"/>
                  </a:rPr>
                  <a:t>the </a:t>
                </a:r>
                <a:r>
                  <a:rPr lang="en-GB" b="1" dirty="0">
                    <a:solidFill>
                      <a:srgbClr val="FF0000"/>
                    </a:solidFill>
                    <a:latin typeface="+mj-lt"/>
                  </a:rPr>
                  <a:t>individual observations</a:t>
                </a:r>
                <a:r>
                  <a:rPr lang="en-GB" dirty="0">
                    <a:latin typeface="+mj-lt"/>
                  </a:rPr>
                  <a:t>  </a:t>
                </a:r>
              </a:p>
              <a:p>
                <a:pPr lvl="1"/>
                <a:r>
                  <a:rPr lang="en-IN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GB" dirty="0">
                    <a:latin typeface="+mj-lt"/>
                  </a:rPr>
                  <a:t> </a:t>
                </a:r>
                <a:r>
                  <a:rPr lang="en-GB" b="1" dirty="0">
                    <a:solidFill>
                      <a:srgbClr val="0070C0"/>
                    </a:solidFill>
                    <a:latin typeface="+mj-lt"/>
                  </a:rPr>
                  <a:t>midpoints of class</a:t>
                </a:r>
                <a:r>
                  <a:rPr lang="en-GB" dirty="0">
                    <a:latin typeface="+mj-lt"/>
                  </a:rPr>
                  <a:t> intervals in Continuous Grouped data</a:t>
                </a:r>
                <a:endParaRPr lang="en-US" dirty="0">
                  <a:latin typeface="+mj-lt"/>
                </a:endParaRPr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GB" b="1" dirty="0">
                    <a:solidFill>
                      <a:srgbClr val="FF0000"/>
                    </a:solidFill>
                    <a:latin typeface="+mj-lt"/>
                  </a:rPr>
                  <a:t>total number of observations</a:t>
                </a:r>
                <a:r>
                  <a:rPr lang="en-GB" dirty="0">
                    <a:latin typeface="+mj-lt"/>
                  </a:rPr>
                  <a:t> in ungrouped data.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>
                    <a:latin typeface="+mj-lt"/>
                  </a:rPr>
                  <a:t> </a:t>
                </a:r>
                <a:r>
                  <a:rPr lang="en-GB" dirty="0">
                    <a:latin typeface="+mj-lt"/>
                  </a:rPr>
                  <a:t>the </a:t>
                </a:r>
                <a:r>
                  <a:rPr lang="en-GB" b="1" dirty="0">
                    <a:solidFill>
                      <a:srgbClr val="FF0000"/>
                    </a:solidFill>
                    <a:latin typeface="+mj-lt"/>
                  </a:rPr>
                  <a:t>frequency</a:t>
                </a:r>
                <a:r>
                  <a:rPr lang="en-GB" dirty="0">
                    <a:latin typeface="+mj-lt"/>
                  </a:rPr>
                  <a:t>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0" dirty="0" smtClean="0"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IN" b="1" i="0" dirty="0" smtClean="0"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51535872-A337-46F0-A2DD-B51DCC38E87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4065263"/>
                <a:ext cx="11929641" cy="2574528"/>
              </a:xfrm>
              <a:blipFill>
                <a:blip r:embed="rId2"/>
                <a:stretch>
                  <a:fillRect b="-639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13149652"/>
                  </p:ext>
                </p:extLst>
              </p:nvPr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Direct 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13149652"/>
                  </p:ext>
                </p:extLst>
              </p:nvPr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9414" t="-358" r="-100450" b="-899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90068" t="-358" r="-677" b="-8996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Direct 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/>
              <p:nvPr/>
            </p:nvSpPr>
            <p:spPr>
              <a:xfrm>
                <a:off x="2962816" y="2801916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2816" y="2801916"/>
                <a:ext cx="1952085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/>
              <p:nvPr/>
            </p:nvSpPr>
            <p:spPr>
              <a:xfrm>
                <a:off x="6968491" y="2765207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8491" y="2765207"/>
                <a:ext cx="1952085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63044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  <p:bldP spid="5" grpId="0"/>
      <p:bldP spid="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51535872-A337-46F0-A2DD-B51DCC38E87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>
                    <a:latin typeface="+mj-lt"/>
                  </a:rPr>
                  <a:t> </a:t>
                </a:r>
                <a:r>
                  <a:rPr lang="en-IN" dirty="0">
                    <a:latin typeface="+mj-lt"/>
                  </a:rPr>
                  <a:t>sum of all observations</a:t>
                </a:r>
                <a:endParaRPr lang="en-US" dirty="0">
                  <a:latin typeface="+mj-lt"/>
                </a:endParaRPr>
              </a:p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GB" dirty="0">
                    <a:latin typeface="+mj-lt"/>
                  </a:rPr>
                  <a:t>sum of product of </a:t>
                </a:r>
                <a:r>
                  <a:rPr lang="en-IN" dirty="0">
                    <a:latin typeface="+mj-lt"/>
                  </a:rPr>
                  <a:t>observations</a:t>
                </a:r>
                <a:r>
                  <a:rPr lang="en-GB" dirty="0">
                    <a:latin typeface="+mj-lt"/>
                  </a:rPr>
                  <a:t> and frequencies</a:t>
                </a:r>
              </a:p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>
                    <a:latin typeface="+mj-lt"/>
                  </a:rPr>
                  <a:t> </a:t>
                </a:r>
                <a:r>
                  <a:rPr lang="en-GB" dirty="0">
                    <a:latin typeface="+mj-lt"/>
                  </a:rPr>
                  <a:t>sum of frequencies</a:t>
                </a:r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51535872-A337-46F0-A2DD-B51DCC38E87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Direct 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89414" t="-358" r="-100450" b="-899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90068" t="-358" r="-677" b="-8996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Direct 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32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/>
              <p:nvPr/>
            </p:nvSpPr>
            <p:spPr>
              <a:xfrm>
                <a:off x="2962816" y="2801916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2816" y="2801916"/>
                <a:ext cx="1952085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/>
              <p:nvPr/>
            </p:nvSpPr>
            <p:spPr>
              <a:xfrm>
                <a:off x="6968491" y="2765207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8491" y="2765207"/>
                <a:ext cx="1952085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70926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32964"/>
                <a:ext cx="11930400" cy="75856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Find the mean of data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10.2,  9.5,  8.3,  9.7,  9.5,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11.1,  7.8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,  8.8,  9.5,  10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. 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32964"/>
                <a:ext cx="11930400" cy="758568"/>
              </a:xfrm>
              <a:prstGeom prst="rect">
                <a:avLst/>
              </a:prstGeom>
              <a:blipFill>
                <a:blip r:embed="rId3"/>
                <a:stretch>
                  <a:fillRect l="-1021" b="-72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187959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C1BF7D-5436-9AD7-9E79-71C80F4299BC}"/>
                  </a:ext>
                </a:extLst>
              </p:cNvPr>
              <p:cNvSpPr txBox="1"/>
              <p:nvPr/>
            </p:nvSpPr>
            <p:spPr>
              <a:xfrm>
                <a:off x="2333579" y="4089537"/>
                <a:ext cx="9801162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10.2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8.3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9.7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11.1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7.8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8.8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C1BF7D-5436-9AD7-9E79-71C80F4299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3579" y="4089537"/>
                <a:ext cx="9801162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545B49-AFFC-A111-8A0C-2DD3D49491FC}"/>
                  </a:ext>
                </a:extLst>
              </p:cNvPr>
              <p:cNvSpPr txBox="1"/>
              <p:nvPr/>
            </p:nvSpPr>
            <p:spPr>
              <a:xfrm>
                <a:off x="2286055" y="4952195"/>
                <a:ext cx="172429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94.4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545B49-AFFC-A111-8A0C-2DD3D49491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6055" y="4952195"/>
                <a:ext cx="1724297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BA4E9B-ACB9-7A2A-2417-E6EE551EBE1A}"/>
                  </a:ext>
                </a:extLst>
              </p:cNvPr>
              <p:cNvSpPr txBox="1"/>
              <p:nvPr/>
            </p:nvSpPr>
            <p:spPr>
              <a:xfrm>
                <a:off x="2343314" y="6080734"/>
                <a:ext cx="15397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BA4E9B-ACB9-7A2A-2417-E6EE551EBE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314" y="6080734"/>
                <a:ext cx="15397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1F160DF-2FC0-37F3-93A3-C1C1CD9536DD}"/>
                  </a:ext>
                </a:extLst>
              </p:cNvPr>
              <p:cNvSpPr txBox="1"/>
              <p:nvPr/>
            </p:nvSpPr>
            <p:spPr>
              <a:xfrm>
                <a:off x="2333579" y="3062322"/>
                <a:ext cx="153974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1F160DF-2FC0-37F3-93A3-C1C1CD9536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3579" y="3062322"/>
                <a:ext cx="1539746" cy="9227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CE7448C-811D-4A5E-78B9-BF917982747D}"/>
                  </a:ext>
                </a:extLst>
              </p:cNvPr>
              <p:cNvSpPr txBox="1"/>
              <p:nvPr/>
            </p:nvSpPr>
            <p:spPr>
              <a:xfrm>
                <a:off x="1685028" y="4283212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CE7448C-811D-4A5E-78B9-BF91798274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4283212"/>
                <a:ext cx="54486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BD1219C-285D-483F-9B65-53A84CFB9C0A}"/>
                  </a:ext>
                </a:extLst>
              </p:cNvPr>
              <p:cNvSpPr txBox="1"/>
              <p:nvPr/>
            </p:nvSpPr>
            <p:spPr>
              <a:xfrm>
                <a:off x="1685028" y="6080734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BD1219C-285D-483F-9B65-53A84CFB9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6080734"/>
                <a:ext cx="54486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52F0E05-A584-41AD-9DAB-2F700B8F7AEC}"/>
                  </a:ext>
                </a:extLst>
              </p:cNvPr>
              <p:cNvSpPr txBox="1"/>
              <p:nvPr/>
            </p:nvSpPr>
            <p:spPr>
              <a:xfrm>
                <a:off x="1685028" y="5141477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52F0E05-A584-41AD-9DAB-2F700B8F7A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5141477"/>
                <a:ext cx="54486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BDA23389-A9AD-4EF8-A3D9-A29B72F2113C}"/>
              </a:ext>
            </a:extLst>
          </p:cNvPr>
          <p:cNvSpPr txBox="1"/>
          <p:nvPr/>
        </p:nvSpPr>
        <p:spPr>
          <a:xfrm>
            <a:off x="1593840" y="1882626"/>
            <a:ext cx="55462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12D34C3-9FF2-46E2-AC8A-534824372257}"/>
                  </a:ext>
                </a:extLst>
              </p:cNvPr>
              <p:cNvSpPr txBox="1"/>
              <p:nvPr/>
            </p:nvSpPr>
            <p:spPr>
              <a:xfrm>
                <a:off x="7126514" y="1882626"/>
                <a:ext cx="1293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12D34C3-9FF2-46E2-AC8A-5348243722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514" y="1882626"/>
                <a:ext cx="129355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284167F-B6F7-4B26-8B09-FE85B2D8FF07}"/>
              </a:ext>
            </a:extLst>
          </p:cNvPr>
          <p:cNvSpPr txBox="1"/>
          <p:nvPr/>
        </p:nvSpPr>
        <p:spPr>
          <a:xfrm>
            <a:off x="1580271" y="2472474"/>
            <a:ext cx="243008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ea typeface="Calibri" panose="020F0502020204030204" pitchFamily="34" charset="0"/>
                <a:cs typeface="Shruti" panose="020B0502040204020203" pitchFamily="34" charset="0"/>
              </a:rPr>
              <a:t>Direct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8F943EC-C67C-4BFA-A24C-4A7FCF5E881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r>
              <a:rPr lang="en-GB" sz="34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 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BD5BD13B-D1B2-499D-A66E-7329F5AF64A2}"/>
              </a:ext>
            </a:extLst>
          </p:cNvPr>
          <p:cNvSpPr/>
          <p:nvPr/>
        </p:nvSpPr>
        <p:spPr>
          <a:xfrm>
            <a:off x="3410160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</a:t>
            </a: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22360729-D21B-41B9-9040-EE6ED937874C}"/>
              </a:ext>
            </a:extLst>
          </p:cNvPr>
          <p:cNvSpPr/>
          <p:nvPr/>
        </p:nvSpPr>
        <p:spPr>
          <a:xfrm>
            <a:off x="4208825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2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292B4C7A-E1AE-4E82-8AF4-68609F0CEE46}"/>
              </a:ext>
            </a:extLst>
          </p:cNvPr>
          <p:cNvSpPr/>
          <p:nvPr/>
        </p:nvSpPr>
        <p:spPr>
          <a:xfrm>
            <a:off x="4956892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3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FE287A33-6BEB-41AD-B180-B36680476D67}"/>
              </a:ext>
            </a:extLst>
          </p:cNvPr>
          <p:cNvSpPr/>
          <p:nvPr/>
        </p:nvSpPr>
        <p:spPr>
          <a:xfrm>
            <a:off x="5679660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4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784B7CDA-0E92-482C-82EC-BA429A1229DC}"/>
              </a:ext>
            </a:extLst>
          </p:cNvPr>
          <p:cNvSpPr/>
          <p:nvPr/>
        </p:nvSpPr>
        <p:spPr>
          <a:xfrm>
            <a:off x="6394254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5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744E4E71-FD63-4416-BDB1-E77FBA7090A0}"/>
              </a:ext>
            </a:extLst>
          </p:cNvPr>
          <p:cNvSpPr/>
          <p:nvPr/>
        </p:nvSpPr>
        <p:spPr>
          <a:xfrm>
            <a:off x="7204487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6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CC6D192-CB3C-4B6A-B3A9-3FB45AF9363A}"/>
              </a:ext>
            </a:extLst>
          </p:cNvPr>
          <p:cNvSpPr/>
          <p:nvPr/>
        </p:nvSpPr>
        <p:spPr>
          <a:xfrm>
            <a:off x="8014720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7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2E340719-BC7B-4B8D-A22D-F7BC4F28AA8F}"/>
              </a:ext>
            </a:extLst>
          </p:cNvPr>
          <p:cNvSpPr/>
          <p:nvPr/>
        </p:nvSpPr>
        <p:spPr>
          <a:xfrm>
            <a:off x="8733550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8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E47706B7-8965-49B3-8892-C4F810DCCA90}"/>
              </a:ext>
            </a:extLst>
          </p:cNvPr>
          <p:cNvSpPr/>
          <p:nvPr/>
        </p:nvSpPr>
        <p:spPr>
          <a:xfrm>
            <a:off x="9456318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9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2CADAA15-01E8-49B2-A29D-AA3B7A311263}"/>
              </a:ext>
            </a:extLst>
          </p:cNvPr>
          <p:cNvSpPr/>
          <p:nvPr/>
        </p:nvSpPr>
        <p:spPr>
          <a:xfrm>
            <a:off x="10142764" y="1360089"/>
            <a:ext cx="472900" cy="4729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2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3378372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/>
      <p:bldP spid="8" grpId="0"/>
      <p:bldP spid="11" grpId="0"/>
      <p:bldP spid="10" grpId="0"/>
      <p:bldP spid="5" grpId="0"/>
      <p:bldP spid="9" grpId="0"/>
      <p:bldP spid="12" grpId="0"/>
      <p:bldP spid="15" grpId="0"/>
      <p:bldP spid="16" grpId="0"/>
      <p:bldP spid="17" grpId="0"/>
      <p:bldP spid="20" grpId="0"/>
      <p:bldP spid="3" grpId="0" animBg="1"/>
      <p:bldP spid="3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05714A-BDC6-02DA-96CF-F21E0DF33F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Using Calculator – For Ungrouped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7970192-EC55-E238-3A10-A213E3C057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1929641" cy="5590565"/>
              </a:xfrm>
            </p:spPr>
            <p:txBody>
              <a:bodyPr/>
              <a:lstStyle/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1 :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Clear Memory</a:t>
                </a:r>
                <a:endParaRPr lang="en-IN" dirty="0"/>
              </a:p>
              <a:p>
                <a:pPr lvl="1"/>
                <a:r>
                  <a:rPr lang="en-US" sz="2600" dirty="0"/>
                  <a:t>Press </a:t>
                </a:r>
                <a:r>
                  <a:rPr lang="en-US" sz="2600" b="1" dirty="0"/>
                  <a:t>SHIFT</a:t>
                </a:r>
                <a:endParaRPr lang="en-US" sz="2600" dirty="0"/>
              </a:p>
              <a:p>
                <a:pPr lvl="1"/>
                <a:r>
                  <a:rPr lang="en-US" sz="2600" dirty="0"/>
                  <a:t>Press CLR </a:t>
                </a:r>
                <a:r>
                  <a:rPr lang="en-US" sz="2400" b="1" dirty="0">
                    <a:solidFill>
                      <a:schemeClr val="accent6">
                        <a:lumMod val="75000"/>
                      </a:schemeClr>
                    </a:solidFill>
                    <a:sym typeface="Wingdings 3" panose="05040102010807070707" pitchFamily="18" charset="2"/>
                  </a:rPr>
                  <a:t></a:t>
                </a:r>
                <a:r>
                  <a:rPr lang="en-US" sz="2600" dirty="0"/>
                  <a:t> Key 1(</a:t>
                </a:r>
                <a:r>
                  <a:rPr lang="en-US" sz="2600" dirty="0" err="1"/>
                  <a:t>Mcl</a:t>
                </a:r>
                <a:r>
                  <a:rPr lang="en-US" sz="2600" dirty="0"/>
                  <a:t>)</a:t>
                </a:r>
              </a:p>
              <a:p>
                <a:pPr lvl="1"/>
                <a:r>
                  <a:rPr lang="en-US" sz="2600" dirty="0"/>
                  <a:t>Press </a:t>
                </a:r>
                <a14:m>
                  <m:oMath xmlns:m="http://schemas.openxmlformats.org/officeDocument/2006/math">
                    <m:r>
                      <a:rPr lang="en-US" sz="2600" b="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600" dirty="0"/>
                  <a:t> (This ensures any previous statistical data is completely cleared.)</a:t>
                </a:r>
              </a:p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2 :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Enter SD Mode (Statistics Mode)</a:t>
                </a:r>
                <a:endParaRPr lang="en-US" dirty="0"/>
              </a:p>
              <a:p>
                <a:pPr lvl="1"/>
                <a:r>
                  <a:rPr lang="en-US" sz="2600" dirty="0"/>
                  <a:t>Press </a:t>
                </a:r>
                <a:r>
                  <a:rPr lang="en-US" sz="2600" b="1" dirty="0"/>
                  <a:t>MODE</a:t>
                </a:r>
                <a:endParaRPr lang="en-US" sz="2600" dirty="0"/>
              </a:p>
              <a:p>
                <a:pPr lvl="1"/>
                <a:r>
                  <a:rPr lang="en-US" sz="2600" dirty="0"/>
                  <a:t>Press </a:t>
                </a:r>
                <a:r>
                  <a:rPr lang="en-US" sz="2600" b="1" dirty="0"/>
                  <a:t>2</a:t>
                </a:r>
                <a:r>
                  <a:rPr lang="en-US" sz="2600" dirty="0"/>
                  <a:t> (This selects the </a:t>
                </a:r>
                <a:r>
                  <a:rPr lang="en-US" sz="2600" b="1" dirty="0"/>
                  <a:t>SD</a:t>
                </a:r>
                <a:r>
                  <a:rPr lang="en-US" sz="2600" dirty="0"/>
                  <a:t> mode.)</a:t>
                </a:r>
              </a:p>
              <a:p>
                <a:pPr lvl="1"/>
                <a:r>
                  <a:rPr lang="en-US" sz="2600" dirty="0"/>
                  <a:t>Display Check: A small </a:t>
                </a:r>
                <a:r>
                  <a:rPr lang="en-US" sz="2600" b="1" dirty="0"/>
                  <a:t>SD</a:t>
                </a:r>
                <a:r>
                  <a:rPr lang="en-US" sz="2600" dirty="0"/>
                  <a:t> indicator should appear on the top of the display.</a:t>
                </a:r>
                <a:endParaRPr lang="en-US" dirty="0"/>
              </a:p>
              <a:p>
                <a:pPr lvl="1"/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7970192-EC55-E238-3A10-A213E3C057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96064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D32627-61CF-29F0-1D6E-4E8060942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5004B9-6EE3-8118-5467-1ACA5EABDA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Using Calculator – For Ungrouped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F588BCA-34D6-54F8-DC06-0EAB6DB0AAB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0316"/>
                <a:ext cx="11929641" cy="5776347"/>
              </a:xfrm>
            </p:spPr>
            <p:txBody>
              <a:bodyPr/>
              <a:lstStyle/>
              <a:p>
                <a:pPr>
                  <a:lnSpc>
                    <a:spcPct val="100000"/>
                  </a:lnSpc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3 :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Enter a data point, then press M+. 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sz="2600" dirty="0"/>
                  <a:t>Using example data: 10, 12, 13, 16 </a:t>
                </a:r>
              </a:p>
              <a:p>
                <a:pPr lvl="2">
                  <a:lnSpc>
                    <a:spcPct val="100000"/>
                  </a:lnSpc>
                </a:pPr>
                <a:r>
                  <a:rPr lang="en-US" sz="2600" dirty="0"/>
                  <a:t>Type 10, then press M+. (Display shows Data = 1)</a:t>
                </a:r>
              </a:p>
              <a:p>
                <a:pPr lvl="2">
                  <a:lnSpc>
                    <a:spcPct val="100000"/>
                  </a:lnSpc>
                </a:pPr>
                <a:r>
                  <a:rPr lang="en-US" sz="2600" dirty="0"/>
                  <a:t>Type 12, then press M+. (Display shows Data = 2) and so on.</a:t>
                </a:r>
              </a:p>
              <a:p>
                <a:pPr>
                  <a:lnSpc>
                    <a:spcPct val="100000"/>
                  </a:lnSpc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3.1 : 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Displaying the Sums of Frequencies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IN" sz="2600" dirty="0"/>
                  <a:t>Press SHIFT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sz="2600" dirty="0"/>
                  <a:t>Press 1 (The S-SUM key)</a:t>
                </a:r>
              </a:p>
              <a:p>
                <a:pPr lvl="2">
                  <a:lnSpc>
                    <a:spcPct val="100000"/>
                  </a:lnSpc>
                </a:pPr>
                <a:r>
                  <a:rPr lang="en-US" sz="2600" dirty="0"/>
                  <a:t>Display Check: The display shows options: 1: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 smtClean="0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p>
                          <m:sSupPr>
                            <m:ctrlPr>
                              <a:rPr lang="en-IN" sz="260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600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p>
                            <m:r>
                              <a:rPr lang="en-IN" sz="2600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lang="en-US" sz="2600" dirty="0"/>
                  <a:t>    2: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m:rPr>
                            <m:sty m:val="p"/>
                          </m:rPr>
                          <a:rPr lang="en-IN" sz="2600" b="0" i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nary>
                  </m:oMath>
                </a14:m>
                <a:r>
                  <a:rPr lang="en-US" sz="2600" dirty="0"/>
                  <a:t>     3: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600" b="0" i="0" dirty="0" smtClean="0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endParaRPr lang="en-US" sz="2600" dirty="0"/>
              </a:p>
              <a:p>
                <a:pPr lvl="1">
                  <a:lnSpc>
                    <a:spcPct val="100000"/>
                  </a:lnSpc>
                </a:pPr>
                <a:r>
                  <a:rPr lang="en-US" sz="2600" dirty="0"/>
                  <a:t>Press 2 (This corresponds to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m:rPr>
                            <m:sty m:val="p"/>
                          </m:rPr>
                          <a:rPr lang="en-IN" sz="2600" b="0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nary>
                  </m:oMath>
                </a14:m>
                <a:r>
                  <a:rPr lang="en-US" sz="2600" dirty="0"/>
                  <a:t>)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IN" sz="2600" dirty="0"/>
                  <a:t>Press </a:t>
                </a:r>
                <a14:m>
                  <m:oMath xmlns:m="http://schemas.openxmlformats.org/officeDocument/2006/math">
                    <m:r>
                      <a:rPr lang="en-IN" sz="2600" b="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600" dirty="0"/>
              </a:p>
              <a:p>
                <a:pPr lvl="2">
                  <a:lnSpc>
                    <a:spcPct val="100000"/>
                  </a:lnSpc>
                </a:pPr>
                <a:r>
                  <a:rPr lang="en-US" sz="2400" b="1" dirty="0"/>
                  <a:t>Result:</a:t>
                </a:r>
                <a:r>
                  <a:rPr lang="en-US" sz="2400" dirty="0"/>
                  <a:t> The calculator displays the sum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sz="2600" b="1" dirty="0"/>
                  <a:t> </a:t>
                </a:r>
                <a:r>
                  <a:rPr lang="en-IN" sz="2600" dirty="0"/>
                  <a:t>(observations).</a:t>
                </a:r>
                <a:endParaRPr lang="en-US" dirty="0"/>
              </a:p>
              <a:p>
                <a:pPr>
                  <a:lnSpc>
                    <a:spcPct val="114000"/>
                  </a:lnSpc>
                </a:pPr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pPr lvl="1"/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F588BCA-34D6-54F8-DC06-0EAB6DB0AAB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0316"/>
                <a:ext cx="11929641" cy="5776347"/>
              </a:xfrm>
              <a:blipFill>
                <a:blip r:embed="rId2"/>
                <a:stretch>
                  <a:fillRect l="-971" t="-949" b="-284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75210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58AC2E-DCCE-A9A7-40CA-CE6D913682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27610C-A71A-F3BC-77CB-13E6D568D5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Using Calculator – For Ungrouped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9CAA17A-D0F6-2D6F-A74E-0D7313D8607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90707"/>
                <a:ext cx="11929641" cy="5590565"/>
              </a:xfrm>
            </p:spPr>
            <p:txBody>
              <a:bodyPr/>
              <a:lstStyle/>
              <a:p>
                <a:pPr>
                  <a:lnSpc>
                    <a:spcPct val="120000"/>
                  </a:lnSpc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4 :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Access Statistical Variables (S-VAR)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sz="2600" dirty="0"/>
                  <a:t>Press SHIFT</a:t>
                </a:r>
              </a:p>
              <a:p>
                <a:pPr lvl="1">
                  <a:lnSpc>
                    <a:spcPct val="120000"/>
                  </a:lnSpc>
                </a:pPr>
                <a:r>
                  <a:rPr lang="en-US" sz="2600" dirty="0"/>
                  <a:t>Press 2 (The S-VAR key)</a:t>
                </a:r>
              </a:p>
              <a:p>
                <a:pPr>
                  <a:lnSpc>
                    <a:spcPct val="120000"/>
                  </a:lnSpc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5 : Select Mean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̅"/>
                            <m:ctrlPr>
                              <a:rPr lang="en-IN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acc>
                      </m:e>
                    </m:d>
                  </m:oMath>
                </a14:m>
                <a:endParaRPr lang="en-US" b="1" dirty="0"/>
              </a:p>
              <a:p>
                <a:pPr lvl="1"/>
                <a:r>
                  <a:rPr lang="en-US" sz="2600" dirty="0"/>
                  <a:t>Press 1</a:t>
                </a:r>
              </a:p>
              <a:p>
                <a:pPr lvl="1"/>
                <a:r>
                  <a:rPr lang="en-US" sz="2600" dirty="0"/>
                  <a:t>Display Check: The display will show 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IN" sz="2600" i="1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lang="en-IN" sz="2600" b="0" i="1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acc>
                  </m:oMath>
                </a14:m>
                <a:r>
                  <a:rPr lang="en-IN" sz="2600" dirty="0"/>
                  <a:t>.</a:t>
                </a:r>
              </a:p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6 : Get Result</a:t>
                </a:r>
              </a:p>
              <a:p>
                <a:pPr lvl="1"/>
                <a:r>
                  <a:rPr lang="en-IN" sz="2600" dirty="0"/>
                  <a:t>Press </a:t>
                </a:r>
                <a14:m>
                  <m:oMath xmlns:m="http://schemas.openxmlformats.org/officeDocument/2006/math">
                    <m:r>
                      <a:rPr lang="en-IN" sz="2600" i="1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600" dirty="0"/>
              </a:p>
              <a:p>
                <a:pPr lvl="2"/>
                <a:r>
                  <a:rPr lang="en-US" sz="2600" dirty="0"/>
                  <a:t>The calculator will display the mean. (For the example data, the result is </a:t>
                </a:r>
                <a:r>
                  <a:rPr lang="en-US" sz="2600" b="1" dirty="0"/>
                  <a:t>12.75</a:t>
                </a:r>
                <a:r>
                  <a:rPr lang="en-US" sz="2600" dirty="0"/>
                  <a:t>.)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pPr lvl="1"/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9CAA17A-D0F6-2D6F-A74E-0D7313D8607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90707"/>
                <a:ext cx="11929641" cy="5590565"/>
              </a:xfrm>
              <a:blipFill>
                <a:blip r:embed="rId2"/>
                <a:stretch>
                  <a:fillRect l="-971" t="-327" b="-218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01660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0800" y="867839"/>
            <a:ext cx="11930400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spcAft>
                <a:spcPts val="300"/>
              </a:spcAft>
            </a:pPr>
            <a:r>
              <a:rPr lang="en-US" dirty="0"/>
              <a:t>Find the mean for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91242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570946"/>
              </p:ext>
            </p:extLst>
          </p:nvPr>
        </p:nvGraphicFramePr>
        <p:xfrm>
          <a:off x="293355" y="1413885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 obtained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1CAE257-F21C-48ED-AF39-B865E3195BA0}"/>
                  </a:ext>
                </a:extLst>
              </p:cNvPr>
              <p:cNvSpPr/>
              <p:nvPr/>
            </p:nvSpPr>
            <p:spPr>
              <a:xfrm>
                <a:off x="5343068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1CAE257-F21C-48ED-AF39-B865E3195B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8" y="1528185"/>
                <a:ext cx="612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978173F-3E02-4EE6-AB0D-AE083A648EC1}"/>
                  </a:ext>
                </a:extLst>
              </p:cNvPr>
              <p:cNvSpPr/>
              <p:nvPr/>
            </p:nvSpPr>
            <p:spPr>
              <a:xfrm>
                <a:off x="3957035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978173F-3E02-4EE6-AB0D-AE083A648E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5" y="1528185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A58F02-F28C-4709-9DC8-82A16577D58C}"/>
                  </a:ext>
                </a:extLst>
              </p:cNvPr>
              <p:cNvSpPr/>
              <p:nvPr/>
            </p:nvSpPr>
            <p:spPr>
              <a:xfrm>
                <a:off x="6729101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A58F02-F28C-4709-9DC8-82A16577D5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1" y="1528185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B948B21A-8462-410C-A2F2-879A8047E596}"/>
                  </a:ext>
                </a:extLst>
              </p:cNvPr>
              <p:cNvSpPr/>
              <p:nvPr/>
            </p:nvSpPr>
            <p:spPr>
              <a:xfrm>
                <a:off x="9501167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B948B21A-8462-410C-A2F2-879A8047E5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7" y="1528185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1C190D1-68CB-4F4D-8FAB-EBBB0DFD3ADC}"/>
                  </a:ext>
                </a:extLst>
              </p:cNvPr>
              <p:cNvSpPr/>
              <p:nvPr/>
            </p:nvSpPr>
            <p:spPr>
              <a:xfrm>
                <a:off x="8115134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1C190D1-68CB-4F4D-8FAB-EBBB0DFD3A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4" y="152818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E325F87-B175-4A6C-930B-E7FA06C8FA1F}"/>
                  </a:ext>
                </a:extLst>
              </p:cNvPr>
              <p:cNvSpPr/>
              <p:nvPr/>
            </p:nvSpPr>
            <p:spPr>
              <a:xfrm>
                <a:off x="10887199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E325F87-B175-4A6C-930B-E7FA06C8FA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9" y="152818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9B0400F-2084-40BC-8DFF-5F0C886C4D67}"/>
                  </a:ext>
                </a:extLst>
              </p:cNvPr>
              <p:cNvSpPr/>
              <p:nvPr/>
            </p:nvSpPr>
            <p:spPr>
              <a:xfrm>
                <a:off x="5343067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9B0400F-2084-40BC-8DFF-5F0C886C4D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7" y="2085198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2FF02DE-B3DD-43B5-9AB8-6B1CBF5AE293}"/>
                  </a:ext>
                </a:extLst>
              </p:cNvPr>
              <p:cNvSpPr/>
              <p:nvPr/>
            </p:nvSpPr>
            <p:spPr>
              <a:xfrm>
                <a:off x="3957034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2FF02DE-B3DD-43B5-9AB8-6B1CBF5AE2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4" y="2085198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3D6EABB-99FF-4545-ABDA-69B3E18F816B}"/>
                  </a:ext>
                </a:extLst>
              </p:cNvPr>
              <p:cNvSpPr/>
              <p:nvPr/>
            </p:nvSpPr>
            <p:spPr>
              <a:xfrm>
                <a:off x="9501166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3D6EABB-99FF-4545-ABDA-69B3E18F81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6" y="2085198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ED3E99B-9395-4FDE-87F3-A3FD99B0BF2A}"/>
                  </a:ext>
                </a:extLst>
              </p:cNvPr>
              <p:cNvSpPr/>
              <p:nvPr/>
            </p:nvSpPr>
            <p:spPr>
              <a:xfrm>
                <a:off x="8115133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ED3E99B-9395-4FDE-87F3-A3FD99B0BF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3" y="2085198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197EC546-2ED5-4FA7-BADD-0407FB39FCCD}"/>
                  </a:ext>
                </a:extLst>
              </p:cNvPr>
              <p:cNvSpPr/>
              <p:nvPr/>
            </p:nvSpPr>
            <p:spPr>
              <a:xfrm>
                <a:off x="10887199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197EC546-2ED5-4FA7-BADD-0407FB39FC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9" y="2085198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5129C95B-8C69-4D15-8372-9FC4A712AD22}"/>
                  </a:ext>
                </a:extLst>
              </p:cNvPr>
              <p:cNvSpPr/>
              <p:nvPr/>
            </p:nvSpPr>
            <p:spPr>
              <a:xfrm>
                <a:off x="6729100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5129C95B-8C69-4D15-8372-9FC4A712AD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0" y="2085198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006FBD10-9F19-4F5C-8C3D-4B827E6B5C4C}"/>
              </a:ext>
            </a:extLst>
          </p:cNvPr>
          <p:cNvSpPr txBox="1"/>
          <p:nvPr/>
        </p:nvSpPr>
        <p:spPr>
          <a:xfrm>
            <a:off x="1594216" y="2912426"/>
            <a:ext cx="100130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6FC216-E768-497B-A8D1-94C623DBFC7A}"/>
                  </a:ext>
                </a:extLst>
              </p:cNvPr>
              <p:cNvSpPr txBox="1"/>
              <p:nvPr/>
            </p:nvSpPr>
            <p:spPr>
              <a:xfrm>
                <a:off x="1594216" y="3644233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6FC216-E768-497B-A8D1-94C623DBF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644233"/>
                <a:ext cx="2071413" cy="995978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TextBox 23">
            <a:extLst>
              <a:ext uri="{FF2B5EF4-FFF2-40B4-BE49-F238E27FC236}">
                <a16:creationId xmlns:a16="http://schemas.microsoft.com/office/drawing/2014/main" id="{20C2E8A5-AC88-4B39-9F63-228C9976DB2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r>
              <a:rPr lang="en-GB" sz="34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 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99097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0" grpId="0"/>
      <p:bldP spid="21" grpId="0"/>
      <p:bldP spid="24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2362CA-BD3E-42C4-9DF4-495C881C2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9" name="Table 18">
                <a:extLst>
                  <a:ext uri="{FF2B5EF4-FFF2-40B4-BE49-F238E27FC236}">
                    <a16:creationId xmlns:a16="http://schemas.microsoft.com/office/drawing/2014/main" id="{C1AD671D-2887-4627-B531-79B77307F2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96724211"/>
                  </p:ext>
                </p:extLst>
              </p:nvPr>
            </p:nvGraphicFramePr>
            <p:xfrm>
              <a:off x="4111473" y="1106525"/>
              <a:ext cx="3235542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235542">
                      <a:extLst>
                        <a:ext uri="{9D8B030D-6E8A-4147-A177-3AD203B41FA5}">
                          <a16:colId xmlns:a16="http://schemas.microsoft.com/office/drawing/2014/main" val="887846848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US" sz="280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9069365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3840319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4068001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56292424"/>
                      </a:ext>
                    </a:extLst>
                  </a:tr>
                  <a:tr h="10557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0614493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11023221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043180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2555230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9" name="Table 18">
                <a:extLst>
                  <a:ext uri="{FF2B5EF4-FFF2-40B4-BE49-F238E27FC236}">
                    <a16:creationId xmlns:a16="http://schemas.microsoft.com/office/drawing/2014/main" id="{C1AD671D-2887-4627-B531-79B77307F2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96724211"/>
                  </p:ext>
                </p:extLst>
              </p:nvPr>
            </p:nvGraphicFramePr>
            <p:xfrm>
              <a:off x="4111473" y="1106525"/>
              <a:ext cx="3235542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235542">
                      <a:extLst>
                        <a:ext uri="{9D8B030D-6E8A-4147-A177-3AD203B41FA5}">
                          <a16:colId xmlns:a16="http://schemas.microsoft.com/office/drawing/2014/main" val="887846848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6" t="-2410" r="-564" b="-87349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9069365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3840319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4068001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5629242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0614493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1102322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043180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2555230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9B17B2BC-25BF-6E87-F84E-539B8129E7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ACDB2593-165A-0A70-48A5-CF955FD85A8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98462676"/>
                  </p:ext>
                </p:extLst>
              </p:nvPr>
            </p:nvGraphicFramePr>
            <p:xfrm>
              <a:off x="525457" y="1106525"/>
              <a:ext cx="3586016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4093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34508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10557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0" dirty="0">
                              <a:solidFill>
                                <a:srgbClr val="002060"/>
                              </a:solidFill>
                            </a:rPr>
                            <a:t>-----</a:t>
                          </a: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ACDB2593-165A-0A70-48A5-CF955FD85A8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98462676"/>
                  </p:ext>
                </p:extLst>
              </p:nvPr>
            </p:nvGraphicFramePr>
            <p:xfrm>
              <a:off x="525457" y="1106525"/>
              <a:ext cx="3586016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4093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34508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2410" r="-190196" b="-87349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3506" t="-2410" r="-779" b="-87349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0" dirty="0">
                              <a:solidFill>
                                <a:srgbClr val="002060"/>
                              </a:solidFill>
                            </a:rPr>
                            <a:t>-----</a:t>
                          </a: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9989ACB-09AA-3F93-080C-B3E775A8275D}"/>
                  </a:ext>
                </a:extLst>
              </p:cNvPr>
              <p:cNvSpPr/>
              <p:nvPr/>
            </p:nvSpPr>
            <p:spPr>
              <a:xfrm>
                <a:off x="903619" y="222268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9989ACB-09AA-3F93-080C-B3E775A827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2222687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F0933E7-841B-8868-90FC-9A5EB4CC33BC}"/>
                  </a:ext>
                </a:extLst>
              </p:cNvPr>
              <p:cNvSpPr/>
              <p:nvPr/>
            </p:nvSpPr>
            <p:spPr>
              <a:xfrm>
                <a:off x="903619" y="169096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F0933E7-841B-8868-90FC-9A5EB4CC33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1690966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2D9A5457-A437-DFE4-EA24-074BD8AA8B61}"/>
                  </a:ext>
                </a:extLst>
              </p:cNvPr>
              <p:cNvSpPr/>
              <p:nvPr/>
            </p:nvSpPr>
            <p:spPr>
              <a:xfrm>
                <a:off x="903619" y="26874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2D9A5457-A437-DFE4-EA24-074BD8AA8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268745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9432FDB-3378-4F7E-BB27-1683CC026801}"/>
                  </a:ext>
                </a:extLst>
              </p:cNvPr>
              <p:cNvSpPr/>
              <p:nvPr/>
            </p:nvSpPr>
            <p:spPr>
              <a:xfrm>
                <a:off x="903619" y="3716590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9432FDB-3378-4F7E-BB27-1683CC0268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3716590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D8D3894-ACBA-B66B-9BC3-7486E8D0B7E7}"/>
                  </a:ext>
                </a:extLst>
              </p:cNvPr>
              <p:cNvSpPr/>
              <p:nvPr/>
            </p:nvSpPr>
            <p:spPr>
              <a:xfrm>
                <a:off x="903619" y="321484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D8D3894-ACBA-B66B-9BC3-7486E8D0B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3214845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A00FB09-AC79-7686-B272-0402F55CDC66}"/>
                  </a:ext>
                </a:extLst>
              </p:cNvPr>
              <p:cNvSpPr/>
              <p:nvPr/>
            </p:nvSpPr>
            <p:spPr>
              <a:xfrm>
                <a:off x="903619" y="418294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A00FB09-AC79-7686-B272-0402F55CDC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4182949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56522C7-4F68-C662-5452-94DE911E005F}"/>
                  </a:ext>
                </a:extLst>
              </p:cNvPr>
              <p:cNvSpPr/>
              <p:nvPr/>
            </p:nvSpPr>
            <p:spPr>
              <a:xfrm>
                <a:off x="2607792" y="2175504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56522C7-4F68-C662-5452-94DE911E00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2" y="2175504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572C6FA-25EF-AFA1-BAA7-188C37997357}"/>
                  </a:ext>
                </a:extLst>
              </p:cNvPr>
              <p:cNvSpPr/>
              <p:nvPr/>
            </p:nvSpPr>
            <p:spPr>
              <a:xfrm>
                <a:off x="2607793" y="166993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572C6FA-25EF-AFA1-BAA7-188C379973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3" y="1669937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C0EB32-5036-45ED-88EA-B2E024FCB4E9}"/>
                  </a:ext>
                </a:extLst>
              </p:cNvPr>
              <p:cNvSpPr/>
              <p:nvPr/>
            </p:nvSpPr>
            <p:spPr>
              <a:xfrm>
                <a:off x="2607789" y="36922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C0EB32-5036-45ED-88EA-B2E024FCB4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89" y="3692205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46EEFB-60BD-BEBB-990A-08D303447742}"/>
                  </a:ext>
                </a:extLst>
              </p:cNvPr>
              <p:cNvSpPr/>
              <p:nvPr/>
            </p:nvSpPr>
            <p:spPr>
              <a:xfrm>
                <a:off x="2607790" y="318663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46EEFB-60BD-BEBB-990A-08D3034477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0" y="3186638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0953103-A69D-96D3-A1FC-49F881A13BA8}"/>
                  </a:ext>
                </a:extLst>
              </p:cNvPr>
              <p:cNvSpPr/>
              <p:nvPr/>
            </p:nvSpPr>
            <p:spPr>
              <a:xfrm>
                <a:off x="2607788" y="419777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0953103-A69D-96D3-A1FC-49F881A13B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88" y="4197773"/>
                <a:ext cx="612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FC65AEE-76D7-796B-A06C-673997446B45}"/>
                  </a:ext>
                </a:extLst>
              </p:cNvPr>
              <p:cNvSpPr/>
              <p:nvPr/>
            </p:nvSpPr>
            <p:spPr>
              <a:xfrm>
                <a:off x="2835629" y="5063539"/>
                <a:ext cx="1030605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FC65AEE-76D7-796B-A06C-673997446B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5629" y="5063539"/>
                <a:ext cx="1030605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27949A98-1C88-E8DF-B592-941F31B2A76D}"/>
                  </a:ext>
                </a:extLst>
              </p:cNvPr>
              <p:cNvSpPr/>
              <p:nvPr/>
            </p:nvSpPr>
            <p:spPr>
              <a:xfrm>
                <a:off x="2607791" y="26810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27949A98-1C88-E8DF-B592-941F31B2A7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1" y="2681071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D700E61-B45C-43E5-7B37-3C01AB78D8C7}"/>
                  </a:ext>
                </a:extLst>
              </p:cNvPr>
              <p:cNvSpPr/>
              <p:nvPr/>
            </p:nvSpPr>
            <p:spPr>
              <a:xfrm>
                <a:off x="4162269" y="1662404"/>
                <a:ext cx="242305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6=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D700E61-B45C-43E5-7B37-3C01AB78D8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62269" y="1662404"/>
                <a:ext cx="2423052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33D0D65-6B16-C997-8BB9-B0F02DD69962}"/>
                  </a:ext>
                </a:extLst>
              </p:cNvPr>
              <p:cNvSpPr/>
              <p:nvPr/>
            </p:nvSpPr>
            <p:spPr>
              <a:xfrm>
                <a:off x="5613049" y="2165748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33D0D65-6B16-C997-8BB9-B0F02DD699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3049" y="2165748"/>
                <a:ext cx="1005632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B92C9A8-98EF-939C-A0D3-783FE5EE01B5}"/>
                  </a:ext>
                </a:extLst>
              </p:cNvPr>
              <p:cNvSpPr/>
              <p:nvPr/>
            </p:nvSpPr>
            <p:spPr>
              <a:xfrm>
                <a:off x="5613049" y="2615850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B92C9A8-98EF-939C-A0D3-783FE5EE0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3049" y="2615850"/>
                <a:ext cx="1005632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4CB198C-2690-ABA0-BCEC-3F7371DC8174}"/>
                  </a:ext>
                </a:extLst>
              </p:cNvPr>
              <p:cNvSpPr/>
              <p:nvPr/>
            </p:nvSpPr>
            <p:spPr>
              <a:xfrm>
                <a:off x="5613049" y="3142594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4CB198C-2690-ABA0-BCEC-3F7371DC81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3049" y="3142594"/>
                <a:ext cx="1005632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CC19EA5-453A-BB96-5DD1-2D10CF55862B}"/>
                  </a:ext>
                </a:extLst>
              </p:cNvPr>
              <p:cNvSpPr/>
              <p:nvPr/>
            </p:nvSpPr>
            <p:spPr>
              <a:xfrm>
                <a:off x="5613049" y="3618270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CC19EA5-453A-BB96-5DD1-2D10CF5586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3049" y="3618270"/>
                <a:ext cx="1005632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A6157D2-B00E-BE11-5349-1DAB8759632F}"/>
                  </a:ext>
                </a:extLst>
              </p:cNvPr>
              <p:cNvSpPr/>
              <p:nvPr/>
            </p:nvSpPr>
            <p:spPr>
              <a:xfrm>
                <a:off x="5613049" y="4138256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A6157D2-B00E-BE11-5349-1DAB875963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3049" y="4138256"/>
                <a:ext cx="1005632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C9BCD62-9A6A-DE68-DAD9-6F843AEA2FD4}"/>
                  </a:ext>
                </a:extLst>
              </p:cNvPr>
              <p:cNvSpPr/>
              <p:nvPr/>
            </p:nvSpPr>
            <p:spPr>
              <a:xfrm>
                <a:off x="4501580" y="4682225"/>
                <a:ext cx="1601460" cy="11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C9BCD62-9A6A-DE68-DAD9-6F843AEA2F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1580" y="4682225"/>
                <a:ext cx="1601460" cy="115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87506F-4C6A-192C-6AE7-DDBD40A7547B}"/>
                  </a:ext>
                </a:extLst>
              </p:cNvPr>
              <p:cNvSpPr txBox="1"/>
              <p:nvPr/>
            </p:nvSpPr>
            <p:spPr>
              <a:xfrm>
                <a:off x="9595129" y="1186848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87506F-4C6A-192C-6AE7-DDBD40A754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29" y="1186848"/>
                <a:ext cx="2071413" cy="995978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4C04F58-63A3-7988-A86E-32BA2DB229BA}"/>
                  </a:ext>
                </a:extLst>
              </p:cNvPr>
              <p:cNvSpPr txBox="1"/>
              <p:nvPr/>
            </p:nvSpPr>
            <p:spPr>
              <a:xfrm>
                <a:off x="9595129" y="2474749"/>
                <a:ext cx="207141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1386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43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4C04F58-63A3-7988-A86E-32BA2DB229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29" y="2474749"/>
                <a:ext cx="2071413" cy="89915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126D705-F7F1-004D-8249-2F57C3168129}"/>
                  </a:ext>
                </a:extLst>
              </p:cNvPr>
              <p:cNvSpPr txBox="1"/>
              <p:nvPr/>
            </p:nvSpPr>
            <p:spPr>
              <a:xfrm>
                <a:off x="9595130" y="3853680"/>
                <a:ext cx="20714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32.23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126D705-F7F1-004D-8249-2F57C31681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30" y="3853680"/>
                <a:ext cx="207141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F8C9A83-4019-5871-2B97-2EE33754F007}"/>
                  </a:ext>
                </a:extLst>
              </p:cNvPr>
              <p:cNvSpPr txBox="1"/>
              <p:nvPr/>
            </p:nvSpPr>
            <p:spPr>
              <a:xfrm>
                <a:off x="5712861" y="4993181"/>
                <a:ext cx="13129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1386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F8C9A83-4019-5871-2B97-2EE33754F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2861" y="4993181"/>
                <a:ext cx="131296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B8EF4EC-157C-2F14-F06F-66882EEBA9D4}"/>
              </a:ext>
            </a:extLst>
          </p:cNvPr>
          <p:cNvCxnSpPr>
            <a:cxnSpLocks/>
          </p:cNvCxnSpPr>
          <p:nvPr/>
        </p:nvCxnSpPr>
        <p:spPr>
          <a:xfrm>
            <a:off x="8079447" y="917731"/>
            <a:ext cx="0" cy="537297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32D5EC-7DAF-52CF-205D-47693D12021C}"/>
                  </a:ext>
                </a:extLst>
              </p:cNvPr>
              <p:cNvSpPr/>
              <p:nvPr/>
            </p:nvSpPr>
            <p:spPr>
              <a:xfrm>
                <a:off x="2001603" y="4689612"/>
                <a:ext cx="1080000" cy="11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32D5EC-7DAF-52CF-205D-47693D1202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1603" y="4689612"/>
                <a:ext cx="1080000" cy="115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EC85858-C527-B0C1-6FF9-AA18700C8CD5}"/>
                  </a:ext>
                </a:extLst>
              </p:cNvPr>
              <p:cNvSpPr txBox="1"/>
              <p:nvPr/>
            </p:nvSpPr>
            <p:spPr>
              <a:xfrm>
                <a:off x="8924877" y="2721244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EC85858-C527-B0C1-6FF9-AA18700C8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877" y="2721244"/>
                <a:ext cx="544862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7972D4A-0C8C-25E3-1449-91D9F701D90F}"/>
                  </a:ext>
                </a:extLst>
              </p:cNvPr>
              <p:cNvSpPr txBox="1"/>
              <p:nvPr/>
            </p:nvSpPr>
            <p:spPr>
              <a:xfrm>
                <a:off x="8924877" y="3853680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7972D4A-0C8C-25E3-1449-91D9F701D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877" y="3853680"/>
                <a:ext cx="544862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831A306B-910C-4122-BB4D-CB215D98368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r>
              <a:rPr lang="en-GB" sz="34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 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A42D5BD9-9FA4-4B50-A745-FE527C213BC3}"/>
              </a:ext>
            </a:extLst>
          </p:cNvPr>
          <p:cNvSpPr/>
          <p:nvPr/>
        </p:nvSpPr>
        <p:spPr>
          <a:xfrm>
            <a:off x="10238119" y="1733549"/>
            <a:ext cx="1050262" cy="441955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C6200422-EEE2-493F-A5BD-3EC3E7B97CF6}"/>
              </a:ext>
            </a:extLst>
          </p:cNvPr>
          <p:cNvSpPr/>
          <p:nvPr/>
        </p:nvSpPr>
        <p:spPr>
          <a:xfrm>
            <a:off x="10238119" y="1220449"/>
            <a:ext cx="1050262" cy="441955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A3C21610-F072-4CB4-8AEC-AF3D108ECB01}"/>
              </a:ext>
            </a:extLst>
          </p:cNvPr>
          <p:cNvSpPr/>
          <p:nvPr/>
        </p:nvSpPr>
        <p:spPr>
          <a:xfrm>
            <a:off x="2529849" y="1638384"/>
            <a:ext cx="805162" cy="2948762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85B2C57C-08D3-4791-B171-4C187BDECB62}"/>
              </a:ext>
            </a:extLst>
          </p:cNvPr>
          <p:cNvSpPr/>
          <p:nvPr/>
        </p:nvSpPr>
        <p:spPr>
          <a:xfrm>
            <a:off x="5693419" y="1638384"/>
            <a:ext cx="805162" cy="2948762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419351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6" grpId="0"/>
      <p:bldP spid="7" grpId="0"/>
      <p:bldP spid="18" grpId="0"/>
      <p:bldP spid="33" grpId="0"/>
      <p:bldP spid="3" grpId="0"/>
      <p:bldP spid="4" grpId="0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289DEA-60D3-0419-C975-C4D4DAD345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F5FF54-A324-A076-A58A-BF0D18090A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Using Calculator – For 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DD90C99-1BF0-7AC3-9F76-6F003C1A73D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1929641" cy="5590565"/>
              </a:xfrm>
            </p:spPr>
            <p:txBody>
              <a:bodyPr/>
              <a:lstStyle/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1 :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Clear Memory</a:t>
                </a:r>
                <a:endParaRPr lang="en-IN" dirty="0"/>
              </a:p>
              <a:p>
                <a:pPr lvl="1"/>
                <a:r>
                  <a:rPr lang="en-US" sz="2600" dirty="0"/>
                  <a:t>Press SHIFT</a:t>
                </a:r>
              </a:p>
              <a:p>
                <a:pPr lvl="1"/>
                <a:r>
                  <a:rPr lang="en-US" sz="2600" dirty="0"/>
                  <a:t>Press CLR </a:t>
                </a:r>
                <a:r>
                  <a:rPr lang="en-US" sz="2400" b="1" dirty="0">
                    <a:solidFill>
                      <a:schemeClr val="accent6">
                        <a:lumMod val="75000"/>
                      </a:schemeClr>
                    </a:solidFill>
                    <a:sym typeface="Wingdings 3" panose="05040102010807070707" pitchFamily="18" charset="2"/>
                  </a:rPr>
                  <a:t></a:t>
                </a:r>
                <a:r>
                  <a:rPr lang="en-US" sz="2600" dirty="0"/>
                  <a:t> Key 1 (</a:t>
                </a:r>
                <a:r>
                  <a:rPr lang="en-US" sz="2600" dirty="0" err="1"/>
                  <a:t>Mcl</a:t>
                </a:r>
                <a:r>
                  <a:rPr lang="en-US" sz="2600" dirty="0"/>
                  <a:t>)</a:t>
                </a:r>
              </a:p>
              <a:p>
                <a:pPr lvl="1"/>
                <a:r>
                  <a:rPr lang="en-US" sz="2600" dirty="0"/>
                  <a:t>Press </a:t>
                </a:r>
                <a14:m>
                  <m:oMath xmlns:m="http://schemas.openxmlformats.org/officeDocument/2006/math">
                    <m:r>
                      <a:rPr lang="en-US" sz="2600" b="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600" dirty="0"/>
                  <a:t> (This ensures any previous statistical data is completely cleared.)</a:t>
                </a:r>
              </a:p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2 :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Enter SD Mode (Statistics Mode)</a:t>
                </a:r>
                <a:endParaRPr lang="en-US" dirty="0"/>
              </a:p>
              <a:p>
                <a:pPr lvl="1"/>
                <a:r>
                  <a:rPr lang="en-US" sz="2600" dirty="0"/>
                  <a:t>Press MODE</a:t>
                </a:r>
              </a:p>
              <a:p>
                <a:pPr lvl="1"/>
                <a:r>
                  <a:rPr lang="en-US" sz="2600" dirty="0"/>
                  <a:t>Press 2 (This selects the SD mode.)</a:t>
                </a:r>
              </a:p>
              <a:p>
                <a:pPr lvl="1"/>
                <a:r>
                  <a:rPr lang="en-US" sz="2600" dirty="0"/>
                  <a:t>Display Check: A small SD indicator should appear on the top of the display.</a:t>
                </a:r>
                <a:endParaRPr lang="en-US" dirty="0"/>
              </a:p>
              <a:p>
                <a:pPr lvl="1"/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DD90C99-1BF0-7AC3-9F76-6F003C1A73D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87009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37D8B-3987-C834-7FD7-D33EFB3FE9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8788A6-AF1D-D43D-3989-C61A2A337C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Using Calculator – For Grouped Data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1D50179-5F43-1DF6-3E23-65406C7BE2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2291823"/>
            <a:ext cx="11929641" cy="711200"/>
          </a:xfrm>
        </p:spPr>
        <p:txBody>
          <a:bodyPr/>
          <a:lstStyle/>
          <a:p>
            <a:r>
              <a:rPr lang="en-IN" b="1" dirty="0">
                <a:solidFill>
                  <a:schemeClr val="accent6">
                    <a:lumMod val="75000"/>
                  </a:schemeClr>
                </a:solidFill>
              </a:rPr>
              <a:t>Step – 3 :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[Data Value]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  <a:sym typeface="Wingdings 3" panose="05040102010807070707" pitchFamily="18" charset="2"/>
              </a:rPr>
              <a:t>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 SHIFT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  <a:sym typeface="Wingdings 3" panose="05040102010807070707" pitchFamily="18" charset="2"/>
              </a:rPr>
              <a:t>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COMMA (,)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  <a:sym typeface="Wingdings 3" panose="05040102010807070707" pitchFamily="18" charset="2"/>
              </a:rPr>
              <a:t>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[Frequency]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  <a:sym typeface="Wingdings 3" panose="05040102010807070707" pitchFamily="18" charset="2"/>
              </a:rPr>
              <a:t>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M+</a:t>
            </a:r>
          </a:p>
          <a:p>
            <a:pPr marL="0" indent="0">
              <a:buNone/>
            </a:pPr>
            <a:endParaRPr lang="en-US" dirty="0"/>
          </a:p>
          <a:p>
            <a:pPr lvl="1"/>
            <a:endParaRPr lang="en-IN" b="1" dirty="0"/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27DF3E44-1F1B-8A2E-2F08-E43115913D9F}"/>
              </a:ext>
            </a:extLst>
          </p:cNvPr>
          <p:cNvGraphicFramePr>
            <a:graphicFrameLocks noGrp="1"/>
          </p:cNvGraphicFramePr>
          <p:nvPr/>
        </p:nvGraphicFramePr>
        <p:xfrm>
          <a:off x="293354" y="925512"/>
          <a:ext cx="11605291" cy="115200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Marks obtained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Number of students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00B53C3-9EC7-EB62-EE03-43ACA840A4D6}"/>
                  </a:ext>
                </a:extLst>
              </p:cNvPr>
              <p:cNvSpPr/>
              <p:nvPr/>
            </p:nvSpPr>
            <p:spPr>
              <a:xfrm>
                <a:off x="5343067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00B53C3-9EC7-EB62-EE03-43ACA840A4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7" y="1039812"/>
                <a:ext cx="612000" cy="38937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19CE0FE1-0D3E-DBEF-FCD5-B3367406A62D}"/>
                  </a:ext>
                </a:extLst>
              </p:cNvPr>
              <p:cNvSpPr/>
              <p:nvPr/>
            </p:nvSpPr>
            <p:spPr>
              <a:xfrm>
                <a:off x="3957034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19CE0FE1-0D3E-DBEF-FCD5-B3367406A6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4" y="1039812"/>
                <a:ext cx="612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A0A2A7F-BAA7-B09E-D457-AC408E749638}"/>
                  </a:ext>
                </a:extLst>
              </p:cNvPr>
              <p:cNvSpPr/>
              <p:nvPr/>
            </p:nvSpPr>
            <p:spPr>
              <a:xfrm>
                <a:off x="6729100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A0A2A7F-BAA7-B09E-D457-AC408E7496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0" y="1039812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97CD3B6-5043-D848-1E1D-25AE80CE4307}"/>
                  </a:ext>
                </a:extLst>
              </p:cNvPr>
              <p:cNvSpPr/>
              <p:nvPr/>
            </p:nvSpPr>
            <p:spPr>
              <a:xfrm>
                <a:off x="9501166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97CD3B6-5043-D848-1E1D-25AE80CE43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6" y="1039812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9C5C315-1961-B413-06A8-9E3BCD1CC565}"/>
                  </a:ext>
                </a:extLst>
              </p:cNvPr>
              <p:cNvSpPr/>
              <p:nvPr/>
            </p:nvSpPr>
            <p:spPr>
              <a:xfrm>
                <a:off x="8115133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9C5C315-1961-B413-06A8-9E3BCD1CC5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3" y="1039812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4B4372AE-43F8-C17D-49A2-9A8DBBA29AC3}"/>
                  </a:ext>
                </a:extLst>
              </p:cNvPr>
              <p:cNvSpPr/>
              <p:nvPr/>
            </p:nvSpPr>
            <p:spPr>
              <a:xfrm>
                <a:off x="10887198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4B4372AE-43F8-C17D-49A2-9A8DBBA29A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8" y="1039812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AC4BAD0-09D2-66B5-3541-F085A277B51C}"/>
                  </a:ext>
                </a:extLst>
              </p:cNvPr>
              <p:cNvSpPr/>
              <p:nvPr/>
            </p:nvSpPr>
            <p:spPr>
              <a:xfrm>
                <a:off x="5343066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AC4BAD0-09D2-66B5-3541-F085A277B5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6" y="159682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923DB94D-765E-6926-77BF-E6C1DE3F1D4E}"/>
                  </a:ext>
                </a:extLst>
              </p:cNvPr>
              <p:cNvSpPr/>
              <p:nvPr/>
            </p:nvSpPr>
            <p:spPr>
              <a:xfrm>
                <a:off x="3957033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923DB94D-765E-6926-77BF-E6C1DE3F1D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3" y="1596825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01E728E-7532-BEB5-AC55-9C94FE3E7302}"/>
                  </a:ext>
                </a:extLst>
              </p:cNvPr>
              <p:cNvSpPr/>
              <p:nvPr/>
            </p:nvSpPr>
            <p:spPr>
              <a:xfrm>
                <a:off x="9501165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01E728E-7532-BEB5-AC55-9C94FE3E73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5" y="1596825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8C946C2-6F27-48AC-0049-DE61FF7E513B}"/>
                  </a:ext>
                </a:extLst>
              </p:cNvPr>
              <p:cNvSpPr/>
              <p:nvPr/>
            </p:nvSpPr>
            <p:spPr>
              <a:xfrm>
                <a:off x="8115132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8C946C2-6F27-48AC-0049-DE61FF7E51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2" y="1596825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89E7B66-8C6B-BEBC-D50D-6AD040DCF616}"/>
                  </a:ext>
                </a:extLst>
              </p:cNvPr>
              <p:cNvSpPr/>
              <p:nvPr/>
            </p:nvSpPr>
            <p:spPr>
              <a:xfrm>
                <a:off x="10887198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89E7B66-8C6B-BEBC-D50D-6AD040DCF6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8" y="1596825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D95FD63-D944-D461-7DA7-15D8E43C141A}"/>
                  </a:ext>
                </a:extLst>
              </p:cNvPr>
              <p:cNvSpPr/>
              <p:nvPr/>
            </p:nvSpPr>
            <p:spPr>
              <a:xfrm>
                <a:off x="6729099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D95FD63-D944-D461-7DA7-15D8E43C14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099" y="1596825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2" name="Table 31">
                <a:extLst>
                  <a:ext uri="{FF2B5EF4-FFF2-40B4-BE49-F238E27FC236}">
                    <a16:creationId xmlns:a16="http://schemas.microsoft.com/office/drawing/2014/main" id="{58CBFA68-C1E3-82A4-90AA-9CAE0DC1FBE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83995" y="3104598"/>
              <a:ext cx="11414649" cy="2621280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1529093">
                      <a:extLst>
                        <a:ext uri="{9D8B030D-6E8A-4147-A177-3AD203B41FA5}">
                          <a16:colId xmlns:a16="http://schemas.microsoft.com/office/drawing/2014/main" val="3945780596"/>
                        </a:ext>
                      </a:extLst>
                    </a:gridCol>
                    <a:gridCol w="4243269">
                      <a:extLst>
                        <a:ext uri="{9D8B030D-6E8A-4147-A177-3AD203B41FA5}">
                          <a16:colId xmlns:a16="http://schemas.microsoft.com/office/drawing/2014/main" val="836274100"/>
                        </a:ext>
                      </a:extLst>
                    </a:gridCol>
                    <a:gridCol w="1730060">
                      <a:extLst>
                        <a:ext uri="{9D8B030D-6E8A-4147-A177-3AD203B41FA5}">
                          <a16:colId xmlns:a16="http://schemas.microsoft.com/office/drawing/2014/main" val="1955918895"/>
                        </a:ext>
                      </a:extLst>
                    </a:gridCol>
                    <a:gridCol w="3912227">
                      <a:extLst>
                        <a:ext uri="{9D8B030D-6E8A-4147-A177-3AD203B41FA5}">
                          <a16:colId xmlns:a16="http://schemas.microsoft.com/office/drawing/2014/main" val="1913802531"/>
                        </a:ext>
                      </a:extLst>
                    </a:gridCol>
                  </a:tblGrid>
                  <a:tr h="0"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Data Entry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Keystrokes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Calculator Display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Explanation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extLst>
                      <a:ext uri="{0D108BD9-81ED-4DB2-BD59-A6C34878D82A}">
                        <a16:rowId xmlns:a16="http://schemas.microsoft.com/office/drawing/2014/main" val="247550229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First Entry</a:t>
                          </a:r>
                          <a:endParaRPr lang="en-IN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20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 SHIFT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COMMA (,)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6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M+</a:t>
                          </a: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Data </a:t>
                          </a:r>
                          <a14:m>
                            <m:oMath xmlns:m="http://schemas.openxmlformats.org/officeDocument/2006/math">
                              <m:r>
                                <a:rPr lang="en-IN" sz="2000" b="1" i="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  <m:r>
                                <a:rPr lang="en-IN" sz="2000" b="1" i="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a:rPr lang="en-IN" sz="2000" b="1" i="0" dirty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oMath>
                          </a14:m>
                          <a:endParaRPr lang="en-IN" sz="2000" i="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This is </a:t>
                          </a:r>
                          <a:r>
                            <a:rPr lang="en-US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Entry 1</a:t>
                          </a: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. The calculator correctly stores the value 10 occurring 3 times.</a:t>
                          </a:r>
                          <a:endParaRPr lang="en-US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extLst>
                      <a:ext uri="{0D108BD9-81ED-4DB2-BD59-A6C34878D82A}">
                        <a16:rowId xmlns:a16="http://schemas.microsoft.com/office/drawing/2014/main" val="2983530936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Second Entry</a:t>
                          </a:r>
                          <a:endParaRPr lang="en-IN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9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 SHIFT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COMMA (,)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4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M+</a:t>
                          </a: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Data </a:t>
                          </a:r>
                          <a14:m>
                            <m:oMath xmlns:m="http://schemas.openxmlformats.org/officeDocument/2006/math">
                              <m:r>
                                <a:rPr lang="en-IN" sz="2000" b="1" i="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  <m:r>
                                <a:rPr lang="en-IN" sz="2000" b="1" i="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a:rPr lang="en-IN" sz="2000" b="1" i="0" dirty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oMath>
                          </a14:m>
                          <a:endParaRPr lang="en-IN" sz="2000" i="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This is </a:t>
                          </a:r>
                          <a:r>
                            <a:rPr lang="en-US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Entry 2</a:t>
                          </a: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. The calculator stores the value 15 occurring 2 times.</a:t>
                          </a:r>
                          <a:endParaRPr lang="en-US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extLst>
                      <a:ext uri="{0D108BD9-81ED-4DB2-BD59-A6C34878D82A}">
                        <a16:rowId xmlns:a16="http://schemas.microsoft.com/office/drawing/2014/main" val="375807954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2" name="Table 31">
                <a:extLst>
                  <a:ext uri="{FF2B5EF4-FFF2-40B4-BE49-F238E27FC236}">
                    <a16:creationId xmlns:a16="http://schemas.microsoft.com/office/drawing/2014/main" id="{58CBFA68-C1E3-82A4-90AA-9CAE0DC1FBE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83995" y="3104598"/>
              <a:ext cx="11414649" cy="2621280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1529093">
                      <a:extLst>
                        <a:ext uri="{9D8B030D-6E8A-4147-A177-3AD203B41FA5}">
                          <a16:colId xmlns:a16="http://schemas.microsoft.com/office/drawing/2014/main" val="3945780596"/>
                        </a:ext>
                      </a:extLst>
                    </a:gridCol>
                    <a:gridCol w="4243269">
                      <a:extLst>
                        <a:ext uri="{9D8B030D-6E8A-4147-A177-3AD203B41FA5}">
                          <a16:colId xmlns:a16="http://schemas.microsoft.com/office/drawing/2014/main" val="836274100"/>
                        </a:ext>
                      </a:extLst>
                    </a:gridCol>
                    <a:gridCol w="1730060">
                      <a:extLst>
                        <a:ext uri="{9D8B030D-6E8A-4147-A177-3AD203B41FA5}">
                          <a16:colId xmlns:a16="http://schemas.microsoft.com/office/drawing/2014/main" val="1955918895"/>
                        </a:ext>
                      </a:extLst>
                    </a:gridCol>
                    <a:gridCol w="3912227">
                      <a:extLst>
                        <a:ext uri="{9D8B030D-6E8A-4147-A177-3AD203B41FA5}">
                          <a16:colId xmlns:a16="http://schemas.microsoft.com/office/drawing/2014/main" val="1913802531"/>
                        </a:ext>
                      </a:extLst>
                    </a:gridCol>
                  </a:tblGrid>
                  <a:tr h="853440"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Data Entry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Keystrokes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Calculator Display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400" b="1" dirty="0">
                              <a:solidFill>
                                <a:schemeClr val="tx1"/>
                              </a:solidFill>
                              <a:effectLst/>
                            </a:rPr>
                            <a:t>Explanation</a:t>
                          </a:r>
                          <a:endParaRPr lang="en-IN" sz="2400" dirty="0">
                            <a:solidFill>
                              <a:schemeClr val="tx1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extLst>
                      <a:ext uri="{0D108BD9-81ED-4DB2-BD59-A6C34878D82A}">
                        <a16:rowId xmlns:a16="http://schemas.microsoft.com/office/drawing/2014/main" val="247550229"/>
                      </a:ext>
                    </a:extLst>
                  </a:tr>
                  <a:tr h="1036320"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First Entry</a:t>
                          </a:r>
                          <a:endParaRPr lang="en-IN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20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 SHIFT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COMMA (,)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6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M+</a:t>
                          </a: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T="60960" marB="60960" anchor="ctr">
                        <a:blipFill>
                          <a:blip r:embed="rId14"/>
                          <a:stretch>
                            <a:fillRect l="-333803" t="-84211" r="-226761" b="-7836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This is </a:t>
                          </a:r>
                          <a:r>
                            <a:rPr lang="en-US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Entry 1</a:t>
                          </a: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. The calculator correctly stores the value 10 occurring 3 times.</a:t>
                          </a:r>
                          <a:endParaRPr lang="en-US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extLst>
                      <a:ext uri="{0D108BD9-81ED-4DB2-BD59-A6C34878D82A}">
                        <a16:rowId xmlns:a16="http://schemas.microsoft.com/office/drawing/2014/main" val="2983530936"/>
                      </a:ext>
                    </a:extLst>
                  </a:tr>
                  <a:tr h="731520"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IN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Second Entry</a:t>
                          </a:r>
                          <a:endParaRPr lang="en-IN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9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 SHIFT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COMMA (,)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4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sym typeface="Wingdings 3" panose="05040102010807070707" pitchFamily="18" charset="2"/>
                            </a:rPr>
                            <a:t> </a:t>
                          </a:r>
                          <a:r>
                            <a:rPr lang="en-US" sz="2000" b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</a:rPr>
                            <a:t>M+</a:t>
                          </a:r>
                        </a:p>
                      </a:txBody>
                      <a:tcPr marT="60960" marB="60960" anchor="ctr"/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T="60960" marB="60960" anchor="ctr">
                        <a:blipFill>
                          <a:blip r:embed="rId14"/>
                          <a:stretch>
                            <a:fillRect l="-333803" t="-262500" r="-226761" b="-11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 rtl="0">
                            <a:buNone/>
                          </a:pP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This is </a:t>
                          </a:r>
                          <a:r>
                            <a:rPr lang="en-US" sz="20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Entry 2</a:t>
                          </a:r>
                          <a:r>
                            <a:rPr lang="en-US" sz="2000" dirty="0">
                              <a:solidFill>
                                <a:srgbClr val="002060"/>
                              </a:solidFill>
                              <a:effectLst/>
                            </a:rPr>
                            <a:t>. The calculator stores the value 15 occurring 2 times.</a:t>
                          </a:r>
                          <a:endParaRPr lang="en-US" sz="2000" dirty="0">
                            <a:solidFill>
                              <a:srgbClr val="002060"/>
                            </a:solidFill>
                            <a:effectLst/>
                            <a:latin typeface="Google Sans Text"/>
                          </a:endParaRPr>
                        </a:p>
                      </a:txBody>
                      <a:tcPr marT="60960" marB="60960" anchor="ctr"/>
                    </a:tc>
                    <a:extLst>
                      <a:ext uri="{0D108BD9-81ED-4DB2-BD59-A6C34878D82A}">
                        <a16:rowId xmlns:a16="http://schemas.microsoft.com/office/drawing/2014/main" val="375807954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A35061B9-363B-0F95-E269-35699870412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5879458"/>
                <a:ext cx="11929641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dirty="0">
                    <a:solidFill>
                      <a:srgbClr val="002060"/>
                    </a:solidFill>
                  </a:rPr>
                  <a:t>After last entry the display shows the sum of frequencies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IN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r>
                          <a:rPr lang="en-IN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</m:e>
                    </m:nary>
                  </m:oMath>
                </a14:m>
                <a:endParaRPr lang="en-US" dirty="0"/>
              </a:p>
              <a:p>
                <a:pPr lvl="1"/>
                <a:endParaRPr lang="en-IN" b="1" dirty="0"/>
              </a:p>
            </p:txBody>
          </p:sp>
        </mc:Choice>
        <mc:Fallback xmlns="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A35061B9-363B-0F95-E269-3569987041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5879458"/>
                <a:ext cx="11929641" cy="711200"/>
              </a:xfrm>
              <a:prstGeom prst="rect">
                <a:avLst/>
              </a:prstGeom>
              <a:blipFill>
                <a:blip r:embed="rId15"/>
                <a:stretch>
                  <a:fillRect l="-971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52166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6988F0-CBF7-5327-8FE0-FC548E6C20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5B3208-DA6F-E848-830D-C818EFA44B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Using Calculator – For 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81F2D8B-9444-0D57-4FAF-F0C9ABDFDA0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8" y="2291822"/>
                <a:ext cx="11929641" cy="4275233"/>
              </a:xfrm>
            </p:spPr>
            <p:txBody>
              <a:bodyPr/>
              <a:lstStyle/>
              <a:p>
                <a:pPr>
                  <a:lnSpc>
                    <a:spcPct val="100000"/>
                  </a:lnSpc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Step – 4 :</a:t>
                </a:r>
                <a:endParaRPr lang="en-IN" b="1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pPr lvl="1">
                  <a:lnSpc>
                    <a:spcPct val="100000"/>
                  </a:lnSpc>
                </a:pPr>
                <a:r>
                  <a:rPr lang="en-IN" sz="2600" dirty="0"/>
                  <a:t>Press </a:t>
                </a:r>
                <a:r>
                  <a:rPr lang="en-IN" sz="2600" b="1" dirty="0"/>
                  <a:t>SHIFT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sz="2600" dirty="0"/>
                  <a:t>Press </a:t>
                </a:r>
                <a:r>
                  <a:rPr lang="en-US" sz="2600" b="1" dirty="0"/>
                  <a:t>1</a:t>
                </a:r>
                <a:r>
                  <a:rPr lang="en-US" sz="2600" dirty="0"/>
                  <a:t> (The </a:t>
                </a:r>
                <a:r>
                  <a:rPr lang="en-US" sz="2600" b="1" dirty="0"/>
                  <a:t>S-SUM</a:t>
                </a:r>
                <a:r>
                  <a:rPr lang="en-US" sz="2600" dirty="0"/>
                  <a:t> key)</a:t>
                </a:r>
              </a:p>
              <a:p>
                <a:pPr lvl="2">
                  <a:lnSpc>
                    <a:spcPct val="100000"/>
                  </a:lnSpc>
                </a:pPr>
                <a:r>
                  <a:rPr lang="en-US" sz="2600" dirty="0"/>
                  <a:t>Display Check: The display shows options: 1: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p>
                          <m:sSupPr>
                            <m:ctrlPr>
                              <a:rPr lang="en-IN" sz="26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60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p>
                            <m:r>
                              <a:rPr lang="en-IN" sz="260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lang="en-US" sz="2600" dirty="0"/>
                  <a:t>    2: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m:rPr>
                            <m:sty m:val="p"/>
                          </m:rPr>
                          <a:rPr lang="en-IN" sz="260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nary>
                  </m:oMath>
                </a14:m>
                <a:r>
                  <a:rPr lang="en-US" sz="2600" dirty="0"/>
                  <a:t>     3: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600" dirty="0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endParaRPr lang="en-US" sz="2600" dirty="0"/>
              </a:p>
              <a:p>
                <a:pPr lvl="1">
                  <a:lnSpc>
                    <a:spcPct val="100000"/>
                  </a:lnSpc>
                </a:pPr>
                <a:r>
                  <a:rPr lang="en-US" sz="2600" dirty="0"/>
                  <a:t>Press </a:t>
                </a:r>
                <a:r>
                  <a:rPr lang="en-US" sz="2600" b="1" dirty="0"/>
                  <a:t>2</a:t>
                </a:r>
                <a:r>
                  <a:rPr lang="en-US" sz="2600" dirty="0"/>
                  <a:t> (This corresponds to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m:rPr>
                            <m:sty m:val="p"/>
                          </m:rPr>
                          <a:rPr lang="en-IN" sz="260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nary>
                  </m:oMath>
                </a14:m>
                <a:r>
                  <a:rPr lang="en-US" sz="2600" dirty="0"/>
                  <a:t>)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IN" sz="2600" dirty="0"/>
                  <a:t>Press </a:t>
                </a:r>
                <a14:m>
                  <m:oMath xmlns:m="http://schemas.openxmlformats.org/officeDocument/2006/math">
                    <m:r>
                      <a:rPr lang="en-IN" sz="2600" b="1" i="1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600" b="1" dirty="0"/>
              </a:p>
              <a:p>
                <a:pPr lvl="2"/>
                <a:r>
                  <a:rPr lang="en-US" sz="2400" b="1" dirty="0"/>
                  <a:t>Result:</a:t>
                </a:r>
                <a:r>
                  <a:rPr lang="en-US" sz="2400" dirty="0"/>
                  <a:t> The calculator displays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2600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sz="26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600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600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sSub>
                          <m:sSubPr>
                            <m:ctrlPr>
                              <a:rPr lang="en-IN" sz="26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60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600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600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GB" sz="2600" dirty="0"/>
                  <a:t>sum of product of </a:t>
                </a:r>
                <a:r>
                  <a:rPr lang="en-IN" sz="2600" dirty="0"/>
                  <a:t>observations</a:t>
                </a:r>
                <a:r>
                  <a:rPr lang="en-GB" sz="2600" dirty="0"/>
                  <a:t> and frequencies</a:t>
                </a:r>
                <a:endParaRPr lang="en-IN" b="1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pPr lvl="1"/>
                <a:endParaRPr lang="en-US" dirty="0"/>
              </a:p>
              <a:p>
                <a:pPr lvl="1"/>
                <a:endParaRPr lang="en-IN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81F2D8B-9444-0D57-4FAF-F0C9ABDFDA0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8" y="2291822"/>
                <a:ext cx="11929641" cy="4275233"/>
              </a:xfrm>
              <a:blipFill>
                <a:blip r:embed="rId2"/>
                <a:stretch>
                  <a:fillRect l="-971" t="-1427" r="-971" b="-21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7CB7B35F-15FB-8E4A-B63F-E5271CD5AC5C}"/>
              </a:ext>
            </a:extLst>
          </p:cNvPr>
          <p:cNvGraphicFramePr>
            <a:graphicFrameLocks noGrp="1"/>
          </p:cNvGraphicFramePr>
          <p:nvPr/>
        </p:nvGraphicFramePr>
        <p:xfrm>
          <a:off x="293354" y="925512"/>
          <a:ext cx="11605291" cy="115200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Marks obtained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Number of students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E6B5ABFC-6AE3-5D85-C29D-D4736AB9270E}"/>
                  </a:ext>
                </a:extLst>
              </p:cNvPr>
              <p:cNvSpPr/>
              <p:nvPr/>
            </p:nvSpPr>
            <p:spPr>
              <a:xfrm>
                <a:off x="5343067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E6B5ABFC-6AE3-5D85-C29D-D4736AB927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7" y="1039812"/>
                <a:ext cx="612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A4EEF5AA-F663-B657-5100-66470FB29EC6}"/>
                  </a:ext>
                </a:extLst>
              </p:cNvPr>
              <p:cNvSpPr/>
              <p:nvPr/>
            </p:nvSpPr>
            <p:spPr>
              <a:xfrm>
                <a:off x="3957034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A4EEF5AA-F663-B657-5100-66470FB29E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4" y="1039812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A7BF19F7-4ED9-F735-098D-9FE01A8CD20D}"/>
                  </a:ext>
                </a:extLst>
              </p:cNvPr>
              <p:cNvSpPr/>
              <p:nvPr/>
            </p:nvSpPr>
            <p:spPr>
              <a:xfrm>
                <a:off x="6729100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A7BF19F7-4ED9-F735-098D-9FE01A8CD2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0" y="1039812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0F8793E-7C05-128D-1E53-DD40892D990A}"/>
                  </a:ext>
                </a:extLst>
              </p:cNvPr>
              <p:cNvSpPr/>
              <p:nvPr/>
            </p:nvSpPr>
            <p:spPr>
              <a:xfrm>
                <a:off x="9501166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0F8793E-7C05-128D-1E53-DD40892D99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6" y="1039812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0D9E61B-4117-86D6-8F69-5056F0E52F1A}"/>
                  </a:ext>
                </a:extLst>
              </p:cNvPr>
              <p:cNvSpPr/>
              <p:nvPr/>
            </p:nvSpPr>
            <p:spPr>
              <a:xfrm>
                <a:off x="8115133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0D9E61B-4117-86D6-8F69-5056F0E52F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3" y="1039812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872B6388-AA4E-88E5-CDF4-D6D165643150}"/>
                  </a:ext>
                </a:extLst>
              </p:cNvPr>
              <p:cNvSpPr/>
              <p:nvPr/>
            </p:nvSpPr>
            <p:spPr>
              <a:xfrm>
                <a:off x="10887198" y="10398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872B6388-AA4E-88E5-CDF4-D6D1656431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8" y="1039812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E85C1B61-8FCC-F1F7-A550-12242CDC80ED}"/>
                  </a:ext>
                </a:extLst>
              </p:cNvPr>
              <p:cNvSpPr/>
              <p:nvPr/>
            </p:nvSpPr>
            <p:spPr>
              <a:xfrm>
                <a:off x="5343066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E85C1B61-8FCC-F1F7-A550-12242CDC8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6" y="1596825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931FB7C9-AA6D-F1BA-94E3-BB26AF90CB48}"/>
                  </a:ext>
                </a:extLst>
              </p:cNvPr>
              <p:cNvSpPr/>
              <p:nvPr/>
            </p:nvSpPr>
            <p:spPr>
              <a:xfrm>
                <a:off x="3957033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931FB7C9-AA6D-F1BA-94E3-BB26AF90CB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3" y="1596825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0F34F6FD-EBEB-780B-2044-F4654D5DFC0C}"/>
                  </a:ext>
                </a:extLst>
              </p:cNvPr>
              <p:cNvSpPr/>
              <p:nvPr/>
            </p:nvSpPr>
            <p:spPr>
              <a:xfrm>
                <a:off x="9501165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0F34F6FD-EBEB-780B-2044-F4654D5DFC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5" y="1596825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D1A700A-1ECE-A6C3-EC5B-C73CD49AF501}"/>
                  </a:ext>
                </a:extLst>
              </p:cNvPr>
              <p:cNvSpPr/>
              <p:nvPr/>
            </p:nvSpPr>
            <p:spPr>
              <a:xfrm>
                <a:off x="8115132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D1A700A-1ECE-A6C3-EC5B-C73CD49AF5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2" y="1596825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2B6936D9-9B75-9A86-59FD-33F216BEC340}"/>
                  </a:ext>
                </a:extLst>
              </p:cNvPr>
              <p:cNvSpPr/>
              <p:nvPr/>
            </p:nvSpPr>
            <p:spPr>
              <a:xfrm>
                <a:off x="10887198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2B6936D9-9B75-9A86-59FD-33F216BEC3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8" y="1596825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2FC0E60-D89D-365E-17B6-E024634A6587}"/>
                  </a:ext>
                </a:extLst>
              </p:cNvPr>
              <p:cNvSpPr/>
              <p:nvPr/>
            </p:nvSpPr>
            <p:spPr>
              <a:xfrm>
                <a:off x="6729099" y="159682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2FC0E60-D89D-365E-17B6-E024634A65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099" y="1596825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49534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" name="Table 10">
                <a:extLst>
                  <a:ext uri="{FF2B5EF4-FFF2-40B4-BE49-F238E27FC236}">
                    <a16:creationId xmlns:a16="http://schemas.microsoft.com/office/drawing/2014/main" id="{37ED2521-B8B5-4A54-9956-5958E219BA1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71048809"/>
                  </p:ext>
                </p:extLst>
              </p:nvPr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Assumed Mean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" name="Table 10">
                <a:extLst>
                  <a:ext uri="{FF2B5EF4-FFF2-40B4-BE49-F238E27FC236}">
                    <a16:creationId xmlns:a16="http://schemas.microsoft.com/office/drawing/2014/main" id="{37ED2521-B8B5-4A54-9956-5958E219BA1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71048809"/>
                  </p:ext>
                </p:extLst>
              </p:nvPr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9414" t="-358" r="-100450" b="-899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90068" t="-358" r="-677" b="-8996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Assumed Mean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D865937F-9B61-4653-9C5F-55AB99CA3A3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</p:spPr>
            <p:txBody>
              <a:bodyPr/>
              <a:lstStyle/>
              <a:p>
                <a:pPr>
                  <a:spcBef>
                    <a:spcPts val="600"/>
                  </a:spcBef>
                </a:pP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dirty="0"/>
                  <a:t> can be any value from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.</a:t>
                </a:r>
              </a:p>
              <a:p>
                <a:pPr>
                  <a:spcBef>
                    <a:spcPts val="600"/>
                  </a:spcBef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nn-NO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nn-NO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𝐝</m:t>
                        </m:r>
                      </m:e>
                      <m:sub>
                        <m:r>
                          <a:rPr lang="nn-NO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nn-NO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nn-NO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nn-NO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nn-NO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nn-NO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nn-NO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  <a:p>
                <a:pPr lvl="1">
                  <a:spcBef>
                    <a:spcPts val="600"/>
                  </a:spcBef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𝐝</m:t>
                        </m:r>
                      </m:e>
                      <m:sub>
                        <m:r>
                          <a:rPr lang="en-GB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0066"/>
                    </a:solidFill>
                  </a:rPr>
                  <a:t> is called the </a:t>
                </a:r>
                <a:r>
                  <a:rPr lang="en-GB" sz="2800" b="1" dirty="0">
                    <a:solidFill>
                      <a:srgbClr val="FF0000"/>
                    </a:solidFill>
                  </a:rPr>
                  <a:t>deviation</a:t>
                </a:r>
                <a:r>
                  <a:rPr lang="en-GB" sz="2800" dirty="0">
                    <a:solidFill>
                      <a:srgbClr val="000066"/>
                    </a:solidFill>
                  </a:rPr>
                  <a:t> of an observation from the assumed mean.</a:t>
                </a:r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D865937F-9B61-4653-9C5F-55AB99CA3A3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/>
              <p:nvPr/>
            </p:nvSpPr>
            <p:spPr>
              <a:xfrm>
                <a:off x="2936826" y="2810493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6" y="2810493"/>
                <a:ext cx="1952085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/>
              <p:nvPr/>
            </p:nvSpPr>
            <p:spPr>
              <a:xfrm>
                <a:off x="7004343" y="2773784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4343" y="2773784"/>
                <a:ext cx="1952085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A67C2529-936F-4728-B319-C86C752F18A3}"/>
              </a:ext>
            </a:extLst>
          </p:cNvPr>
          <p:cNvSpPr txBox="1"/>
          <p:nvPr/>
        </p:nvSpPr>
        <p:spPr>
          <a:xfrm>
            <a:off x="4355511" y="4159984"/>
            <a:ext cx="546335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b="1" dirty="0">
                <a:solidFill>
                  <a:srgbClr val="0070C0"/>
                </a:solidFill>
              </a:rPr>
              <a:t>(It is known as assumed mean value.)</a:t>
            </a:r>
          </a:p>
        </p:txBody>
      </p:sp>
    </p:spTree>
    <p:extLst>
      <p:ext uri="{BB962C8B-B14F-4D97-AF65-F5344CB8AC3E}">
        <p14:creationId xmlns:p14="http://schemas.microsoft.com/office/powerpoint/2010/main" val="3153399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7" grpId="0"/>
      <p:bldP spid="9" grpId="0"/>
      <p:bldP spid="1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" name="Table 10">
                <a:extLst>
                  <a:ext uri="{FF2B5EF4-FFF2-40B4-BE49-F238E27FC236}">
                    <a16:creationId xmlns:a16="http://schemas.microsoft.com/office/drawing/2014/main" id="{37ED2521-B8B5-4A54-9956-5958E219BA1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Assumed Mean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" name="Table 10">
                <a:extLst>
                  <a:ext uri="{FF2B5EF4-FFF2-40B4-BE49-F238E27FC236}">
                    <a16:creationId xmlns:a16="http://schemas.microsoft.com/office/drawing/2014/main" id="{37ED2521-B8B5-4A54-9956-5958E219BA1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9414" t="-358" r="-100450" b="-899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90068" t="-358" r="-677" b="-8996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Assumed Mean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gridSpan="2"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h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D865937F-9B61-4653-9C5F-55AB99CA3A3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d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</a:t>
                </a:r>
                <a:r>
                  <a:rPr lang="en-IN" dirty="0"/>
                  <a:t>sum of all deviations</a:t>
                </a:r>
                <a:endParaRPr lang="en-US" dirty="0"/>
              </a:p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d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GB" dirty="0"/>
                  <a:t>sum of product of </a:t>
                </a:r>
                <a:r>
                  <a:rPr lang="en-IN" dirty="0"/>
                  <a:t>deviations</a:t>
                </a:r>
                <a:r>
                  <a:rPr lang="en-GB" dirty="0"/>
                  <a:t> and frequencies</a:t>
                </a:r>
              </a:p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</a:t>
                </a:r>
                <a:r>
                  <a:rPr lang="en-GB" dirty="0"/>
                  <a:t>sum of frequencies</a:t>
                </a:r>
                <a:endParaRPr lang="en-GB" sz="2800" dirty="0">
                  <a:solidFill>
                    <a:srgbClr val="000066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D865937F-9B61-4653-9C5F-55AB99CA3A3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/>
              <p:nvPr/>
            </p:nvSpPr>
            <p:spPr>
              <a:xfrm>
                <a:off x="2936826" y="2810493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6" y="2810493"/>
                <a:ext cx="1952085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/>
              <p:nvPr/>
            </p:nvSpPr>
            <p:spPr>
              <a:xfrm>
                <a:off x="7004343" y="2773784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4343" y="2773784"/>
                <a:ext cx="1952085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384571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" name="Table 8">
                <a:extLst>
                  <a:ext uri="{FF2B5EF4-FFF2-40B4-BE49-F238E27FC236}">
                    <a16:creationId xmlns:a16="http://schemas.microsoft.com/office/drawing/2014/main" id="{9239C249-6ECE-4041-A595-994B60B220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742760"/>
                  </p:ext>
                </p:extLst>
              </p:nvPr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Step Deviation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" name="Table 8">
                <a:extLst>
                  <a:ext uri="{FF2B5EF4-FFF2-40B4-BE49-F238E27FC236}">
                    <a16:creationId xmlns:a16="http://schemas.microsoft.com/office/drawing/2014/main" id="{9239C249-6ECE-4041-A595-994B60B220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742760"/>
                  </p:ext>
                </p:extLst>
              </p:nvPr>
            </p:nvGraphicFramePr>
            <p:xfrm>
              <a:off x="134026" y="796746"/>
              <a:ext cx="10518734" cy="3203754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1726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270049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69800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9414" t="-358" r="-100450" b="-899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90068" t="-358" r="-677" b="-8996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5752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Step Deviation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endParaRPr lang="en-IN" sz="2800" i="0" dirty="0">
                            <a:solidFill>
                              <a:schemeClr val="tx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7AB8AA34-6C86-4F60-A7F4-8566E970F42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Class Length</a:t>
                </a:r>
                <a:endParaRPr lang="en-IN" dirty="0"/>
              </a:p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i="1" smtClean="0">
                          <a:solidFill>
                            <a:srgbClr val="B84742"/>
                          </a:solidFill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</m:t>
                      </m:r>
                      <m:r>
                        <a:rPr lang="en-IN" b="0" i="1" smtClean="0"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 </m:t>
                      </m:r>
                      <m:sSub>
                        <m:sSubPr>
                          <m:ctrlPr>
                            <a:rPr lang="en-US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𝐮</m:t>
                          </m:r>
                        </m:e>
                        <m:sub>
                          <m:r>
                            <a:rPr lang="en-US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IN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</m:sSub>
                          <m:r>
                            <a:rPr lang="en-US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num>
                        <m:den>
                          <m:r>
                            <a:rPr lang="en-IN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𝐜</m:t>
                          </m:r>
                        </m:den>
                      </m:f>
                    </m:oMath>
                  </m:oMathPara>
                </a14:m>
                <a:endParaRPr lang="en-IN" dirty="0"/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IN" b="1" i="1" dirty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𝐮</m:t>
                        </m:r>
                      </m:e>
                      <m:sub>
                        <m:r>
                          <a:rPr lang="en-GB" b="1" dirty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GB" dirty="0">
                    <a:solidFill>
                      <a:srgbClr val="000066"/>
                    </a:solidFill>
                  </a:rPr>
                  <a:t> is called the </a:t>
                </a:r>
                <a:r>
                  <a:rPr lang="en-GB" b="1" dirty="0">
                    <a:solidFill>
                      <a:srgbClr val="FF0000"/>
                    </a:solidFill>
                  </a:rPr>
                  <a:t>step deviation</a:t>
                </a:r>
                <a:r>
                  <a:rPr lang="en-GB" dirty="0">
                    <a:solidFill>
                      <a:srgbClr val="000066"/>
                    </a:solidFill>
                  </a:rPr>
                  <a:t> of an observation from the assumed mean.</a:t>
                </a:r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8" name="Content Placeholder 7">
                <a:extLst>
                  <a:ext uri="{FF2B5EF4-FFF2-40B4-BE49-F238E27FC236}">
                    <a16:creationId xmlns:a16="http://schemas.microsoft.com/office/drawing/2014/main" id="{7AB8AA34-6C86-4F60-A7F4-8566E970F42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4086045"/>
                <a:ext cx="11929641" cy="2367964"/>
              </a:xfrm>
              <a:blipFill>
                <a:blip r:embed="rId3"/>
                <a:stretch>
                  <a:fillRect b="-179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B7627DE-6A99-478F-A3E1-D9B310227153}"/>
                  </a:ext>
                </a:extLst>
              </p:cNvPr>
              <p:cNvSpPr txBox="1"/>
              <p:nvPr/>
            </p:nvSpPr>
            <p:spPr>
              <a:xfrm>
                <a:off x="2936828" y="2962930"/>
                <a:ext cx="19520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−−−−−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B7627DE-6A99-478F-A3E1-D9B3102271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8" y="2962930"/>
                <a:ext cx="195208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8DA7A3E-09AD-4211-B5C1-523E887DDC7C}"/>
                  </a:ext>
                </a:extLst>
              </p:cNvPr>
              <p:cNvSpPr txBox="1"/>
              <p:nvPr/>
            </p:nvSpPr>
            <p:spPr>
              <a:xfrm>
                <a:off x="5664106" y="2962930"/>
                <a:ext cx="19520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−−−−−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8DA7A3E-09AD-4211-B5C1-523E887DDC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4106" y="2962930"/>
                <a:ext cx="195208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F6D6A00-9256-4437-BF36-9865C7CCE288}"/>
                  </a:ext>
                </a:extLst>
              </p:cNvPr>
              <p:cNvSpPr txBox="1"/>
              <p:nvPr/>
            </p:nvSpPr>
            <p:spPr>
              <a:xfrm>
                <a:off x="8117801" y="2741791"/>
                <a:ext cx="2396662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F6D6A00-9256-4437-BF36-9865C7CCE2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7801" y="2741791"/>
                <a:ext cx="2396662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7">
                <a:extLst>
                  <a:ext uri="{FF2B5EF4-FFF2-40B4-BE49-F238E27FC236}">
                    <a16:creationId xmlns:a16="http://schemas.microsoft.com/office/drawing/2014/main" id="{C8842F8F-28D2-4A00-A0FD-6240CDCCBAE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484662" y="4086045"/>
                <a:ext cx="8992474" cy="140035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13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u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GB" dirty="0"/>
                  <a:t>sum of product of </a:t>
                </a:r>
                <a:r>
                  <a:rPr lang="en-IN" dirty="0"/>
                  <a:t>step deviations</a:t>
                </a:r>
                <a:r>
                  <a:rPr lang="en-GB" dirty="0"/>
                  <a:t> and frequencies</a:t>
                </a:r>
              </a:p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</a:t>
                </a:r>
                <a:r>
                  <a:rPr lang="en-GB" dirty="0"/>
                  <a:t>sum of frequencies</a:t>
                </a:r>
                <a:endParaRPr lang="en-IN" dirty="0"/>
              </a:p>
            </p:txBody>
          </p:sp>
        </mc:Choice>
        <mc:Fallback xmlns="">
          <p:sp>
            <p:nvSpPr>
              <p:cNvPr id="13" name="Content Placeholder 7">
                <a:extLst>
                  <a:ext uri="{FF2B5EF4-FFF2-40B4-BE49-F238E27FC236}">
                    <a16:creationId xmlns:a16="http://schemas.microsoft.com/office/drawing/2014/main" id="{C8842F8F-28D2-4A00-A0FD-6240CDCCBA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4662" y="4086045"/>
                <a:ext cx="8992474" cy="1400355"/>
              </a:xfrm>
              <a:prstGeom prst="rect">
                <a:avLst/>
              </a:prstGeom>
              <a:blipFill>
                <a:blip r:embed="rId7"/>
                <a:stretch>
                  <a:fillRect b="-87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69334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  <p:bldP spid="10" grpId="0"/>
      <p:bldP spid="11" grpId="0"/>
      <p:bldP spid="12" grpId="0"/>
      <p:bldP spid="13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40"/>
            <a:ext cx="11929645" cy="2232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mean using direct method, assumed mean method and step deviation method: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/>
              <a:t>Method 2.1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23422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015650"/>
              </p:ext>
            </p:extLst>
          </p:nvPr>
        </p:nvGraphicFramePr>
        <p:xfrm>
          <a:off x="259034" y="1822239"/>
          <a:ext cx="1167393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227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 obtained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B6DFA59-38F6-4A5B-9757-8125CE7DF73E}"/>
                  </a:ext>
                </a:extLst>
              </p:cNvPr>
              <p:cNvSpPr/>
              <p:nvPr/>
            </p:nvSpPr>
            <p:spPr>
              <a:xfrm>
                <a:off x="4010089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B6DFA59-38F6-4A5B-9757-8125CE7DF7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0089" y="1919272"/>
                <a:ext cx="1548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860BFD-EBC6-4AB7-B43E-A5A65D2716B8}"/>
                  </a:ext>
                </a:extLst>
              </p:cNvPr>
              <p:cNvSpPr/>
              <p:nvPr/>
            </p:nvSpPr>
            <p:spPr>
              <a:xfrm>
                <a:off x="5605181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860BFD-EBC6-4AB7-B43E-A5A65D2716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05181" y="1919272"/>
                <a:ext cx="1548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AC316E4-AA50-4571-876B-6872FE81AE65}"/>
                  </a:ext>
                </a:extLst>
              </p:cNvPr>
              <p:cNvSpPr/>
              <p:nvPr/>
            </p:nvSpPr>
            <p:spPr>
              <a:xfrm>
                <a:off x="7200273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AC316E4-AA50-4571-876B-6872FE81A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0273" y="1919272"/>
                <a:ext cx="1548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E3F1C1B-01E7-48E3-B9A6-92C9A855BABD}"/>
                  </a:ext>
                </a:extLst>
              </p:cNvPr>
              <p:cNvSpPr/>
              <p:nvPr/>
            </p:nvSpPr>
            <p:spPr>
              <a:xfrm>
                <a:off x="8795365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E3F1C1B-01E7-48E3-B9A6-92C9A855BA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5365" y="1919272"/>
                <a:ext cx="1548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6AE7848-0146-4F3B-A8A6-3E3F553BC64E}"/>
                  </a:ext>
                </a:extLst>
              </p:cNvPr>
              <p:cNvSpPr/>
              <p:nvPr/>
            </p:nvSpPr>
            <p:spPr>
              <a:xfrm>
                <a:off x="10390456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6AE7848-0146-4F3B-A8A6-3E3F553BC6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0456" y="1919272"/>
                <a:ext cx="1548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59DE9015-52A5-4505-8FDB-4602DE044EB4}"/>
              </a:ext>
            </a:extLst>
          </p:cNvPr>
          <p:cNvSpPr/>
          <p:nvPr/>
        </p:nvSpPr>
        <p:spPr>
          <a:xfrm>
            <a:off x="2833284" y="3625846"/>
            <a:ext cx="1005632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674F94A-7DC4-4AB5-B1AB-EDE574AD735D}"/>
                  </a:ext>
                </a:extLst>
              </p:cNvPr>
              <p:cNvSpPr/>
              <p:nvPr/>
            </p:nvSpPr>
            <p:spPr>
              <a:xfrm>
                <a:off x="4490122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674F94A-7DC4-4AB5-B1AB-EDE574AD73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90122" y="2493419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E0C250C-2F1B-4968-8C55-BA3C772A1FFD}"/>
                  </a:ext>
                </a:extLst>
              </p:cNvPr>
              <p:cNvSpPr/>
              <p:nvPr/>
            </p:nvSpPr>
            <p:spPr>
              <a:xfrm>
                <a:off x="6082206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E0C250C-2F1B-4968-8C55-BA3C772A1F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82206" y="2493419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A3F0E8F-FC7F-42C2-A0FA-3F0647736976}"/>
                  </a:ext>
                </a:extLst>
              </p:cNvPr>
              <p:cNvSpPr/>
              <p:nvPr/>
            </p:nvSpPr>
            <p:spPr>
              <a:xfrm>
                <a:off x="7674290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A3F0E8F-FC7F-42C2-A0FA-3F06477369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4290" y="2493419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26D7D8C-4504-45DE-AF60-35C47973E925}"/>
                  </a:ext>
                </a:extLst>
              </p:cNvPr>
              <p:cNvSpPr/>
              <p:nvPr/>
            </p:nvSpPr>
            <p:spPr>
              <a:xfrm>
                <a:off x="10858456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26D7D8C-4504-45DE-AF60-35C47973E9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8456" y="2493419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7E8A03-A4DD-4D0E-B3CB-561111AECD75}"/>
                  </a:ext>
                </a:extLst>
              </p:cNvPr>
              <p:cNvSpPr/>
              <p:nvPr/>
            </p:nvSpPr>
            <p:spPr>
              <a:xfrm>
                <a:off x="9266374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7E8A03-A4DD-4D0E-B3CB-561111AECD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66374" y="2493419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1D90C064-223C-4EDB-A77C-B4AF742D0EA7}"/>
              </a:ext>
            </a:extLst>
          </p:cNvPr>
          <p:cNvSpPr txBox="1"/>
          <p:nvPr/>
        </p:nvSpPr>
        <p:spPr>
          <a:xfrm>
            <a:off x="1628020" y="3232154"/>
            <a:ext cx="25205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558923-FE5A-483A-9812-47595E074E81}"/>
              </a:ext>
            </a:extLst>
          </p:cNvPr>
          <p:cNvSpPr txBox="1"/>
          <p:nvPr/>
        </p:nvSpPr>
        <p:spPr>
          <a:xfrm>
            <a:off x="4282860" y="3232154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8C98AC5-5170-44B2-A67B-F883A81AB8D0}"/>
              </a:ext>
            </a:extLst>
          </p:cNvPr>
          <p:cNvSpPr txBox="1"/>
          <p:nvPr/>
        </p:nvSpPr>
        <p:spPr>
          <a:xfrm>
            <a:off x="8228971" y="3232154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CFB4933-98FD-49DE-8E22-4827F169039F}"/>
                  </a:ext>
                </a:extLst>
              </p:cNvPr>
              <p:cNvSpPr txBox="1"/>
              <p:nvPr/>
            </p:nvSpPr>
            <p:spPr>
              <a:xfrm>
                <a:off x="1798485" y="3989132"/>
                <a:ext cx="1877706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CFB4933-98FD-49DE-8E22-4827F1690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8485" y="3989132"/>
                <a:ext cx="1877706" cy="99597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134A17-182A-4EAF-B849-074353B70A95}"/>
                  </a:ext>
                </a:extLst>
              </p:cNvPr>
              <p:cNvSpPr txBox="1"/>
              <p:nvPr/>
            </p:nvSpPr>
            <p:spPr>
              <a:xfrm>
                <a:off x="4667855" y="3989132"/>
                <a:ext cx="26625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134A17-182A-4EAF-B849-074353B70A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7855" y="3989132"/>
                <a:ext cx="2662585" cy="995978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D80981B-4817-40BA-8515-59ECA392F0DB}"/>
                  </a:ext>
                </a:extLst>
              </p:cNvPr>
              <p:cNvSpPr txBox="1"/>
              <p:nvPr/>
            </p:nvSpPr>
            <p:spPr>
              <a:xfrm>
                <a:off x="8365239" y="3982335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D80981B-4817-40BA-8515-59ECA392F0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5239" y="3982335"/>
                <a:ext cx="3354319" cy="100957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5D27BA6F-7EA4-4090-98FC-988E4FD551C8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654570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2" grpId="0"/>
      <p:bldP spid="23" grpId="0"/>
      <p:bldP spid="24" grpId="0"/>
      <p:bldP spid="25" grpId="0"/>
      <p:bldP spid="26" grpId="0"/>
      <p:bldP spid="2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A989D-E3D5-B61B-FAE1-8DBF632A5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8D5281-7F3A-B53B-C6A8-7430976FB8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936269D4-4DFE-5171-619B-74D1505CBB2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21534389"/>
                  </p:ext>
                </p:extLst>
              </p:nvPr>
            </p:nvGraphicFramePr>
            <p:xfrm>
              <a:off x="289864" y="1225567"/>
              <a:ext cx="35201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936269D4-4DFE-5171-619B-74D1505CBB2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21534389"/>
                  </p:ext>
                </p:extLst>
              </p:nvPr>
            </p:nvGraphicFramePr>
            <p:xfrm>
              <a:off x="289864" y="1225567"/>
              <a:ext cx="35201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2083" r="-154148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6189" t="-2083" r="-1146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AFFE00D-623B-C3A5-F387-0235A7E9F076}"/>
                  </a:ext>
                </a:extLst>
              </p:cNvPr>
              <p:cNvSpPr/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AFFE00D-623B-C3A5-F387-0235A7E9F0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71B3D62-E3B8-462C-64AA-34D6966AA41E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71B3D62-E3B8-462C-64AA-34D6966AA4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3E8E48-794E-BA09-EFB9-C5C3D8FAD77D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3E8E48-794E-BA09-EFB9-C5C3D8FAD7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0D996CB-5A1F-8F4F-DEEE-61946E9673E5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0D996CB-5A1F-8F4F-DEEE-61946E9673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3DE1F6-C89F-9333-1171-9FD7235BB7F3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3DE1F6-C89F-9333-1171-9FD7235BB7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7FFB574-D79B-525C-3A96-F14902CDA75E}"/>
                  </a:ext>
                </a:extLst>
              </p:cNvPr>
              <p:cNvSpPr/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7FFB574-D79B-525C-3A96-F14902CDA7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DCA94E3-05AA-C4FE-9034-B5D6DC11B4B9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DCA94E3-05AA-C4FE-9034-B5D6DC11B4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BF288E0-4ABE-EF9E-3367-1E16078B61E7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BF288E0-4ABE-EF9E-3367-1E16078B61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F0E436-C326-26F9-E5A6-6A823D53028A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F0E436-C326-26F9-E5A6-6A823D5302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3E350AF-D0DD-4BB4-0BF8-BB791CD42D24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3E350AF-D0DD-4BB4-0BF8-BB791CD42D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4E4872E-3493-EC59-33CD-66C0C4B89A5C}"/>
                  </a:ext>
                </a:extLst>
              </p:cNvPr>
              <p:cNvSpPr/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4E4872E-3493-EC59-33CD-66C0C4B89A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0EF19AC6-A8B0-0760-73B9-04B78FBEDB0C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0EF19AC6-A8B0-0760-73B9-04B78FBEDB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2C6E25E5-B9F0-C8DB-74EB-B8BE5CB60626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2C6E25E5-B9F0-C8DB-74EB-B8BE5CB606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1C5414-73F4-E28D-1958-A1A4A6A62DA0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1C5414-73F4-E28D-1958-A1A4A6A62D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5E41B4-C00D-4CF0-A113-F383EEA574D9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5E41B4-C00D-4CF0-A113-F383EEA574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EB30B8F-8812-B7DE-80CF-0E35BB6F8AB4}"/>
                  </a:ext>
                </a:extLst>
              </p:cNvPr>
              <p:cNvSpPr txBox="1"/>
              <p:nvPr/>
            </p:nvSpPr>
            <p:spPr>
              <a:xfrm>
                <a:off x="9973752" y="1194121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EB30B8F-8812-B7DE-80CF-0E35BB6F8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73752" y="1194121"/>
                <a:ext cx="2071413" cy="99597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0CA9AEC-BEF7-F3A8-0FF8-BD679B968613}"/>
                  </a:ext>
                </a:extLst>
              </p:cNvPr>
              <p:cNvSpPr txBox="1"/>
              <p:nvPr/>
            </p:nvSpPr>
            <p:spPr>
              <a:xfrm>
                <a:off x="9983572" y="2639526"/>
                <a:ext cx="207141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0CA9AEC-BEF7-F3A8-0FF8-BD679B9686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83572" y="2639526"/>
                <a:ext cx="2071413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935D194-C6E3-493B-5133-A9852C80BB4F}"/>
                  </a:ext>
                </a:extLst>
              </p:cNvPr>
              <p:cNvSpPr txBox="1"/>
              <p:nvPr/>
            </p:nvSpPr>
            <p:spPr>
              <a:xfrm>
                <a:off x="9205100" y="4104721"/>
                <a:ext cx="2063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     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935D194-C6E3-493B-5133-A9852C80BB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5100" y="4104721"/>
                <a:ext cx="2063896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D768C177-46CE-55A0-9359-60F1224C2F65}"/>
              </a:ext>
            </a:extLst>
          </p:cNvPr>
          <p:cNvCxnSpPr>
            <a:cxnSpLocks/>
          </p:cNvCxnSpPr>
          <p:nvPr/>
        </p:nvCxnSpPr>
        <p:spPr>
          <a:xfrm>
            <a:off x="8980557" y="862196"/>
            <a:ext cx="0" cy="566005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7F34E3D-540D-E283-2462-68771B708AC9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7F34E3D-540D-E283-2462-68771B708A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4F1B943-F1B8-3029-8DEE-3F5FA219AF08}"/>
                  </a:ext>
                </a:extLst>
              </p:cNvPr>
              <p:cNvSpPr txBox="1"/>
              <p:nvPr/>
            </p:nvSpPr>
            <p:spPr>
              <a:xfrm>
                <a:off x="9214727" y="2892924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4F1B943-F1B8-3029-8DEE-3F5FA219AF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4727" y="2892924"/>
                <a:ext cx="544862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4ECE563B-8C14-7744-2ECF-9CF2E4F49F78}"/>
              </a:ext>
            </a:extLst>
          </p:cNvPr>
          <p:cNvSpPr txBox="1"/>
          <p:nvPr/>
        </p:nvSpPr>
        <p:spPr>
          <a:xfrm>
            <a:off x="310412" y="702920"/>
            <a:ext cx="31757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C9D0BBC-275A-4C65-9D68-EBC77C209EF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3673545"/>
                  </p:ext>
                </p:extLst>
              </p:nvPr>
            </p:nvGraphicFramePr>
            <p:xfrm>
              <a:off x="5829300" y="1225567"/>
              <a:ext cx="245745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7450">
                      <a:extLst>
                        <a:ext uri="{9D8B030D-6E8A-4147-A177-3AD203B41FA5}">
                          <a16:colId xmlns:a16="http://schemas.microsoft.com/office/drawing/2014/main" val="2880837036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9476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4519029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72665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60386595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89155869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4586483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06411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C9D0BBC-275A-4C65-9D68-EBC77C209EF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3673545"/>
                  </p:ext>
                </p:extLst>
              </p:nvPr>
            </p:nvGraphicFramePr>
            <p:xfrm>
              <a:off x="5829300" y="1225567"/>
              <a:ext cx="245745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7450">
                      <a:extLst>
                        <a:ext uri="{9D8B030D-6E8A-4147-A177-3AD203B41FA5}">
                          <a16:colId xmlns:a16="http://schemas.microsoft.com/office/drawing/2014/main" val="2880837036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495" t="-2083" r="-743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9476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451902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7266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6038659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8915586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4586483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06411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E91AECC-61E5-CE0B-365A-8FED1DC872F8}"/>
                  </a:ext>
                </a:extLst>
              </p:cNvPr>
              <p:cNvSpPr/>
              <p:nvPr/>
            </p:nvSpPr>
            <p:spPr>
              <a:xfrm>
                <a:off x="5758263" y="4391386"/>
                <a:ext cx="2686933" cy="9083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E91AECC-61E5-CE0B-365A-8FED1DC872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8263" y="4391386"/>
                <a:ext cx="2686933" cy="90830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F0A880F-BD82-6527-D722-AB104259D2F2}"/>
                  </a:ext>
                </a:extLst>
              </p:cNvPr>
              <p:cNvSpPr/>
              <p:nvPr/>
            </p:nvSpPr>
            <p:spPr>
              <a:xfrm>
                <a:off x="5895873" y="1866697"/>
                <a:ext cx="2390878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5=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F0A880F-BD82-6527-D722-AB104259D2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5873" y="1866697"/>
                <a:ext cx="2390878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A9889E8-F3B6-9C82-5954-A970009FB92F}"/>
                  </a:ext>
                </a:extLst>
              </p:cNvPr>
              <p:cNvSpPr/>
              <p:nvPr/>
            </p:nvSpPr>
            <p:spPr>
              <a:xfrm>
                <a:off x="6669867" y="2368854"/>
                <a:ext cx="842888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A9889E8-F3B6-9C82-5954-A970009FB9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9867" y="2368854"/>
                <a:ext cx="842888" cy="38937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6085154-085A-240D-AD0C-55E98C5CE377}"/>
                  </a:ext>
                </a:extLst>
              </p:cNvPr>
              <p:cNvSpPr/>
              <p:nvPr/>
            </p:nvSpPr>
            <p:spPr>
              <a:xfrm>
                <a:off x="6423771" y="2871012"/>
                <a:ext cx="133508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6085154-085A-240D-AD0C-55E98C5CE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3771" y="2871012"/>
                <a:ext cx="1335080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BFE6D5-97E7-BBF2-4F53-86A19A1C2E2E}"/>
                  </a:ext>
                </a:extLst>
              </p:cNvPr>
              <p:cNvSpPr/>
              <p:nvPr/>
            </p:nvSpPr>
            <p:spPr>
              <a:xfrm>
                <a:off x="6747650" y="3373169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BFE6D5-97E7-BBF2-4F53-86A19A1C2E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47650" y="3373169"/>
                <a:ext cx="687323" cy="38937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0C9A739-9AE9-1000-BF2E-A59847249C94}"/>
                  </a:ext>
                </a:extLst>
              </p:cNvPr>
              <p:cNvSpPr/>
              <p:nvPr/>
            </p:nvSpPr>
            <p:spPr>
              <a:xfrm>
                <a:off x="6662149" y="3875327"/>
                <a:ext cx="858324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0C9A739-9AE9-1000-BF2E-A59847249C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2149" y="3875327"/>
                <a:ext cx="858324" cy="38937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8818F34-991B-4357-B285-7142A1C0C3C6}"/>
                  </a:ext>
                </a:extLst>
              </p:cNvPr>
              <p:cNvSpPr txBox="1"/>
              <p:nvPr/>
            </p:nvSpPr>
            <p:spPr>
              <a:xfrm>
                <a:off x="282293" y="5810041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8818F34-991B-4357-B285-7142A1C0C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2293" y="5810041"/>
                <a:ext cx="917174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90E6B5-0996-4AE7-8EDC-445262C489DE}"/>
              </a:ext>
            </a:extLst>
          </p:cNvPr>
          <p:cNvSpPr/>
          <p:nvPr/>
        </p:nvSpPr>
        <p:spPr>
          <a:xfrm>
            <a:off x="369191" y="1854862"/>
            <a:ext cx="1246846" cy="423969"/>
          </a:xfrm>
          <a:prstGeom prst="roundRect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24B104EA-0C88-43A2-9CF4-A303EC2E2736}"/>
                  </a:ext>
                </a:extLst>
              </p:cNvPr>
              <p:cNvSpPr txBox="1"/>
              <p:nvPr/>
            </p:nvSpPr>
            <p:spPr>
              <a:xfrm>
                <a:off x="1151631" y="5588358"/>
                <a:ext cx="1427441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0+10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24B104EA-0C88-43A2-9CF4-A303EC2E27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1631" y="5588358"/>
                <a:ext cx="1427441" cy="898964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83551E4-FF3B-454E-8FCC-A0F1486F69FE}"/>
                  </a:ext>
                </a:extLst>
              </p:cNvPr>
              <p:cNvSpPr txBox="1"/>
              <p:nvPr/>
            </p:nvSpPr>
            <p:spPr>
              <a:xfrm>
                <a:off x="2440818" y="5810041"/>
                <a:ext cx="9171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83551E4-FF3B-454E-8FCC-A0F1486F69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0818" y="5810041"/>
                <a:ext cx="917174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6E94D49E-3C1D-495C-906E-4AC8A27BC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02258495"/>
                  </p:ext>
                </p:extLst>
              </p:nvPr>
            </p:nvGraphicFramePr>
            <p:xfrm>
              <a:off x="3810000" y="1225567"/>
              <a:ext cx="201930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9300">
                      <a:extLst>
                        <a:ext uri="{9D8B030D-6E8A-4147-A177-3AD203B41FA5}">
                          <a16:colId xmlns:a16="http://schemas.microsoft.com/office/drawing/2014/main" val="207874952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9195276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855441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90500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25011065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912916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2232424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2866753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6E94D49E-3C1D-495C-906E-4AC8A27BC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02258495"/>
                  </p:ext>
                </p:extLst>
              </p:nvPr>
            </p:nvGraphicFramePr>
            <p:xfrm>
              <a:off x="3810000" y="1225567"/>
              <a:ext cx="201930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9300">
                      <a:extLst>
                        <a:ext uri="{9D8B030D-6E8A-4147-A177-3AD203B41FA5}">
                          <a16:colId xmlns:a16="http://schemas.microsoft.com/office/drawing/2014/main" val="207874952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2"/>
                          <a:stretch>
                            <a:fillRect l="-602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9195276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855441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9050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2501106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912916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2232424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2866753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60" name="TextBox 59">
            <a:extLst>
              <a:ext uri="{FF2B5EF4-FFF2-40B4-BE49-F238E27FC236}">
                <a16:creationId xmlns:a16="http://schemas.microsoft.com/office/drawing/2014/main" id="{A7A2643E-E4EE-4726-BD5A-AADFB933BE39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9486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5" grpId="0"/>
      <p:bldP spid="45" grpId="0"/>
      <p:bldP spid="46" grpId="0"/>
      <p:bldP spid="52" grpId="0"/>
      <p:bldP spid="7" grpId="0"/>
      <p:bldP spid="49" grpId="0"/>
      <p:bldP spid="54" grpId="0"/>
      <p:bldP spid="55" grpId="0"/>
      <p:bldP spid="56" grpId="0"/>
      <p:bldP spid="57" grpId="0"/>
      <p:bldP spid="58" grpId="0"/>
      <p:bldP spid="37" grpId="0"/>
      <p:bldP spid="4" grpId="0" animBg="1"/>
      <p:bldP spid="4" grpId="1" animBg="1"/>
      <p:bldP spid="47" grpId="0"/>
      <p:bldP spid="59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5A3A57-FBCF-C1F9-441C-0EF851764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0DF66DD9-557A-44D2-B070-062C87F6AEB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1772564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0DF66DD9-557A-44D2-B070-062C87F6AEB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1772564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702822A-6088-657D-7584-DD43001FAA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9F111C2-791D-4BE3-B281-9F87210151C1}"/>
              </a:ext>
            </a:extLst>
          </p:cNvPr>
          <p:cNvSpPr txBox="1"/>
          <p:nvPr/>
        </p:nvSpPr>
        <p:spPr>
          <a:xfrm>
            <a:off x="310411" y="702920"/>
            <a:ext cx="44537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" name="Table 6">
                <a:extLst>
                  <a:ext uri="{FF2B5EF4-FFF2-40B4-BE49-F238E27FC236}">
                    <a16:creationId xmlns:a16="http://schemas.microsoft.com/office/drawing/2014/main" id="{BE4FE6CC-6241-46A1-AFA1-85C0D08823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54565516"/>
                  </p:ext>
                </p:extLst>
              </p:nvPr>
            </p:nvGraphicFramePr>
            <p:xfrm>
              <a:off x="5832229" y="1225567"/>
              <a:ext cx="233829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829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d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=</m:t>
                                </m:r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" name="Table 6">
                <a:extLst>
                  <a:ext uri="{FF2B5EF4-FFF2-40B4-BE49-F238E27FC236}">
                    <a16:creationId xmlns:a16="http://schemas.microsoft.com/office/drawing/2014/main" id="{BE4FE6CC-6241-46A1-AFA1-85C0D08823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54565516"/>
                  </p:ext>
                </p:extLst>
              </p:nvPr>
            </p:nvGraphicFramePr>
            <p:xfrm>
              <a:off x="5832229" y="1225567"/>
              <a:ext cx="233829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829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0" t="-2083" r="-779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2" name="Table 61">
                <a:extLst>
                  <a:ext uri="{FF2B5EF4-FFF2-40B4-BE49-F238E27FC236}">
                    <a16:creationId xmlns:a16="http://schemas.microsoft.com/office/drawing/2014/main" id="{0C406AEC-E799-4DAB-8623-98224F4232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34001035"/>
                  </p:ext>
                </p:extLst>
              </p:nvPr>
            </p:nvGraphicFramePr>
            <p:xfrm>
              <a:off x="8170525" y="1225567"/>
              <a:ext cx="3221375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221375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d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2" name="Table 61">
                <a:extLst>
                  <a:ext uri="{FF2B5EF4-FFF2-40B4-BE49-F238E27FC236}">
                    <a16:creationId xmlns:a16="http://schemas.microsoft.com/office/drawing/2014/main" id="{0C406AEC-E799-4DAB-8623-98224F4232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34001035"/>
                  </p:ext>
                </p:extLst>
              </p:nvPr>
            </p:nvGraphicFramePr>
            <p:xfrm>
              <a:off x="8170525" y="1225567"/>
              <a:ext cx="3221375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221375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378" t="-2083" r="-567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A06F3299-92A4-4250-AABC-AFD401275426}"/>
                  </a:ext>
                </a:extLst>
              </p:cNvPr>
              <p:cNvSpPr/>
              <p:nvPr/>
            </p:nvSpPr>
            <p:spPr>
              <a:xfrm>
                <a:off x="5001295" y="2871004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A06F3299-92A4-4250-AABC-AFD4012754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1295" y="2871004"/>
                <a:ext cx="781896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BD131B-BACA-46FD-83FA-DC79A4BE885E}"/>
                  </a:ext>
                </a:extLst>
              </p:cNvPr>
              <p:cNvSpPr/>
              <p:nvPr/>
            </p:nvSpPr>
            <p:spPr>
              <a:xfrm>
                <a:off x="4506063" y="18657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BD131B-BACA-46FD-83FA-DC79A4BE88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570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E17851-712C-42AB-8271-322FC193EFA8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E17851-712C-42AB-8271-322FC193EF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65ECF32-99D6-44C5-84CE-A4122313AD19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65ECF32-99D6-44C5-84CE-A4122313AD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59C25D2-1A13-4B5D-B836-CE3F9B750D96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59C25D2-1A13-4B5D-B836-CE3F9B750D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0571F25-EEEF-4B16-BFBB-173F104A8792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0571F25-EEEF-4B16-BFBB-173F104A8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982D66D4-4544-4634-B4CF-461B94CC186C}"/>
                  </a:ext>
                </a:extLst>
              </p:cNvPr>
              <p:cNvSpPr/>
              <p:nvPr/>
            </p:nvSpPr>
            <p:spPr>
              <a:xfrm>
                <a:off x="218614" y="186570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982D66D4-4544-4634-B4CF-461B94CC18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5705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536E04B-1CE2-4C59-8EA3-3511561AE7E7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536E04B-1CE2-4C59-8EA3-3511561AE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0662D27-BAD6-4357-AFD6-8EA72D062412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0662D27-BAD6-4357-AFD6-8EA72D0624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96B1B373-7094-4132-9238-CA05F8EBC126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96B1B373-7094-4132-9238-CA05F8EBC1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3C49E10-E57A-4996-82B8-9419BAF38FDA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3C49E10-E57A-4996-82B8-9419BAF38F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C9BF56B9-8D6D-4033-BFD9-2E25D73AFB38}"/>
                  </a:ext>
                </a:extLst>
              </p:cNvPr>
              <p:cNvSpPr/>
              <p:nvPr/>
            </p:nvSpPr>
            <p:spPr>
              <a:xfrm>
                <a:off x="2456604" y="18657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C9BF56B9-8D6D-4033-BFD9-2E25D73AFB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5705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28D399D-E269-4265-9ACB-77929B1F68A6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28D399D-E269-4265-9ACB-77929B1F68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CA87B07-FD60-4C29-A6FC-45B7AE99E447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CA87B07-FD60-4C29-A6FC-45B7AE99E4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98959790-8171-4A3E-B95B-9B4064AC0323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98959790-8171-4A3E-B95B-9B4064AC03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ADA8D796-5215-4BCA-9BD4-1B15A7D0509C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ADA8D796-5215-4BCA-9BD4-1B15A7D0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FD5A233B-18FD-4340-9D8F-AA37CD10E892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FD5A233B-18FD-4340-9D8F-AA37CD10E8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805A800-D00B-3555-CB21-BB9283EEEEBF}"/>
                  </a:ext>
                </a:extLst>
              </p:cNvPr>
              <p:cNvSpPr/>
              <p:nvPr/>
            </p:nvSpPr>
            <p:spPr>
              <a:xfrm>
                <a:off x="5779280" y="1865705"/>
                <a:ext cx="2391245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5−25=−20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805A800-D00B-3555-CB21-BB9283EEEE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9280" y="1865705"/>
                <a:ext cx="2391245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497580C-122D-8AEF-5875-554E48B7F14E}"/>
                  </a:ext>
                </a:extLst>
              </p:cNvPr>
              <p:cNvSpPr/>
              <p:nvPr/>
            </p:nvSpPr>
            <p:spPr>
              <a:xfrm>
                <a:off x="6560902" y="2374741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497580C-122D-8AEF-5875-554E48B7F1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2374741"/>
                <a:ext cx="828000" cy="38937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2A7B483-D0D0-2869-0065-D523AA4A8B27}"/>
                  </a:ext>
                </a:extLst>
              </p:cNvPr>
              <p:cNvSpPr/>
              <p:nvPr/>
            </p:nvSpPr>
            <p:spPr>
              <a:xfrm>
                <a:off x="6560902" y="2875507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2A7B483-D0D0-2869-0065-D523AA4A8B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2875507"/>
                <a:ext cx="828000" cy="38937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B9198DF-3E53-E894-871C-157F4A55F7D6}"/>
                  </a:ext>
                </a:extLst>
              </p:cNvPr>
              <p:cNvSpPr/>
              <p:nvPr/>
            </p:nvSpPr>
            <p:spPr>
              <a:xfrm>
                <a:off x="6560902" y="3376273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B9198DF-3E53-E894-871C-157F4A55F7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3376273"/>
                <a:ext cx="828000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B3E51C-F977-A068-9884-5F287BA9E22C}"/>
                  </a:ext>
                </a:extLst>
              </p:cNvPr>
              <p:cNvSpPr/>
              <p:nvPr/>
            </p:nvSpPr>
            <p:spPr>
              <a:xfrm>
                <a:off x="6560902" y="3877038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B3E51C-F977-A068-9884-5F287BA9E2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3877038"/>
                <a:ext cx="828000" cy="38937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8F9C834-E2C8-F589-06CD-7E9C218AD70F}"/>
                  </a:ext>
                </a:extLst>
              </p:cNvPr>
              <p:cNvSpPr/>
              <p:nvPr/>
            </p:nvSpPr>
            <p:spPr>
              <a:xfrm>
                <a:off x="8100227" y="1865705"/>
                <a:ext cx="3412034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−20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8F9C834-E2C8-F589-06CD-7E9C218AD7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0227" y="1865705"/>
                <a:ext cx="3412034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A8BC773-BA78-9ABC-3C11-8DA34D93379B}"/>
                  </a:ext>
                </a:extLst>
              </p:cNvPr>
              <p:cNvSpPr/>
              <p:nvPr/>
            </p:nvSpPr>
            <p:spPr>
              <a:xfrm>
                <a:off x="9195396" y="2358798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A8BC773-BA78-9ABC-3C11-8DA34D9337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5396" y="2358798"/>
                <a:ext cx="1080000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CE2EB913-55AD-85A6-8231-37EB999496A1}"/>
                  </a:ext>
                </a:extLst>
              </p:cNvPr>
              <p:cNvSpPr/>
              <p:nvPr/>
            </p:nvSpPr>
            <p:spPr>
              <a:xfrm>
                <a:off x="9195396" y="2854173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CE2EB913-55AD-85A6-8231-37EB999496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5396" y="2854173"/>
                <a:ext cx="1080000" cy="38937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E33A2C2-9889-3399-E92D-46831BC98902}"/>
                  </a:ext>
                </a:extLst>
              </p:cNvPr>
              <p:cNvSpPr/>
              <p:nvPr/>
            </p:nvSpPr>
            <p:spPr>
              <a:xfrm>
                <a:off x="9195396" y="3313326"/>
                <a:ext cx="1080000" cy="42467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E33A2C2-9889-3399-E92D-46831BC989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5396" y="3313326"/>
                <a:ext cx="1080000" cy="4246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2088A-0A7D-E4A4-01B1-F54EF5A36701}"/>
                  </a:ext>
                </a:extLst>
              </p:cNvPr>
              <p:cNvSpPr/>
              <p:nvPr/>
            </p:nvSpPr>
            <p:spPr>
              <a:xfrm>
                <a:off x="9195396" y="3882354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2088A-0A7D-E4A4-01B1-F54EF5A367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5396" y="3882354"/>
                <a:ext cx="1080000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2D123A3-1BE6-9358-76A8-B12366C97773}"/>
                  </a:ext>
                </a:extLst>
              </p:cNvPr>
              <p:cNvSpPr/>
              <p:nvPr/>
            </p:nvSpPr>
            <p:spPr>
              <a:xfrm>
                <a:off x="8485662" y="4405465"/>
                <a:ext cx="2499469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2D123A3-1BE6-9358-76A8-B12366C977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5662" y="4405465"/>
                <a:ext cx="2499469" cy="79454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B755E85-4617-4DC9-8595-61D3D868EF72}"/>
                  </a:ext>
                </a:extLst>
              </p:cNvPr>
              <p:cNvSpPr txBox="1"/>
              <p:nvPr/>
            </p:nvSpPr>
            <p:spPr>
              <a:xfrm>
                <a:off x="310411" y="5451422"/>
                <a:ext cx="255575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B755E85-4617-4DC9-8595-61D3D868E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411" y="5451422"/>
                <a:ext cx="2555753" cy="99597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64711C34-12F9-4D7B-A2AC-A895BBA04824}"/>
                  </a:ext>
                </a:extLst>
              </p:cNvPr>
              <p:cNvSpPr txBox="1"/>
              <p:nvPr/>
            </p:nvSpPr>
            <p:spPr>
              <a:xfrm>
                <a:off x="3725854" y="5663433"/>
                <a:ext cx="12754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64711C34-12F9-4D7B-A2AC-A895BBA048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5854" y="5663433"/>
                <a:ext cx="1275441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12E21226-545C-4F1D-B4E5-D84AAA03CD19}"/>
                  </a:ext>
                </a:extLst>
              </p:cNvPr>
              <p:cNvSpPr txBox="1"/>
              <p:nvPr/>
            </p:nvSpPr>
            <p:spPr>
              <a:xfrm>
                <a:off x="6943008" y="5663433"/>
                <a:ext cx="1492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12E21226-545C-4F1D-B4E5-D84AAA03CD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3008" y="5663433"/>
                <a:ext cx="1492531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EAADC9-F693-4CBC-880A-308C8C493461}"/>
                  </a:ext>
                </a:extLst>
              </p:cNvPr>
              <p:cNvSpPr txBox="1"/>
              <p:nvPr/>
            </p:nvSpPr>
            <p:spPr>
              <a:xfrm>
                <a:off x="3188939" y="56634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EAADC9-F693-4CBC-880A-308C8C493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8939" y="5663433"/>
                <a:ext cx="506235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A899725-E559-460D-A4C4-DCE0DA4D7CA1}"/>
                  </a:ext>
                </a:extLst>
              </p:cNvPr>
              <p:cNvSpPr txBox="1"/>
              <p:nvPr/>
            </p:nvSpPr>
            <p:spPr>
              <a:xfrm>
                <a:off x="6262109" y="56634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A899725-E559-460D-A4C4-DCE0DA4D7C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2109" y="5663433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1E76FECB-A11B-4360-A32E-69F34CA8506A}"/>
              </a:ext>
            </a:extLst>
          </p:cNvPr>
          <p:cNvSpPr/>
          <p:nvPr/>
        </p:nvSpPr>
        <p:spPr>
          <a:xfrm>
            <a:off x="4539791" y="2835585"/>
            <a:ext cx="544543" cy="473317"/>
          </a:xfrm>
          <a:prstGeom prst="roundRect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B76F100-49CE-41D9-8C73-2D65D835CB2A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B17F0C4-1AC1-46B6-9283-B4DE08F6F6C2}"/>
                  </a:ext>
                </a:extLst>
              </p:cNvPr>
              <p:cNvSpPr txBox="1"/>
              <p:nvPr/>
            </p:nvSpPr>
            <p:spPr>
              <a:xfrm>
                <a:off x="4820559" y="5418645"/>
                <a:ext cx="1275441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500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B17F0C4-1AC1-46B6-9283-B4DE08F6F6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0559" y="5418645"/>
                <a:ext cx="1275441" cy="91057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5146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82" grpId="0"/>
      <p:bldP spid="83" grpId="0"/>
      <p:bldP spid="84" grpId="0"/>
      <p:bldP spid="85" grpId="0"/>
      <p:bldP spid="3" grpId="0" animBg="1"/>
      <p:bldP spid="42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AECC9B-71FC-CE20-403A-8514933CA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456F1E-EE40-AC50-D5D1-58941B4B84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70B2E976-EEE7-4F62-B87D-8F254D8AC6DF}"/>
                  </a:ext>
                </a:extLst>
              </p:cNvPr>
              <p:cNvSpPr/>
              <p:nvPr/>
            </p:nvSpPr>
            <p:spPr>
              <a:xfrm>
                <a:off x="9854048" y="3422072"/>
                <a:ext cx="1643782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5−25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70B2E976-EEE7-4F62-B87D-8F254D8AC6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4048" y="3422072"/>
                <a:ext cx="1643782" cy="87305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4134638-0586-41B4-ABCC-77F3FF45CF5D}"/>
                  </a:ext>
                </a:extLst>
              </p:cNvPr>
              <p:cNvSpPr/>
              <p:nvPr/>
            </p:nvSpPr>
            <p:spPr>
              <a:xfrm>
                <a:off x="9350359" y="2400957"/>
                <a:ext cx="2217682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u</m:t>
                          </m:r>
                        </m:e>
                        <m:sub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4134638-0586-41B4-ABCC-77F3FF45CF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0359" y="2400957"/>
                <a:ext cx="2217682" cy="8730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A800689-73E2-40CA-8978-AABD86E1DA40}"/>
                  </a:ext>
                </a:extLst>
              </p:cNvPr>
              <p:cNvSpPr/>
              <p:nvPr/>
            </p:nvSpPr>
            <p:spPr>
              <a:xfrm>
                <a:off x="9859753" y="4443188"/>
                <a:ext cx="1098762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A800689-73E2-40CA-8978-AABD86E1DA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9753" y="4443188"/>
                <a:ext cx="109876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TextBox 42">
            <a:extLst>
              <a:ext uri="{FF2B5EF4-FFF2-40B4-BE49-F238E27FC236}">
                <a16:creationId xmlns:a16="http://schemas.microsoft.com/office/drawing/2014/main" id="{F6649294-A0D0-4EF8-91C1-A265F6E02308}"/>
              </a:ext>
            </a:extLst>
          </p:cNvPr>
          <p:cNvSpPr txBox="1"/>
          <p:nvPr/>
        </p:nvSpPr>
        <p:spPr>
          <a:xfrm>
            <a:off x="310411" y="702920"/>
            <a:ext cx="44537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CFFEFF21-6235-452F-8252-258BAF2067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1402832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CFFEFF21-6235-452F-8252-258BAF2067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1402832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E961406-EF1B-48C4-A060-2D151626DE49}"/>
                  </a:ext>
                </a:extLst>
              </p:cNvPr>
              <p:cNvSpPr/>
              <p:nvPr/>
            </p:nvSpPr>
            <p:spPr>
              <a:xfrm>
                <a:off x="5063272" y="2868486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E961406-EF1B-48C4-A060-2D151626DE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3272" y="2868486"/>
                <a:ext cx="781896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0B8C384-C336-430B-8E1F-0A38F230ED05}"/>
                  </a:ext>
                </a:extLst>
              </p:cNvPr>
              <p:cNvSpPr/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0B8C384-C336-430B-8E1F-0A38F230ED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D802AF7-E783-450C-8D43-2C2F8061AC9E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D802AF7-E783-450C-8D43-2C2F8061AC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E3F50DD-7F1C-4B8C-BE47-00D8B6E315EF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E3F50DD-7F1C-4B8C-BE47-00D8B6E31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DD8441F0-628A-4DAF-A64F-0FC2C64319BD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DD8441F0-628A-4DAF-A64F-0FC2C64319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B9734C4-2632-465C-A602-6FC6E948D738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B9734C4-2632-465C-A602-6FC6E948D7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6C01271-A6EB-487A-8C69-17002DE81FF9}"/>
                  </a:ext>
                </a:extLst>
              </p:cNvPr>
              <p:cNvSpPr/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6C01271-A6EB-487A-8C69-17002DE81F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879311-9C7E-4838-8A0D-89308A7AC744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879311-9C7E-4838-8A0D-89308A7AC7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14FB77D7-D6C7-45E2-A7C1-30ED33220F06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14FB77D7-D6C7-45E2-A7C1-30ED33220F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2DD376-3098-4E41-9FBE-0ED6B81F3EB6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2DD376-3098-4E41-9FBE-0ED6B81F3E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109C68-E535-42B6-BCE2-B07690AB68EE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109C68-E535-42B6-BCE2-B07690AB68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FFD0505-EF4F-4003-AB4C-C766940016A4}"/>
                  </a:ext>
                </a:extLst>
              </p:cNvPr>
              <p:cNvSpPr/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FFD0505-EF4F-4003-AB4C-C766940016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A6BF50A-AE84-4A20-BB55-5D70A1D782B4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A6BF50A-AE84-4A20-BB55-5D70A1D782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1746BCF-72D2-4AD9-852D-70C37C51582A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1746BCF-72D2-4AD9-852D-70C37C5158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4241702-8A97-4467-81BE-67313DFAE540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4241702-8A97-4467-81BE-67313DFAE5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312D793E-DD62-4D02-BF92-9AB79537833D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312D793E-DD62-4D02-BF92-9AB7953783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1AAEB02-6D44-4851-881C-1DC1E75DAD68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1AAEB02-6D44-4851-881C-1DC1E75DAD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4C4F0A7-F195-4BFD-870A-FC5E2C870F4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85570806"/>
                  </p:ext>
                </p:extLst>
              </p:nvPr>
            </p:nvGraphicFramePr>
            <p:xfrm>
              <a:off x="5832229" y="1225567"/>
              <a:ext cx="1098677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98677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4C4F0A7-F195-4BFD-870A-FC5E2C870F4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85570806"/>
                  </p:ext>
                </p:extLst>
              </p:nvPr>
            </p:nvGraphicFramePr>
            <p:xfrm>
              <a:off x="5832229" y="1225567"/>
              <a:ext cx="1098677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98677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552" t="-2083" r="-2210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3C04B909-6A4C-4118-B1E6-88169AEE74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31755515"/>
                  </p:ext>
                </p:extLst>
              </p:nvPr>
            </p:nvGraphicFramePr>
            <p:xfrm>
              <a:off x="6930906" y="1225567"/>
              <a:ext cx="2276281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76281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3C04B909-6A4C-4118-B1E6-88169AEE74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31755515"/>
                  </p:ext>
                </p:extLst>
              </p:nvPr>
            </p:nvGraphicFramePr>
            <p:xfrm>
              <a:off x="6930906" y="1225567"/>
              <a:ext cx="2276281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76281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5"/>
                          <a:stretch>
                            <a:fillRect l="-267" t="-2083" r="-800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DC8453B-DB52-66CA-AED1-544774AF7A13}"/>
                  </a:ext>
                </a:extLst>
              </p:cNvPr>
              <p:cNvSpPr/>
              <p:nvPr/>
            </p:nvSpPr>
            <p:spPr>
              <a:xfrm>
                <a:off x="5987662" y="1872141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DC8453B-DB52-66CA-AED1-544774AF7A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662" y="1872141"/>
                <a:ext cx="687323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154281B-D7F5-96DA-7BC4-9E91F9FD6144}"/>
                  </a:ext>
                </a:extLst>
              </p:cNvPr>
              <p:cNvSpPr/>
              <p:nvPr/>
            </p:nvSpPr>
            <p:spPr>
              <a:xfrm>
                <a:off x="5987662" y="237293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154281B-D7F5-96DA-7BC4-9E91F9FD61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662" y="2372938"/>
                <a:ext cx="687323" cy="38937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0810FD70-F80F-10F2-FBDC-3BD124BF06D8}"/>
                  </a:ext>
                </a:extLst>
              </p:cNvPr>
              <p:cNvSpPr/>
              <p:nvPr/>
            </p:nvSpPr>
            <p:spPr>
              <a:xfrm>
                <a:off x="5987662" y="2873735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0810FD70-F80F-10F2-FBDC-3BD124BF0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662" y="2873735"/>
                <a:ext cx="687323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8BA994C-3141-7FA6-343C-42E8DA407C97}"/>
                  </a:ext>
                </a:extLst>
              </p:cNvPr>
              <p:cNvSpPr/>
              <p:nvPr/>
            </p:nvSpPr>
            <p:spPr>
              <a:xfrm>
                <a:off x="5987662" y="337453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8BA994C-3141-7FA6-343C-42E8DA407C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662" y="3374532"/>
                <a:ext cx="687323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85ADCEA-5525-2F31-A841-9B100BC834CC}"/>
                  </a:ext>
                </a:extLst>
              </p:cNvPr>
              <p:cNvSpPr/>
              <p:nvPr/>
            </p:nvSpPr>
            <p:spPr>
              <a:xfrm>
                <a:off x="5987662" y="387532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85ADCEA-5525-2F31-A841-9B100BC834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662" y="3875328"/>
                <a:ext cx="687323" cy="38937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E889665-E18A-47EF-9499-22DB15476244}"/>
                  </a:ext>
                </a:extLst>
              </p:cNvPr>
              <p:cNvSpPr/>
              <p:nvPr/>
            </p:nvSpPr>
            <p:spPr>
              <a:xfrm>
                <a:off x="7601046" y="1866697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E889665-E18A-47EF-9499-22DB154762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1046" y="1866697"/>
                <a:ext cx="936000" cy="38937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4E91BE9-52EA-74A0-EACC-1B1982B022E3}"/>
                  </a:ext>
                </a:extLst>
              </p:cNvPr>
              <p:cNvSpPr/>
              <p:nvPr/>
            </p:nvSpPr>
            <p:spPr>
              <a:xfrm>
                <a:off x="7601046" y="2367592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4E91BE9-52EA-74A0-EACC-1B1982B022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1046" y="2367592"/>
                <a:ext cx="936000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678A37C-8037-A92B-BD74-C76993FDA95A}"/>
                  </a:ext>
                </a:extLst>
              </p:cNvPr>
              <p:cNvSpPr/>
              <p:nvPr/>
            </p:nvSpPr>
            <p:spPr>
              <a:xfrm>
                <a:off x="7601046" y="2868487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678A37C-8037-A92B-BD74-C76993FDA9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1046" y="2868487"/>
                <a:ext cx="936000" cy="38937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4D8D8AA0-C325-E286-907E-E4A1432DBED4}"/>
                  </a:ext>
                </a:extLst>
              </p:cNvPr>
              <p:cNvSpPr/>
              <p:nvPr/>
            </p:nvSpPr>
            <p:spPr>
              <a:xfrm>
                <a:off x="7601046" y="3369383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4D8D8AA0-C325-E286-907E-E4A1432DBE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1046" y="3369383"/>
                <a:ext cx="936000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BEF3942-09E8-BA72-8818-C0D03121C3F7}"/>
                  </a:ext>
                </a:extLst>
              </p:cNvPr>
              <p:cNvSpPr/>
              <p:nvPr/>
            </p:nvSpPr>
            <p:spPr>
              <a:xfrm>
                <a:off x="7601046" y="3870279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BEF3942-09E8-BA72-8818-C0D03121C3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1046" y="3870279"/>
                <a:ext cx="936000" cy="38937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058FCE-B8ED-C5CC-85A5-76B24205574D}"/>
                  </a:ext>
                </a:extLst>
              </p:cNvPr>
              <p:cNvSpPr/>
              <p:nvPr/>
            </p:nvSpPr>
            <p:spPr>
              <a:xfrm>
                <a:off x="6845046" y="4383650"/>
                <a:ext cx="2448000" cy="86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058FCE-B8ED-C5CC-85A5-76B2420557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5046" y="4383650"/>
                <a:ext cx="2448000" cy="864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83E54EC-8767-47CC-9D69-8C1CFEFD2577}"/>
                  </a:ext>
                </a:extLst>
              </p:cNvPr>
              <p:cNvSpPr txBox="1"/>
              <p:nvPr/>
            </p:nvSpPr>
            <p:spPr>
              <a:xfrm>
                <a:off x="310411" y="5446276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83E54EC-8767-47CC-9D69-8C1CFEFD25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411" y="5446276"/>
                <a:ext cx="3354319" cy="100957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0F894911-9456-47FB-A10C-E7E7F4175F0C}"/>
                  </a:ext>
                </a:extLst>
              </p:cNvPr>
              <p:cNvSpPr txBox="1"/>
              <p:nvPr/>
            </p:nvSpPr>
            <p:spPr>
              <a:xfrm>
                <a:off x="4135996" y="5659955"/>
                <a:ext cx="129184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0F894911-9456-47FB-A10C-E7E7F4175F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5996" y="5659955"/>
                <a:ext cx="1291848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0FEA651-3765-434E-8C13-42393F8453B5}"/>
                  </a:ext>
                </a:extLst>
              </p:cNvPr>
              <p:cNvSpPr txBox="1"/>
              <p:nvPr/>
            </p:nvSpPr>
            <p:spPr>
              <a:xfrm>
                <a:off x="3624381" y="565995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0FEA651-3765-434E-8C13-42393F8453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4381" y="5659955"/>
                <a:ext cx="506235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76C8C90-5BA6-4FF7-984F-8F8E3D670E33}"/>
                  </a:ext>
                </a:extLst>
              </p:cNvPr>
              <p:cNvSpPr txBox="1"/>
              <p:nvPr/>
            </p:nvSpPr>
            <p:spPr>
              <a:xfrm>
                <a:off x="7756874" y="5659955"/>
                <a:ext cx="12633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76C8C90-5BA6-4FF7-984F-8F8E3D670E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6874" y="5659955"/>
                <a:ext cx="1263301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6010193-0329-4825-952B-6D61BAB6A9A6}"/>
                  </a:ext>
                </a:extLst>
              </p:cNvPr>
              <p:cNvSpPr txBox="1"/>
              <p:nvPr/>
            </p:nvSpPr>
            <p:spPr>
              <a:xfrm>
                <a:off x="7295458" y="565995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6010193-0329-4825-952B-6D61BAB6A9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5458" y="5659955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D9FC9BF-200A-47D4-BC03-55F257AAEB2A}"/>
                  </a:ext>
                </a:extLst>
              </p:cNvPr>
              <p:cNvSpPr txBox="1"/>
              <p:nvPr/>
            </p:nvSpPr>
            <p:spPr>
              <a:xfrm>
                <a:off x="9458340" y="5659955"/>
                <a:ext cx="9507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D9FC9BF-200A-47D4-BC03-55F257AAEB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8340" y="5659955"/>
                <a:ext cx="950794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23A79C-AA38-4B82-B125-042FE8CCCD3B}"/>
                  </a:ext>
                </a:extLst>
              </p:cNvPr>
              <p:cNvSpPr/>
              <p:nvPr/>
            </p:nvSpPr>
            <p:spPr>
              <a:xfrm>
                <a:off x="9350359" y="793307"/>
                <a:ext cx="2765787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Class length 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=10−0=10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23A79C-AA38-4B82-B125-042FE8CCCD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0359" y="793307"/>
                <a:ext cx="2765787" cy="873051"/>
              </a:xfrm>
              <a:prstGeom prst="rect">
                <a:avLst/>
              </a:prstGeom>
              <a:blipFill>
                <a:blip r:embed="rId43"/>
                <a:stretch>
                  <a:fillRect l="-4626" t="-1049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F4D78D33-A7E1-4772-A227-768E0C8CB708}"/>
              </a:ext>
            </a:extLst>
          </p:cNvPr>
          <p:cNvSpPr/>
          <p:nvPr/>
        </p:nvSpPr>
        <p:spPr>
          <a:xfrm>
            <a:off x="410428" y="1853262"/>
            <a:ext cx="1164372" cy="402808"/>
          </a:xfrm>
          <a:prstGeom prst="roundRect">
            <a:avLst>
              <a:gd name="adj" fmla="val 23899"/>
            </a:avLst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0FB85D8C-4C00-438A-9E39-3904621C0EA6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C2F86151-BBAF-48C6-9E0B-8F8E62AFC4E8}"/>
                  </a:ext>
                </a:extLst>
              </p:cNvPr>
              <p:cNvSpPr txBox="1"/>
              <p:nvPr/>
            </p:nvSpPr>
            <p:spPr>
              <a:xfrm>
                <a:off x="5257187" y="5405933"/>
                <a:ext cx="138372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num>
                        <m:den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C2F86151-BBAF-48C6-9E0B-8F8E62AFC4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7187" y="5405933"/>
                <a:ext cx="1383725" cy="91057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4B224E7B-6A61-4782-BB5D-078A122319EF}"/>
                  </a:ext>
                </a:extLst>
              </p:cNvPr>
              <p:cNvSpPr txBox="1"/>
              <p:nvPr/>
            </p:nvSpPr>
            <p:spPr>
              <a:xfrm>
                <a:off x="6306061" y="5658784"/>
                <a:ext cx="10354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4B224E7B-6A61-4782-BB5D-078A122319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6061" y="5658784"/>
                <a:ext cx="1035445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F422E7EE-EAB2-4CE7-9943-C20812A058AE}"/>
                  </a:ext>
                </a:extLst>
              </p:cNvPr>
              <p:cNvSpPr txBox="1"/>
              <p:nvPr/>
            </p:nvSpPr>
            <p:spPr>
              <a:xfrm>
                <a:off x="8849941" y="5658784"/>
                <a:ext cx="7148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F422E7EE-EAB2-4CE7-9943-C20812A058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9941" y="5658784"/>
                <a:ext cx="714866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Rectangle: Rounded Corners 76">
            <a:extLst>
              <a:ext uri="{FF2B5EF4-FFF2-40B4-BE49-F238E27FC236}">
                <a16:creationId xmlns:a16="http://schemas.microsoft.com/office/drawing/2014/main" id="{3EA53937-4665-4ACF-902B-18C5D933EAD8}"/>
              </a:ext>
            </a:extLst>
          </p:cNvPr>
          <p:cNvSpPr/>
          <p:nvPr/>
        </p:nvSpPr>
        <p:spPr>
          <a:xfrm>
            <a:off x="4475920" y="1853262"/>
            <a:ext cx="672286" cy="402808"/>
          </a:xfrm>
          <a:prstGeom prst="roundRect">
            <a:avLst>
              <a:gd name="adj" fmla="val 23899"/>
            </a:avLst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8" name="Rectangle: Rounded Corners 77">
            <a:extLst>
              <a:ext uri="{FF2B5EF4-FFF2-40B4-BE49-F238E27FC236}">
                <a16:creationId xmlns:a16="http://schemas.microsoft.com/office/drawing/2014/main" id="{F6250179-2F20-40B3-80C3-5753C295FB9C}"/>
              </a:ext>
            </a:extLst>
          </p:cNvPr>
          <p:cNvSpPr/>
          <p:nvPr/>
        </p:nvSpPr>
        <p:spPr>
          <a:xfrm>
            <a:off x="4475920" y="2856315"/>
            <a:ext cx="672286" cy="402808"/>
          </a:xfrm>
          <a:prstGeom prst="roundRect">
            <a:avLst>
              <a:gd name="adj" fmla="val 23899"/>
            </a:avLst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07951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16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67" grpId="0"/>
      <p:bldP spid="68" grpId="0"/>
      <p:bldP spid="69" grpId="0"/>
      <p:bldP spid="70" grpId="0"/>
      <p:bldP spid="71" grpId="0"/>
      <p:bldP spid="72" grpId="0"/>
      <p:bldP spid="3" grpId="0" animBg="1"/>
      <p:bldP spid="3" grpId="1" animBg="1"/>
      <p:bldP spid="74" grpId="0"/>
      <p:bldP spid="75" grpId="0"/>
      <p:bldP spid="76" grpId="0"/>
      <p:bldP spid="77" grpId="0" animBg="1"/>
      <p:bldP spid="77" grpId="1" animBg="1"/>
      <p:bldP spid="78" grpId="0" animBg="1"/>
      <p:bldP spid="78" grpId="1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E5FD3-6CEC-4F17-AEC2-BFC4514444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7EF8A84-D262-416F-B910-E5BC79F1666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IN" dirty="0"/>
                  <a:t>Whenever </a:t>
                </a:r>
                <a:r>
                  <a:rPr lang="en-IN" b="1" dirty="0"/>
                  <a:t>class length is equal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IN" dirty="0"/>
                  <a:t> will follow a certain pattern: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7EF8A84-D262-416F-B910-E5BC79F1666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D3D1ADBF-01A5-4B10-BFE4-3BE642E1448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14720325"/>
                  </p:ext>
                </p:extLst>
              </p:nvPr>
            </p:nvGraphicFramePr>
            <p:xfrm>
              <a:off x="556564" y="1693607"/>
              <a:ext cx="3414398" cy="3098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D3D1ADBF-01A5-4B10-BFE4-3BE642E1448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14720325"/>
                  </p:ext>
                </p:extLst>
              </p:nvPr>
            </p:nvGraphicFramePr>
            <p:xfrm>
              <a:off x="556564" y="1693607"/>
              <a:ext cx="3414398" cy="3098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1042" r="-146288" b="-4343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9578" t="-1042" r="-904" b="-43437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65E28861-A882-4DB7-820F-6505FDABFAA9}"/>
                  </a:ext>
                </a:extLst>
              </p:cNvPr>
              <p:cNvSpPr/>
              <p:nvPr/>
            </p:nvSpPr>
            <p:spPr>
              <a:xfrm>
                <a:off x="2967100" y="3336526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65E28861-A882-4DB7-820F-6505FDABFA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7100" y="3336526"/>
                <a:ext cx="781896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E9DCC9E3-0C17-4C6C-999D-FA24C7D6D798}"/>
                  </a:ext>
                </a:extLst>
              </p:cNvPr>
              <p:cNvSpPr/>
              <p:nvPr/>
            </p:nvSpPr>
            <p:spPr>
              <a:xfrm>
                <a:off x="2471868" y="233473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E9DCC9E3-0C17-4C6C-999D-FA24C7D6D7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1868" y="2334737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62123F0-F1D4-4937-ACC6-F6479E0CCD6E}"/>
                  </a:ext>
                </a:extLst>
              </p:cNvPr>
              <p:cNvSpPr/>
              <p:nvPr/>
            </p:nvSpPr>
            <p:spPr>
              <a:xfrm>
                <a:off x="2471868" y="283689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62123F0-F1D4-4937-ACC6-F6479E0CC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1868" y="2836895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9BADE6C7-C692-48B4-8AE9-0CCD75927B15}"/>
                  </a:ext>
                </a:extLst>
              </p:cNvPr>
              <p:cNvSpPr/>
              <p:nvPr/>
            </p:nvSpPr>
            <p:spPr>
              <a:xfrm>
                <a:off x="2471868" y="333905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9BADE6C7-C692-48B4-8AE9-0CCD75927B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1868" y="3339053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B8CD5D6-27C1-4CF1-9C07-561E53280D0E}"/>
                  </a:ext>
                </a:extLst>
              </p:cNvPr>
              <p:cNvSpPr/>
              <p:nvPr/>
            </p:nvSpPr>
            <p:spPr>
              <a:xfrm>
                <a:off x="2471868" y="384121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B8CD5D6-27C1-4CF1-9C07-561E53280D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1868" y="3841211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9FAC0AA-41D1-408D-B1FD-3BA67DFEAD68}"/>
                  </a:ext>
                </a:extLst>
              </p:cNvPr>
              <p:cNvSpPr/>
              <p:nvPr/>
            </p:nvSpPr>
            <p:spPr>
              <a:xfrm>
                <a:off x="2471868" y="434336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9FAC0AA-41D1-408D-B1FD-3BA67DFEAD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1868" y="4343368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DB8E1609-3972-4B9D-9931-59B43102C0B6}"/>
                  </a:ext>
                </a:extLst>
              </p:cNvPr>
              <p:cNvSpPr/>
              <p:nvPr/>
            </p:nvSpPr>
            <p:spPr>
              <a:xfrm>
                <a:off x="485314" y="233473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DB8E1609-3972-4B9D-9931-59B43102C0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14" y="2334737"/>
                <a:ext cx="1548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E6111DB-A8FA-45D0-81CC-664C10C7488A}"/>
                  </a:ext>
                </a:extLst>
              </p:cNvPr>
              <p:cNvSpPr/>
              <p:nvPr/>
            </p:nvSpPr>
            <p:spPr>
              <a:xfrm>
                <a:off x="485314" y="283689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E6111DB-A8FA-45D0-81CC-664C10C748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14" y="2836895"/>
                <a:ext cx="1548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869657F-0688-4CE8-BD54-C95504B58721}"/>
                  </a:ext>
                </a:extLst>
              </p:cNvPr>
              <p:cNvSpPr/>
              <p:nvPr/>
            </p:nvSpPr>
            <p:spPr>
              <a:xfrm>
                <a:off x="485314" y="333905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869657F-0688-4CE8-BD54-C95504B587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14" y="3339053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1445AA2-F2A1-4B12-8F9A-427D1634831D}"/>
                  </a:ext>
                </a:extLst>
              </p:cNvPr>
              <p:cNvSpPr/>
              <p:nvPr/>
            </p:nvSpPr>
            <p:spPr>
              <a:xfrm>
                <a:off x="485314" y="384121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1445AA2-F2A1-4B12-8F9A-427D163483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14" y="3841211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2B3D7E-2B4B-474E-BDA7-F03CC5A4E212}"/>
                  </a:ext>
                </a:extLst>
              </p:cNvPr>
              <p:cNvSpPr/>
              <p:nvPr/>
            </p:nvSpPr>
            <p:spPr>
              <a:xfrm>
                <a:off x="485314" y="434336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2B3D7E-2B4B-474E-BDA7-F03CC5A4E2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14" y="4343368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A9287B2-E547-41EE-9735-829324C3653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16206424"/>
                  </p:ext>
                </p:extLst>
              </p:nvPr>
            </p:nvGraphicFramePr>
            <p:xfrm>
              <a:off x="3970962" y="1693607"/>
              <a:ext cx="1445020" cy="3098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5020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A9287B2-E547-41EE-9735-829324C3653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16206424"/>
                  </p:ext>
                </p:extLst>
              </p:nvPr>
            </p:nvGraphicFramePr>
            <p:xfrm>
              <a:off x="3970962" y="1693607"/>
              <a:ext cx="1445020" cy="3098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5020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5"/>
                          <a:stretch>
                            <a:fillRect l="-840" t="-1042" r="-1261" b="-43437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C756BAC-FC1E-45B5-9399-8768A2365648}"/>
                  </a:ext>
                </a:extLst>
              </p:cNvPr>
              <p:cNvSpPr/>
              <p:nvPr/>
            </p:nvSpPr>
            <p:spPr>
              <a:xfrm>
                <a:off x="4317396" y="2340181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C756BAC-FC1E-45B5-9399-8768A23656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7396" y="2340181"/>
                <a:ext cx="687323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5416676-C935-4EB7-BFBF-864FCA14FE75}"/>
                  </a:ext>
                </a:extLst>
              </p:cNvPr>
              <p:cNvSpPr/>
              <p:nvPr/>
            </p:nvSpPr>
            <p:spPr>
              <a:xfrm>
                <a:off x="4317396" y="284097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5416676-C935-4EB7-BFBF-864FCA14FE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7396" y="2840978"/>
                <a:ext cx="687323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2D612AB-F61F-4757-9BCE-DE715FDB106B}"/>
                  </a:ext>
                </a:extLst>
              </p:cNvPr>
              <p:cNvSpPr/>
              <p:nvPr/>
            </p:nvSpPr>
            <p:spPr>
              <a:xfrm>
                <a:off x="4317396" y="3341775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2D612AB-F61F-4757-9BCE-DE715FDB10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7396" y="3341775"/>
                <a:ext cx="687323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076D20E-F453-41C8-AE4F-722400589FD6}"/>
                  </a:ext>
                </a:extLst>
              </p:cNvPr>
              <p:cNvSpPr/>
              <p:nvPr/>
            </p:nvSpPr>
            <p:spPr>
              <a:xfrm>
                <a:off x="4317396" y="38425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076D20E-F453-41C8-AE4F-722400589F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7396" y="3842572"/>
                <a:ext cx="687323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46F54F9-0B36-4D1A-AC38-96FB6C903991}"/>
                  </a:ext>
                </a:extLst>
              </p:cNvPr>
              <p:cNvSpPr/>
              <p:nvPr/>
            </p:nvSpPr>
            <p:spPr>
              <a:xfrm>
                <a:off x="4317396" y="434336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46F54F9-0B36-4D1A-AC38-96FB6C9039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7396" y="4343368"/>
                <a:ext cx="687323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07987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4" grpId="0"/>
      <p:bldP spid="25" grpId="0"/>
      <p:bldP spid="26" grpId="0"/>
      <p:bldP spid="27" grpId="0"/>
      <p:bldP spid="28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95507"/>
                <a:ext cx="11930400" cy="242823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Find the missing frequency 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dirty="0"/>
                  <a:t>​ and 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dirty="0"/>
                  <a:t>​ in the table given below, it is given that the mean of the given frequency distribution is 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95507"/>
                <a:ext cx="11930400" cy="2428239"/>
              </a:xfrm>
              <a:prstGeom prst="rect">
                <a:avLst/>
              </a:prstGeom>
              <a:blipFill>
                <a:blip r:embed="rId3"/>
                <a:stretch>
                  <a:fillRect l="-1021" t="-2513" r="-102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3429000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827256"/>
              </p:ext>
            </p:extLst>
          </p:nvPr>
        </p:nvGraphicFramePr>
        <p:xfrm>
          <a:off x="293355" y="1982627"/>
          <a:ext cx="1160529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202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23287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Total</a:t>
                      </a: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80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977D26D-4038-42AF-9CE8-003C021A78F0}"/>
              </a:ext>
            </a:extLst>
          </p:cNvPr>
          <p:cNvSpPr/>
          <p:nvPr/>
        </p:nvSpPr>
        <p:spPr>
          <a:xfrm>
            <a:off x="2635706" y="3534254"/>
            <a:ext cx="1005632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51F40EC-FAAB-4FD2-BDC0-3A8BEE322E44}"/>
                  </a:ext>
                </a:extLst>
              </p:cNvPr>
              <p:cNvSpPr/>
              <p:nvPr/>
            </p:nvSpPr>
            <p:spPr>
              <a:xfrm>
                <a:off x="2330417" y="208497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51F40EC-FAAB-4FD2-BDC0-3A8BEE322E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0417" y="2084977"/>
                <a:ext cx="1620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F52ECD6-F7B0-4386-9921-DE336AE5618E}"/>
                  </a:ext>
                </a:extLst>
              </p:cNvPr>
              <p:cNvSpPr/>
              <p:nvPr/>
            </p:nvSpPr>
            <p:spPr>
              <a:xfrm>
                <a:off x="4003580" y="208497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F52ECD6-F7B0-4386-9921-DE336AE561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3580" y="2084977"/>
                <a:ext cx="1620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C7786D89-6CC8-4FDB-98DB-41F24D128D20}"/>
                  </a:ext>
                </a:extLst>
              </p:cNvPr>
              <p:cNvSpPr/>
              <p:nvPr/>
            </p:nvSpPr>
            <p:spPr>
              <a:xfrm>
                <a:off x="5676743" y="208497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C7786D89-6CC8-4FDB-98DB-41F24D128D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6743" y="2084977"/>
                <a:ext cx="1620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426C759-B2AD-42D2-B378-053F86531AC1}"/>
                  </a:ext>
                </a:extLst>
              </p:cNvPr>
              <p:cNvSpPr/>
              <p:nvPr/>
            </p:nvSpPr>
            <p:spPr>
              <a:xfrm>
                <a:off x="7349906" y="208497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426C759-B2AD-42D2-B378-053F86531A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9906" y="2084977"/>
                <a:ext cx="1620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BA144A8-D63F-4BA6-B7AF-01D5CBEDD4D1}"/>
                  </a:ext>
                </a:extLst>
              </p:cNvPr>
              <p:cNvSpPr/>
              <p:nvPr/>
            </p:nvSpPr>
            <p:spPr>
              <a:xfrm>
                <a:off x="9023068" y="208497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BA144A8-D63F-4BA6-B7AF-01D5CBEDD4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3068" y="2084977"/>
                <a:ext cx="1620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1A0777-CAB5-4D92-83AD-20020629C5EC}"/>
                  </a:ext>
                </a:extLst>
              </p:cNvPr>
              <p:cNvSpPr/>
              <p:nvPr/>
            </p:nvSpPr>
            <p:spPr>
              <a:xfrm>
                <a:off x="2780417" y="264446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1A0777-CAB5-4D92-83AD-20020629C5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0417" y="2644462"/>
                <a:ext cx="720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699696C-8AFA-4093-8ED0-E5A05912FE6B}"/>
                  </a:ext>
                </a:extLst>
              </p:cNvPr>
              <p:cNvSpPr/>
              <p:nvPr/>
            </p:nvSpPr>
            <p:spPr>
              <a:xfrm>
                <a:off x="9473068" y="264446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699696C-8AFA-4093-8ED0-E5A05912FE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3068" y="2644462"/>
                <a:ext cx="720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70538C7-9337-4864-94F4-96F9F5060D45}"/>
                  </a:ext>
                </a:extLst>
              </p:cNvPr>
              <p:cNvSpPr/>
              <p:nvPr/>
            </p:nvSpPr>
            <p:spPr>
              <a:xfrm>
                <a:off x="4453580" y="264446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70538C7-9337-4864-94F4-96F9F5060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3580" y="2644462"/>
                <a:ext cx="720000" cy="389373"/>
              </a:xfrm>
              <a:prstGeom prst="rect">
                <a:avLst/>
              </a:prstGeom>
              <a:blipFill>
                <a:blip r:embed="rId11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64BC07C-435B-4AB6-814C-C8615B40E9B1}"/>
                  </a:ext>
                </a:extLst>
              </p:cNvPr>
              <p:cNvSpPr/>
              <p:nvPr/>
            </p:nvSpPr>
            <p:spPr>
              <a:xfrm>
                <a:off x="6126743" y="264446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64BC07C-435B-4AB6-814C-C8615B40E9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6743" y="2644462"/>
                <a:ext cx="720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4D9FFB2-A880-444F-8580-874AC165EC64}"/>
                  </a:ext>
                </a:extLst>
              </p:cNvPr>
              <p:cNvSpPr/>
              <p:nvPr/>
            </p:nvSpPr>
            <p:spPr>
              <a:xfrm>
                <a:off x="7799906" y="264446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4D9FFB2-A880-444F-8580-874AC165EC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9906" y="2644462"/>
                <a:ext cx="720000" cy="389373"/>
              </a:xfrm>
              <a:prstGeom prst="rect">
                <a:avLst/>
              </a:prstGeom>
              <a:blipFill>
                <a:blip r:embed="rId13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9029627C-505C-4524-A5F1-9F40DECB5845}"/>
              </a:ext>
            </a:extLst>
          </p:cNvPr>
          <p:cNvSpPr txBox="1"/>
          <p:nvPr/>
        </p:nvSpPr>
        <p:spPr>
          <a:xfrm>
            <a:off x="1594217" y="3429000"/>
            <a:ext cx="18337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901AAAE-65AB-475A-B15B-3165B6D8B796}"/>
                  </a:ext>
                </a:extLst>
              </p:cNvPr>
              <p:cNvSpPr txBox="1"/>
              <p:nvPr/>
            </p:nvSpPr>
            <p:spPr>
              <a:xfrm>
                <a:off x="1594216" y="4136526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901AAAE-65AB-475A-B15B-3165B6D8B7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136526"/>
                <a:ext cx="156046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AD8C0C9-4062-410C-B26B-02A4F836E9AF}"/>
                  </a:ext>
                </a:extLst>
              </p:cNvPr>
              <p:cNvSpPr txBox="1"/>
              <p:nvPr/>
            </p:nvSpPr>
            <p:spPr>
              <a:xfrm>
                <a:off x="3641338" y="3952220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AD8C0C9-4062-410C-B26B-02A4F836E9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1338" y="3952220"/>
                <a:ext cx="2264162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C067CD80-0A2C-4AD7-A370-D73C59557862}"/>
              </a:ext>
            </a:extLst>
          </p:cNvPr>
          <p:cNvSpPr txBox="1"/>
          <p:nvPr/>
        </p:nvSpPr>
        <p:spPr>
          <a:xfrm>
            <a:off x="1594214" y="4924798"/>
            <a:ext cx="35793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latin typeface="+mj-lt"/>
              </a:rPr>
              <a:t>Step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D2E31DA-D181-4337-97DA-BAD1E440F998}"/>
                  </a:ext>
                </a:extLst>
              </p:cNvPr>
              <p:cNvSpPr txBox="1"/>
              <p:nvPr/>
            </p:nvSpPr>
            <p:spPr>
              <a:xfrm>
                <a:off x="1594215" y="5563691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D2E31DA-D181-4337-97DA-BAD1E440F9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563691"/>
                <a:ext cx="3354319" cy="100957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DA00308-2295-47F3-9FD0-0F2E8D2AF267}"/>
                  </a:ext>
                </a:extLst>
              </p:cNvPr>
              <p:cNvSpPr txBox="1"/>
              <p:nvPr/>
            </p:nvSpPr>
            <p:spPr>
              <a:xfrm>
                <a:off x="6479787" y="4136526"/>
                <a:ext cx="2851924" cy="523220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=20−0=20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DA00308-2295-47F3-9FD0-0F2E8D2AF2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79787" y="4136526"/>
                <a:ext cx="285192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5F3493B2-4C0B-4F67-8BE4-0C68A43C7995}"/>
              </a:ext>
            </a:extLst>
          </p:cNvPr>
          <p:cNvCxnSpPr/>
          <p:nvPr/>
        </p:nvCxnSpPr>
        <p:spPr>
          <a:xfrm>
            <a:off x="221856" y="1817370"/>
            <a:ext cx="6412245" cy="0"/>
          </a:xfrm>
          <a:prstGeom prst="line">
            <a:avLst/>
          </a:prstGeom>
          <a:ln w="381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6B2F64B8-7356-45A1-B95A-C98774961CFE}"/>
              </a:ext>
            </a:extLst>
          </p:cNvPr>
          <p:cNvSpPr/>
          <p:nvPr/>
        </p:nvSpPr>
        <p:spPr>
          <a:xfrm>
            <a:off x="10805623" y="2061084"/>
            <a:ext cx="948227" cy="995086"/>
          </a:xfrm>
          <a:prstGeom prst="roundRect">
            <a:avLst/>
          </a:prstGeom>
          <a:ln w="381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05EB85C-7239-445C-A917-67E8F81D22B4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304595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7" grpId="0"/>
      <p:bldP spid="18" grpId="0"/>
      <p:bldP spid="20" grpId="0"/>
      <p:bldP spid="21" grpId="0"/>
      <p:bldP spid="22" grpId="0"/>
      <p:bldP spid="23" grpId="0"/>
      <p:bldP spid="28" grpId="0" animBg="1"/>
      <p:bldP spid="28" grpId="1" animBg="1"/>
      <p:bldP spid="2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2F655E-59AE-68FE-0FC6-27A7682B6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A78E6AF-88B2-DA17-87BC-ADF511562F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17959789"/>
                  </p:ext>
                </p:extLst>
              </p:nvPr>
            </p:nvGraphicFramePr>
            <p:xfrm>
              <a:off x="1851134" y="832699"/>
              <a:ext cx="4307616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1096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63652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1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A78E6AF-88B2-DA17-87BC-ADF511562F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17959789"/>
                  </p:ext>
                </p:extLst>
              </p:nvPr>
            </p:nvGraphicFramePr>
            <p:xfrm>
              <a:off x="1851134" y="832699"/>
              <a:ext cx="4307616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1096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63652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4" t="-746" r="-158545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741" t="-746" r="-693" b="-4432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FBACC200-A6CE-4631-9798-E7BB7AAB85F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35350423"/>
                  </p:ext>
                </p:extLst>
              </p:nvPr>
            </p:nvGraphicFramePr>
            <p:xfrm>
              <a:off x="6158750" y="832437"/>
              <a:ext cx="1329690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690">
                      <a:extLst>
                        <a:ext uri="{9D8B030D-6E8A-4147-A177-3AD203B41FA5}">
                          <a16:colId xmlns:a16="http://schemas.microsoft.com/office/drawing/2014/main" val="899131610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63972426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875129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9410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195773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797506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95524714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71851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FBACC200-A6CE-4631-9798-E7BB7AAB85F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35350423"/>
                  </p:ext>
                </p:extLst>
              </p:nvPr>
            </p:nvGraphicFramePr>
            <p:xfrm>
              <a:off x="6158750" y="832437"/>
              <a:ext cx="1329690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690">
                      <a:extLst>
                        <a:ext uri="{9D8B030D-6E8A-4147-A177-3AD203B41FA5}">
                          <a16:colId xmlns:a16="http://schemas.microsoft.com/office/drawing/2014/main" val="899131610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13" t="-1493" r="-1370" b="-4432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6397242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875129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9410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19577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797506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95524714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71851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7182AA80-9624-4B32-B4D6-F92AB64E513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40230671"/>
                  </p:ext>
                </p:extLst>
              </p:nvPr>
            </p:nvGraphicFramePr>
            <p:xfrm>
              <a:off x="7490166" y="832437"/>
              <a:ext cx="971550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1550">
                      <a:extLst>
                        <a:ext uri="{9D8B030D-6E8A-4147-A177-3AD203B41FA5}">
                          <a16:colId xmlns:a16="http://schemas.microsoft.com/office/drawing/2014/main" val="3077676221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63972426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875129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9410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195773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797506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95524714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71851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7182AA80-9624-4B32-B4D6-F92AB64E513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40230671"/>
                  </p:ext>
                </p:extLst>
              </p:nvPr>
            </p:nvGraphicFramePr>
            <p:xfrm>
              <a:off x="7490166" y="832437"/>
              <a:ext cx="971550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1550">
                      <a:extLst>
                        <a:ext uri="{9D8B030D-6E8A-4147-A177-3AD203B41FA5}">
                          <a16:colId xmlns:a16="http://schemas.microsoft.com/office/drawing/2014/main" val="3077676221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21" t="-1493" r="-1863" b="-4432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6397242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875129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9410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19577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797506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95524714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71851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1" name="Table 40">
                <a:extLst>
                  <a:ext uri="{FF2B5EF4-FFF2-40B4-BE49-F238E27FC236}">
                    <a16:creationId xmlns:a16="http://schemas.microsoft.com/office/drawing/2014/main" id="{1A20D109-2F0E-459D-BF7B-91B0F19FD00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51014969"/>
                  </p:ext>
                </p:extLst>
              </p:nvPr>
            </p:nvGraphicFramePr>
            <p:xfrm>
              <a:off x="8461716" y="832437"/>
              <a:ext cx="2686050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86050">
                      <a:extLst>
                        <a:ext uri="{9D8B030D-6E8A-4147-A177-3AD203B41FA5}">
                          <a16:colId xmlns:a16="http://schemas.microsoft.com/office/drawing/2014/main" val="232813881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63972426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875129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9410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195773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797506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95524714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71851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1" name="Table 40">
                <a:extLst>
                  <a:ext uri="{FF2B5EF4-FFF2-40B4-BE49-F238E27FC236}">
                    <a16:creationId xmlns:a16="http://schemas.microsoft.com/office/drawing/2014/main" id="{1A20D109-2F0E-459D-BF7B-91B0F19FD00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51014969"/>
                  </p:ext>
                </p:extLst>
              </p:nvPr>
            </p:nvGraphicFramePr>
            <p:xfrm>
              <a:off x="8461716" y="832437"/>
              <a:ext cx="2686050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86050">
                      <a:extLst>
                        <a:ext uri="{9D8B030D-6E8A-4147-A177-3AD203B41FA5}">
                          <a16:colId xmlns:a16="http://schemas.microsoft.com/office/drawing/2014/main" val="232813881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54" t="-1493" r="-680" b="-4432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16397242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875129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9410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219577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797506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95524714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71851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6ACE5A-5E7D-310F-FBDC-F86FAE320A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2.1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75D7A40-B4A3-E9B8-3330-D78287D27833}"/>
                  </a:ext>
                </a:extLst>
              </p:cNvPr>
              <p:cNvSpPr/>
              <p:nvPr/>
            </p:nvSpPr>
            <p:spPr>
              <a:xfrm>
                <a:off x="1906532" y="1701683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75D7A40-B4A3-E9B8-3330-D78287D278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6532" y="1701683"/>
                <a:ext cx="1620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1325D49E-7257-172A-BF39-AE7443625737}"/>
                  </a:ext>
                </a:extLst>
              </p:cNvPr>
              <p:cNvSpPr/>
              <p:nvPr/>
            </p:nvSpPr>
            <p:spPr>
              <a:xfrm>
                <a:off x="1906532" y="220530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1325D49E-7257-172A-BF39-AE7443625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6532" y="2205308"/>
                <a:ext cx="1620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36A5F144-B4A3-E701-CE35-E7B9A75D4913}"/>
                  </a:ext>
                </a:extLst>
              </p:cNvPr>
              <p:cNvSpPr/>
              <p:nvPr/>
            </p:nvSpPr>
            <p:spPr>
              <a:xfrm>
                <a:off x="1906532" y="2708933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36A5F144-B4A3-E701-CE35-E7B9A75D4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6532" y="2708933"/>
                <a:ext cx="1620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E0DDBF-36DF-7414-169D-FBBC654598D9}"/>
                  </a:ext>
                </a:extLst>
              </p:cNvPr>
              <p:cNvSpPr/>
              <p:nvPr/>
            </p:nvSpPr>
            <p:spPr>
              <a:xfrm>
                <a:off x="1906532" y="321255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E0DDBF-36DF-7414-169D-FBBC654598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6532" y="3212558"/>
                <a:ext cx="1620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FC486E7-A6F1-DBDC-15D6-66DF9CC80316}"/>
                  </a:ext>
                </a:extLst>
              </p:cNvPr>
              <p:cNvSpPr/>
              <p:nvPr/>
            </p:nvSpPr>
            <p:spPr>
              <a:xfrm>
                <a:off x="1906532" y="3716183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FC486E7-A6F1-DBDC-15D6-66DF9CC803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6532" y="3716183"/>
                <a:ext cx="1620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FC8DFDC-C2BD-B9AE-4B5E-1AD6A9F0E26E}"/>
                  </a:ext>
                </a:extLst>
              </p:cNvPr>
              <p:cNvSpPr/>
              <p:nvPr/>
            </p:nvSpPr>
            <p:spPr>
              <a:xfrm>
                <a:off x="4530687" y="17016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FC8DFDC-C2BD-B9AE-4B5E-1AD6A9F0E2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0687" y="1701683"/>
                <a:ext cx="687323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E50858C-6996-1B26-58F7-141FAFCE1CF0}"/>
                  </a:ext>
                </a:extLst>
              </p:cNvPr>
              <p:cNvSpPr/>
              <p:nvPr/>
            </p:nvSpPr>
            <p:spPr>
              <a:xfrm>
                <a:off x="4530687" y="37161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E50858C-6996-1B26-58F7-141FAFCE1C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0687" y="3716183"/>
                <a:ext cx="687323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15C9F6-0B08-8C2E-F53A-A4EFA32338B5}"/>
                  </a:ext>
                </a:extLst>
              </p:cNvPr>
              <p:cNvSpPr/>
              <p:nvPr/>
            </p:nvSpPr>
            <p:spPr>
              <a:xfrm>
                <a:off x="4530687" y="220530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15C9F6-0B08-8C2E-F53A-A4EFA32338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0687" y="2205308"/>
                <a:ext cx="687323" cy="389373"/>
              </a:xfrm>
              <a:prstGeom prst="rect">
                <a:avLst/>
              </a:prstGeom>
              <a:blipFill>
                <a:blip r:embed="rId14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D4F9E14-C073-EA87-5734-4A547B61D11C}"/>
                  </a:ext>
                </a:extLst>
              </p:cNvPr>
              <p:cNvSpPr/>
              <p:nvPr/>
            </p:nvSpPr>
            <p:spPr>
              <a:xfrm>
                <a:off x="4530687" y="270893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D4F9E14-C073-EA87-5734-4A547B61D1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0687" y="2708933"/>
                <a:ext cx="687323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CCBE663-22C7-5F8B-AD68-B15CF907A29B}"/>
                  </a:ext>
                </a:extLst>
              </p:cNvPr>
              <p:cNvSpPr/>
              <p:nvPr/>
            </p:nvSpPr>
            <p:spPr>
              <a:xfrm>
                <a:off x="4530687" y="321255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CCBE663-22C7-5F8B-AD68-B15CF907A2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0687" y="3212558"/>
                <a:ext cx="687323" cy="389373"/>
              </a:xfrm>
              <a:prstGeom prst="rect">
                <a:avLst/>
              </a:prstGeom>
              <a:blipFill>
                <a:blip r:embed="rId16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FC97B8F-291F-77E8-7365-070A2B0CC50A}"/>
                  </a:ext>
                </a:extLst>
              </p:cNvPr>
              <p:cNvSpPr/>
              <p:nvPr/>
            </p:nvSpPr>
            <p:spPr>
              <a:xfrm>
                <a:off x="6801619" y="170168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FC97B8F-291F-77E8-7365-070A2B0CC5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619" y="1701683"/>
                <a:ext cx="720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0DAB8E2-94CC-5D60-4FA6-6C5D41FAAD52}"/>
                  </a:ext>
                </a:extLst>
              </p:cNvPr>
              <p:cNvSpPr/>
              <p:nvPr/>
            </p:nvSpPr>
            <p:spPr>
              <a:xfrm>
                <a:off x="6801619" y="2205308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0DAB8E2-94CC-5D60-4FA6-6C5D41FAAD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619" y="2205308"/>
                <a:ext cx="720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364F12D-131C-3D79-337F-5C0BA4DEAEDA}"/>
                  </a:ext>
                </a:extLst>
              </p:cNvPr>
              <p:cNvSpPr/>
              <p:nvPr/>
            </p:nvSpPr>
            <p:spPr>
              <a:xfrm>
                <a:off x="6801619" y="270893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364F12D-131C-3D79-337F-5C0BA4DEAE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619" y="2708933"/>
                <a:ext cx="720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A589AD4-5A84-CE1E-7185-106C588D972C}"/>
                  </a:ext>
                </a:extLst>
              </p:cNvPr>
              <p:cNvSpPr/>
              <p:nvPr/>
            </p:nvSpPr>
            <p:spPr>
              <a:xfrm>
                <a:off x="6801619" y="3212558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A589AD4-5A84-CE1E-7185-106C588D97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619" y="3212558"/>
                <a:ext cx="720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DD62ED-9E4E-4280-400F-4D77420D124C}"/>
                  </a:ext>
                </a:extLst>
              </p:cNvPr>
              <p:cNvSpPr/>
              <p:nvPr/>
            </p:nvSpPr>
            <p:spPr>
              <a:xfrm>
                <a:off x="6801619" y="371618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DD62ED-9E4E-4280-400F-4D77420D12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619" y="3716183"/>
                <a:ext cx="720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E2941E-9884-B874-7298-570A0EE2E1C2}"/>
                  </a:ext>
                </a:extLst>
              </p:cNvPr>
              <p:cNvSpPr/>
              <p:nvPr/>
            </p:nvSpPr>
            <p:spPr>
              <a:xfrm>
                <a:off x="7695245" y="17016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E2941E-9884-B874-7298-570A0EE2E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5245" y="1701683"/>
                <a:ext cx="687323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B3322F3-6087-F2DB-46A7-8D7F5DDCF68B}"/>
                  </a:ext>
                </a:extLst>
              </p:cNvPr>
              <p:cNvSpPr/>
              <p:nvPr/>
            </p:nvSpPr>
            <p:spPr>
              <a:xfrm>
                <a:off x="7695245" y="220530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B3322F3-6087-F2DB-46A7-8D7F5DDCF6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5245" y="2205308"/>
                <a:ext cx="687323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A9C1805-FAB3-9249-607F-F379A0A608DC}"/>
                  </a:ext>
                </a:extLst>
              </p:cNvPr>
              <p:cNvSpPr/>
              <p:nvPr/>
            </p:nvSpPr>
            <p:spPr>
              <a:xfrm>
                <a:off x="7695245" y="270893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A9C1805-FAB3-9249-607F-F379A0A608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5245" y="2708933"/>
                <a:ext cx="687323" cy="38937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9F1875-506E-09AB-DC60-3331340B0025}"/>
                  </a:ext>
                </a:extLst>
              </p:cNvPr>
              <p:cNvSpPr/>
              <p:nvPr/>
            </p:nvSpPr>
            <p:spPr>
              <a:xfrm>
                <a:off x="7695245" y="321255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9F1875-506E-09AB-DC60-3331340B00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5245" y="3212558"/>
                <a:ext cx="687323" cy="38937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351968E-24E8-E606-0BFB-2B5AFA1DBDE8}"/>
                  </a:ext>
                </a:extLst>
              </p:cNvPr>
              <p:cNvSpPr/>
              <p:nvPr/>
            </p:nvSpPr>
            <p:spPr>
              <a:xfrm>
                <a:off x="7695245" y="37161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351968E-24E8-E606-0BFB-2B5AFA1DBD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5245" y="3716183"/>
                <a:ext cx="687323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6DFBEBC-C467-ABD8-4FDA-204A1EB3FC4B}"/>
                  </a:ext>
                </a:extLst>
              </p:cNvPr>
              <p:cNvSpPr/>
              <p:nvPr/>
            </p:nvSpPr>
            <p:spPr>
              <a:xfrm>
                <a:off x="9488539" y="17016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6DFBEBC-C467-ABD8-4FDA-204A1EB3FC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8539" y="1701683"/>
                <a:ext cx="687323" cy="389373"/>
              </a:xfrm>
              <a:prstGeom prst="rect">
                <a:avLst/>
              </a:prstGeom>
              <a:blipFill>
                <a:blip r:embed="rId27"/>
                <a:stretch>
                  <a:fillRect r="-625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548D2F-4C28-3E30-2EFD-1CCD8FADEF0C}"/>
                  </a:ext>
                </a:extLst>
              </p:cNvPr>
              <p:cNvSpPr/>
              <p:nvPr/>
            </p:nvSpPr>
            <p:spPr>
              <a:xfrm>
                <a:off x="9488539" y="21964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548D2F-4C28-3E30-2EFD-1CCD8FADEF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8539" y="2196483"/>
                <a:ext cx="687323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507A56A-44DA-03F0-02C1-BE133B6E0E53}"/>
                  </a:ext>
                </a:extLst>
              </p:cNvPr>
              <p:cNvSpPr/>
              <p:nvPr/>
            </p:nvSpPr>
            <p:spPr>
              <a:xfrm>
                <a:off x="9488539" y="26912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507A56A-44DA-03F0-02C1-BE133B6E0E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8539" y="2691283"/>
                <a:ext cx="687323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1CB9293-7C1F-8B54-BBE7-19DC3AC4D483}"/>
                  </a:ext>
                </a:extLst>
              </p:cNvPr>
              <p:cNvSpPr/>
              <p:nvPr/>
            </p:nvSpPr>
            <p:spPr>
              <a:xfrm>
                <a:off x="9296883" y="3186083"/>
                <a:ext cx="1070634" cy="42467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1CB9293-7C1F-8B54-BBE7-19DC3AC4D4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6883" y="3186083"/>
                <a:ext cx="1070634" cy="424671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26D441-D047-3B48-28FD-1981A3B70E63}"/>
                  </a:ext>
                </a:extLst>
              </p:cNvPr>
              <p:cNvSpPr/>
              <p:nvPr/>
            </p:nvSpPr>
            <p:spPr>
              <a:xfrm>
                <a:off x="9488539" y="3716183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26D441-D047-3B48-28FD-1981A3B70E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8539" y="3716183"/>
                <a:ext cx="687323" cy="38937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A95F863-22F4-4E52-6D29-811BBF7E9B7E}"/>
                  </a:ext>
                </a:extLst>
              </p:cNvPr>
              <p:cNvSpPr/>
              <p:nvPr/>
            </p:nvSpPr>
            <p:spPr>
              <a:xfrm>
                <a:off x="8309455" y="4323549"/>
                <a:ext cx="3083590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4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A95F863-22F4-4E52-6D29-811BBF7E9B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9455" y="4323549"/>
                <a:ext cx="3083590" cy="794544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6B78E2B-25A3-4878-DF0F-926778B97951}"/>
                  </a:ext>
                </a:extLst>
              </p:cNvPr>
              <p:cNvSpPr txBox="1"/>
              <p:nvPr/>
            </p:nvSpPr>
            <p:spPr>
              <a:xfrm>
                <a:off x="3526533" y="4192494"/>
                <a:ext cx="2586498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6B78E2B-25A3-4878-DF0F-926778B979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6533" y="4192494"/>
                <a:ext cx="2586498" cy="98668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!!A">
                <a:extLst>
                  <a:ext uri="{FF2B5EF4-FFF2-40B4-BE49-F238E27FC236}">
                    <a16:creationId xmlns:a16="http://schemas.microsoft.com/office/drawing/2014/main" id="{C2278802-0DFC-6C71-EC86-F54387488CDC}"/>
                  </a:ext>
                </a:extLst>
              </p:cNvPr>
              <p:cNvSpPr/>
              <p:nvPr/>
            </p:nvSpPr>
            <p:spPr>
              <a:xfrm>
                <a:off x="6100840" y="2205308"/>
                <a:ext cx="1059551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!!A">
                <a:extLst>
                  <a:ext uri="{FF2B5EF4-FFF2-40B4-BE49-F238E27FC236}">
                    <a16:creationId xmlns:a16="http://schemas.microsoft.com/office/drawing/2014/main" id="{C2278802-0DFC-6C71-EC86-F54387488C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0840" y="2205308"/>
                <a:ext cx="1059551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C882326F-C46C-4B82-A9DC-9B4763F5F627}"/>
                  </a:ext>
                </a:extLst>
              </p:cNvPr>
              <p:cNvSpPr/>
              <p:nvPr/>
            </p:nvSpPr>
            <p:spPr>
              <a:xfrm>
                <a:off x="4459570" y="5382297"/>
                <a:ext cx="5940000" cy="1036989"/>
              </a:xfrm>
              <a:prstGeom prst="rect">
                <a:avLst/>
              </a:prstGeom>
              <a:ln>
                <a:noFill/>
              </a:ln>
            </p:spPr>
            <p:style>
              <a:lnRef idx="3">
                <a:schemeClr val="lt1"/>
              </a:lnRef>
              <a:fillRef idx="1">
                <a:schemeClr val="accent6"/>
              </a:fillRef>
              <a:effectRef idx="1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2800" dirty="0">
                    <a:solidFill>
                      <a:schemeClr val="bg1"/>
                    </a:solidFill>
                  </a:rPr>
                  <a:t>Calculation will be easier if we assume value of ‘</a:t>
                </a:r>
                <a14:m>
                  <m:oMath xmlns:m="http://schemas.openxmlformats.org/officeDocument/2006/math">
                    <m:r>
                      <a:rPr lang="en-IN" sz="2800" b="1" dirty="0" smtClean="0">
                        <a:solidFill>
                          <a:srgbClr val="FFFF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dirty="0">
                    <a:solidFill>
                      <a:schemeClr val="bg1"/>
                    </a:solidFill>
                  </a:rPr>
                  <a:t>’ against </a:t>
                </a:r>
                <a:r>
                  <a:rPr lang="en-IN" sz="2800" b="1" dirty="0">
                    <a:solidFill>
                      <a:srgbClr val="FFFF00"/>
                    </a:solidFill>
                  </a:rPr>
                  <a:t>missing frequency</a:t>
                </a:r>
                <a:r>
                  <a:rPr lang="en-IN" sz="2800" dirty="0">
                    <a:solidFill>
                      <a:schemeClr val="bg1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C882326F-C46C-4B82-A9DC-9B4763F5F6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9570" y="5382297"/>
                <a:ext cx="5940000" cy="1036989"/>
              </a:xfrm>
              <a:prstGeom prst="rect">
                <a:avLst/>
              </a:prstGeom>
              <a:blipFill>
                <a:blip r:embed="rId35"/>
                <a:stretch>
                  <a:fillRect t="-1176" b="-123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412EA16-A318-49F3-933D-E457D5C1C61D}"/>
                  </a:ext>
                </a:extLst>
              </p:cNvPr>
              <p:cNvSpPr txBox="1"/>
              <p:nvPr/>
            </p:nvSpPr>
            <p:spPr>
              <a:xfrm>
                <a:off x="290670" y="4927030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412EA16-A318-49F3-933D-E457D5C1C6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670" y="4927030"/>
                <a:ext cx="1560464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5E2F5D4-443A-47D0-9D23-272FB2E46EC0}"/>
                  </a:ext>
                </a:extLst>
              </p:cNvPr>
              <p:cNvSpPr txBox="1"/>
              <p:nvPr/>
            </p:nvSpPr>
            <p:spPr>
              <a:xfrm>
                <a:off x="290669" y="5405800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5E2F5D4-443A-47D0-9D23-272FB2E46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669" y="5405800"/>
                <a:ext cx="2264162" cy="1135696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BD80AC79-6A10-4B1F-A822-F1271D692D15}"/>
                  </a:ext>
                </a:extLst>
              </p:cNvPr>
              <p:cNvSpPr/>
              <p:nvPr/>
            </p:nvSpPr>
            <p:spPr>
              <a:xfrm>
                <a:off x="2554831" y="5639791"/>
                <a:ext cx="127418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BD80AC79-6A10-4B1F-A822-F1271D692D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831" y="5639791"/>
                <a:ext cx="1274189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TextBox 45">
            <a:extLst>
              <a:ext uri="{FF2B5EF4-FFF2-40B4-BE49-F238E27FC236}">
                <a16:creationId xmlns:a16="http://schemas.microsoft.com/office/drawing/2014/main" id="{4839FDB2-2C09-4445-B216-C094FE9BCCB3}"/>
              </a:ext>
            </a:extLst>
          </p:cNvPr>
          <p:cNvSpPr txBox="1"/>
          <p:nvPr/>
        </p:nvSpPr>
        <p:spPr>
          <a:xfrm>
            <a:off x="290669" y="4371207"/>
            <a:ext cx="1790543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have,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652CF6D5-28D1-4E8E-9A98-6E78501972A0}"/>
              </a:ext>
            </a:extLst>
          </p:cNvPr>
          <p:cNvCxnSpPr>
            <a:cxnSpLocks/>
          </p:cNvCxnSpPr>
          <p:nvPr/>
        </p:nvCxnSpPr>
        <p:spPr>
          <a:xfrm>
            <a:off x="5370286" y="2419350"/>
            <a:ext cx="742745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655876E9-AC20-41F4-8C74-22CFD3B78AC4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187947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5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3" grpId="0"/>
      <p:bldP spid="32" grpId="0"/>
      <p:bldP spid="13" grpId="0" animBg="1"/>
      <p:bldP spid="13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4E865A-4A68-4FBE-AB4B-95EED5A651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2.1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IN" dirty="0"/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E14389B5-45ED-487B-A812-DF18F93BC7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9117" y="835294"/>
            <a:ext cx="7265584" cy="338473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D67D2C5-F7A0-4868-9836-3604F3ED169D}"/>
                  </a:ext>
                </a:extLst>
              </p:cNvPr>
              <p:cNvSpPr txBox="1"/>
              <p:nvPr/>
            </p:nvSpPr>
            <p:spPr>
              <a:xfrm>
                <a:off x="7931759" y="972201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D67D2C5-F7A0-4868-9836-3604F3ED16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31759" y="972201"/>
                <a:ext cx="3354319" cy="100957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32A9838-9232-438A-977B-E787846D8884}"/>
                  </a:ext>
                </a:extLst>
              </p:cNvPr>
              <p:cNvSpPr txBox="1"/>
              <p:nvPr/>
            </p:nvSpPr>
            <p:spPr>
              <a:xfrm>
                <a:off x="7756153" y="2372075"/>
                <a:ext cx="11973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32A9838-9232-438A-977B-E787846D88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6153" y="2372075"/>
                <a:ext cx="119734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E1E2E8A-5457-48E6-BBDD-16EE07DE4E8F}"/>
                  </a:ext>
                </a:extLst>
              </p:cNvPr>
              <p:cNvSpPr txBox="1"/>
              <p:nvPr/>
            </p:nvSpPr>
            <p:spPr>
              <a:xfrm>
                <a:off x="7277772" y="237207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E1E2E8A-5457-48E6-BBDD-16EE07DE4E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7772" y="2372075"/>
                <a:ext cx="5062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A5C6C5C-581B-46C0-BF91-7BFF1A9435F7}"/>
                  </a:ext>
                </a:extLst>
              </p:cNvPr>
              <p:cNvSpPr txBox="1"/>
              <p:nvPr/>
            </p:nvSpPr>
            <p:spPr>
              <a:xfrm>
                <a:off x="7756154" y="3426737"/>
                <a:ext cx="15137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A5C6C5C-581B-46C0-BF91-7BFF1A943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6154" y="3426737"/>
                <a:ext cx="15137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E8BBA89-C0EF-4CDD-8AB5-C802C5D3FBE6}"/>
                  </a:ext>
                </a:extLst>
              </p:cNvPr>
              <p:cNvSpPr txBox="1"/>
              <p:nvPr/>
            </p:nvSpPr>
            <p:spPr>
              <a:xfrm>
                <a:off x="7277772" y="343028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E8BBA89-C0EF-4CDD-8AB5-C802C5D3FB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7772" y="3430282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162B797-27B7-4E66-BA9D-5DC5E1CCCC3B}"/>
                  </a:ext>
                </a:extLst>
              </p:cNvPr>
              <p:cNvSpPr txBox="1"/>
              <p:nvPr/>
            </p:nvSpPr>
            <p:spPr>
              <a:xfrm>
                <a:off x="9110487" y="3231466"/>
                <a:ext cx="2209870" cy="9114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72+2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162B797-27B7-4E66-BA9D-5DC5E1CCCC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0487" y="3231466"/>
                <a:ext cx="2209870" cy="9114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D8E5562-C097-42D5-93B8-5D49BCCFDF2B}"/>
                  </a:ext>
                </a:extLst>
              </p:cNvPr>
              <p:cNvSpPr txBox="1"/>
              <p:nvPr/>
            </p:nvSpPr>
            <p:spPr>
              <a:xfrm>
                <a:off x="7757500" y="4268562"/>
                <a:ext cx="15137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D8E5562-C097-42D5-93B8-5D49BCCFDF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7500" y="4268562"/>
                <a:ext cx="151374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91263C-EE12-43FA-9145-F176A11AFE34}"/>
                  </a:ext>
                </a:extLst>
              </p:cNvPr>
              <p:cNvSpPr txBox="1"/>
              <p:nvPr/>
            </p:nvSpPr>
            <p:spPr>
              <a:xfrm>
                <a:off x="7277772" y="427210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91263C-EE12-43FA-9145-F176A11AFE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7772" y="4272107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38B8029-61B9-4425-A93D-B83503370EA2}"/>
                  </a:ext>
                </a:extLst>
              </p:cNvPr>
              <p:cNvSpPr txBox="1"/>
              <p:nvPr/>
            </p:nvSpPr>
            <p:spPr>
              <a:xfrm>
                <a:off x="9110486" y="4260228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72+2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38B8029-61B9-4425-A93D-B83503370E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0486" y="4260228"/>
                <a:ext cx="199998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5C9EBF5-5FDD-4A36-8BB5-A9ADB307E299}"/>
                  </a:ext>
                </a:extLst>
              </p:cNvPr>
              <p:cNvSpPr txBox="1"/>
              <p:nvPr/>
            </p:nvSpPr>
            <p:spPr>
              <a:xfrm>
                <a:off x="8627259" y="5097423"/>
                <a:ext cx="6711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5C9EBF5-5FDD-4A36-8BB5-A9ADB307E2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7259" y="5097423"/>
                <a:ext cx="67119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F4778B2-2968-4CA6-9BA2-BE8FAD792B65}"/>
                  </a:ext>
                </a:extLst>
              </p:cNvPr>
              <p:cNvSpPr txBox="1"/>
              <p:nvPr/>
            </p:nvSpPr>
            <p:spPr>
              <a:xfrm>
                <a:off x="7277772" y="509742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F4778B2-2968-4CA6-9BA2-BE8FAD792B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7772" y="5097423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F01EB5E-91EB-42F7-AD71-58FA3EC0B58E}"/>
                  </a:ext>
                </a:extLst>
              </p:cNvPr>
              <p:cNvSpPr txBox="1"/>
              <p:nvPr/>
            </p:nvSpPr>
            <p:spPr>
              <a:xfrm>
                <a:off x="9110486" y="4894630"/>
                <a:ext cx="1282800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28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F01EB5E-91EB-42F7-AD71-58FA3EC0B5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0486" y="4894630"/>
                <a:ext cx="1282800" cy="89896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8D9317E-3343-4F63-BAB3-7BD3F85DF688}"/>
                  </a:ext>
                </a:extLst>
              </p:cNvPr>
              <p:cNvSpPr txBox="1"/>
              <p:nvPr/>
            </p:nvSpPr>
            <p:spPr>
              <a:xfrm>
                <a:off x="10188276" y="5097423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8D9317E-3343-4F63-BAB3-7BD3F85DF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8276" y="5097423"/>
                <a:ext cx="199998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095A1AB-C752-490E-8E17-60B0214EC931}"/>
                  </a:ext>
                </a:extLst>
              </p:cNvPr>
              <p:cNvSpPr txBox="1"/>
              <p:nvPr/>
            </p:nvSpPr>
            <p:spPr>
              <a:xfrm>
                <a:off x="290670" y="4927030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095A1AB-C752-490E-8E17-60B0214EC9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670" y="4927030"/>
                <a:ext cx="1560464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E3061EE-9079-4C84-8F2E-928B296C12EB}"/>
                  </a:ext>
                </a:extLst>
              </p:cNvPr>
              <p:cNvSpPr txBox="1"/>
              <p:nvPr/>
            </p:nvSpPr>
            <p:spPr>
              <a:xfrm>
                <a:off x="290669" y="5405800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E3061EE-9079-4C84-8F2E-928B296C12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669" y="5405800"/>
                <a:ext cx="2264162" cy="1135696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DD6B7B80-DE58-43F3-997E-767DE12928F4}"/>
              </a:ext>
            </a:extLst>
          </p:cNvPr>
          <p:cNvSpPr/>
          <p:nvPr/>
        </p:nvSpPr>
        <p:spPr>
          <a:xfrm>
            <a:off x="290670" y="5494699"/>
            <a:ext cx="1958716" cy="8762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8E6A7EF-EEDA-4877-934A-82DE7E7C0BF8}"/>
              </a:ext>
            </a:extLst>
          </p:cNvPr>
          <p:cNvSpPr txBox="1"/>
          <p:nvPr/>
        </p:nvSpPr>
        <p:spPr>
          <a:xfrm>
            <a:off x="290669" y="4371207"/>
            <a:ext cx="1790543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have,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52DED9C-E1A7-4F0D-87B9-DD0CB6CF8A3F}"/>
                  </a:ext>
                </a:extLst>
              </p:cNvPr>
              <p:cNvSpPr/>
              <p:nvPr/>
            </p:nvSpPr>
            <p:spPr>
              <a:xfrm>
                <a:off x="2554831" y="5639791"/>
                <a:ext cx="127418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52DED9C-E1A7-4F0D-87B9-DD0CB6CF8A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831" y="5639791"/>
                <a:ext cx="1274189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656CF646-76A6-4946-91DB-EBFE1FF8542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15974B4-0685-48A1-B202-EC87FEEF1AD4}"/>
                  </a:ext>
                </a:extLst>
              </p:cNvPr>
              <p:cNvSpPr txBox="1"/>
              <p:nvPr/>
            </p:nvSpPr>
            <p:spPr>
              <a:xfrm>
                <a:off x="8721286" y="2372075"/>
                <a:ext cx="6962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15974B4-0685-48A1-B202-EC87FEEF1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21286" y="2372075"/>
                <a:ext cx="69625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63F694D-B9EB-4D58-B1A0-3339CFFE003D}"/>
                  </a:ext>
                </a:extLst>
              </p:cNvPr>
              <p:cNvSpPr txBox="1"/>
              <p:nvPr/>
            </p:nvSpPr>
            <p:spPr>
              <a:xfrm>
                <a:off x="9186586" y="2113052"/>
                <a:ext cx="2209870" cy="9114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72+2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63F694D-B9EB-4D58-B1A0-3339CFFE00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6586" y="2113052"/>
                <a:ext cx="2209870" cy="91146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C8BC44F-091F-4530-96EC-BB1B0DDD45B1}"/>
                  </a:ext>
                </a:extLst>
              </p:cNvPr>
              <p:cNvSpPr txBox="1"/>
              <p:nvPr/>
            </p:nvSpPr>
            <p:spPr>
              <a:xfrm>
                <a:off x="11196349" y="2372075"/>
                <a:ext cx="1064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C8BC44F-091F-4530-96EC-BB1B0DDD45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96349" y="2372075"/>
                <a:ext cx="1064231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9BF81AE7-5E6B-4FB3-A404-2A8874D48F78}"/>
              </a:ext>
            </a:extLst>
          </p:cNvPr>
          <p:cNvCxnSpPr>
            <a:cxnSpLocks/>
          </p:cNvCxnSpPr>
          <p:nvPr/>
        </p:nvCxnSpPr>
        <p:spPr>
          <a:xfrm flipH="1">
            <a:off x="10116628" y="2760560"/>
            <a:ext cx="538566" cy="22814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6833B63F-166A-4891-90FE-FE406101EBE6}"/>
              </a:ext>
            </a:extLst>
          </p:cNvPr>
          <p:cNvCxnSpPr>
            <a:cxnSpLocks/>
          </p:cNvCxnSpPr>
          <p:nvPr/>
        </p:nvCxnSpPr>
        <p:spPr>
          <a:xfrm flipH="1">
            <a:off x="11592473" y="2527660"/>
            <a:ext cx="538566" cy="22814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152B941-C6C9-460B-B672-7DFB4C0965A9}"/>
                  </a:ext>
                </a:extLst>
              </p:cNvPr>
              <p:cNvSpPr txBox="1"/>
              <p:nvPr/>
            </p:nvSpPr>
            <p:spPr>
              <a:xfrm>
                <a:off x="10642651" y="2668232"/>
                <a:ext cx="4171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152B941-C6C9-460B-B672-7DFB4C096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2651" y="2668232"/>
                <a:ext cx="41711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10073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53" grpId="0" animBg="1"/>
      <p:bldP spid="53" grpId="1" animBg="1"/>
      <p:bldP spid="26" grpId="0"/>
      <p:bldP spid="27" grpId="0"/>
      <p:bldP spid="28" grpId="0"/>
      <p:bldP spid="30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4E865A-4A68-4FBE-AB4B-95EED5A651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2.1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5C9EBF5-5FDD-4A36-8BB5-A9ADB307E299}"/>
                  </a:ext>
                </a:extLst>
              </p:cNvPr>
              <p:cNvSpPr txBox="1"/>
              <p:nvPr/>
            </p:nvSpPr>
            <p:spPr>
              <a:xfrm>
                <a:off x="2493431" y="4927030"/>
                <a:ext cx="6711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5C9EBF5-5FDD-4A36-8BB5-A9ADB307E2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3431" y="4927030"/>
                <a:ext cx="67119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8D9317E-3343-4F63-BAB3-7BD3F85DF688}"/>
                  </a:ext>
                </a:extLst>
              </p:cNvPr>
              <p:cNvSpPr txBox="1"/>
              <p:nvPr/>
            </p:nvSpPr>
            <p:spPr>
              <a:xfrm>
                <a:off x="2829027" y="4927030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8D9317E-3343-4F63-BAB3-7BD3F85DF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29027" y="4927030"/>
                <a:ext cx="199998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E3061EE-9079-4C84-8F2E-928B296C12EB}"/>
                  </a:ext>
                </a:extLst>
              </p:cNvPr>
              <p:cNvSpPr txBox="1"/>
              <p:nvPr/>
            </p:nvSpPr>
            <p:spPr>
              <a:xfrm>
                <a:off x="290669" y="5405800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E3061EE-9079-4C84-8F2E-928B296C12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669" y="5405800"/>
                <a:ext cx="2264162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DD6B7B80-DE58-43F3-997E-767DE12928F4}"/>
              </a:ext>
            </a:extLst>
          </p:cNvPr>
          <p:cNvSpPr/>
          <p:nvPr/>
        </p:nvSpPr>
        <p:spPr>
          <a:xfrm>
            <a:off x="290670" y="5494699"/>
            <a:ext cx="1958716" cy="87622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254EBEE-78BD-4C69-8F87-B359F97F5D6F}"/>
                  </a:ext>
                </a:extLst>
              </p:cNvPr>
              <p:cNvSpPr txBox="1"/>
              <p:nvPr/>
            </p:nvSpPr>
            <p:spPr>
              <a:xfrm>
                <a:off x="8066366" y="1450897"/>
                <a:ext cx="32493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254EBEE-78BD-4C69-8F87-B359F97F5D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66366" y="1450897"/>
                <a:ext cx="324933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99AE30D5-0EF2-4FCE-AC83-7DA60F030EA4}"/>
              </a:ext>
            </a:extLst>
          </p:cNvPr>
          <p:cNvSpPr txBox="1"/>
          <p:nvPr/>
        </p:nvSpPr>
        <p:spPr>
          <a:xfrm>
            <a:off x="7560131" y="885139"/>
            <a:ext cx="9064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7D81B9C-8F6E-4DAF-B19C-C82F1491F9B7}"/>
                  </a:ext>
                </a:extLst>
              </p:cNvPr>
              <p:cNvSpPr txBox="1"/>
              <p:nvPr/>
            </p:nvSpPr>
            <p:spPr>
              <a:xfrm>
                <a:off x="7560131" y="28552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7D81B9C-8F6E-4DAF-B19C-C82F1491F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0131" y="2855281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A83AD38-2D85-461C-A6F4-3BBFAC2804B7}"/>
                  </a:ext>
                </a:extLst>
              </p:cNvPr>
              <p:cNvSpPr txBox="1"/>
              <p:nvPr/>
            </p:nvSpPr>
            <p:spPr>
              <a:xfrm>
                <a:off x="9539567" y="2855281"/>
                <a:ext cx="6458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A83AD38-2D85-461C-A6F4-3BBFAC2804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9567" y="2855281"/>
                <a:ext cx="64583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E658F06-46FD-4C8C-A79F-B41A814EADC0}"/>
                  </a:ext>
                </a:extLst>
              </p:cNvPr>
              <p:cNvSpPr txBox="1"/>
              <p:nvPr/>
            </p:nvSpPr>
            <p:spPr>
              <a:xfrm>
                <a:off x="7560131" y="35574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E658F06-46FD-4C8C-A79F-B41A814EAD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0131" y="3557474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D10FE04-369D-4830-95AA-B1AB4543A9AC}"/>
                  </a:ext>
                </a:extLst>
              </p:cNvPr>
              <p:cNvSpPr txBox="1"/>
              <p:nvPr/>
            </p:nvSpPr>
            <p:spPr>
              <a:xfrm>
                <a:off x="9591958" y="3557474"/>
                <a:ext cx="20587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D10FE04-369D-4830-95AA-B1AB4543A9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1958" y="3557474"/>
                <a:ext cx="2058709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0" name="Picture 29">
            <a:extLst>
              <a:ext uri="{FF2B5EF4-FFF2-40B4-BE49-F238E27FC236}">
                <a16:creationId xmlns:a16="http://schemas.microsoft.com/office/drawing/2014/main" id="{7EFB29CB-3371-40F9-B14D-7006C0F8A3F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29117" y="835294"/>
            <a:ext cx="7265584" cy="3384733"/>
          </a:xfrm>
          <a:prstGeom prst="rect">
            <a:avLst/>
          </a:prstGeom>
        </p:spPr>
      </p:pic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4AA9C62E-242C-4A3E-87DA-9D282BDB6D3D}"/>
              </a:ext>
            </a:extLst>
          </p:cNvPr>
          <p:cNvSpPr/>
          <p:nvPr/>
        </p:nvSpPr>
        <p:spPr>
          <a:xfrm>
            <a:off x="1428750" y="3429000"/>
            <a:ext cx="1936828" cy="651694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A89E46F-A6F1-49B4-AD79-0EB57806C149}"/>
                  </a:ext>
                </a:extLst>
              </p:cNvPr>
              <p:cNvSpPr txBox="1"/>
              <p:nvPr/>
            </p:nvSpPr>
            <p:spPr>
              <a:xfrm>
                <a:off x="290670" y="4927030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A89E46F-A6F1-49B4-AD79-0EB57806C1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670" y="4927030"/>
                <a:ext cx="156046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2EB1ADA2-A007-46C5-9757-63D1A06CAA17}"/>
              </a:ext>
            </a:extLst>
          </p:cNvPr>
          <p:cNvSpPr txBox="1"/>
          <p:nvPr/>
        </p:nvSpPr>
        <p:spPr>
          <a:xfrm>
            <a:off x="290669" y="4371207"/>
            <a:ext cx="1790543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have,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D7E0CA-A032-4FA1-A274-F8587FC5BA6B}"/>
                  </a:ext>
                </a:extLst>
              </p:cNvPr>
              <p:cNvSpPr/>
              <p:nvPr/>
            </p:nvSpPr>
            <p:spPr>
              <a:xfrm>
                <a:off x="2554831" y="5639791"/>
                <a:ext cx="127418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D7E0CA-A032-4FA1-A274-F8587FC5BA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831" y="5639791"/>
                <a:ext cx="1274189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2AC80539-E570-4C52-913F-931D860D610A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7D0A2DC-3668-4C9A-88F5-4FE88E21146E}"/>
                  </a:ext>
                </a:extLst>
              </p:cNvPr>
              <p:cNvSpPr txBox="1"/>
              <p:nvPr/>
            </p:nvSpPr>
            <p:spPr>
              <a:xfrm>
                <a:off x="7560131" y="211344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7D0A2DC-3668-4C9A-88F5-4FE88E2114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0131" y="2113449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91939FB-1239-480F-851F-EFC27512A761}"/>
                  </a:ext>
                </a:extLst>
              </p:cNvPr>
              <p:cNvSpPr txBox="1"/>
              <p:nvPr/>
            </p:nvSpPr>
            <p:spPr>
              <a:xfrm>
                <a:off x="8066366" y="2113449"/>
                <a:ext cx="23457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91939FB-1239-480F-851F-EFC27512A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66366" y="2113449"/>
                <a:ext cx="23457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21D7F7BC-40A6-48C3-BDC1-9E240A62672B}"/>
              </a:ext>
            </a:extLst>
          </p:cNvPr>
          <p:cNvSpPr/>
          <p:nvPr/>
        </p:nvSpPr>
        <p:spPr>
          <a:xfrm>
            <a:off x="2493431" y="4882580"/>
            <a:ext cx="1252089" cy="6121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3EE3515-B462-4E35-A1B6-6A1EB74C2B88}"/>
                  </a:ext>
                </a:extLst>
              </p:cNvPr>
              <p:cNvSpPr txBox="1"/>
              <p:nvPr/>
            </p:nvSpPr>
            <p:spPr>
              <a:xfrm>
                <a:off x="9961875" y="2855281"/>
                <a:ext cx="23457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=100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82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3EE3515-B462-4E35-A1B6-6A1EB74C2B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61875" y="2855281"/>
                <a:ext cx="23457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0E6A1FB-1949-4C16-BDFB-1D594B8CB884}"/>
                  </a:ext>
                </a:extLst>
              </p:cNvPr>
              <p:cNvSpPr txBox="1"/>
              <p:nvPr/>
            </p:nvSpPr>
            <p:spPr>
              <a:xfrm>
                <a:off x="9961875" y="1450897"/>
                <a:ext cx="32493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0E6A1FB-1949-4C16-BDFB-1D594B8CB8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61875" y="1450897"/>
                <a:ext cx="3249334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AEFE4E7-37B9-439F-A02F-8930822A2AF3}"/>
                  </a:ext>
                </a:extLst>
              </p:cNvPr>
              <p:cNvSpPr txBox="1"/>
              <p:nvPr/>
            </p:nvSpPr>
            <p:spPr>
              <a:xfrm>
                <a:off x="9961875" y="2113449"/>
                <a:ext cx="32493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AEFE4E7-37B9-439F-A02F-8930822A2A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61875" y="2113449"/>
                <a:ext cx="3249334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07448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3" grpId="1" animBg="1"/>
      <p:bldP spid="22" grpId="0"/>
      <p:bldP spid="23" grpId="0"/>
      <p:bldP spid="26" grpId="0"/>
      <p:bldP spid="27" grpId="0"/>
      <p:bldP spid="28" grpId="0"/>
      <p:bldP spid="29" grpId="0"/>
      <p:bldP spid="31" grpId="0" animBg="1"/>
      <p:bldP spid="31" grpId="1" animBg="1"/>
      <p:bldP spid="33" grpId="0"/>
      <p:bldP spid="34" grpId="0"/>
      <p:bldP spid="35" grpId="0" animBg="1"/>
      <p:bldP spid="35" grpId="1" animBg="1"/>
      <p:bldP spid="36" grpId="0"/>
      <p:bldP spid="37" grpId="0"/>
      <p:bldP spid="3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DA3AC8-4BD4-9D85-3976-721ECB0E7E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FCA8161-64F3-580D-773A-5A8E2DE104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95507"/>
                <a:ext cx="11930400" cy="162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A co-operative bank has two branches employing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lang="en-US" dirty="0"/>
                  <a:t> workers respectively. The average salaries paid by two respective branches are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360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lang="en-US" dirty="0"/>
                  <a:t> rupees per month. Calculate the mean of the salaries of all the employees.</a:t>
                </a:r>
                <a:endParaRPr lang="en-IN" dirty="0"/>
              </a:p>
              <a:p>
                <a:pPr>
                  <a:lnSpc>
                    <a:spcPct val="120000"/>
                  </a:lnSpc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FCA8161-64F3-580D-773A-5A8E2DE104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95507"/>
                <a:ext cx="11930400" cy="1620000"/>
              </a:xfrm>
              <a:prstGeom prst="rect">
                <a:avLst/>
              </a:prstGeom>
              <a:blipFill>
                <a:blip r:embed="rId3"/>
                <a:stretch>
                  <a:fillRect l="-1073" t="-1128" r="-1022" b="-86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4FD4198-8BBB-9E5D-58A1-FD8F540B19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2BC6AA7-67B2-CCEB-01F9-B0282DD49BD3}"/>
              </a:ext>
            </a:extLst>
          </p:cNvPr>
          <p:cNvSpPr txBox="1">
            <a:spLocks/>
          </p:cNvSpPr>
          <p:nvPr/>
        </p:nvSpPr>
        <p:spPr>
          <a:xfrm>
            <a:off x="131176" y="2699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049B394-8ED5-44F4-D28C-B604087B526A}"/>
              </a:ext>
            </a:extLst>
          </p:cNvPr>
          <p:cNvSpPr txBox="1"/>
          <p:nvPr/>
        </p:nvSpPr>
        <p:spPr>
          <a:xfrm>
            <a:off x="1594216" y="2699813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1: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BDEC108-5FF1-5D6A-2F11-8119EF3ECA94}"/>
              </a:ext>
            </a:extLst>
          </p:cNvPr>
          <p:cNvSpPr txBox="1"/>
          <p:nvPr/>
        </p:nvSpPr>
        <p:spPr>
          <a:xfrm>
            <a:off x="1594217" y="3294836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4E986A5-CD87-8129-F17D-7E25535BCA9F}"/>
              </a:ext>
            </a:extLst>
          </p:cNvPr>
          <p:cNvSpPr txBox="1"/>
          <p:nvPr/>
        </p:nvSpPr>
        <p:spPr>
          <a:xfrm>
            <a:off x="1594217" y="3889860"/>
            <a:ext cx="2389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A</a:t>
            </a:r>
            <a:r>
              <a:rPr lang="en-US" sz="2800" b="0" i="0" dirty="0">
                <a:solidFill>
                  <a:srgbClr val="002060"/>
                </a:solidFill>
                <a:latin typeface="+mj-lt"/>
              </a:rPr>
              <a:t>verage salary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9B4BAB0-A110-1FE3-9AAA-FD5C4CA7797C}"/>
              </a:ext>
            </a:extLst>
          </p:cNvPr>
          <p:cNvSpPr txBox="1"/>
          <p:nvPr/>
        </p:nvSpPr>
        <p:spPr>
          <a:xfrm>
            <a:off x="1594216" y="4842440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F7A0FA-36DB-41DD-A8AD-86201EF07BDC}"/>
                  </a:ext>
                </a:extLst>
              </p:cNvPr>
              <p:cNvSpPr txBox="1"/>
              <p:nvPr/>
            </p:nvSpPr>
            <p:spPr>
              <a:xfrm>
                <a:off x="3983622" y="3294836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F7A0FA-36DB-41DD-A8AD-86201EF07B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3622" y="3294836"/>
                <a:ext cx="131063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6DEDC69-158B-4EFC-BCEA-4679F2C171E4}"/>
                  </a:ext>
                </a:extLst>
              </p:cNvPr>
              <p:cNvSpPr txBox="1"/>
              <p:nvPr/>
            </p:nvSpPr>
            <p:spPr>
              <a:xfrm>
                <a:off x="3983622" y="3889860"/>
                <a:ext cx="1845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6DEDC69-158B-4EFC-BCEA-4679F2C171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3622" y="3889860"/>
                <a:ext cx="184567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063AC1-801F-4CA9-BDB6-FEEE3CB786F5}"/>
                  </a:ext>
                </a:extLst>
              </p:cNvPr>
              <p:cNvSpPr txBox="1"/>
              <p:nvPr/>
            </p:nvSpPr>
            <p:spPr>
              <a:xfrm>
                <a:off x="1594216" y="5479629"/>
                <a:ext cx="31174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063AC1-801F-4CA9-BDB6-FEEE3CB786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79629"/>
                <a:ext cx="311748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3D38B8-8CC1-43FB-A267-E643AF2ED416}"/>
                  </a:ext>
                </a:extLst>
              </p:cNvPr>
              <p:cNvSpPr txBox="1"/>
              <p:nvPr/>
            </p:nvSpPr>
            <p:spPr>
              <a:xfrm>
                <a:off x="2509793" y="6023667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3D38B8-8CC1-43FB-A267-E643AF2ED4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793" y="6023667"/>
                <a:ext cx="16490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0FFF6829-12E0-4E42-BBAA-89BCE06B62D8}"/>
              </a:ext>
            </a:extLst>
          </p:cNvPr>
          <p:cNvSpPr txBox="1"/>
          <p:nvPr/>
        </p:nvSpPr>
        <p:spPr>
          <a:xfrm>
            <a:off x="6503222" y="2699813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2: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8BD97DD-DCAF-43E4-A3CE-9B4FECCC8C66}"/>
              </a:ext>
            </a:extLst>
          </p:cNvPr>
          <p:cNvSpPr txBox="1"/>
          <p:nvPr/>
        </p:nvSpPr>
        <p:spPr>
          <a:xfrm>
            <a:off x="6503223" y="3294836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9B99D7D-1E6E-4C9F-BA1F-4A92DA43ECDF}"/>
              </a:ext>
            </a:extLst>
          </p:cNvPr>
          <p:cNvSpPr txBox="1"/>
          <p:nvPr/>
        </p:nvSpPr>
        <p:spPr>
          <a:xfrm>
            <a:off x="6503223" y="3889860"/>
            <a:ext cx="2389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A</a:t>
            </a:r>
            <a:r>
              <a:rPr lang="en-US" sz="2800" b="0" i="0" dirty="0">
                <a:solidFill>
                  <a:srgbClr val="002060"/>
                </a:solidFill>
                <a:latin typeface="+mj-lt"/>
              </a:rPr>
              <a:t>verage salary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7911CA5-F0FD-44CC-A2FE-4980AADEFE28}"/>
              </a:ext>
            </a:extLst>
          </p:cNvPr>
          <p:cNvSpPr txBox="1"/>
          <p:nvPr/>
        </p:nvSpPr>
        <p:spPr>
          <a:xfrm>
            <a:off x="6503222" y="4842440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C5DC7EC-E0BB-43B8-8959-DF3816B465D1}"/>
                  </a:ext>
                </a:extLst>
              </p:cNvPr>
              <p:cNvSpPr txBox="1"/>
              <p:nvPr/>
            </p:nvSpPr>
            <p:spPr>
              <a:xfrm>
                <a:off x="8892628" y="3294836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C5DC7EC-E0BB-43B8-8959-DF3816B46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2628" y="3294836"/>
                <a:ext cx="131063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BAE39CF-6304-4C3A-85BC-4DFE2B8C9F9D}"/>
                  </a:ext>
                </a:extLst>
              </p:cNvPr>
              <p:cNvSpPr txBox="1"/>
              <p:nvPr/>
            </p:nvSpPr>
            <p:spPr>
              <a:xfrm>
                <a:off x="8892628" y="3889860"/>
                <a:ext cx="1845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y</m:t>
                          </m:r>
                        </m:e>
                      </m:ba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BAE39CF-6304-4C3A-85BC-4DFE2B8C9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2628" y="3889860"/>
                <a:ext cx="184567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69EEF4F-7A02-4ABF-ABAC-28D51B49CF26}"/>
                  </a:ext>
                </a:extLst>
              </p:cNvPr>
              <p:cNvSpPr txBox="1"/>
              <p:nvPr/>
            </p:nvSpPr>
            <p:spPr>
              <a:xfrm>
                <a:off x="6503222" y="5479629"/>
                <a:ext cx="31174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g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y</m:t>
                          </m:r>
                        </m:e>
                      </m:ba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69EEF4F-7A02-4ABF-ABAC-28D51B49CF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3222" y="5479629"/>
                <a:ext cx="311748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B432F61-B008-421A-BF6E-498E77C9519C}"/>
                  </a:ext>
                </a:extLst>
              </p:cNvPr>
              <p:cNvSpPr txBox="1"/>
              <p:nvPr/>
            </p:nvSpPr>
            <p:spPr>
              <a:xfrm>
                <a:off x="7418799" y="6023667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B432F61-B008-421A-BF6E-498E77C951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18799" y="6023667"/>
                <a:ext cx="16490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B5AD0ACA-125C-4961-AFC6-EB9C5FA089DD}"/>
              </a:ext>
            </a:extLst>
          </p:cNvPr>
          <p:cNvCxnSpPr>
            <a:cxnSpLocks/>
          </p:cNvCxnSpPr>
          <p:nvPr/>
        </p:nvCxnSpPr>
        <p:spPr>
          <a:xfrm>
            <a:off x="3752850" y="1428750"/>
            <a:ext cx="5200650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CBC4E4B8-B8A0-4F87-8BB5-F4F796B5A575}"/>
              </a:ext>
            </a:extLst>
          </p:cNvPr>
          <p:cNvCxnSpPr>
            <a:cxnSpLocks/>
          </p:cNvCxnSpPr>
          <p:nvPr/>
        </p:nvCxnSpPr>
        <p:spPr>
          <a:xfrm>
            <a:off x="2111375" y="1924050"/>
            <a:ext cx="9375775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0166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20" grpId="0"/>
      <p:bldP spid="21" grpId="0"/>
      <p:bldP spid="2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23" grpId="0"/>
      <p:bldP spid="24" grpId="0"/>
      <p:bldP spid="25" grpId="0"/>
      <p:bldP spid="26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03BFFB-FBFA-7F94-FB3A-76B5E32C2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A2471C-3955-C354-9BBC-DB45FAD179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531F795-D036-4BA5-AF06-7111ED6FAA54}"/>
              </a:ext>
            </a:extLst>
          </p:cNvPr>
          <p:cNvSpPr txBox="1"/>
          <p:nvPr/>
        </p:nvSpPr>
        <p:spPr>
          <a:xfrm>
            <a:off x="334921" y="833816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1: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428E3B0-E46C-43D3-B3A2-E1B3C50E5675}"/>
              </a:ext>
            </a:extLst>
          </p:cNvPr>
          <p:cNvSpPr txBox="1"/>
          <p:nvPr/>
        </p:nvSpPr>
        <p:spPr>
          <a:xfrm>
            <a:off x="327301" y="1392968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CBD1B8A-A2BC-4121-904B-44DA184ABF23}"/>
              </a:ext>
            </a:extLst>
          </p:cNvPr>
          <p:cNvSpPr txBox="1"/>
          <p:nvPr/>
        </p:nvSpPr>
        <p:spPr>
          <a:xfrm>
            <a:off x="334922" y="2612133"/>
            <a:ext cx="302350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Total no. of 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ADF0E6C-5AF7-46E9-9AA0-C98D700A9BF5}"/>
              </a:ext>
            </a:extLst>
          </p:cNvPr>
          <p:cNvSpPr txBox="1"/>
          <p:nvPr/>
        </p:nvSpPr>
        <p:spPr>
          <a:xfrm>
            <a:off x="327301" y="1921245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E0198AA-DD06-493C-BE58-0DB052A773C5}"/>
                  </a:ext>
                </a:extLst>
              </p:cNvPr>
              <p:cNvSpPr txBox="1"/>
              <p:nvPr/>
            </p:nvSpPr>
            <p:spPr>
              <a:xfrm>
                <a:off x="2716706" y="1392968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E0198AA-DD06-493C-BE58-0DB052A773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6706" y="1392968"/>
                <a:ext cx="13106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970CC32-61DE-4B8D-B2BA-3433B433C191}"/>
                  </a:ext>
                </a:extLst>
              </p:cNvPr>
              <p:cNvSpPr txBox="1"/>
              <p:nvPr/>
            </p:nvSpPr>
            <p:spPr>
              <a:xfrm>
                <a:off x="3294741" y="2612133"/>
                <a:ext cx="12981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970CC32-61DE-4B8D-B2BA-3433B433C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4741" y="2612133"/>
                <a:ext cx="129812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52D95D1-6109-457D-B21F-25689FCD9D48}"/>
                  </a:ext>
                </a:extLst>
              </p:cNvPr>
              <p:cNvSpPr txBox="1"/>
              <p:nvPr/>
            </p:nvSpPr>
            <p:spPr>
              <a:xfrm>
                <a:off x="4398691" y="1921245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52D95D1-6109-457D-B21F-25689FCD9D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8691" y="1921245"/>
                <a:ext cx="16490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TextBox 38">
            <a:extLst>
              <a:ext uri="{FF2B5EF4-FFF2-40B4-BE49-F238E27FC236}">
                <a16:creationId xmlns:a16="http://schemas.microsoft.com/office/drawing/2014/main" id="{BAF9976D-A34A-455B-9704-A43CA8D11C23}"/>
              </a:ext>
            </a:extLst>
          </p:cNvPr>
          <p:cNvSpPr txBox="1"/>
          <p:nvPr/>
        </p:nvSpPr>
        <p:spPr>
          <a:xfrm>
            <a:off x="6362969" y="738591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2: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4DFF6AF-EBD8-4042-A532-CF02D6690A71}"/>
              </a:ext>
            </a:extLst>
          </p:cNvPr>
          <p:cNvSpPr txBox="1"/>
          <p:nvPr/>
        </p:nvSpPr>
        <p:spPr>
          <a:xfrm>
            <a:off x="6362969" y="1362380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241E00F-BF05-4CBB-B983-2BF28AD830A5}"/>
              </a:ext>
            </a:extLst>
          </p:cNvPr>
          <p:cNvSpPr txBox="1"/>
          <p:nvPr/>
        </p:nvSpPr>
        <p:spPr>
          <a:xfrm>
            <a:off x="6362969" y="1919644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FB1E7A6-864C-4595-BAD3-9A0E27EC543E}"/>
                  </a:ext>
                </a:extLst>
              </p:cNvPr>
              <p:cNvSpPr txBox="1"/>
              <p:nvPr/>
            </p:nvSpPr>
            <p:spPr>
              <a:xfrm>
                <a:off x="8752374" y="1362380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FB1E7A6-864C-4595-BAD3-9A0E27EC5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2374" y="1362380"/>
                <a:ext cx="131063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62473D1-C70E-46AF-86A1-621E23354B5C}"/>
                  </a:ext>
                </a:extLst>
              </p:cNvPr>
              <p:cNvSpPr txBox="1"/>
              <p:nvPr/>
            </p:nvSpPr>
            <p:spPr>
              <a:xfrm>
                <a:off x="10434359" y="1921245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62473D1-C70E-46AF-86A1-621E23354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34359" y="1921245"/>
                <a:ext cx="16490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A645A8BD-2E1B-40CE-B37A-54CF109B2E7A}"/>
              </a:ext>
            </a:extLst>
          </p:cNvPr>
          <p:cNvSpPr txBox="1"/>
          <p:nvPr/>
        </p:nvSpPr>
        <p:spPr>
          <a:xfrm>
            <a:off x="334921" y="3621013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Mean salary of all </a:t>
            </a:r>
            <a:r>
              <a:rPr lang="en-IN" sz="2800" dirty="0">
                <a:solidFill>
                  <a:srgbClr val="002060"/>
                </a:solidFill>
                <a:latin typeface="+mj-lt"/>
              </a:rPr>
              <a:t>workers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80C26276-CAF9-4695-9D35-C98FCC05BE62}"/>
                  </a:ext>
                </a:extLst>
              </p:cNvPr>
              <p:cNvSpPr txBox="1"/>
              <p:nvPr/>
            </p:nvSpPr>
            <p:spPr>
              <a:xfrm>
                <a:off x="4048854" y="3386414"/>
                <a:ext cx="5685696" cy="9368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salary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paid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by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both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branches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.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workers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80C26276-CAF9-4695-9D35-C98FCC05BE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3386414"/>
                <a:ext cx="5685696" cy="93686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AF9FF76-F185-4339-8041-715FE6B94EF2}"/>
                  </a:ext>
                </a:extLst>
              </p:cNvPr>
              <p:cNvSpPr txBox="1"/>
              <p:nvPr/>
            </p:nvSpPr>
            <p:spPr>
              <a:xfrm>
                <a:off x="4048854" y="4692148"/>
                <a:ext cx="3104331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18000+27300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AF9FF76-F185-4339-8041-715FE6B94E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4692148"/>
                <a:ext cx="3104331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F088E7C-B91B-48BE-89EE-437457FFC4A5}"/>
                  </a:ext>
                </a:extLst>
              </p:cNvPr>
              <p:cNvSpPr txBox="1"/>
              <p:nvPr/>
            </p:nvSpPr>
            <p:spPr>
              <a:xfrm>
                <a:off x="4048854" y="5959985"/>
                <a:ext cx="17327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377.5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F088E7C-B91B-48BE-89EE-437457FFC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5959985"/>
                <a:ext cx="173273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32742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6" grpId="0"/>
      <p:bldP spid="47" grpId="0"/>
      <p:bldP spid="48" grpId="0"/>
      <p:bldP spid="49" grpId="0"/>
      <p:bldP spid="50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2.2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Median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4726345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0F417582-D15A-4AD3-B8D9-C07F552F6B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The median is the value found at the </a:t>
                </a:r>
                <a:r>
                  <a:rPr lang="en-US" b="1" dirty="0">
                    <a:solidFill>
                      <a:srgbClr val="FF0000"/>
                    </a:solidFill>
                  </a:rPr>
                  <a:t>exact middle of the set of values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Median is denoted by capital letter “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𝐌</m:t>
                    </m:r>
                  </m:oMath>
                </a14:m>
                <a:r>
                  <a:rPr lang="en-US" dirty="0"/>
                  <a:t>”.</a:t>
                </a:r>
                <a:endParaRPr lang="en-IN" dirty="0"/>
              </a:p>
              <a:p>
                <a:r>
                  <a:rPr lang="en-US" dirty="0"/>
                  <a:t>To compute the median, list all observations in </a:t>
                </a:r>
                <a:r>
                  <a:rPr lang="en-US" b="1" dirty="0">
                    <a:solidFill>
                      <a:srgbClr val="0070C0"/>
                    </a:solidFill>
                  </a:rPr>
                  <a:t>ascending order</a:t>
                </a:r>
                <a:r>
                  <a:rPr lang="en-US" dirty="0"/>
                  <a:t> and then locate the value in the center of the sample.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96970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Median: </a:t>
            </a:r>
            <a:r>
              <a:rPr lang="en-GB" dirty="0"/>
              <a:t>Cumulative Frequency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10D9069-6C8C-469C-9A20-EA782FE4A16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GB" b="1" dirty="0"/>
                  <a:t>Cumulative Frequency</a:t>
                </a:r>
              </a:p>
              <a:p>
                <a:pPr lvl="1"/>
                <a:r>
                  <a:rPr lang="en-GB" dirty="0"/>
                  <a:t>Cumulative frequency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𝐟</m:t>
                        </m:r>
                      </m:e>
                      <m:sub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GB" dirty="0">
                    <a:solidFill>
                      <a:srgbClr val="FF0000"/>
                    </a:solidFill>
                  </a:rPr>
                  <a:t> </a:t>
                </a:r>
                <a:r>
                  <a:rPr lang="en-GB" dirty="0"/>
                  <a:t>is the </a:t>
                </a:r>
                <a:r>
                  <a:rPr lang="en-GB" b="1" dirty="0">
                    <a:solidFill>
                      <a:srgbClr val="0070C0"/>
                    </a:solidFill>
                  </a:rPr>
                  <a:t>sum</a:t>
                </a:r>
                <a:r>
                  <a:rPr lang="en-GB" dirty="0"/>
                  <a:t> of all </a:t>
                </a:r>
                <a:r>
                  <a:rPr lang="en-GB" b="1" dirty="0"/>
                  <a:t>previous frequencies up to a given observation </a:t>
                </a:r>
                <a:r>
                  <a:rPr lang="en-GB" dirty="0"/>
                  <a:t>or</a:t>
                </a:r>
                <a:r>
                  <a:rPr lang="en-GB" b="1" dirty="0"/>
                  <a:t> class</a:t>
                </a:r>
                <a:r>
                  <a:rPr lang="en-GB" dirty="0"/>
                  <a:t>.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GB" b="1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10D9069-6C8C-469C-9A20-EA782FE4A16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" name="Table 8">
                <a:extLst>
                  <a:ext uri="{FF2B5EF4-FFF2-40B4-BE49-F238E27FC236}">
                    <a16:creationId xmlns:a16="http://schemas.microsoft.com/office/drawing/2014/main" id="{13D02C2E-C1D8-4918-8058-F172ADF8C1C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097279958"/>
                  </p:ext>
                </p:extLst>
              </p:nvPr>
            </p:nvGraphicFramePr>
            <p:xfrm>
              <a:off x="838200" y="3429000"/>
              <a:ext cx="2118360" cy="20160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59180">
                      <a:extLst>
                        <a:ext uri="{9D8B030D-6E8A-4147-A177-3AD203B41FA5}">
                          <a16:colId xmlns:a16="http://schemas.microsoft.com/office/drawing/2014/main" val="1077280993"/>
                        </a:ext>
                      </a:extLst>
                    </a:gridCol>
                    <a:gridCol w="1059180">
                      <a:extLst>
                        <a:ext uri="{9D8B030D-6E8A-4147-A177-3AD203B41FA5}">
                          <a16:colId xmlns:a16="http://schemas.microsoft.com/office/drawing/2014/main" val="2547746357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1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800" b="1" i="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𝐱</m:t>
                                    </m:r>
                                  </m:e>
                                  <m:sub>
                                    <m:r>
                                      <a:rPr lang="en-US" sz="2800" b="1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𝐢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1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1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b="1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800" b="1" i="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𝐟</m:t>
                                    </m:r>
                                  </m:e>
                                  <m:sub>
                                    <m:r>
                                      <a:rPr lang="en-US" sz="2800" b="1" i="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𝐢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1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1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6540856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609102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459083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9597340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" name="Table 8">
                <a:extLst>
                  <a:ext uri="{FF2B5EF4-FFF2-40B4-BE49-F238E27FC236}">
                    <a16:creationId xmlns:a16="http://schemas.microsoft.com/office/drawing/2014/main" id="{13D02C2E-C1D8-4918-8058-F172ADF8C1C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097279958"/>
                  </p:ext>
                </p:extLst>
              </p:nvPr>
            </p:nvGraphicFramePr>
            <p:xfrm>
              <a:off x="838200" y="3429000"/>
              <a:ext cx="2118360" cy="20160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59180">
                      <a:extLst>
                        <a:ext uri="{9D8B030D-6E8A-4147-A177-3AD203B41FA5}">
                          <a16:colId xmlns:a16="http://schemas.microsoft.com/office/drawing/2014/main" val="1077280993"/>
                        </a:ext>
                      </a:extLst>
                    </a:gridCol>
                    <a:gridCol w="1059180">
                      <a:extLst>
                        <a:ext uri="{9D8B030D-6E8A-4147-A177-3AD203B41FA5}">
                          <a16:colId xmlns:a16="http://schemas.microsoft.com/office/drawing/2014/main" val="2547746357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49" t="-2410" r="-102299" b="-30361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1149" t="-2410" r="-2299" b="-3036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6540856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609102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459083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9597340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58280192-8334-4248-AF5C-C3B8062E60D6}"/>
                  </a:ext>
                </a:extLst>
              </p:cNvPr>
              <p:cNvSpPr/>
              <p:nvPr/>
            </p:nvSpPr>
            <p:spPr>
              <a:xfrm>
                <a:off x="1063393" y="399697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58280192-8334-4248-AF5C-C3B8062E60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93" y="3996973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023E512-B460-4BEC-98AF-5C74B019B972}"/>
                  </a:ext>
                </a:extLst>
              </p:cNvPr>
              <p:cNvSpPr/>
              <p:nvPr/>
            </p:nvSpPr>
            <p:spPr>
              <a:xfrm>
                <a:off x="1063393" y="448151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023E512-B460-4BEC-98AF-5C74B019B9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93" y="4481511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64A72C1-4993-4F3C-A2C7-E56FDFB70F0B}"/>
                  </a:ext>
                </a:extLst>
              </p:cNvPr>
              <p:cNvSpPr/>
              <p:nvPr/>
            </p:nvSpPr>
            <p:spPr>
              <a:xfrm>
                <a:off x="1063393" y="499346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64A72C1-4993-4F3C-A2C7-E56FDFB70F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93" y="4993463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9259E25-D377-45F9-82A3-D1708E971FBD}"/>
                  </a:ext>
                </a:extLst>
              </p:cNvPr>
              <p:cNvSpPr/>
              <p:nvPr/>
            </p:nvSpPr>
            <p:spPr>
              <a:xfrm>
                <a:off x="2152031" y="44815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9259E25-D377-45F9-82A3-D1708E971F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2031" y="4481512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A109CE83-0AB0-4C34-BFED-9DC6D8C1169A}"/>
                  </a:ext>
                </a:extLst>
              </p:cNvPr>
              <p:cNvSpPr/>
              <p:nvPr/>
            </p:nvSpPr>
            <p:spPr>
              <a:xfrm>
                <a:off x="2152032" y="397594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A109CE83-0AB0-4C34-BFED-9DC6D8C116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2032" y="397594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AA5936E-18E6-4259-8642-E408AAED2E99}"/>
                  </a:ext>
                </a:extLst>
              </p:cNvPr>
              <p:cNvSpPr/>
              <p:nvPr/>
            </p:nvSpPr>
            <p:spPr>
              <a:xfrm>
                <a:off x="2152030" y="498707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AA5936E-18E6-4259-8642-E408AAED2E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2030" y="4987079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0" name="Table 19">
                <a:extLst>
                  <a:ext uri="{FF2B5EF4-FFF2-40B4-BE49-F238E27FC236}">
                    <a16:creationId xmlns:a16="http://schemas.microsoft.com/office/drawing/2014/main" id="{528A6D52-24FC-41FF-B8D7-1ED06F0E29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4726175"/>
                  </p:ext>
                </p:extLst>
              </p:nvPr>
            </p:nvGraphicFramePr>
            <p:xfrm>
              <a:off x="2955553" y="3429000"/>
              <a:ext cx="2664197" cy="20160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64197">
                      <a:extLst>
                        <a:ext uri="{9D8B030D-6E8A-4147-A177-3AD203B41FA5}">
                          <a16:colId xmlns:a16="http://schemas.microsoft.com/office/drawing/2014/main" val="1217664839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𝐜</m:t>
                                </m:r>
                                <m:sSub>
                                  <m:sSubPr>
                                    <m:ctrlPr>
                                      <a:rPr lang="en-IN" sz="2800" b="1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800" b="1" i="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𝐟</m:t>
                                    </m:r>
                                  </m:e>
                                  <m:sub>
                                    <m:r>
                                      <a:rPr lang="en-US" sz="2800" b="1" i="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𝐢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1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1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1167238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6504241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9788657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0674098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0" name="Table 19">
                <a:extLst>
                  <a:ext uri="{FF2B5EF4-FFF2-40B4-BE49-F238E27FC236}">
                    <a16:creationId xmlns:a16="http://schemas.microsoft.com/office/drawing/2014/main" id="{528A6D52-24FC-41FF-B8D7-1ED06F0E29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4726175"/>
                  </p:ext>
                </p:extLst>
              </p:nvPr>
            </p:nvGraphicFramePr>
            <p:xfrm>
              <a:off x="2955553" y="3429000"/>
              <a:ext cx="2664197" cy="20160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64197">
                      <a:extLst>
                        <a:ext uri="{9D8B030D-6E8A-4147-A177-3AD203B41FA5}">
                          <a16:colId xmlns:a16="http://schemas.microsoft.com/office/drawing/2014/main" val="1217664839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228" t="-2410" r="-685" b="-3036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1167238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6504241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9788657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0674098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1297A47-A573-45A4-9490-5EA6B6CB92BE}"/>
                  </a:ext>
                </a:extLst>
              </p:cNvPr>
              <p:cNvSpPr/>
              <p:nvPr/>
            </p:nvSpPr>
            <p:spPr>
              <a:xfrm>
                <a:off x="4023456" y="397594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1297A47-A573-45A4-9490-5EA6B6CB92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3456" y="3975945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B32FCE6-9CC8-4BE4-A9B7-F8A24C57D331}"/>
                  </a:ext>
                </a:extLst>
              </p:cNvPr>
              <p:cNvSpPr/>
              <p:nvPr/>
            </p:nvSpPr>
            <p:spPr>
              <a:xfrm>
                <a:off x="3227344" y="448151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B32FCE6-9CC8-4BE4-A9B7-F8A24C57D3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7344" y="4481512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6D1DEB98-498E-422F-A5C2-56A388B9C996}"/>
                  </a:ext>
                </a:extLst>
              </p:cNvPr>
              <p:cNvSpPr/>
              <p:nvPr/>
            </p:nvSpPr>
            <p:spPr>
              <a:xfrm>
                <a:off x="3660324" y="4487896"/>
                <a:ext cx="73406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6D1DEB98-498E-422F-A5C2-56A388B9C9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0324" y="4487896"/>
                <a:ext cx="734066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6EDA0B8-C7B9-424D-A824-D1FD15F4F507}"/>
                  </a:ext>
                </a:extLst>
              </p:cNvPr>
              <p:cNvSpPr/>
              <p:nvPr/>
            </p:nvSpPr>
            <p:spPr>
              <a:xfrm>
                <a:off x="4329456" y="4481512"/>
                <a:ext cx="115838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6EDA0B8-C7B9-424D-A824-D1FD15F4F5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9456" y="4481512"/>
                <a:ext cx="1158386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0A7BADC3-7C46-4D33-9704-229067744635}"/>
                  </a:ext>
                </a:extLst>
              </p:cNvPr>
              <p:cNvSpPr/>
              <p:nvPr/>
            </p:nvSpPr>
            <p:spPr>
              <a:xfrm>
                <a:off x="3006858" y="4993463"/>
                <a:ext cx="510494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0A7BADC3-7C46-4D33-9704-2290677446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06858" y="4993463"/>
                <a:ext cx="510494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BD8352A-8C4C-4C67-90D0-BB14E85C3847}"/>
                  </a:ext>
                </a:extLst>
              </p:cNvPr>
              <p:cNvSpPr/>
              <p:nvPr/>
            </p:nvSpPr>
            <p:spPr>
              <a:xfrm>
                <a:off x="3343031" y="4993463"/>
                <a:ext cx="1051359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BD8352A-8C4C-4C67-90D0-BB14E85C38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43031" y="4993463"/>
                <a:ext cx="1051359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C4B7163-5C23-4D8C-B128-9F15116CFD25}"/>
                  </a:ext>
                </a:extLst>
              </p:cNvPr>
              <p:cNvSpPr/>
              <p:nvPr/>
            </p:nvSpPr>
            <p:spPr>
              <a:xfrm>
                <a:off x="4570165" y="4993463"/>
                <a:ext cx="115838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C4B7163-5C23-4D8C-B128-9F15116CFD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0165" y="4993463"/>
                <a:ext cx="1158386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DF3AD3B-504C-4ADA-BC92-F15B771A125B}"/>
              </a:ext>
            </a:extLst>
          </p:cNvPr>
          <p:cNvSpPr/>
          <p:nvPr/>
        </p:nvSpPr>
        <p:spPr>
          <a:xfrm>
            <a:off x="2152030" y="3975945"/>
            <a:ext cx="611303" cy="894939"/>
          </a:xfrm>
          <a:prstGeom prst="roundRect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E757783C-0126-41A8-8A91-98B5F9994176}"/>
              </a:ext>
            </a:extLst>
          </p:cNvPr>
          <p:cNvSpPr/>
          <p:nvPr/>
        </p:nvSpPr>
        <p:spPr>
          <a:xfrm>
            <a:off x="2152029" y="3978307"/>
            <a:ext cx="611303" cy="1404529"/>
          </a:xfrm>
          <a:prstGeom prst="roundRect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00859BE-7A0F-446E-B567-95205606F0CE}"/>
                  </a:ext>
                </a:extLst>
              </p:cNvPr>
              <p:cNvSpPr/>
              <p:nvPr/>
            </p:nvSpPr>
            <p:spPr>
              <a:xfrm>
                <a:off x="3936146" y="4993463"/>
                <a:ext cx="794418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+ 3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00859BE-7A0F-446E-B567-95205606F0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6146" y="4993463"/>
                <a:ext cx="794418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B7BF1F3F-14B9-47C6-9C7B-D0106C43FE20}"/>
              </a:ext>
            </a:extLst>
          </p:cNvPr>
          <p:cNvSpPr/>
          <p:nvPr/>
        </p:nvSpPr>
        <p:spPr>
          <a:xfrm>
            <a:off x="2152030" y="3975945"/>
            <a:ext cx="611303" cy="410402"/>
          </a:xfrm>
          <a:prstGeom prst="roundRect">
            <a:avLst>
              <a:gd name="adj" fmla="val 24210"/>
            </a:avLst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7EF4ED3-0A60-4FFB-9B2F-DB3B79EBC121}"/>
                  </a:ext>
                </a:extLst>
              </p:cNvPr>
              <p:cNvSpPr/>
              <p:nvPr/>
            </p:nvSpPr>
            <p:spPr>
              <a:xfrm>
                <a:off x="5761080" y="3086801"/>
                <a:ext cx="393337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What does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𝐜𝐟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means?</a:t>
                </a: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7EF4ED3-0A60-4FFB-9B2F-DB3B79EBC1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1080" y="3086801"/>
                <a:ext cx="3933371" cy="522000"/>
              </a:xfrm>
              <a:prstGeom prst="rect">
                <a:avLst/>
              </a:prstGeom>
              <a:blipFill>
                <a:blip r:embed="rId19"/>
                <a:stretch>
                  <a:fillRect l="-3101" t="-10465" b="-3372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DA310351-59ED-4EBA-96E7-B65E3EB341BD}"/>
                  </a:ext>
                </a:extLst>
              </p:cNvPr>
              <p:cNvSpPr/>
              <p:nvPr/>
            </p:nvSpPr>
            <p:spPr>
              <a:xfrm>
                <a:off x="5980181" y="3547893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DA310351-59ED-4EBA-96E7-B65E3EB341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0181" y="3547893"/>
                <a:ext cx="778196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Oval 5">
            <a:extLst>
              <a:ext uri="{FF2B5EF4-FFF2-40B4-BE49-F238E27FC236}">
                <a16:creationId xmlns:a16="http://schemas.microsoft.com/office/drawing/2014/main" id="{F0BF46D4-6A5D-461A-A3E5-10730ACF5970}"/>
              </a:ext>
            </a:extLst>
          </p:cNvPr>
          <p:cNvSpPr/>
          <p:nvPr/>
        </p:nvSpPr>
        <p:spPr>
          <a:xfrm>
            <a:off x="4115705" y="3958525"/>
            <a:ext cx="441788" cy="441788"/>
          </a:xfrm>
          <a:prstGeom prst="ellipse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19B5ECAB-302C-4E5F-8A95-68FE54881F0B}"/>
                  </a:ext>
                </a:extLst>
              </p:cNvPr>
              <p:cNvSpPr/>
              <p:nvPr/>
            </p:nvSpPr>
            <p:spPr>
              <a:xfrm>
                <a:off x="6751301" y="3547893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19B5ECAB-302C-4E5F-8A95-68FE54881F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1301" y="3547893"/>
                <a:ext cx="778196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06F96CBA-53D1-41B9-9DA6-2C01657D4575}"/>
                  </a:ext>
                </a:extLst>
              </p:cNvPr>
              <p:cNvSpPr/>
              <p:nvPr/>
            </p:nvSpPr>
            <p:spPr>
              <a:xfrm>
                <a:off x="7522421" y="3547893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06F96CBA-53D1-41B9-9DA6-2C01657D45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2421" y="3547893"/>
                <a:ext cx="778196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034E026-7671-4651-8427-FD6E7492699F}"/>
                  </a:ext>
                </a:extLst>
              </p:cNvPr>
              <p:cNvSpPr/>
              <p:nvPr/>
            </p:nvSpPr>
            <p:spPr>
              <a:xfrm>
                <a:off x="8293541" y="3547893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034E026-7671-4651-8427-FD6E749269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3541" y="3547893"/>
                <a:ext cx="778196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FD13BF0-B1F7-424C-BDA0-979582807A70}"/>
                  </a:ext>
                </a:extLst>
              </p:cNvPr>
              <p:cNvSpPr/>
              <p:nvPr/>
            </p:nvSpPr>
            <p:spPr>
              <a:xfrm>
                <a:off x="9064661" y="3547893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FD13BF0-B1F7-424C-BDA0-979582807A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4661" y="3547893"/>
                <a:ext cx="778196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8E1CC2-E73E-441A-9D00-957105C8D526}"/>
                  </a:ext>
                </a:extLst>
              </p:cNvPr>
              <p:cNvSpPr/>
              <p:nvPr/>
            </p:nvSpPr>
            <p:spPr>
              <a:xfrm>
                <a:off x="9835781" y="3547893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8E1CC2-E73E-441A-9D00-957105C8D5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5781" y="3547893"/>
                <a:ext cx="778196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Left Brace 6">
            <a:extLst>
              <a:ext uri="{FF2B5EF4-FFF2-40B4-BE49-F238E27FC236}">
                <a16:creationId xmlns:a16="http://schemas.microsoft.com/office/drawing/2014/main" id="{86945306-2966-49AD-875A-A3A161DBCBA5}"/>
              </a:ext>
            </a:extLst>
          </p:cNvPr>
          <p:cNvSpPr/>
          <p:nvPr/>
        </p:nvSpPr>
        <p:spPr>
          <a:xfrm rot="16200000">
            <a:off x="8192617" y="1929438"/>
            <a:ext cx="216000" cy="4188666"/>
          </a:xfrm>
          <a:prstGeom prst="leftBrace">
            <a:avLst>
              <a:gd name="adj1" fmla="val 34504"/>
              <a:gd name="adj2" fmla="val 50000"/>
            </a:avLst>
          </a:prstGeom>
          <a:noFill/>
          <a:ln w="38100" cap="rnd">
            <a:solidFill>
              <a:srgbClr val="B14440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l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26E66CD-2307-4857-A07C-203650B9B18B}"/>
                  </a:ext>
                </a:extLst>
              </p:cNvPr>
              <p:cNvSpPr/>
              <p:nvPr/>
            </p:nvSpPr>
            <p:spPr>
              <a:xfrm>
                <a:off x="6135268" y="4175042"/>
                <a:ext cx="393337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First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observations are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26E66CD-2307-4857-A07C-203650B9B1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5268" y="4175042"/>
                <a:ext cx="3933371" cy="522000"/>
              </a:xfrm>
              <a:prstGeom prst="rect">
                <a:avLst/>
              </a:prstGeom>
              <a:blipFill>
                <a:blip r:embed="rId26"/>
                <a:stretch>
                  <a:fillRect l="-3096" t="-10465" r="-310" b="-325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86F08513-E86C-4EB4-891A-CCA3F01AE117}"/>
                  </a:ext>
                </a:extLst>
              </p:cNvPr>
              <p:cNvSpPr/>
              <p:nvPr/>
            </p:nvSpPr>
            <p:spPr>
              <a:xfrm>
                <a:off x="6072709" y="4802148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86F08513-E86C-4EB4-891A-CCA3F01AE1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2709" y="4802148"/>
                <a:ext cx="778196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Oval 39">
            <a:extLst>
              <a:ext uri="{FF2B5EF4-FFF2-40B4-BE49-F238E27FC236}">
                <a16:creationId xmlns:a16="http://schemas.microsoft.com/office/drawing/2014/main" id="{88050A53-0A46-4632-AD08-18171B293E01}"/>
              </a:ext>
            </a:extLst>
          </p:cNvPr>
          <p:cNvSpPr/>
          <p:nvPr/>
        </p:nvSpPr>
        <p:spPr>
          <a:xfrm>
            <a:off x="4738726" y="4446542"/>
            <a:ext cx="478362" cy="478362"/>
          </a:xfrm>
          <a:prstGeom prst="ellipse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A72C831-4B52-42A8-A9AB-EE97EB4253BD}"/>
                  </a:ext>
                </a:extLst>
              </p:cNvPr>
              <p:cNvSpPr/>
              <p:nvPr/>
            </p:nvSpPr>
            <p:spPr>
              <a:xfrm>
                <a:off x="6838216" y="4802148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A72C831-4B52-42A8-A9AB-EE97EB4253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38216" y="4802148"/>
                <a:ext cx="778196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0831582A-6558-4131-B73C-96BB041B4F07}"/>
                  </a:ext>
                </a:extLst>
              </p:cNvPr>
              <p:cNvSpPr/>
              <p:nvPr/>
            </p:nvSpPr>
            <p:spPr>
              <a:xfrm>
                <a:off x="7603723" y="4802148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0831582A-6558-4131-B73C-96BB041B4F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3723" y="4802148"/>
                <a:ext cx="778196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74F6B23-BC44-4CA5-84AD-8CB862EE4A1B}"/>
                  </a:ext>
                </a:extLst>
              </p:cNvPr>
              <p:cNvSpPr/>
              <p:nvPr/>
            </p:nvSpPr>
            <p:spPr>
              <a:xfrm>
                <a:off x="8369230" y="4802148"/>
                <a:ext cx="77819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74F6B23-BC44-4CA5-84AD-8CB862EE4A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9230" y="4802148"/>
                <a:ext cx="778196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Left Brace 45">
            <a:extLst>
              <a:ext uri="{FF2B5EF4-FFF2-40B4-BE49-F238E27FC236}">
                <a16:creationId xmlns:a16="http://schemas.microsoft.com/office/drawing/2014/main" id="{439637E7-A468-4360-9399-1FE54E4D79DB}"/>
              </a:ext>
            </a:extLst>
          </p:cNvPr>
          <p:cNvSpPr/>
          <p:nvPr/>
        </p:nvSpPr>
        <p:spPr>
          <a:xfrm rot="16200000">
            <a:off x="7494752" y="3859860"/>
            <a:ext cx="216000" cy="2792936"/>
          </a:xfrm>
          <a:prstGeom prst="leftBrace">
            <a:avLst>
              <a:gd name="adj1" fmla="val 34504"/>
              <a:gd name="adj2" fmla="val 50000"/>
            </a:avLst>
          </a:prstGeom>
          <a:noFill/>
          <a:ln w="38100" cap="rnd">
            <a:solidFill>
              <a:srgbClr val="B14440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l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6FA7227-3D59-4BCF-A86F-1855669DA99F}"/>
                  </a:ext>
                </a:extLst>
              </p:cNvPr>
              <p:cNvSpPr/>
              <p:nvPr/>
            </p:nvSpPr>
            <p:spPr>
              <a:xfrm>
                <a:off x="6121714" y="5429254"/>
                <a:ext cx="6038848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Observations from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to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6FA7227-3D59-4BCF-A86F-1855669DA9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1714" y="5429254"/>
                <a:ext cx="6038848" cy="522000"/>
              </a:xfrm>
              <a:prstGeom prst="rect">
                <a:avLst/>
              </a:prstGeom>
              <a:blipFill>
                <a:blip r:embed="rId31"/>
                <a:stretch>
                  <a:fillRect l="-2018" t="-9412" b="-3529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Oval 47">
            <a:extLst>
              <a:ext uri="{FF2B5EF4-FFF2-40B4-BE49-F238E27FC236}">
                <a16:creationId xmlns:a16="http://schemas.microsoft.com/office/drawing/2014/main" id="{FE5CC195-3AD7-447C-ADEF-6A45B76AAA41}"/>
              </a:ext>
            </a:extLst>
          </p:cNvPr>
          <p:cNvSpPr/>
          <p:nvPr/>
        </p:nvSpPr>
        <p:spPr>
          <a:xfrm>
            <a:off x="4972084" y="4942584"/>
            <a:ext cx="478362" cy="478362"/>
          </a:xfrm>
          <a:prstGeom prst="ellipse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66AC1D4-9968-43BD-9D8A-95CF27570455}"/>
                  </a:ext>
                </a:extLst>
              </p:cNvPr>
              <p:cNvSpPr/>
              <p:nvPr/>
            </p:nvSpPr>
            <p:spPr>
              <a:xfrm>
                <a:off x="6136718" y="6095087"/>
                <a:ext cx="60238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Observations from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to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66AC1D4-9968-43BD-9D8A-95CF275704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718" y="6095087"/>
                <a:ext cx="6023844" cy="522000"/>
              </a:xfrm>
              <a:prstGeom prst="rect">
                <a:avLst/>
              </a:prstGeom>
              <a:blipFill>
                <a:blip r:embed="rId32"/>
                <a:stretch>
                  <a:fillRect l="-2126" t="-9412" b="-3647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98116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50"/>
                            </p:stCondLst>
                            <p:childTnLst>
                              <p:par>
                                <p:cTn id="10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500"/>
                            </p:stCondLst>
                            <p:childTnLst>
                              <p:par>
                                <p:cTn id="11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750"/>
                            </p:stCondLst>
                            <p:childTnLst>
                              <p:par>
                                <p:cTn id="11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1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" presetClass="entr" presetSubtype="0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250"/>
                            </p:stCondLst>
                            <p:childTnLst>
                              <p:par>
                                <p:cTn id="1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00"/>
                            </p:stCondLst>
                            <p:childTnLst>
                              <p:par>
                                <p:cTn id="1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500"/>
                            </p:stCondLst>
                            <p:childTnLst>
                              <p:par>
                                <p:cTn id="156" presetID="1" presetClass="entr" presetSubtype="0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6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" presetClass="entr" presetSubtype="0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14" grpId="0"/>
      <p:bldP spid="15" grpId="0"/>
      <p:bldP spid="16" grpId="0"/>
      <p:bldP spid="17" grpId="0"/>
      <p:bldP spid="18" grpId="0"/>
      <p:bldP spid="19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3" grpId="0" animBg="1"/>
      <p:bldP spid="3" grpId="1" animBg="1"/>
      <p:bldP spid="28" grpId="0" animBg="1"/>
      <p:bldP spid="28" grpId="1" animBg="1"/>
      <p:bldP spid="29" grpId="0"/>
      <p:bldP spid="30" grpId="0" animBg="1"/>
      <p:bldP spid="30" grpId="1" animBg="1"/>
      <p:bldP spid="31" grpId="0"/>
      <p:bldP spid="32" grpId="0"/>
      <p:bldP spid="6" grpId="0" animBg="1"/>
      <p:bldP spid="6" grpId="1" animBg="1"/>
      <p:bldP spid="33" grpId="0"/>
      <p:bldP spid="34" grpId="0"/>
      <p:bldP spid="35" grpId="0"/>
      <p:bldP spid="36" grpId="0"/>
      <p:bldP spid="37" grpId="0"/>
      <p:bldP spid="7" grpId="0" animBg="1"/>
      <p:bldP spid="38" grpId="0"/>
      <p:bldP spid="39" grpId="0"/>
      <p:bldP spid="40" grpId="0" animBg="1"/>
      <p:bldP spid="40" grpId="1" animBg="1"/>
      <p:bldP spid="41" grpId="0"/>
      <p:bldP spid="42" grpId="0"/>
      <p:bldP spid="43" grpId="0"/>
      <p:bldP spid="46" grpId="0" animBg="1"/>
      <p:bldP spid="47" grpId="0"/>
      <p:bldP spid="48" grpId="0" animBg="1"/>
      <p:bldP spid="48" grpId="1" animBg="1"/>
      <p:bldP spid="4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/>
              <a:t>Median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10D9069-6C8C-469C-9A20-EA782FE4A1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4762500"/>
            <a:ext cx="11929641" cy="1691509"/>
          </a:xfrm>
        </p:spPr>
        <p:txBody>
          <a:bodyPr/>
          <a:lstStyle/>
          <a:p>
            <a:pPr>
              <a:spcBef>
                <a:spcPts val="600"/>
              </a:spcBef>
            </a:pPr>
            <a:r>
              <a:rPr lang="en-GB" dirty="0"/>
              <a:t>Before calculating the median for ungrouped or discrete grouped data, arrange the data in </a:t>
            </a:r>
            <a:r>
              <a:rPr lang="en-GB" b="1" dirty="0">
                <a:solidFill>
                  <a:srgbClr val="FF0000"/>
                </a:solidFill>
              </a:rPr>
              <a:t>ascending</a:t>
            </a:r>
            <a:r>
              <a:rPr lang="en-GB" dirty="0"/>
              <a:t> or </a:t>
            </a:r>
            <a:r>
              <a:rPr lang="en-GB" b="1" dirty="0">
                <a:solidFill>
                  <a:srgbClr val="FF0000"/>
                </a:solidFill>
              </a:rPr>
              <a:t>descending</a:t>
            </a:r>
            <a:r>
              <a:rPr lang="en-GB" dirty="0"/>
              <a:t> order.</a:t>
            </a:r>
          </a:p>
          <a:p>
            <a:pPr>
              <a:spcBef>
                <a:spcPts val="600"/>
              </a:spcBef>
            </a:pPr>
            <a:r>
              <a:rPr lang="en-IN" dirty="0"/>
              <a:t>In case of discrete data first we should calculate cumulative frequency.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138317B-AF36-8C05-925B-6E9CE323E1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81567447"/>
                  </p:ext>
                </p:extLst>
              </p:nvPr>
            </p:nvGraphicFramePr>
            <p:xfrm>
              <a:off x="246000" y="832685"/>
              <a:ext cx="11814820" cy="3949722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81198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9633622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Data 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Median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𝐌</m:t>
                              </m:r>
                            </m:oMath>
                          </a14:m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)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722861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4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rowSpan="2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971269966"/>
                      </a:ext>
                    </a:extLst>
                  </a:tr>
                  <a:tr h="1722861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Discrete Grouped Data</a:t>
                          </a:r>
                        </a:p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r>
                            <a:rPr lang="en-US" sz="2400" b="1" i="0" kern="1200" dirty="0">
                              <a:solidFill>
                                <a:schemeClr val="lt1"/>
                              </a:solidFill>
                              <a:effectLst/>
                              <a:latin typeface="+mn-lt"/>
                              <a:ea typeface="+mn-ea"/>
                              <a:cs typeface="+mn-cs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kern="1200" dirty="0">
                              <a:solidFill>
                                <a:schemeClr val="lt1"/>
                              </a:solidFill>
                              <a:effectLst/>
                              <a:latin typeface="+mn-lt"/>
                              <a:ea typeface="+mn-ea"/>
                              <a:cs typeface="+mn-cs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kern="1200" dirty="0">
                              <a:solidFill>
                                <a:schemeClr val="lt1"/>
                              </a:solidFill>
                              <a:effectLst/>
                              <a:latin typeface="+mn-lt"/>
                              <a:ea typeface="+mn-ea"/>
                              <a:cs typeface="+mn-cs"/>
                            </a:rPr>
                            <a:t>)</a:t>
                          </a:r>
                          <a:endParaRPr lang="en-IN" sz="3600" dirty="0">
                            <a:effectLst/>
                            <a:latin typeface="+mn-lt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v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12856569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138317B-AF36-8C05-925B-6E9CE323E1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81567447"/>
                  </p:ext>
                </p:extLst>
              </p:nvPr>
            </p:nvGraphicFramePr>
            <p:xfrm>
              <a:off x="246000" y="832685"/>
              <a:ext cx="11814820" cy="3949722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81198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9633622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Data 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2770" t="-12048" r="-190" b="-6855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722861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4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rowSpan="2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971269966"/>
                      </a:ext>
                    </a:extLst>
                  </a:tr>
                  <a:tr h="172286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59" t="-132862" r="-442458" b="-1060"/>
                          </a:stretch>
                        </a:blipFill>
                      </a:tcPr>
                    </a:tc>
                    <a:tc v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12856569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35BC58-1E11-BC81-C1F7-66A55107566E}"/>
                  </a:ext>
                </a:extLst>
              </p:cNvPr>
              <p:cNvSpPr txBox="1"/>
              <p:nvPr/>
            </p:nvSpPr>
            <p:spPr>
              <a:xfrm>
                <a:off x="2447513" y="2985118"/>
                <a:ext cx="1699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1" i="0">
                          <a:solidFill>
                            <a:srgbClr val="FF0000"/>
                          </a:solidFill>
                          <a:latin typeface="+mj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even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35BC58-1E11-BC81-C1F7-66A5510756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7513" y="2985118"/>
                <a:ext cx="16995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A311D63-2851-BC78-26B2-9448FB725D83}"/>
                  </a:ext>
                </a:extLst>
              </p:cNvPr>
              <p:cNvSpPr txBox="1"/>
              <p:nvPr/>
            </p:nvSpPr>
            <p:spPr>
              <a:xfrm>
                <a:off x="2447513" y="1349590"/>
                <a:ext cx="19101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1" i="0">
                          <a:solidFill>
                            <a:srgbClr val="FF0000"/>
                          </a:solidFill>
                          <a:latin typeface="+mj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odd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A311D63-2851-BC78-26B2-9448FB725D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7513" y="1349590"/>
                <a:ext cx="19101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D002E11-5808-4B6D-9136-D8B6ADF1719D}"/>
                  </a:ext>
                </a:extLst>
              </p:cNvPr>
              <p:cNvSpPr txBox="1"/>
              <p:nvPr/>
            </p:nvSpPr>
            <p:spPr>
              <a:xfrm>
                <a:off x="2863426" y="1667258"/>
                <a:ext cx="5285811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  <a:latin typeface="+mj-lt"/>
                        </a:rPr>
                        <m:t>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D002E11-5808-4B6D-9136-D8B6ADF171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3426" y="1667258"/>
                <a:ext cx="5285811" cy="116602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12B981-C212-470E-9397-7840D95DC5F1}"/>
                  </a:ext>
                </a:extLst>
              </p:cNvPr>
              <p:cNvSpPr txBox="1"/>
              <p:nvPr/>
            </p:nvSpPr>
            <p:spPr>
              <a:xfrm>
                <a:off x="2863426" y="3462618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12B981-C212-470E-9397-7840D95DC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3426" y="3462618"/>
                <a:ext cx="7794189" cy="124277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20ACC6A-7B91-4552-BF0F-0EF4AE6CC344}"/>
                  </a:ext>
                </a:extLst>
              </p:cNvPr>
              <p:cNvSpPr txBox="1"/>
              <p:nvPr/>
            </p:nvSpPr>
            <p:spPr>
              <a:xfrm>
                <a:off x="2463035" y="202601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20ACC6A-7B91-4552-BF0F-0EF4AE6CC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63035" y="2026017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1F5426A-8FA4-4732-BC7B-AFA211A883E3}"/>
                  </a:ext>
                </a:extLst>
              </p:cNvPr>
              <p:cNvSpPr txBox="1"/>
              <p:nvPr/>
            </p:nvSpPr>
            <p:spPr>
              <a:xfrm>
                <a:off x="2447513" y="403467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1F5426A-8FA4-4732-BC7B-AFA211A883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7513" y="4034670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2A19D1DB-BC3E-4D57-98ED-2D3AB6CC641C}"/>
                  </a:ext>
                </a:extLst>
              </p:cNvPr>
              <p:cNvSpPr txBox="1"/>
              <p:nvPr/>
            </p:nvSpPr>
            <p:spPr>
              <a:xfrm>
                <a:off x="7274923" y="1332916"/>
                <a:ext cx="4783040" cy="1123449"/>
              </a:xfrm>
              <a:prstGeom prst="rect">
                <a:avLst/>
              </a:prstGeom>
              <a:solidFill>
                <a:srgbClr val="B84742"/>
              </a:solidFill>
              <a:ln w="19050">
                <a:solidFill>
                  <a:srgbClr val="000066"/>
                </a:solidFill>
              </a:ln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Total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number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chemeClr val="bg1"/>
                          </a:solidFill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  <a:p>
                <a:pPr marL="358775">
                  <a:lnSpc>
                    <a:spcPct val="125000"/>
                  </a:lnSpc>
                  <a:buNone/>
                </a:pP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</m:oMath>
                </a14:m>
                <a:r>
                  <a:rPr lang="en-IN" sz="2800" dirty="0">
                    <a:solidFill>
                      <a:schemeClr val="bg1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2A19D1DB-BC3E-4D57-98ED-2D3AB6CC64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4923" y="1332916"/>
                <a:ext cx="4783040" cy="112344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9050">
                <a:solidFill>
                  <a:srgbClr val="000066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88716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7" grpId="0"/>
      <p:bldP spid="8" grpId="0"/>
      <p:bldP spid="10" grpId="0"/>
      <p:bldP spid="11" grpId="0"/>
      <p:bldP spid="12" grpId="0"/>
      <p:bldP spid="13" grpId="0"/>
      <p:bldP spid="14" grpId="0" uiExpand="1" build="p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7" y="814286"/>
                <a:ext cx="11929645" cy="121216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Find the median of following data:</a:t>
                </a:r>
                <a:endParaRPr lang="en-IN" dirty="0"/>
              </a:p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17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35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26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50.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7" y="814286"/>
                <a:ext cx="11929645" cy="1212169"/>
              </a:xfrm>
              <a:prstGeom prst="rect">
                <a:avLst/>
              </a:prstGeom>
              <a:blipFill>
                <a:blip r:embed="rId3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7" y="2127634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4D88E32-CF42-271F-413B-8477C99F3604}"/>
                  </a:ext>
                </a:extLst>
              </p:cNvPr>
              <p:cNvSpPr txBox="1"/>
              <p:nvPr/>
            </p:nvSpPr>
            <p:spPr>
              <a:xfrm>
                <a:off x="1593113" y="4328657"/>
                <a:ext cx="911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0" i="0" dirty="0">
                    <a:solidFill>
                      <a:srgbClr val="002060"/>
                    </a:solidFill>
                    <a:latin typeface="+mj-lt"/>
                  </a:rPr>
                  <a:t>Here</a:t>
                </a:r>
                <a14:m>
                  <m:oMath xmlns:m="http://schemas.openxmlformats.org/officeDocument/2006/math">
                    <m: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4D88E32-CF42-271F-413B-8477C99F3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113" y="4328657"/>
                <a:ext cx="911495" cy="523220"/>
              </a:xfrm>
              <a:prstGeom prst="rect">
                <a:avLst/>
              </a:prstGeom>
              <a:blipFill>
                <a:blip r:embed="rId4"/>
                <a:stretch>
                  <a:fillRect l="-13333" t="-10465" r="-40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3320A3-48F2-D64B-1E3B-19C501942A9B}"/>
                  </a:ext>
                </a:extLst>
              </p:cNvPr>
              <p:cNvSpPr txBox="1"/>
              <p:nvPr/>
            </p:nvSpPr>
            <p:spPr>
              <a:xfrm>
                <a:off x="2326052" y="6043714"/>
                <a:ext cx="369415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observation</a:t>
                </a:r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3320A3-48F2-D64B-1E3B-19C501942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6052" y="6043714"/>
                <a:ext cx="3694157" cy="542393"/>
              </a:xfrm>
              <a:prstGeom prst="rect">
                <a:avLst/>
              </a:prstGeom>
              <a:blipFill>
                <a:blip r:embed="rId5"/>
                <a:stretch>
                  <a:fillRect t="-6742" b="-3146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739E9D5-3F46-426D-373E-57D4E5FC8AA9}"/>
                  </a:ext>
                </a:extLst>
              </p:cNvPr>
              <p:cNvSpPr txBox="1"/>
              <p:nvPr/>
            </p:nvSpPr>
            <p:spPr>
              <a:xfrm>
                <a:off x="6865518" y="6043714"/>
                <a:ext cx="149934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739E9D5-3F46-426D-373E-57D4E5FC8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5518" y="6043714"/>
                <a:ext cx="1499343" cy="54239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0A088795-1754-8442-8111-2D72000126E5}"/>
              </a:ext>
            </a:extLst>
          </p:cNvPr>
          <p:cNvSpPr txBox="1"/>
          <p:nvPr/>
        </p:nvSpPr>
        <p:spPr>
          <a:xfrm>
            <a:off x="1593113" y="2127634"/>
            <a:ext cx="41828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</a:defRPr>
            </a:lvl1pPr>
          </a:lstStyle>
          <a:p>
            <a:r>
              <a:rPr lang="en-US" dirty="0"/>
              <a:t>To </a:t>
            </a:r>
            <a:r>
              <a:rPr lang="en-US"/>
              <a:t>compute the </a:t>
            </a:r>
            <a:r>
              <a:rPr lang="en-US" dirty="0"/>
              <a:t>median,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9FBE32B-D2CA-38DA-6D38-2C868AFF4584}"/>
                  </a:ext>
                </a:extLst>
              </p:cNvPr>
              <p:cNvSpPr txBox="1"/>
              <p:nvPr/>
            </p:nvSpPr>
            <p:spPr>
              <a:xfrm>
                <a:off x="2326052" y="4791655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9FBE32B-D2CA-38DA-6D38-2C868AFF45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6052" y="4791655"/>
                <a:ext cx="4748312" cy="116602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11E588F-DBDB-0EDD-AFC2-E362681A1E13}"/>
                  </a:ext>
                </a:extLst>
              </p:cNvPr>
              <p:cNvSpPr txBox="1"/>
              <p:nvPr/>
            </p:nvSpPr>
            <p:spPr>
              <a:xfrm>
                <a:off x="1752863" y="605330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11E588F-DBDB-0EDD-AFC2-E362681A1E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863" y="6053300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602479F-8040-7A31-19A0-5CD6A683FA70}"/>
                  </a:ext>
                </a:extLst>
              </p:cNvPr>
              <p:cNvSpPr txBox="1"/>
              <p:nvPr/>
            </p:nvSpPr>
            <p:spPr>
              <a:xfrm>
                <a:off x="6353214" y="605330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602479F-8040-7A31-19A0-5CD6A683FA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53214" y="6053300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EE302BB2-A072-4B6B-998B-0AE1065A8D71}"/>
              </a:ext>
            </a:extLst>
          </p:cNvPr>
          <p:cNvSpPr txBox="1"/>
          <p:nvPr/>
        </p:nvSpPr>
        <p:spPr>
          <a:xfrm>
            <a:off x="1593113" y="2687257"/>
            <a:ext cx="63621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</a:rPr>
              <a:t>arrange all observations in ascending order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23039A-9B61-47E5-82C5-04E1B057CED7}"/>
                  </a:ext>
                </a:extLst>
              </p:cNvPr>
              <p:cNvSpPr txBox="1"/>
              <p:nvPr/>
            </p:nvSpPr>
            <p:spPr>
              <a:xfrm>
                <a:off x="1593113" y="3225446"/>
                <a:ext cx="75356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23039A-9B61-47E5-82C5-04E1B057CE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113" y="3225446"/>
                <a:ext cx="753564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CC56D1-8024-4F3D-9EE7-56F3E4F4DF98}"/>
                  </a:ext>
                </a:extLst>
              </p:cNvPr>
              <p:cNvSpPr txBox="1"/>
              <p:nvPr/>
            </p:nvSpPr>
            <p:spPr>
              <a:xfrm>
                <a:off x="2564688" y="4328657"/>
                <a:ext cx="13519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CC56D1-8024-4F3D-9EE7-56F3E4F4DF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4688" y="4328657"/>
                <a:ext cx="135199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A0269397-05F1-44F7-BCD1-E43F9E2B0713}"/>
              </a:ext>
            </a:extLst>
          </p:cNvPr>
          <p:cNvSpPr txBox="1"/>
          <p:nvPr/>
        </p:nvSpPr>
        <p:spPr>
          <a:xfrm>
            <a:off x="3799128" y="4328657"/>
            <a:ext cx="10167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40CCB8C-83DA-AD1B-9824-6679683A64C4}"/>
              </a:ext>
            </a:extLst>
          </p:cNvPr>
          <p:cNvSpPr/>
          <p:nvPr/>
        </p:nvSpPr>
        <p:spPr>
          <a:xfrm>
            <a:off x="5122664" y="3240513"/>
            <a:ext cx="565064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50F946F-61CE-409D-B99A-05573B6D9E04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E0126D29-4720-43DD-87E2-3044BE5AC65C}"/>
              </a:ext>
            </a:extLst>
          </p:cNvPr>
          <p:cNvSpPr/>
          <p:nvPr/>
        </p:nvSpPr>
        <p:spPr>
          <a:xfrm>
            <a:off x="1664581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</a:t>
            </a: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7A70EC81-D071-4899-9D32-49EBFDE104BB}"/>
              </a:ext>
            </a:extLst>
          </p:cNvPr>
          <p:cNvSpPr/>
          <p:nvPr/>
        </p:nvSpPr>
        <p:spPr>
          <a:xfrm>
            <a:off x="2364532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2</a:t>
            </a: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92DA1BE7-8A30-46B4-9D97-D6C3648B91AD}"/>
              </a:ext>
            </a:extLst>
          </p:cNvPr>
          <p:cNvSpPr/>
          <p:nvPr/>
        </p:nvSpPr>
        <p:spPr>
          <a:xfrm>
            <a:off x="3064483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3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202012ED-7DE3-4BEE-97A6-378DC603B32B}"/>
              </a:ext>
            </a:extLst>
          </p:cNvPr>
          <p:cNvSpPr/>
          <p:nvPr/>
        </p:nvSpPr>
        <p:spPr>
          <a:xfrm>
            <a:off x="3764434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4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C608020-3599-49F0-A42C-610F20A0B260}"/>
              </a:ext>
            </a:extLst>
          </p:cNvPr>
          <p:cNvSpPr/>
          <p:nvPr/>
        </p:nvSpPr>
        <p:spPr>
          <a:xfrm>
            <a:off x="4464385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5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4DE1874D-5DAF-470F-B1EC-099FA907164E}"/>
              </a:ext>
            </a:extLst>
          </p:cNvPr>
          <p:cNvSpPr/>
          <p:nvPr/>
        </p:nvSpPr>
        <p:spPr>
          <a:xfrm>
            <a:off x="5164335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6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0A9C3948-1A3D-4897-8E92-DADFCECD7F1B}"/>
              </a:ext>
            </a:extLst>
          </p:cNvPr>
          <p:cNvSpPr/>
          <p:nvPr/>
        </p:nvSpPr>
        <p:spPr>
          <a:xfrm>
            <a:off x="5859549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7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02F0305-EBD8-4F80-86B7-19F743C7A8DA}"/>
              </a:ext>
            </a:extLst>
          </p:cNvPr>
          <p:cNvSpPr/>
          <p:nvPr/>
        </p:nvSpPr>
        <p:spPr>
          <a:xfrm>
            <a:off x="6601464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8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A54F5C2-8ED0-4BDF-A873-45A429CA2241}"/>
              </a:ext>
            </a:extLst>
          </p:cNvPr>
          <p:cNvSpPr/>
          <p:nvPr/>
        </p:nvSpPr>
        <p:spPr>
          <a:xfrm>
            <a:off x="7280914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9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76BDDE9-D63D-4390-8A68-D23325043E6A}"/>
              </a:ext>
            </a:extLst>
          </p:cNvPr>
          <p:cNvSpPr/>
          <p:nvPr/>
        </p:nvSpPr>
        <p:spPr>
          <a:xfrm>
            <a:off x="7968387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10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B7358656-B21A-4859-8495-D064D3623B1B}"/>
              </a:ext>
            </a:extLst>
          </p:cNvPr>
          <p:cNvSpPr/>
          <p:nvPr/>
        </p:nvSpPr>
        <p:spPr>
          <a:xfrm>
            <a:off x="8657771" y="3747838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11</a:t>
            </a:r>
          </a:p>
        </p:txBody>
      </p:sp>
    </p:spTree>
    <p:extLst>
      <p:ext uri="{BB962C8B-B14F-4D97-AF65-F5344CB8AC3E}">
        <p14:creationId xmlns:p14="http://schemas.microsoft.com/office/powerpoint/2010/main" val="275634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000"/>
                            </p:stCondLst>
                            <p:childTnLst>
                              <p:par>
                                <p:cTn id="56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xit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5" grpId="0"/>
      <p:bldP spid="8" grpId="0"/>
      <p:bldP spid="9" grpId="0"/>
      <p:bldP spid="7" grpId="0"/>
      <p:bldP spid="11" grpId="0"/>
      <p:bldP spid="12" grpId="0"/>
      <p:bldP spid="14" grpId="0"/>
      <p:bldP spid="15" grpId="0"/>
      <p:bldP spid="16" grpId="0"/>
      <p:bldP spid="17" grpId="0"/>
      <p:bldP spid="3" grpId="0" animBg="1"/>
      <p:bldP spid="18" grpId="0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5" y="867840"/>
                <a:ext cx="11930400" cy="1656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given observations have been arranged in ascending order. If the median of the data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lang="en-US" dirty="0"/>
                  <a:t>, find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for the following data: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867840"/>
                <a:ext cx="11930400" cy="1656000"/>
              </a:xfrm>
              <a:prstGeom prst="rect">
                <a:avLst/>
              </a:prstGeom>
              <a:blipFill>
                <a:blip r:embed="rId3"/>
                <a:stretch>
                  <a:fillRect l="-1073" t="-735" r="-10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2061" y="268047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C0D4E91C-5A9B-D652-957F-1127D305F2E8}"/>
                  </a:ext>
                </a:extLst>
              </p:cNvPr>
              <p:cNvSpPr txBox="1"/>
              <p:nvPr/>
            </p:nvSpPr>
            <p:spPr>
              <a:xfrm>
                <a:off x="1595101" y="3481509"/>
                <a:ext cx="12730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C0D4E91C-5A9B-D652-957F-1127D305F2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3481509"/>
                <a:ext cx="127301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/>
              <p:nvPr/>
            </p:nvSpPr>
            <p:spPr>
              <a:xfrm>
                <a:off x="209196" y="1914500"/>
                <a:ext cx="100524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+2,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78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84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196" y="1914500"/>
                <a:ext cx="1005240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73553EEF-17C3-4A70-BC27-69D55FB769AA}"/>
              </a:ext>
            </a:extLst>
          </p:cNvPr>
          <p:cNvSpPr txBox="1"/>
          <p:nvPr/>
        </p:nvSpPr>
        <p:spPr>
          <a:xfrm>
            <a:off x="1595101" y="2672921"/>
            <a:ext cx="175545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/>
              <p:nvPr/>
            </p:nvSpPr>
            <p:spPr>
              <a:xfrm>
                <a:off x="3350559" y="2672921"/>
                <a:ext cx="1668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0559" y="2672921"/>
                <a:ext cx="166836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02CAFFC8-F972-498D-8235-7996C86B2BAD}"/>
              </a:ext>
            </a:extLst>
          </p:cNvPr>
          <p:cNvSpPr txBox="1"/>
          <p:nvPr/>
        </p:nvSpPr>
        <p:spPr>
          <a:xfrm>
            <a:off x="2868112" y="3481509"/>
            <a:ext cx="11860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(even)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/>
              <p:nvPr/>
            </p:nvSpPr>
            <p:spPr>
              <a:xfrm>
                <a:off x="1595101" y="4747384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4747384"/>
                <a:ext cx="7794189" cy="124277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TextBox 36">
            <a:extLst>
              <a:ext uri="{FF2B5EF4-FFF2-40B4-BE49-F238E27FC236}">
                <a16:creationId xmlns:a16="http://schemas.microsoft.com/office/drawing/2014/main" id="{D6E3F859-3EF2-4810-A851-8F4CE703CA95}"/>
              </a:ext>
            </a:extLst>
          </p:cNvPr>
          <p:cNvSpPr txBox="1"/>
          <p:nvPr/>
        </p:nvSpPr>
        <p:spPr>
          <a:xfrm>
            <a:off x="1595101" y="4171832"/>
            <a:ext cx="74169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DF13A84-6401-4B39-81C1-B5D5739EAEE9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85217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33" grpId="0"/>
      <p:bldP spid="34" grpId="0"/>
      <p:bldP spid="35" grpId="0"/>
      <p:bldP spid="36" grpId="0"/>
      <p:bldP spid="37" grpId="0"/>
      <p:bldP spid="13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/>
              <p:nvPr/>
            </p:nvSpPr>
            <p:spPr>
              <a:xfrm>
                <a:off x="1595101" y="758826"/>
                <a:ext cx="94357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78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84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758826"/>
                <a:ext cx="943575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83CB56D-2155-D898-59B6-E9D71B548C6D}"/>
              </a:ext>
            </a:extLst>
          </p:cNvPr>
          <p:cNvSpPr/>
          <p:nvPr/>
        </p:nvSpPr>
        <p:spPr>
          <a:xfrm>
            <a:off x="4751913" y="804200"/>
            <a:ext cx="452655" cy="456767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1E2318E-6951-971D-2674-5E1D28C80C9A}"/>
                  </a:ext>
                </a:extLst>
              </p:cNvPr>
              <p:cNvSpPr txBox="1"/>
              <p:nvPr/>
            </p:nvSpPr>
            <p:spPr>
              <a:xfrm>
                <a:off x="1088864" y="393746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1E2318E-6951-971D-2674-5E1D28C80C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3937464"/>
                <a:ext cx="5062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F5FB06-ED54-590A-2C1B-A0A396EA3DD9}"/>
                  </a:ext>
                </a:extLst>
              </p:cNvPr>
              <p:cNvSpPr txBox="1"/>
              <p:nvPr/>
            </p:nvSpPr>
            <p:spPr>
              <a:xfrm>
                <a:off x="1088864" y="493407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F5FB06-ED54-590A-2C1B-A0A396EA3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4934076"/>
                <a:ext cx="5062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443D24-7EB1-A344-F990-6387A5C0DE55}"/>
                  </a:ext>
                </a:extLst>
              </p:cNvPr>
              <p:cNvSpPr txBox="1"/>
              <p:nvPr/>
            </p:nvSpPr>
            <p:spPr>
              <a:xfrm>
                <a:off x="1595099" y="4938422"/>
                <a:ext cx="6604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443D24-7EB1-A344-F990-6387A5C0DE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099" y="4938422"/>
                <a:ext cx="6604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/>
              <p:nvPr/>
            </p:nvSpPr>
            <p:spPr>
              <a:xfrm>
                <a:off x="1595101" y="1776573"/>
                <a:ext cx="1668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1776573"/>
                <a:ext cx="166836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/>
              <p:nvPr/>
            </p:nvSpPr>
            <p:spPr>
              <a:xfrm>
                <a:off x="1595101" y="2238857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2238857"/>
                <a:ext cx="7794189" cy="124277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E22E4DF-FDFF-491A-B6B2-A4C38B406773}"/>
                  </a:ext>
                </a:extLst>
              </p:cNvPr>
              <p:cNvSpPr txBox="1"/>
              <p:nvPr/>
            </p:nvSpPr>
            <p:spPr>
              <a:xfrm>
                <a:off x="1595101" y="3653855"/>
                <a:ext cx="7794189" cy="9745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E22E4DF-FDFF-491A-B6B2-A4C38B406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3653855"/>
                <a:ext cx="7794189" cy="97456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F9F610-253B-4721-A6E4-1DF802A5C8DA}"/>
                  </a:ext>
                </a:extLst>
              </p:cNvPr>
              <p:cNvSpPr txBox="1"/>
              <p:nvPr/>
            </p:nvSpPr>
            <p:spPr>
              <a:xfrm>
                <a:off x="2101334" y="4685952"/>
                <a:ext cx="250876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F9F610-253B-4721-A6E4-1DF802A5C8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1334" y="4685952"/>
                <a:ext cx="2508766" cy="92570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CFB1964-46BB-4DC2-9213-01F2F5464CB0}"/>
              </a:ext>
            </a:extLst>
          </p:cNvPr>
          <p:cNvSpPr/>
          <p:nvPr/>
        </p:nvSpPr>
        <p:spPr>
          <a:xfrm>
            <a:off x="5350623" y="804200"/>
            <a:ext cx="964515" cy="456767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F712FA5-06C0-4149-9FB2-2ADE2C22953F}"/>
                  </a:ext>
                </a:extLst>
              </p:cNvPr>
              <p:cNvSpPr txBox="1"/>
              <p:nvPr/>
            </p:nvSpPr>
            <p:spPr>
              <a:xfrm>
                <a:off x="4443258" y="5956099"/>
                <a:ext cx="23385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  <m:r>
                        <a:rPr lang="en-US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F712FA5-06C0-4149-9FB2-2ADE2C2295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3258" y="5956099"/>
                <a:ext cx="233854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1CC666B-9410-4164-BAD9-AE6E3F2FE509}"/>
                  </a:ext>
                </a:extLst>
              </p:cNvPr>
              <p:cNvSpPr txBox="1"/>
              <p:nvPr/>
            </p:nvSpPr>
            <p:spPr>
              <a:xfrm>
                <a:off x="3875022" y="595609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1CC666B-9410-4164-BAD9-AE6E3F2FE5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5022" y="5956099"/>
                <a:ext cx="50623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782751D-924A-4B2E-99F9-98321105BEF1}"/>
                  </a:ext>
                </a:extLst>
              </p:cNvPr>
              <p:cNvSpPr txBox="1"/>
              <p:nvPr/>
            </p:nvSpPr>
            <p:spPr>
              <a:xfrm>
                <a:off x="1088864" y="59707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782751D-924A-4B2E-99F9-98321105BE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5970774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8188F4C-3CE7-4D14-8999-88ADEE6697D9}"/>
                  </a:ext>
                </a:extLst>
              </p:cNvPr>
              <p:cNvSpPr txBox="1"/>
              <p:nvPr/>
            </p:nvSpPr>
            <p:spPr>
              <a:xfrm>
                <a:off x="1595099" y="5975120"/>
                <a:ext cx="6604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8188F4C-3CE7-4D14-8999-88ADEE6697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099" y="5975120"/>
                <a:ext cx="66042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CCB0CD2-559D-4353-8C03-EEDCC934D2A2}"/>
                  </a:ext>
                </a:extLst>
              </p:cNvPr>
              <p:cNvSpPr txBox="1"/>
              <p:nvPr/>
            </p:nvSpPr>
            <p:spPr>
              <a:xfrm>
                <a:off x="2101334" y="5722650"/>
                <a:ext cx="250876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CCB0CD2-559D-4353-8C03-EEDCC934D2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1334" y="5722650"/>
                <a:ext cx="2508766" cy="92570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1B43BF9-C17B-4BE4-ACE5-D2DADB2D541D}"/>
                  </a:ext>
                </a:extLst>
              </p:cNvPr>
              <p:cNvSpPr txBox="1"/>
              <p:nvPr/>
            </p:nvSpPr>
            <p:spPr>
              <a:xfrm>
                <a:off x="7346772" y="5956099"/>
                <a:ext cx="23385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1B43BF9-C17B-4BE4-ACE5-D2DADB2D54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6772" y="5956099"/>
                <a:ext cx="233854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781E79C-F5EA-4CDF-93F2-DF8B6ABE3F07}"/>
                  </a:ext>
                </a:extLst>
              </p:cNvPr>
              <p:cNvSpPr txBox="1"/>
              <p:nvPr/>
            </p:nvSpPr>
            <p:spPr>
              <a:xfrm>
                <a:off x="6778536" y="595609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781E79C-F5EA-4CDF-93F2-DF8B6ABE3F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78536" y="5956099"/>
                <a:ext cx="5062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TextBox 26">
            <a:extLst>
              <a:ext uri="{FF2B5EF4-FFF2-40B4-BE49-F238E27FC236}">
                <a16:creationId xmlns:a16="http://schemas.microsoft.com/office/drawing/2014/main" id="{8BF12777-74A6-449A-8483-BCCE87FBDC29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B4D410AA-9D18-43ED-A05A-93281E8ED188}"/>
              </a:ext>
            </a:extLst>
          </p:cNvPr>
          <p:cNvSpPr/>
          <p:nvPr/>
        </p:nvSpPr>
        <p:spPr>
          <a:xfrm>
            <a:off x="1595099" y="1786727"/>
            <a:ext cx="1357651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57B17F2E-0C88-473C-A37A-C13AC28F727F}"/>
              </a:ext>
            </a:extLst>
          </p:cNvPr>
          <p:cNvSpPr/>
          <p:nvPr/>
        </p:nvSpPr>
        <p:spPr>
          <a:xfrm>
            <a:off x="1668223" y="1262056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6E47A393-61AD-4896-B8A9-314BA85E275D}"/>
              </a:ext>
            </a:extLst>
          </p:cNvPr>
          <p:cNvSpPr/>
          <p:nvPr/>
        </p:nvSpPr>
        <p:spPr>
          <a:xfrm>
            <a:off x="2430953" y="1262056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2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612054D-C0F5-41FE-93A4-AA9BB1910B4E}"/>
              </a:ext>
            </a:extLst>
          </p:cNvPr>
          <p:cNvSpPr/>
          <p:nvPr/>
        </p:nvSpPr>
        <p:spPr>
          <a:xfrm>
            <a:off x="3263462" y="1262056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3</a:t>
            </a: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CA758993-3354-42A1-86AD-2C52469DEE89}"/>
              </a:ext>
            </a:extLst>
          </p:cNvPr>
          <p:cNvSpPr/>
          <p:nvPr/>
        </p:nvSpPr>
        <p:spPr>
          <a:xfrm>
            <a:off x="4023438" y="1262056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4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B7892627-6744-4D26-9BF2-9E83A14B3B5D}"/>
              </a:ext>
            </a:extLst>
          </p:cNvPr>
          <p:cNvSpPr/>
          <p:nvPr/>
        </p:nvSpPr>
        <p:spPr>
          <a:xfrm>
            <a:off x="4751913" y="1262056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5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040CB94C-19DB-48FC-ADC3-000EB94D11CD}"/>
              </a:ext>
            </a:extLst>
          </p:cNvPr>
          <p:cNvSpPr/>
          <p:nvPr/>
        </p:nvSpPr>
        <p:spPr>
          <a:xfrm>
            <a:off x="5596430" y="1262056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1292044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/>
      <p:bldP spid="12" grpId="0"/>
      <p:bldP spid="15" grpId="0"/>
      <p:bldP spid="20" grpId="0"/>
      <p:bldP spid="21" grpId="0"/>
      <p:bldP spid="22" grpId="0" animBg="1"/>
      <p:bldP spid="16" grpId="0"/>
      <p:bldP spid="17" grpId="0"/>
      <p:bldP spid="18" grpId="0"/>
      <p:bldP spid="19" grpId="0"/>
      <p:bldP spid="23" grpId="0"/>
      <p:bldP spid="24" grpId="0"/>
      <p:bldP spid="25" grpId="0"/>
      <p:bldP spid="26" grpId="0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3" grpId="0" animBg="1"/>
      <p:bldP spid="33" grpId="1" animBg="1"/>
      <p:bldP spid="35" grpId="0" animBg="1"/>
      <p:bldP spid="35" grpId="1" animBg="1"/>
      <p:bldP spid="37" grpId="0" animBg="1"/>
      <p:bldP spid="37" grpId="1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7" y="861027"/>
            <a:ext cx="11929645" cy="1872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Calculate the median for the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7" y="288285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710909"/>
              </p:ext>
            </p:extLst>
          </p:nvPr>
        </p:nvGraphicFramePr>
        <p:xfrm>
          <a:off x="293355" y="1439810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9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25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16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7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FD6D320-0354-45F8-94BF-0816F55654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885184"/>
              </p:ext>
            </p:extLst>
          </p:nvPr>
        </p:nvGraphicFramePr>
        <p:xfrm>
          <a:off x="293355" y="3601482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n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8A3D4E8-4139-44E8-AEF7-3372A3FE332B}"/>
                  </a:ext>
                </a:extLst>
              </p:cNvPr>
              <p:cNvSpPr/>
              <p:nvPr/>
            </p:nvSpPr>
            <p:spPr>
              <a:xfrm>
                <a:off x="5384179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8A3D4E8-4139-44E8-AEF7-3372A3FE3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4179" y="3643935"/>
                <a:ext cx="61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9BB4EA9-A4D9-49B5-93DA-B1296749A153}"/>
                  </a:ext>
                </a:extLst>
              </p:cNvPr>
              <p:cNvSpPr/>
              <p:nvPr/>
            </p:nvSpPr>
            <p:spPr>
              <a:xfrm>
                <a:off x="4007450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9BB4EA9-A4D9-49B5-93DA-B1296749A1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450" y="3643935"/>
                <a:ext cx="61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8E04942-1E63-42E7-A83C-4B1BE0D30D83}"/>
                  </a:ext>
                </a:extLst>
              </p:cNvPr>
              <p:cNvSpPr/>
              <p:nvPr/>
            </p:nvSpPr>
            <p:spPr>
              <a:xfrm>
                <a:off x="6760908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8E04942-1E63-42E7-A83C-4B1BE0D30D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908" y="3643935"/>
                <a:ext cx="61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F717ABC-865A-4052-A59B-262784D5BEC5}"/>
                  </a:ext>
                </a:extLst>
              </p:cNvPr>
              <p:cNvSpPr/>
              <p:nvPr/>
            </p:nvSpPr>
            <p:spPr>
              <a:xfrm>
                <a:off x="8137637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F717ABC-865A-4052-A59B-262784D5BE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637" y="3643935"/>
                <a:ext cx="61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FE9CCA1-E402-4015-9F82-C5D9B56D2DCE}"/>
                  </a:ext>
                </a:extLst>
              </p:cNvPr>
              <p:cNvSpPr/>
              <p:nvPr/>
            </p:nvSpPr>
            <p:spPr>
              <a:xfrm>
                <a:off x="9514366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FE9CCA1-E402-4015-9F82-C5D9B56D2D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4366" y="3643935"/>
                <a:ext cx="61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554D6AE-F0F3-4BAB-BA91-2EF0DDBEF889}"/>
                  </a:ext>
                </a:extLst>
              </p:cNvPr>
              <p:cNvSpPr/>
              <p:nvPr/>
            </p:nvSpPr>
            <p:spPr>
              <a:xfrm>
                <a:off x="10891095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554D6AE-F0F3-4BAB-BA91-2EF0DDBEF8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91095" y="3643935"/>
                <a:ext cx="61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2764878-369D-49AA-854E-0BFE8DABA241}"/>
                  </a:ext>
                </a:extLst>
              </p:cNvPr>
              <p:cNvSpPr/>
              <p:nvPr/>
            </p:nvSpPr>
            <p:spPr>
              <a:xfrm>
                <a:off x="4007450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2764878-369D-49AA-854E-0BFE8DABA2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450" y="4198462"/>
                <a:ext cx="61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AAA4DE7-31A8-404A-85FC-66F4D43367CA}"/>
                  </a:ext>
                </a:extLst>
              </p:cNvPr>
              <p:cNvSpPr/>
              <p:nvPr/>
            </p:nvSpPr>
            <p:spPr>
              <a:xfrm>
                <a:off x="5384179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AAA4DE7-31A8-404A-85FC-66F4D43367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4179" y="4198462"/>
                <a:ext cx="61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4D9B83-F2D8-44C0-BB4F-B0DAF86BF628}"/>
                  </a:ext>
                </a:extLst>
              </p:cNvPr>
              <p:cNvSpPr/>
              <p:nvPr/>
            </p:nvSpPr>
            <p:spPr>
              <a:xfrm>
                <a:off x="8137637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4D9B83-F2D8-44C0-BB4F-B0DAF86BF6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637" y="4198462"/>
                <a:ext cx="61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40BAF3D-D229-4BEB-BD80-3BF507844224}"/>
                  </a:ext>
                </a:extLst>
              </p:cNvPr>
              <p:cNvSpPr/>
              <p:nvPr/>
            </p:nvSpPr>
            <p:spPr>
              <a:xfrm>
                <a:off x="9514366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40BAF3D-D229-4BEB-BD80-3BF5078442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4366" y="4198462"/>
                <a:ext cx="61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1A7DA6E-E439-4E29-8BDD-88E2012BCF2B}"/>
                  </a:ext>
                </a:extLst>
              </p:cNvPr>
              <p:cNvSpPr/>
              <p:nvPr/>
            </p:nvSpPr>
            <p:spPr>
              <a:xfrm>
                <a:off x="10891095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1A7DA6E-E439-4E29-8BDD-88E2012BCF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91095" y="4198462"/>
                <a:ext cx="61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3D85EF0-1026-4E0F-A003-7047C78B0E54}"/>
                  </a:ext>
                </a:extLst>
              </p:cNvPr>
              <p:cNvSpPr/>
              <p:nvPr/>
            </p:nvSpPr>
            <p:spPr>
              <a:xfrm>
                <a:off x="6760908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3D85EF0-1026-4E0F-A003-7047C78B0E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908" y="4198462"/>
                <a:ext cx="61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Rectangle 32">
            <a:extLst>
              <a:ext uri="{FF2B5EF4-FFF2-40B4-BE49-F238E27FC236}">
                <a16:creationId xmlns:a16="http://schemas.microsoft.com/office/drawing/2014/main" id="{36E8A523-5A71-4134-B254-B224391EAF5C}"/>
              </a:ext>
            </a:extLst>
          </p:cNvPr>
          <p:cNvSpPr/>
          <p:nvPr/>
        </p:nvSpPr>
        <p:spPr>
          <a:xfrm>
            <a:off x="1594216" y="2903493"/>
            <a:ext cx="7016384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GB" sz="2800" i="0" dirty="0">
                <a:solidFill>
                  <a:srgbClr val="002060"/>
                </a:solidFill>
                <a:latin typeface="+mj-lt"/>
              </a:rPr>
              <a:t>Arrange the data in ascending order of marks.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B69E8CA-B8D9-42F6-959F-919DD1BBABA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93ECA4CD-9FEB-44E9-9130-977F0E97AD2A}"/>
              </a:ext>
            </a:extLst>
          </p:cNvPr>
          <p:cNvSpPr/>
          <p:nvPr/>
        </p:nvSpPr>
        <p:spPr>
          <a:xfrm>
            <a:off x="5298837" y="1439810"/>
            <a:ext cx="711821" cy="1152000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84BEE477-E1A2-42DD-8AAA-FF40A9958FA2}"/>
              </a:ext>
            </a:extLst>
          </p:cNvPr>
          <p:cNvSpPr/>
          <p:nvPr/>
        </p:nvSpPr>
        <p:spPr>
          <a:xfrm>
            <a:off x="3911222" y="1439810"/>
            <a:ext cx="711821" cy="1152000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6C679CE8-EDE4-454D-B8E2-DDF9982A2D3F}"/>
              </a:ext>
            </a:extLst>
          </p:cNvPr>
          <p:cNvSpPr/>
          <p:nvPr/>
        </p:nvSpPr>
        <p:spPr>
          <a:xfrm>
            <a:off x="6677788" y="1439810"/>
            <a:ext cx="711821" cy="1152000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BCF2DC5-6B15-4272-86AA-FE5457291E94}"/>
              </a:ext>
            </a:extLst>
          </p:cNvPr>
          <p:cNvSpPr/>
          <p:nvPr/>
        </p:nvSpPr>
        <p:spPr>
          <a:xfrm>
            <a:off x="9464455" y="1439810"/>
            <a:ext cx="711821" cy="1152000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E702C864-4086-4BFF-8249-171C9F819DC2}"/>
              </a:ext>
            </a:extLst>
          </p:cNvPr>
          <p:cNvSpPr/>
          <p:nvPr/>
        </p:nvSpPr>
        <p:spPr>
          <a:xfrm>
            <a:off x="8057721" y="1439810"/>
            <a:ext cx="711821" cy="1152000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07C0E22B-B5BB-4B33-8CD3-B78FA61C05F3}"/>
              </a:ext>
            </a:extLst>
          </p:cNvPr>
          <p:cNvSpPr/>
          <p:nvPr/>
        </p:nvSpPr>
        <p:spPr>
          <a:xfrm>
            <a:off x="10841184" y="1439810"/>
            <a:ext cx="711821" cy="1152000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54751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3" grpId="0"/>
      <p:bldP spid="32" grpId="0"/>
      <p:bldP spid="5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3A0F28-C83C-696D-1183-DA3D2EC991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D0425AB6-CB59-427A-BBC6-D29E54DC1DB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89157753"/>
                  </p:ext>
                </p:extLst>
              </p:nvPr>
            </p:nvGraphicFramePr>
            <p:xfrm>
              <a:off x="3589442" y="842137"/>
              <a:ext cx="2717800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17800">
                      <a:extLst>
                        <a:ext uri="{9D8B030D-6E8A-4147-A177-3AD203B41FA5}">
                          <a16:colId xmlns:a16="http://schemas.microsoft.com/office/drawing/2014/main" val="2650873481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26900131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6663450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50869102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0193433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196803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65320093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8841565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2387128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D0425AB6-CB59-427A-BBC6-D29E54DC1DB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89157753"/>
                  </p:ext>
                </p:extLst>
              </p:nvPr>
            </p:nvGraphicFramePr>
            <p:xfrm>
              <a:off x="3589442" y="842137"/>
              <a:ext cx="2717800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17800">
                      <a:extLst>
                        <a:ext uri="{9D8B030D-6E8A-4147-A177-3AD203B41FA5}">
                          <a16:colId xmlns:a16="http://schemas.microsoft.com/office/drawing/2014/main" val="2650873481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24" t="-2151" r="-671" b="-80107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26900131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6663450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50869102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0193433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196803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65320093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8841565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23871288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45585CD1-0A29-5115-425E-F78046FCA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675A31C-C454-B282-6CE1-EB97DBAA1E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36162302"/>
                  </p:ext>
                </p:extLst>
              </p:nvPr>
            </p:nvGraphicFramePr>
            <p:xfrm>
              <a:off x="102852" y="842137"/>
              <a:ext cx="3491248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329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61795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05539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675A31C-C454-B282-6CE1-EB97DBAA1E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36162302"/>
                  </p:ext>
                </p:extLst>
              </p:nvPr>
            </p:nvGraphicFramePr>
            <p:xfrm>
              <a:off x="102852" y="842137"/>
              <a:ext cx="3491248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329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61795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94" t="-2151" r="-300694" b="-8010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3721" t="-2151" r="-698" b="-80107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0553967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0C9531D-88A6-EA45-F55B-ACC99571FAD9}"/>
                  </a:ext>
                </a:extLst>
              </p:cNvPr>
              <p:cNvSpPr/>
              <p:nvPr/>
            </p:nvSpPr>
            <p:spPr>
              <a:xfrm>
                <a:off x="250954" y="200324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0C9531D-88A6-EA45-F55B-ACC99571FA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54" y="2003245"/>
                <a:ext cx="61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BB7FB3F-DDBD-1329-D1ED-21808C943569}"/>
                  </a:ext>
                </a:extLst>
              </p:cNvPr>
              <p:cNvSpPr/>
              <p:nvPr/>
            </p:nvSpPr>
            <p:spPr>
              <a:xfrm>
                <a:off x="250954" y="143353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BB7FB3F-DDBD-1329-D1ED-21808C9435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54" y="1433532"/>
                <a:ext cx="61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C7D6C93-0513-BF46-1AC7-4E71F17076F1}"/>
                  </a:ext>
                </a:extLst>
              </p:cNvPr>
              <p:cNvSpPr/>
              <p:nvPr/>
            </p:nvSpPr>
            <p:spPr>
              <a:xfrm>
                <a:off x="250954" y="257065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C7D6C93-0513-BF46-1AC7-4E71F17076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54" y="2570655"/>
                <a:ext cx="61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15385B4-1674-C5D2-5D2C-46D05F4565CC}"/>
                  </a:ext>
                </a:extLst>
              </p:cNvPr>
              <p:cNvSpPr/>
              <p:nvPr/>
            </p:nvSpPr>
            <p:spPr>
              <a:xfrm>
                <a:off x="250954" y="37042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15385B4-1674-C5D2-5D2C-46D05F4565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54" y="3704257"/>
                <a:ext cx="61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946667B-BB25-8892-8713-FAABE82832CF}"/>
                  </a:ext>
                </a:extLst>
              </p:cNvPr>
              <p:cNvSpPr/>
              <p:nvPr/>
            </p:nvSpPr>
            <p:spPr>
              <a:xfrm>
                <a:off x="250954" y="3137456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946667B-BB25-8892-8713-FAABE82832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54" y="3137456"/>
                <a:ext cx="61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FDB3B5F-79E2-A553-01C7-E7AEE6638C31}"/>
                  </a:ext>
                </a:extLst>
              </p:cNvPr>
              <p:cNvSpPr/>
              <p:nvPr/>
            </p:nvSpPr>
            <p:spPr>
              <a:xfrm>
                <a:off x="250954" y="42710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FDB3B5F-79E2-A553-01C7-E7AEE6638C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954" y="4271057"/>
                <a:ext cx="61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6E0CB-80B7-9355-21AA-8B4CBAB26730}"/>
                  </a:ext>
                </a:extLst>
              </p:cNvPr>
              <p:cNvSpPr/>
              <p:nvPr/>
            </p:nvSpPr>
            <p:spPr>
              <a:xfrm>
                <a:off x="1974734" y="2003854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6E0CB-80B7-9355-21AA-8B4CBAB26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734" y="2003854"/>
                <a:ext cx="61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12D6C51-1C05-C297-375C-6B45E6E84DB1}"/>
                  </a:ext>
                </a:extLst>
              </p:cNvPr>
              <p:cNvSpPr/>
              <p:nvPr/>
            </p:nvSpPr>
            <p:spPr>
              <a:xfrm>
                <a:off x="1974734" y="1437053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12D6C51-1C05-C297-375C-6B45E6E84D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734" y="1437053"/>
                <a:ext cx="61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AF3577C-4FD6-970D-7B39-8F7107033DF3}"/>
                  </a:ext>
                </a:extLst>
              </p:cNvPr>
              <p:cNvSpPr/>
              <p:nvPr/>
            </p:nvSpPr>
            <p:spPr>
              <a:xfrm>
                <a:off x="1974734" y="37042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AF3577C-4FD6-970D-7B39-8F7107033D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734" y="3704257"/>
                <a:ext cx="61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50A8F7B-95F1-2B68-D712-63BA2A8BABF3}"/>
                  </a:ext>
                </a:extLst>
              </p:cNvPr>
              <p:cNvSpPr/>
              <p:nvPr/>
            </p:nvSpPr>
            <p:spPr>
              <a:xfrm>
                <a:off x="1974734" y="3137456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50A8F7B-95F1-2B68-D712-63BA2A8BAB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734" y="3137456"/>
                <a:ext cx="61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8ED7166-CBF3-7654-5DDD-9E2FD70A40F3}"/>
                  </a:ext>
                </a:extLst>
              </p:cNvPr>
              <p:cNvSpPr/>
              <p:nvPr/>
            </p:nvSpPr>
            <p:spPr>
              <a:xfrm>
                <a:off x="1974734" y="42710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8ED7166-CBF3-7654-5DDD-9E2FD70A40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734" y="4271057"/>
                <a:ext cx="61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3251FE-AEE6-4E03-2F4F-D3A382B511AD}"/>
                  </a:ext>
                </a:extLst>
              </p:cNvPr>
              <p:cNvSpPr/>
              <p:nvPr/>
            </p:nvSpPr>
            <p:spPr>
              <a:xfrm>
                <a:off x="1974734" y="257065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3251FE-AEE6-4E03-2F4F-D3A382B511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734" y="2570655"/>
                <a:ext cx="61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616D4F0-65B8-8631-9F6B-B377BBC15D0B}"/>
                  </a:ext>
                </a:extLst>
              </p:cNvPr>
              <p:cNvSpPr/>
              <p:nvPr/>
            </p:nvSpPr>
            <p:spPr>
              <a:xfrm>
                <a:off x="4500932" y="1442821"/>
                <a:ext cx="100563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616D4F0-65B8-8631-9F6B-B377BBC15D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0932" y="1442821"/>
                <a:ext cx="1005632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98BB187-9305-D2E0-B1E8-A6F263E5A025}"/>
                  </a:ext>
                </a:extLst>
              </p:cNvPr>
              <p:cNvSpPr/>
              <p:nvPr/>
            </p:nvSpPr>
            <p:spPr>
              <a:xfrm>
                <a:off x="3698514" y="200385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98BB187-9305-D2E0-B1E8-A6F263E5A0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8514" y="2003854"/>
                <a:ext cx="1584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2F502C5F-D2E7-C44E-9633-40C3565C512B}"/>
                  </a:ext>
                </a:extLst>
              </p:cNvPr>
              <p:cNvSpPr/>
              <p:nvPr/>
            </p:nvSpPr>
            <p:spPr>
              <a:xfrm>
                <a:off x="5076136" y="2574115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2F502C5F-D2E7-C44E-9633-40C3565C51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136" y="2574115"/>
                <a:ext cx="97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50DB86-B1DA-D709-5AC1-B2F3F7230D41}"/>
                  </a:ext>
                </a:extLst>
              </p:cNvPr>
              <p:cNvSpPr/>
              <p:nvPr/>
            </p:nvSpPr>
            <p:spPr>
              <a:xfrm>
                <a:off x="5076136" y="3139762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50DB86-B1DA-D709-5AC1-B2F3F7230D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136" y="3139762"/>
                <a:ext cx="97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7762801-7D50-EF42-3C1A-78E667911FD5}"/>
                  </a:ext>
                </a:extLst>
              </p:cNvPr>
              <p:cNvSpPr/>
              <p:nvPr/>
            </p:nvSpPr>
            <p:spPr>
              <a:xfrm>
                <a:off x="5076136" y="3705409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7762801-7D50-EF42-3C1A-78E667911F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136" y="3705409"/>
                <a:ext cx="97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55FB3B5-668F-72A2-49C8-1BC3C4CC3DA9}"/>
                  </a:ext>
                </a:extLst>
              </p:cNvPr>
              <p:cNvSpPr/>
              <p:nvPr/>
            </p:nvSpPr>
            <p:spPr>
              <a:xfrm>
                <a:off x="5076136" y="4271057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55FB3B5-668F-72A2-49C8-1BC3C4CC3D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136" y="4271057"/>
                <a:ext cx="97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0B9DE73-BFDC-8D26-37CB-5EF5ECAD70F5}"/>
                  </a:ext>
                </a:extLst>
              </p:cNvPr>
              <p:cNvSpPr/>
              <p:nvPr/>
            </p:nvSpPr>
            <p:spPr>
              <a:xfrm>
                <a:off x="1023684" y="4856068"/>
                <a:ext cx="2595814" cy="111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0B9DE73-BFDC-8D26-37CB-5EF5ECAD70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84" y="4856068"/>
                <a:ext cx="2595814" cy="1116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2C10346-1C20-7722-D830-CBEC9B4EE4AE}"/>
                  </a:ext>
                </a:extLst>
              </p:cNvPr>
              <p:cNvSpPr txBox="1"/>
              <p:nvPr/>
            </p:nvSpPr>
            <p:spPr>
              <a:xfrm>
                <a:off x="7438514" y="901330"/>
                <a:ext cx="14907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2C10346-1C20-7722-D830-CBEC9B4EE4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8514" y="901330"/>
                <a:ext cx="149073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FCB32B0-C291-AE02-873A-1936D83EDB3B}"/>
                  </a:ext>
                </a:extLst>
              </p:cNvPr>
              <p:cNvSpPr txBox="1"/>
              <p:nvPr/>
            </p:nvSpPr>
            <p:spPr>
              <a:xfrm>
                <a:off x="7032463" y="1493674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FCB32B0-C291-AE02-873A-1936D83EDB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32463" y="1493674"/>
                <a:ext cx="4748312" cy="116602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129D977-BB30-6AEB-9072-3CEFE08DD24A}"/>
                  </a:ext>
                </a:extLst>
              </p:cNvPr>
              <p:cNvSpPr txBox="1"/>
              <p:nvPr/>
            </p:nvSpPr>
            <p:spPr>
              <a:xfrm>
                <a:off x="7032463" y="3051234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43+1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129D977-BB30-6AEB-9072-3CEFE08DD2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32463" y="3051234"/>
                <a:ext cx="4748312" cy="116602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E434F9A-4DF8-42EF-E84C-72C355F74EC0}"/>
                  </a:ext>
                </a:extLst>
              </p:cNvPr>
              <p:cNvSpPr txBox="1"/>
              <p:nvPr/>
            </p:nvSpPr>
            <p:spPr>
              <a:xfrm>
                <a:off x="7032463" y="4608794"/>
                <a:ext cx="407638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22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E434F9A-4DF8-42EF-E84C-72C355F74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32463" y="4608794"/>
                <a:ext cx="4076383" cy="54239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60731CC-FE88-85E8-8DBD-E6EEB4FEABCC}"/>
                  </a:ext>
                </a:extLst>
              </p:cNvPr>
              <p:cNvSpPr txBox="1"/>
              <p:nvPr/>
            </p:nvSpPr>
            <p:spPr>
              <a:xfrm>
                <a:off x="7032463" y="5542721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60731CC-FE88-85E8-8DBD-E6EEB4FEAB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32463" y="5542721"/>
                <a:ext cx="1439047" cy="54239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6A29BD8-B942-D982-6CBD-AD2981E43622}"/>
              </a:ext>
            </a:extLst>
          </p:cNvPr>
          <p:cNvCxnSpPr>
            <a:cxnSpLocks/>
          </p:cNvCxnSpPr>
          <p:nvPr/>
        </p:nvCxnSpPr>
        <p:spPr>
          <a:xfrm>
            <a:off x="6445049" y="842138"/>
            <a:ext cx="0" cy="566170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44CEF03-259C-895B-6CE8-B73E4BFEB2AB}"/>
                  </a:ext>
                </a:extLst>
              </p:cNvPr>
              <p:cNvSpPr txBox="1"/>
              <p:nvPr/>
            </p:nvSpPr>
            <p:spPr>
              <a:xfrm>
                <a:off x="6493312" y="181507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44CEF03-259C-895B-6CE8-B73E4BFEB2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93312" y="1815076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9FCF290-7C74-4319-7C54-E44A8C88B75D}"/>
                  </a:ext>
                </a:extLst>
              </p:cNvPr>
              <p:cNvSpPr txBox="1"/>
              <p:nvPr/>
            </p:nvSpPr>
            <p:spPr>
              <a:xfrm>
                <a:off x="6493312" y="341138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9FCF290-7C74-4319-7C54-E44A8C88B7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93312" y="3411380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53220FF-BA1F-F867-BED7-E606D7A58A4C}"/>
                  </a:ext>
                </a:extLst>
              </p:cNvPr>
              <p:cNvSpPr txBox="1"/>
              <p:nvPr/>
            </p:nvSpPr>
            <p:spPr>
              <a:xfrm>
                <a:off x="6539320" y="462796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53220FF-BA1F-F867-BED7-E606D7A58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9320" y="4627967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C5CB73F-5EA6-7CF7-5A4E-FDCD03F78B66}"/>
                  </a:ext>
                </a:extLst>
              </p:cNvPr>
              <p:cNvSpPr txBox="1"/>
              <p:nvPr/>
            </p:nvSpPr>
            <p:spPr>
              <a:xfrm>
                <a:off x="6539319" y="555230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C5CB73F-5EA6-7CF7-5A4E-FDCD03F78B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9319" y="5552307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03E7F3F-93A2-4863-B43D-C5AC239166DE}"/>
                  </a:ext>
                </a:extLst>
              </p:cNvPr>
              <p:cNvSpPr/>
              <p:nvPr/>
            </p:nvSpPr>
            <p:spPr>
              <a:xfrm>
                <a:off x="5076136" y="2008468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03E7F3F-93A2-4863-B43D-C5AC239166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136" y="2008468"/>
                <a:ext cx="97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3B552F7D-E5A3-484B-B3E4-5D14139CCB8E}"/>
                  </a:ext>
                </a:extLst>
              </p:cNvPr>
              <p:cNvSpPr/>
              <p:nvPr/>
            </p:nvSpPr>
            <p:spPr>
              <a:xfrm>
                <a:off x="3698514" y="2570655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3B552F7D-E5A3-484B-B3E4-5D14139CCB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8514" y="2570655"/>
                <a:ext cx="1584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1702090-399E-4371-9E40-E4444FFA9D96}"/>
                  </a:ext>
                </a:extLst>
              </p:cNvPr>
              <p:cNvSpPr/>
              <p:nvPr/>
            </p:nvSpPr>
            <p:spPr>
              <a:xfrm>
                <a:off x="3698514" y="3137456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1702090-399E-4371-9E40-E4444FFA9D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8514" y="3137456"/>
                <a:ext cx="1584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7D514C6-DB4A-4BA0-8638-013D1A91C5BA}"/>
                  </a:ext>
                </a:extLst>
              </p:cNvPr>
              <p:cNvSpPr/>
              <p:nvPr/>
            </p:nvSpPr>
            <p:spPr>
              <a:xfrm>
                <a:off x="3698514" y="3704257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7D514C6-DB4A-4BA0-8638-013D1A91C5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8514" y="3704257"/>
                <a:ext cx="1584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74A76DA-1C7C-4271-A079-4C6D4AA784F4}"/>
                  </a:ext>
                </a:extLst>
              </p:cNvPr>
              <p:cNvSpPr/>
              <p:nvPr/>
            </p:nvSpPr>
            <p:spPr>
              <a:xfrm>
                <a:off x="3698514" y="4271058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41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74A76DA-1C7C-4271-A079-4C6D4AA784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8514" y="4271058"/>
                <a:ext cx="1584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TextBox 45">
            <a:extLst>
              <a:ext uri="{FF2B5EF4-FFF2-40B4-BE49-F238E27FC236}">
                <a16:creationId xmlns:a16="http://schemas.microsoft.com/office/drawing/2014/main" id="{5C282769-80C7-44A3-BAF9-D037E803A4C1}"/>
              </a:ext>
            </a:extLst>
          </p:cNvPr>
          <p:cNvSpPr txBox="1"/>
          <p:nvPr/>
        </p:nvSpPr>
        <p:spPr>
          <a:xfrm>
            <a:off x="8675215" y="901330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D2E57DB-96BB-4716-A94D-45FC8F29FBB3}"/>
              </a:ext>
            </a:extLst>
          </p:cNvPr>
          <p:cNvSpPr txBox="1"/>
          <p:nvPr/>
        </p:nvSpPr>
        <p:spPr>
          <a:xfrm>
            <a:off x="6539319" y="901330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27FD7810-1F94-4B4E-98EE-8713EB5395A3}"/>
              </a:ext>
            </a:extLst>
          </p:cNvPr>
          <p:cNvSpPr/>
          <p:nvPr/>
        </p:nvSpPr>
        <p:spPr>
          <a:xfrm>
            <a:off x="5435211" y="2601023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B5529B7E-7D90-41EF-9AB1-4F20E1B88C18}"/>
              </a:ext>
            </a:extLst>
          </p:cNvPr>
          <p:cNvSpPr/>
          <p:nvPr/>
        </p:nvSpPr>
        <p:spPr>
          <a:xfrm>
            <a:off x="244165" y="2594383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D21CB81-E989-4154-9DEF-8FC1654F263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029569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  <p:bldP spid="30" grpId="0"/>
      <p:bldP spid="11" grpId="0"/>
      <p:bldP spid="23" grpId="0"/>
      <p:bldP spid="31" grpId="0"/>
      <p:bldP spid="34" grpId="0"/>
      <p:bldP spid="35" grpId="0"/>
      <p:bldP spid="36" grpId="0"/>
      <p:bldP spid="3" grpId="0"/>
      <p:bldP spid="4" grpId="0"/>
      <p:bldP spid="19" grpId="0"/>
      <p:bldP spid="32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9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" name="Table 13">
                <a:extLst>
                  <a:ext uri="{FF2B5EF4-FFF2-40B4-BE49-F238E27FC236}">
                    <a16:creationId xmlns:a16="http://schemas.microsoft.com/office/drawing/2014/main" id="{982D46B4-9F40-469F-9E30-3E9EE199EB0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74209708"/>
                  </p:ext>
                </p:extLst>
              </p:nvPr>
            </p:nvGraphicFramePr>
            <p:xfrm>
              <a:off x="246000" y="832685"/>
              <a:ext cx="11700000" cy="222840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60000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9540000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Data 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Median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𝐌</m:t>
                              </m:r>
                            </m:oMath>
                          </a14:m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)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7244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r>
                            <a:rPr lang="en-US" sz="2400" b="1" i="0" kern="1200" dirty="0">
                              <a:solidFill>
                                <a:schemeClr val="lt1"/>
                              </a:solidFill>
                              <a:effectLst/>
                              <a:latin typeface="+mn-lt"/>
                              <a:ea typeface="+mn-ea"/>
                              <a:cs typeface="+mn-cs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kern="1200">
                                      <a:solidFill>
                                        <a:schemeClr val="lt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kern="1200" dirty="0">
                              <a:solidFill>
                                <a:schemeClr val="lt1"/>
                              </a:solidFill>
                              <a:effectLst/>
                              <a:latin typeface="+mn-lt"/>
                              <a:ea typeface="+mn-ea"/>
                              <a:cs typeface="+mn-cs"/>
                            </a:rPr>
                            <a:t>)</a:t>
                          </a:r>
                          <a:endParaRPr lang="en-IN" sz="3600" dirty="0">
                            <a:effectLst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902858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" name="Table 13">
                <a:extLst>
                  <a:ext uri="{FF2B5EF4-FFF2-40B4-BE49-F238E27FC236}">
                    <a16:creationId xmlns:a16="http://schemas.microsoft.com/office/drawing/2014/main" id="{982D46B4-9F40-469F-9E30-3E9EE199EB0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74209708"/>
                  </p:ext>
                </p:extLst>
              </p:nvPr>
            </p:nvGraphicFramePr>
            <p:xfrm>
              <a:off x="246000" y="832685"/>
              <a:ext cx="11700000" cy="222840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60000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9540000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Data 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2733" t="-12048" r="-192" b="-3457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7244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65" t="-32746" r="-443220" b="-105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E6CFCF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902858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Median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950F3D-7417-47AE-A1C2-EC6882D512F8}"/>
                  </a:ext>
                </a:extLst>
              </p:cNvPr>
              <p:cNvSpPr txBox="1"/>
              <p:nvPr/>
            </p:nvSpPr>
            <p:spPr>
              <a:xfrm>
                <a:off x="2658441" y="1588713"/>
                <a:ext cx="450021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950F3D-7417-47AE-A1C2-EC6882D51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8441" y="1588713"/>
                <a:ext cx="4500218" cy="113409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F8E0223-592F-4EF3-8A2D-5874F0C187CD}"/>
                  </a:ext>
                </a:extLst>
              </p:cNvPr>
              <p:cNvSpPr txBox="1"/>
              <p:nvPr/>
            </p:nvSpPr>
            <p:spPr>
              <a:xfrm>
                <a:off x="190500" y="3104441"/>
                <a:ext cx="12192000" cy="7340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whose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cumulative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with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property</m:t>
                      </m:r>
                      <m:func>
                        <m:func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en-US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𝐦𝐢𝐧</m:t>
                          </m:r>
                        </m:fName>
                        <m:e>
                          <m:d>
                            <m:dPr>
                              <m:begChr m:val="{"/>
                              <m:endChr m:val="}"/>
                              <m:ctrlPr>
                                <a:rPr lang="en-IN" sz="2800" b="1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𝐜𝐟</m:t>
                              </m:r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𝐜𝐟</m:t>
                              </m:r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≥</m:t>
                              </m:r>
                              <m:f>
                                <m:fPr>
                                  <m:ctrlPr>
                                    <a:rPr lang="en-IN" sz="2800" b="1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1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𝐧</m:t>
                                  </m:r>
                                </m:num>
                                <m:den>
                                  <m:r>
                                    <a:rPr lang="en-IN" sz="2800" b="1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1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  <m:r>
                                    <a:rPr lang="en-IN" sz="2800" b="1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F8E0223-592F-4EF3-8A2D-5874F0C187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3104441"/>
                <a:ext cx="12192000" cy="7340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E701DAA-F39F-40BB-BE99-5EFFB6D5BB7B}"/>
                  </a:ext>
                </a:extLst>
              </p:cNvPr>
              <p:cNvSpPr txBox="1"/>
              <p:nvPr/>
            </p:nvSpPr>
            <p:spPr>
              <a:xfrm>
                <a:off x="190500" y="3872518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Lower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boundary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point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E701DAA-F39F-40BB-BE99-5EFFB6D5BB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3872518"/>
                <a:ext cx="98869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957870-A4EB-4ED9-9C4B-55C15FC09A38}"/>
                  </a:ext>
                </a:extLst>
              </p:cNvPr>
              <p:cNvSpPr txBox="1"/>
              <p:nvPr/>
            </p:nvSpPr>
            <p:spPr>
              <a:xfrm>
                <a:off x="190500" y="4429768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Total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number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observation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(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sum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frequencies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957870-A4EB-4ED9-9C4B-55C15FC09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4429768"/>
                <a:ext cx="98869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607B4E3-AEF2-44D7-80D5-0DD17D670938}"/>
                  </a:ext>
                </a:extLst>
              </p:cNvPr>
              <p:cNvSpPr txBox="1"/>
              <p:nvPr/>
            </p:nvSpPr>
            <p:spPr>
              <a:xfrm>
                <a:off x="190500" y="4987018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Cumulative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preceding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607B4E3-AEF2-44D7-80D5-0DD17D6709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4987018"/>
                <a:ext cx="988695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EA8A3E4-9996-4871-9065-15B3EA7619EB}"/>
                  </a:ext>
                </a:extLst>
              </p:cNvPr>
              <p:cNvSpPr txBox="1"/>
              <p:nvPr/>
            </p:nvSpPr>
            <p:spPr>
              <a:xfrm>
                <a:off x="190500" y="5544268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EA8A3E4-9996-4871-9065-15B3EA7619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5544268"/>
                <a:ext cx="988695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7F0D93D-4830-48E6-B83C-514897BBAD89}"/>
                  </a:ext>
                </a:extLst>
              </p:cNvPr>
              <p:cNvSpPr txBox="1"/>
              <p:nvPr/>
            </p:nvSpPr>
            <p:spPr>
              <a:xfrm>
                <a:off x="190500" y="6101516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length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7F0D93D-4830-48E6-B83C-514897BBAD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6101516"/>
                <a:ext cx="988695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2">
            <a:extLst>
              <a:ext uri="{FF2B5EF4-FFF2-40B4-BE49-F238E27FC236}">
                <a16:creationId xmlns:a16="http://schemas.microsoft.com/office/drawing/2014/main" id="{7F4BEBAA-FD84-4C15-B55F-9CA92325B0D6}"/>
              </a:ext>
            </a:extLst>
          </p:cNvPr>
          <p:cNvSpPr/>
          <p:nvPr/>
        </p:nvSpPr>
        <p:spPr>
          <a:xfrm>
            <a:off x="7445781" y="1479178"/>
            <a:ext cx="4500218" cy="1415288"/>
          </a:xfrm>
          <a:prstGeom prst="rect">
            <a:avLst/>
          </a:prstGeom>
          <a:solidFill>
            <a:srgbClr val="B8474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dirty="0"/>
              <a:t>Note that </a:t>
            </a:r>
            <a:r>
              <a:rPr lang="en-IN" sz="2800" b="1" dirty="0">
                <a:solidFill>
                  <a:srgbClr val="FFFF00"/>
                </a:solidFill>
              </a:rPr>
              <a:t>answer</a:t>
            </a:r>
            <a:r>
              <a:rPr lang="en-IN" sz="2800" dirty="0"/>
              <a:t> of median will </a:t>
            </a:r>
            <a:r>
              <a:rPr lang="en-IN" sz="2800" b="1" dirty="0">
                <a:solidFill>
                  <a:srgbClr val="FFFF00"/>
                </a:solidFill>
              </a:rPr>
              <a:t>belong to median class</a:t>
            </a:r>
          </a:p>
        </p:txBody>
      </p:sp>
    </p:spTree>
    <p:extLst>
      <p:ext uri="{BB962C8B-B14F-4D97-AF65-F5344CB8AC3E}">
        <p14:creationId xmlns:p14="http://schemas.microsoft.com/office/powerpoint/2010/main" val="20676608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  <p:bldP spid="10" grpId="0"/>
      <p:bldP spid="11" grpId="0"/>
      <p:bldP spid="12" grpId="0"/>
      <p:bldP spid="13" grpId="0"/>
      <p:bldP spid="15" grpId="0"/>
      <p:bldP spid="3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95507"/>
                <a:ext cx="11930400" cy="230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The following table gives marks obtained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 students in statistics. Find the median.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95507"/>
                <a:ext cx="11930400" cy="2304000"/>
              </a:xfrm>
              <a:prstGeom prst="rect">
                <a:avLst/>
              </a:prstGeom>
              <a:blipFill>
                <a:blip r:embed="rId3"/>
                <a:stretch>
                  <a:fillRect l="-1073" t="-2646" r="-10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383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2751403"/>
              </p:ext>
            </p:extLst>
          </p:nvPr>
        </p:nvGraphicFramePr>
        <p:xfrm>
          <a:off x="261257" y="1882079"/>
          <a:ext cx="1165497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620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7959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4879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FBD3FD3-C0CD-40FE-948B-24577ECF45D4}"/>
                  </a:ext>
                </a:extLst>
              </p:cNvPr>
              <p:cNvSpPr/>
              <p:nvPr/>
            </p:nvSpPr>
            <p:spPr>
              <a:xfrm>
                <a:off x="4091570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FBD3FD3-C0CD-40FE-948B-24577ECF45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1570" y="1900558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58BE1FBD-BD76-4204-B61E-8B9C54F6EA50}"/>
                  </a:ext>
                </a:extLst>
              </p:cNvPr>
              <p:cNvSpPr/>
              <p:nvPr/>
            </p:nvSpPr>
            <p:spPr>
              <a:xfrm>
                <a:off x="5673993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58BE1FBD-BD76-4204-B61E-8B9C54F6EA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3993" y="1900558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E507EE4-022B-498B-A844-A66CBA3EB25E}"/>
                  </a:ext>
                </a:extLst>
              </p:cNvPr>
              <p:cNvSpPr/>
              <p:nvPr/>
            </p:nvSpPr>
            <p:spPr>
              <a:xfrm>
                <a:off x="7256416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E507EE4-022B-498B-A844-A66CBA3EB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56416" y="1900558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5BF814-CDA8-45C2-B806-3245D594B7A4}"/>
                  </a:ext>
                </a:extLst>
              </p:cNvPr>
              <p:cNvSpPr/>
              <p:nvPr/>
            </p:nvSpPr>
            <p:spPr>
              <a:xfrm>
                <a:off x="8838839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5BF814-CDA8-45C2-B806-3245D594B7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8839" y="1900558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ACA4D14-2783-4266-B46E-F57E65DEA21E}"/>
                  </a:ext>
                </a:extLst>
              </p:cNvPr>
              <p:cNvSpPr/>
              <p:nvPr/>
            </p:nvSpPr>
            <p:spPr>
              <a:xfrm>
                <a:off x="10421262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ACA4D14-2783-4266-B46E-F57E65DEA2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1262" y="190055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BA89742-B01E-43BC-BF67-78B93DBF2033}"/>
                  </a:ext>
                </a:extLst>
              </p:cNvPr>
              <p:cNvSpPr/>
              <p:nvPr/>
            </p:nvSpPr>
            <p:spPr>
              <a:xfrm>
                <a:off x="4434420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BA89742-B01E-43BC-BF67-78B93DBF2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4420" y="2490956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1A7BF7A-56B0-4BC3-818E-B647BB32DD2E}"/>
                  </a:ext>
                </a:extLst>
              </p:cNvPr>
              <p:cNvSpPr/>
              <p:nvPr/>
            </p:nvSpPr>
            <p:spPr>
              <a:xfrm>
                <a:off x="6016843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1A7BF7A-56B0-4BC3-818E-B647BB32DD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6843" y="2490956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FBF0402D-2605-4236-BE3C-8A7A87D0AC30}"/>
                  </a:ext>
                </a:extLst>
              </p:cNvPr>
              <p:cNvSpPr/>
              <p:nvPr/>
            </p:nvSpPr>
            <p:spPr>
              <a:xfrm>
                <a:off x="7599266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FBF0402D-2605-4236-BE3C-8A7A87D0AC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9266" y="2490956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E056C24-2B16-4E44-A76F-D0FF01CC128E}"/>
                  </a:ext>
                </a:extLst>
              </p:cNvPr>
              <p:cNvSpPr/>
              <p:nvPr/>
            </p:nvSpPr>
            <p:spPr>
              <a:xfrm>
                <a:off x="9181689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E056C24-2B16-4E44-A76F-D0FF01CC12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1689" y="2490956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C96AC69-2FD0-4F82-8D09-E7D673C73BBA}"/>
                  </a:ext>
                </a:extLst>
              </p:cNvPr>
              <p:cNvSpPr/>
              <p:nvPr/>
            </p:nvSpPr>
            <p:spPr>
              <a:xfrm>
                <a:off x="10764112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C96AC69-2FD0-4F82-8D09-E7D673C73B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64112" y="2490956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B33D9C-ABA5-4616-BB53-25302BC3663B}"/>
                  </a:ext>
                </a:extLst>
              </p:cNvPr>
              <p:cNvSpPr txBox="1"/>
              <p:nvPr/>
            </p:nvSpPr>
            <p:spPr>
              <a:xfrm>
                <a:off x="1594215" y="4186079"/>
                <a:ext cx="4079777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B33D9C-ABA5-4616-BB53-25302BC366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186079"/>
                <a:ext cx="4079777" cy="11340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C18FA311-4929-4ACB-8EC3-E14EA0DCA494}"/>
              </a:ext>
            </a:extLst>
          </p:cNvPr>
          <p:cNvSpPr txBox="1"/>
          <p:nvPr/>
        </p:nvSpPr>
        <p:spPr>
          <a:xfrm>
            <a:off x="1594216" y="3383813"/>
            <a:ext cx="47875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to calculate median is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C9FD8E8-7742-4B4E-81C1-7477119CBAB4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538349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6" grpId="0"/>
      <p:bldP spid="17" grpId="0"/>
      <p:bldP spid="18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75A054B5-D511-482E-B79E-203519EAAA2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34721065"/>
                  </p:ext>
                </p:extLst>
              </p:nvPr>
            </p:nvGraphicFramePr>
            <p:xfrm>
              <a:off x="3308974" y="862525"/>
              <a:ext cx="1432909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2909">
                      <a:extLst>
                        <a:ext uri="{9D8B030D-6E8A-4147-A177-3AD203B41FA5}">
                          <a16:colId xmlns:a16="http://schemas.microsoft.com/office/drawing/2014/main" val="1678336434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864126675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6197185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8147170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800012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493695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25055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75A054B5-D511-482E-B79E-203519EAAA2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34721065"/>
                  </p:ext>
                </p:extLst>
              </p:nvPr>
            </p:nvGraphicFramePr>
            <p:xfrm>
              <a:off x="3308974" y="862525"/>
              <a:ext cx="1432909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2909">
                      <a:extLst>
                        <a:ext uri="{9D8B030D-6E8A-4147-A177-3AD203B41FA5}">
                          <a16:colId xmlns:a16="http://schemas.microsoft.com/office/drawing/2014/main" val="1678336434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24" t="-2105" r="-1271" b="-50105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864126675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6197185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8147170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800012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493695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250559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59349147"/>
                  </p:ext>
                </p:extLst>
              </p:nvPr>
            </p:nvGraphicFramePr>
            <p:xfrm>
              <a:off x="113522" y="862525"/>
              <a:ext cx="3194338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1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9318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59349147"/>
                  </p:ext>
                </p:extLst>
              </p:nvPr>
            </p:nvGraphicFramePr>
            <p:xfrm>
              <a:off x="113522" y="862525"/>
              <a:ext cx="3194338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1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9318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80" t="-2105" r="-100760" b="-50105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00763" t="-2105" r="-1145" b="-50105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/>
              <p:nvPr/>
            </p:nvSpPr>
            <p:spPr>
              <a:xfrm>
                <a:off x="213967" y="145877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67" y="1458772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/>
              <p:nvPr/>
            </p:nvSpPr>
            <p:spPr>
              <a:xfrm>
                <a:off x="213967" y="2043300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67" y="2043300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/>
              <p:nvPr/>
            </p:nvSpPr>
            <p:spPr>
              <a:xfrm>
                <a:off x="213967" y="26183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67" y="2618303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/>
              <p:nvPr/>
            </p:nvSpPr>
            <p:spPr>
              <a:xfrm>
                <a:off x="213967" y="319330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67" y="3193306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1FDF9B-E854-8B83-0151-1E55250D08AA}"/>
                  </a:ext>
                </a:extLst>
              </p:cNvPr>
              <p:cNvSpPr/>
              <p:nvPr/>
            </p:nvSpPr>
            <p:spPr>
              <a:xfrm>
                <a:off x="213967" y="3774334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1FDF9B-E854-8B83-0151-1E55250D08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67" y="3774334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/>
              <p:nvPr/>
            </p:nvSpPr>
            <p:spPr>
              <a:xfrm>
                <a:off x="2128840" y="145877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840" y="1458772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/>
              <p:nvPr/>
            </p:nvSpPr>
            <p:spPr>
              <a:xfrm>
                <a:off x="2128840" y="2038300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840" y="2038300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/>
              <p:nvPr/>
            </p:nvSpPr>
            <p:spPr>
              <a:xfrm>
                <a:off x="2128840" y="262533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840" y="2625336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/>
              <p:nvPr/>
            </p:nvSpPr>
            <p:spPr>
              <a:xfrm>
                <a:off x="2128840" y="321237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840" y="3212372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/>
              <p:nvPr/>
            </p:nvSpPr>
            <p:spPr>
              <a:xfrm>
                <a:off x="2128840" y="377433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840" y="3774334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/>
              <p:nvPr/>
            </p:nvSpPr>
            <p:spPr>
              <a:xfrm>
                <a:off x="3677210" y="146264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7210" y="1462642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/>
              <p:nvPr/>
            </p:nvSpPr>
            <p:spPr>
              <a:xfrm>
                <a:off x="3677210" y="2040565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7210" y="2040565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/>
              <p:nvPr/>
            </p:nvSpPr>
            <p:spPr>
              <a:xfrm>
                <a:off x="3677210" y="2618488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7210" y="2618488"/>
                <a:ext cx="75430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/>
              <p:nvPr/>
            </p:nvSpPr>
            <p:spPr>
              <a:xfrm>
                <a:off x="3677210" y="3196411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7210" y="3196411"/>
                <a:ext cx="754301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/>
              <p:nvPr/>
            </p:nvSpPr>
            <p:spPr>
              <a:xfrm>
                <a:off x="3677210" y="377433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7210" y="3774334"/>
                <a:ext cx="754301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B028B0E-5E1A-2F3C-C898-3C3FE2FA3BDE}"/>
                  </a:ext>
                </a:extLst>
              </p:cNvPr>
              <p:cNvSpPr txBox="1"/>
              <p:nvPr/>
            </p:nvSpPr>
            <p:spPr>
              <a:xfrm>
                <a:off x="7817759" y="887920"/>
                <a:ext cx="39849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B028B0E-5E1A-2F3C-C898-3C3FE2FA3B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7759" y="887920"/>
                <a:ext cx="3984954" cy="113409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F0EF25-F759-AC75-6711-1AEDB57DD82B}"/>
                  </a:ext>
                </a:extLst>
              </p:cNvPr>
              <p:cNvSpPr txBox="1"/>
              <p:nvPr/>
            </p:nvSpPr>
            <p:spPr>
              <a:xfrm>
                <a:off x="7817759" y="2729058"/>
                <a:ext cx="8604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F0EF25-F759-AC75-6711-1AEDB57DD8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7759" y="2729058"/>
                <a:ext cx="860405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5AA19A-6B17-B9FF-B961-514B0F32B6AE}"/>
                  </a:ext>
                </a:extLst>
              </p:cNvPr>
              <p:cNvSpPr txBox="1"/>
              <p:nvPr/>
            </p:nvSpPr>
            <p:spPr>
              <a:xfrm>
                <a:off x="7817759" y="4031291"/>
                <a:ext cx="15365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5AA19A-6B17-B9FF-B961-514B0F32B6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7759" y="4031291"/>
                <a:ext cx="153659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93A0A6E-36B7-EF2C-BBFC-C7676598F5A2}"/>
              </a:ext>
            </a:extLst>
          </p:cNvPr>
          <p:cNvSpPr/>
          <p:nvPr/>
        </p:nvSpPr>
        <p:spPr>
          <a:xfrm>
            <a:off x="255082" y="2057350"/>
            <a:ext cx="1338698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24D2F00-D8AB-B6BD-E8C9-DF99DD7FAAC8}"/>
                  </a:ext>
                </a:extLst>
              </p:cNvPr>
              <p:cNvSpPr txBox="1"/>
              <p:nvPr/>
            </p:nvSpPr>
            <p:spPr>
              <a:xfrm>
                <a:off x="7442151" y="4046118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24D2F00-D8AB-B6BD-E8C9-DF99DD7FAA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2151" y="4046118"/>
                <a:ext cx="506235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B78596-FD87-6BDA-F4BE-B49D7A0603A0}"/>
                  </a:ext>
                </a:extLst>
              </p:cNvPr>
              <p:cNvSpPr txBox="1"/>
              <p:nvPr/>
            </p:nvSpPr>
            <p:spPr>
              <a:xfrm>
                <a:off x="3850799" y="5943781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B78596-FD87-6BDA-F4BE-B49D7A0603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50799" y="5943781"/>
                <a:ext cx="428332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678077D-760B-C84F-CBC1-76FB8356A67E}"/>
                  </a:ext>
                </a:extLst>
              </p:cNvPr>
              <p:cNvSpPr txBox="1"/>
              <p:nvPr/>
            </p:nvSpPr>
            <p:spPr>
              <a:xfrm>
                <a:off x="2304986" y="5943781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678077D-760B-C84F-CBC1-76FB8356A6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4986" y="5943781"/>
                <a:ext cx="416584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46D64F9-B0B2-3657-7C52-8F785D010AC1}"/>
                  </a:ext>
                </a:extLst>
              </p:cNvPr>
              <p:cNvSpPr txBox="1"/>
              <p:nvPr/>
            </p:nvSpPr>
            <p:spPr>
              <a:xfrm>
                <a:off x="7447947" y="272559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46D64F9-B0B2-3657-7C52-8F785D010A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7947" y="2725596"/>
                <a:ext cx="506235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B7F36536-AEE8-ABD6-75F7-F5553C072793}"/>
              </a:ext>
            </a:extLst>
          </p:cNvPr>
          <p:cNvCxnSpPr>
            <a:cxnSpLocks/>
          </p:cNvCxnSpPr>
          <p:nvPr/>
        </p:nvCxnSpPr>
        <p:spPr>
          <a:xfrm>
            <a:off x="7442151" y="790034"/>
            <a:ext cx="0" cy="5675747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57E785E-A44F-4FF2-96A8-0BF3778A3177}"/>
                  </a:ext>
                </a:extLst>
              </p:cNvPr>
              <p:cNvSpPr/>
              <p:nvPr/>
            </p:nvSpPr>
            <p:spPr>
              <a:xfrm>
                <a:off x="113523" y="4352257"/>
                <a:ext cx="1120194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57E785E-A44F-4FF2-96A8-0BF3778A31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523" y="4352257"/>
                <a:ext cx="1120194" cy="1017209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2DDBE0-6218-49A3-A8C5-8242467F8B26}"/>
                  </a:ext>
                </a:extLst>
              </p:cNvPr>
              <p:cNvSpPr txBox="1"/>
              <p:nvPr/>
            </p:nvSpPr>
            <p:spPr>
              <a:xfrm>
                <a:off x="1704862" y="4554511"/>
                <a:ext cx="1015653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2DDBE0-6218-49A3-A8C5-8242467F8B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4862" y="4554511"/>
                <a:ext cx="1015653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7789AD8-5997-491A-86A7-32850A6536CF}"/>
                  </a:ext>
                </a:extLst>
              </p:cNvPr>
              <p:cNvSpPr txBox="1"/>
              <p:nvPr/>
            </p:nvSpPr>
            <p:spPr>
              <a:xfrm>
                <a:off x="1017995" y="4554511"/>
                <a:ext cx="98034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7789AD8-5997-491A-86A7-32850A6536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7995" y="4554511"/>
                <a:ext cx="980347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CA00856-23B3-46EA-B3ED-EDC6C33B8ECA}"/>
                  </a:ext>
                </a:extLst>
              </p:cNvPr>
              <p:cNvSpPr txBox="1"/>
              <p:nvPr/>
            </p:nvSpPr>
            <p:spPr>
              <a:xfrm>
                <a:off x="2929152" y="455451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CA00856-23B3-46EA-B3ED-EDC6C33B8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9152" y="4554511"/>
                <a:ext cx="506235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E1A2A33-8C81-4A07-8469-AE1D6474BCE0}"/>
                  </a:ext>
                </a:extLst>
              </p:cNvPr>
              <p:cNvSpPr txBox="1"/>
              <p:nvPr/>
            </p:nvSpPr>
            <p:spPr>
              <a:xfrm>
                <a:off x="3390765" y="4401775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E1A2A33-8C81-4A07-8469-AE1D6474BC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0765" y="4401775"/>
                <a:ext cx="1577391" cy="8274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TextBox 49">
            <a:extLst>
              <a:ext uri="{FF2B5EF4-FFF2-40B4-BE49-F238E27FC236}">
                <a16:creationId xmlns:a16="http://schemas.microsoft.com/office/drawing/2014/main" id="{BA0BA13B-6D54-4ED0-AE63-9C9735543410}"/>
              </a:ext>
            </a:extLst>
          </p:cNvPr>
          <p:cNvSpPr txBox="1"/>
          <p:nvPr/>
        </p:nvSpPr>
        <p:spPr>
          <a:xfrm>
            <a:off x="113522" y="5310110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B45464-B036-4616-8A56-6EF4CB394E18}"/>
                  </a:ext>
                </a:extLst>
              </p:cNvPr>
              <p:cNvSpPr txBox="1"/>
              <p:nvPr/>
            </p:nvSpPr>
            <p:spPr>
              <a:xfrm>
                <a:off x="2215353" y="5310110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B45464-B036-4616-8A56-6EF4CB394E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5353" y="5310110"/>
                <a:ext cx="162311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1FE6BC-17BE-45A3-BC20-54ABE09F3EBC}"/>
                  </a:ext>
                </a:extLst>
              </p:cNvPr>
              <p:cNvSpPr txBox="1"/>
              <p:nvPr/>
            </p:nvSpPr>
            <p:spPr>
              <a:xfrm>
                <a:off x="3619158" y="531011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1FE6BC-17BE-45A3-BC20-54ABE09F3E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9158" y="5310110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3EF9ABC-321C-4997-B904-FA1649F259BD}"/>
                  </a:ext>
                </a:extLst>
              </p:cNvPr>
              <p:cNvSpPr txBox="1"/>
              <p:nvPr/>
            </p:nvSpPr>
            <p:spPr>
              <a:xfrm>
                <a:off x="4105543" y="5304121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3EF9ABC-321C-4997-B904-FA1649F259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5543" y="5304121"/>
                <a:ext cx="1467946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D79ECB3-39E7-4B5E-816C-84D5DFAF5E0F}"/>
                  </a:ext>
                </a:extLst>
              </p:cNvPr>
              <p:cNvSpPr txBox="1"/>
              <p:nvPr/>
            </p:nvSpPr>
            <p:spPr>
              <a:xfrm>
                <a:off x="2614130" y="5943781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D79ECB3-39E7-4B5E-816C-84D5DFAF5E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4130" y="5943781"/>
                <a:ext cx="1068477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9BA98F1-B498-4344-8D28-16CEE4250148}"/>
                  </a:ext>
                </a:extLst>
              </p:cNvPr>
              <p:cNvSpPr txBox="1"/>
              <p:nvPr/>
            </p:nvSpPr>
            <p:spPr>
              <a:xfrm>
                <a:off x="4144381" y="5943781"/>
                <a:ext cx="10256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9BA98F1-B498-4344-8D28-16CEE4250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4381" y="5943781"/>
                <a:ext cx="1025642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: Diagonal Corners Rounded 14">
            <a:extLst>
              <a:ext uri="{FF2B5EF4-FFF2-40B4-BE49-F238E27FC236}">
                <a16:creationId xmlns:a16="http://schemas.microsoft.com/office/drawing/2014/main" id="{931A3E84-C32F-4132-B70C-DD3E51D07410}"/>
              </a:ext>
            </a:extLst>
          </p:cNvPr>
          <p:cNvSpPr/>
          <p:nvPr/>
        </p:nvSpPr>
        <p:spPr>
          <a:xfrm>
            <a:off x="2128840" y="210074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C741094-64B0-4A67-B6E8-D8AB9FA97548}"/>
                  </a:ext>
                </a:extLst>
              </p:cNvPr>
              <p:cNvSpPr txBox="1"/>
              <p:nvPr/>
            </p:nvSpPr>
            <p:spPr>
              <a:xfrm>
                <a:off x="7817759" y="6049896"/>
                <a:ext cx="25030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C741094-64B0-4A67-B6E8-D8AB9FA97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7759" y="6049896"/>
                <a:ext cx="2503060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512AEC4-AD19-4D6D-872B-BE1D2E7DC1C1}"/>
                  </a:ext>
                </a:extLst>
              </p:cNvPr>
              <p:cNvSpPr txBox="1"/>
              <p:nvPr/>
            </p:nvSpPr>
            <p:spPr>
              <a:xfrm>
                <a:off x="7442151" y="605050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512AEC4-AD19-4D6D-872B-BE1D2E7DC1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2151" y="6050506"/>
                <a:ext cx="506235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Diagonal Corners Rounded 59">
            <a:extLst>
              <a:ext uri="{FF2B5EF4-FFF2-40B4-BE49-F238E27FC236}">
                <a16:creationId xmlns:a16="http://schemas.microsoft.com/office/drawing/2014/main" id="{D22E387B-4819-4910-A60C-1BDFBB079DE0}"/>
              </a:ext>
            </a:extLst>
          </p:cNvPr>
          <p:cNvSpPr/>
          <p:nvPr/>
        </p:nvSpPr>
        <p:spPr>
          <a:xfrm>
            <a:off x="3671184" y="1521033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ACD06D2-0442-4056-A0C5-A3CB437B6AF4}"/>
                  </a:ext>
                </a:extLst>
              </p:cNvPr>
              <p:cNvSpPr txBox="1"/>
              <p:nvPr/>
            </p:nvSpPr>
            <p:spPr>
              <a:xfrm>
                <a:off x="5228748" y="5942561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ACD06D2-0442-4056-A0C5-A3CB437B6A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748" y="5942561"/>
                <a:ext cx="1315968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F7CEA341-DC5C-4999-9025-7BAC4B692BB0}"/>
              </a:ext>
            </a:extLst>
          </p:cNvPr>
          <p:cNvSpPr/>
          <p:nvPr/>
        </p:nvSpPr>
        <p:spPr>
          <a:xfrm>
            <a:off x="3390765" y="4399389"/>
            <a:ext cx="1366606" cy="82747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D3C2DF99-F02A-4A4A-96CC-B80832111634}"/>
              </a:ext>
            </a:extLst>
          </p:cNvPr>
          <p:cNvSpPr/>
          <p:nvPr/>
        </p:nvSpPr>
        <p:spPr>
          <a:xfrm>
            <a:off x="3682671" y="2100369"/>
            <a:ext cx="754301" cy="407861"/>
          </a:xfrm>
          <a:prstGeom prst="roundRect">
            <a:avLst/>
          </a:prstGeom>
          <a:noFill/>
          <a:ln w="38100">
            <a:solidFill>
              <a:srgbClr val="B1444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A70DCCE-939B-4415-9E3C-E662C24E5D05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" name="Right Brace 2">
            <a:extLst>
              <a:ext uri="{FF2B5EF4-FFF2-40B4-BE49-F238E27FC236}">
                <a16:creationId xmlns:a16="http://schemas.microsoft.com/office/drawing/2014/main" id="{A79313E8-3A69-42CC-9B0E-0CFC70B716B5}"/>
              </a:ext>
            </a:extLst>
          </p:cNvPr>
          <p:cNvSpPr/>
          <p:nvPr/>
        </p:nvSpPr>
        <p:spPr>
          <a:xfrm>
            <a:off x="4841214" y="2022013"/>
            <a:ext cx="216457" cy="2304887"/>
          </a:xfrm>
          <a:prstGeom prst="rightBrace">
            <a:avLst>
              <a:gd name="adj1" fmla="val 97005"/>
              <a:gd name="adj2" fmla="val 50000"/>
            </a:avLst>
          </a:prstGeom>
          <a:noFill/>
          <a:ln w="38100" cap="rnd">
            <a:solidFill>
              <a:srgbClr val="B14440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l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6D931401-1873-467B-9C42-D78EFCE622C0}"/>
                  </a:ext>
                </a:extLst>
              </p:cNvPr>
              <p:cNvSpPr txBox="1"/>
              <p:nvPr/>
            </p:nvSpPr>
            <p:spPr>
              <a:xfrm>
                <a:off x="5145418" y="2803929"/>
                <a:ext cx="1519854" cy="77508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cf</m:t>
                      </m:r>
                      <m:r>
                        <a:rPr lang="en-IN" sz="2600" b="0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f>
                        <m:fPr>
                          <m:ctrlPr>
                            <a:rPr lang="en-IN" sz="2600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600" b="0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600" b="0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6D931401-1873-467B-9C42-D78EFCE622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5418" y="2803929"/>
                <a:ext cx="1519854" cy="775084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7798F68-33C9-462E-8AA0-69CD1D791AC7}"/>
                  </a:ext>
                </a:extLst>
              </p:cNvPr>
              <p:cNvSpPr txBox="1"/>
              <p:nvPr/>
            </p:nvSpPr>
            <p:spPr>
              <a:xfrm>
                <a:off x="4941050" y="1978685"/>
                <a:ext cx="2686239" cy="6882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IN" sz="2600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2600" b="0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min</m:t>
                          </m:r>
                        </m:fName>
                        <m:e>
                          <m:d>
                            <m:dPr>
                              <m:begChr m:val="{"/>
                              <m:endChr m:val="}"/>
                              <m:ctrlPr>
                                <a:rPr lang="en-IN" sz="2600" i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600" b="0" i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cf</m:t>
                              </m:r>
                              <m:r>
                                <a:rPr lang="en-IN" sz="2600" b="0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600" b="0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cf</m:t>
                              </m:r>
                              <m:r>
                                <a:rPr lang="en-IN" sz="2600" b="0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≥</m:t>
                              </m:r>
                              <m:f>
                                <m:fPr>
                                  <m:ctrlPr>
                                    <a:rPr lang="en-IN" sz="2600" i="1" dirty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IN" sz="2600" b="0" i="1" dirty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IN" sz="2600" b="0" dirty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600" b="0" i="1" dirty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IN" sz="2600" b="0" dirty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IN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7798F68-33C9-462E-8AA0-69CD1D791A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1050" y="1978685"/>
                <a:ext cx="2686239" cy="688202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095AA23-863E-4FAC-A7F7-B0D80B78E14A}"/>
              </a:ext>
            </a:extLst>
          </p:cNvPr>
          <p:cNvCxnSpPr>
            <a:cxnSpLocks/>
            <a:stCxn id="62" idx="1"/>
          </p:cNvCxnSpPr>
          <p:nvPr/>
        </p:nvCxnSpPr>
        <p:spPr>
          <a:xfrm flipH="1">
            <a:off x="4531663" y="2322786"/>
            <a:ext cx="409387" cy="0"/>
          </a:xfrm>
          <a:prstGeom prst="straightConnector1">
            <a:avLst/>
          </a:prstGeom>
          <a:ln w="38100">
            <a:solidFill>
              <a:srgbClr val="FF0000"/>
            </a:solidFill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564B3-29A7-458E-9087-E491CEB36ED4}"/>
                  </a:ext>
                </a:extLst>
              </p:cNvPr>
              <p:cNvSpPr txBox="1"/>
              <p:nvPr/>
            </p:nvSpPr>
            <p:spPr>
              <a:xfrm>
                <a:off x="9033577" y="2470169"/>
                <a:ext cx="2232528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25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16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564B3-29A7-458E-9087-E491CEB36E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3577" y="2470169"/>
                <a:ext cx="2232528" cy="925703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83A8592-996F-4B08-9E63-43D3CA4C906D}"/>
                  </a:ext>
                </a:extLst>
              </p:cNvPr>
              <p:cNvSpPr txBox="1"/>
              <p:nvPr/>
            </p:nvSpPr>
            <p:spPr>
              <a:xfrm>
                <a:off x="11249665" y="2725596"/>
                <a:ext cx="111626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83A8592-996F-4B08-9E63-43D3CA4C90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49665" y="2725596"/>
                <a:ext cx="1116264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ECEF9A8-7210-4E78-8E77-C6E4F71E8BAC}"/>
                  </a:ext>
                </a:extLst>
              </p:cNvPr>
              <p:cNvSpPr txBox="1"/>
              <p:nvPr/>
            </p:nvSpPr>
            <p:spPr>
              <a:xfrm>
                <a:off x="9038539" y="3787735"/>
                <a:ext cx="1601405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ECEF9A8-7210-4E78-8E77-C6E4F71E8B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8539" y="3787735"/>
                <a:ext cx="1601405" cy="907749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A0F7428A-E1FD-4933-8704-5D6B6A96DDE4}"/>
              </a:ext>
            </a:extLst>
          </p:cNvPr>
          <p:cNvCxnSpPr>
            <a:cxnSpLocks/>
          </p:cNvCxnSpPr>
          <p:nvPr/>
        </p:nvCxnSpPr>
        <p:spPr>
          <a:xfrm flipH="1">
            <a:off x="11603118" y="2886336"/>
            <a:ext cx="538566" cy="22814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D88A9B5-0661-4656-B17F-FF9843D98440}"/>
                  </a:ext>
                </a:extLst>
              </p:cNvPr>
              <p:cNvSpPr txBox="1"/>
              <p:nvPr/>
            </p:nvSpPr>
            <p:spPr>
              <a:xfrm>
                <a:off x="10427384" y="3223026"/>
                <a:ext cx="4171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𝟔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D88A9B5-0661-4656-B17F-FF9843D984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7384" y="3223026"/>
                <a:ext cx="417119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59EF8C-472B-4769-B936-9405264F67C6}"/>
                  </a:ext>
                </a:extLst>
              </p:cNvPr>
              <p:cNvSpPr txBox="1"/>
              <p:nvPr/>
            </p:nvSpPr>
            <p:spPr>
              <a:xfrm>
                <a:off x="11675672" y="2396564"/>
                <a:ext cx="4171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59EF8C-472B-4769-B936-9405264F67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75672" y="2396564"/>
                <a:ext cx="417119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75A3A9E-4A26-4393-BF13-494CB2C65EA5}"/>
                  </a:ext>
                </a:extLst>
              </p:cNvPr>
              <p:cNvSpPr txBox="1"/>
              <p:nvPr/>
            </p:nvSpPr>
            <p:spPr>
              <a:xfrm>
                <a:off x="7817759" y="4939040"/>
                <a:ext cx="298835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15 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75A3A9E-4A26-4393-BF13-494CB2C65E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7759" y="4939040"/>
                <a:ext cx="2988350" cy="907749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B9332D4-DF22-41BA-BCA2-9C83F39344BE}"/>
                  </a:ext>
                </a:extLst>
              </p:cNvPr>
              <p:cNvSpPr txBox="1"/>
              <p:nvPr/>
            </p:nvSpPr>
            <p:spPr>
              <a:xfrm>
                <a:off x="7442150" y="514113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B9332D4-DF22-41BA-BCA2-9C83F39344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2150" y="5141130"/>
                <a:ext cx="506235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536EACA-41E0-4F8B-B3A0-8FC0E39192F6}"/>
                  </a:ext>
                </a:extLst>
              </p:cNvPr>
              <p:cNvSpPr txBox="1"/>
              <p:nvPr/>
            </p:nvSpPr>
            <p:spPr>
              <a:xfrm>
                <a:off x="8588012" y="2729058"/>
                <a:ext cx="6412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536EACA-41E0-4F8B-B3A0-8FC0E39192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8012" y="2729058"/>
                <a:ext cx="641292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2C0617-2197-48B5-AB4F-31A14CE3EB84}"/>
                  </a:ext>
                </a:extLst>
              </p:cNvPr>
              <p:cNvSpPr txBox="1"/>
              <p:nvPr/>
            </p:nvSpPr>
            <p:spPr>
              <a:xfrm>
                <a:off x="9674869" y="2463376"/>
                <a:ext cx="563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2C0617-2197-48B5-AB4F-31A14CE3EB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74869" y="2463376"/>
                <a:ext cx="563968" cy="52322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094061D-8AC8-423A-966D-FB3B4F26709A}"/>
                  </a:ext>
                </a:extLst>
              </p:cNvPr>
              <p:cNvSpPr txBox="1"/>
              <p:nvPr/>
            </p:nvSpPr>
            <p:spPr>
              <a:xfrm>
                <a:off x="10506485" y="2463376"/>
                <a:ext cx="563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094061D-8AC8-423A-966D-FB3B4F2670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06485" y="2463376"/>
                <a:ext cx="563968" cy="52322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5A35992C-CEA5-4778-AC31-BF70B3F45EC7}"/>
                  </a:ext>
                </a:extLst>
              </p:cNvPr>
              <p:cNvSpPr txBox="1"/>
              <p:nvPr/>
            </p:nvSpPr>
            <p:spPr>
              <a:xfrm>
                <a:off x="10016121" y="2971535"/>
                <a:ext cx="563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5A35992C-CEA5-4778-AC31-BF70B3F45E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6121" y="2971535"/>
                <a:ext cx="563968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D9225A30-AFCA-4FB7-96E4-D95E19F77E52}"/>
              </a:ext>
            </a:extLst>
          </p:cNvPr>
          <p:cNvCxnSpPr>
            <a:cxnSpLocks/>
          </p:cNvCxnSpPr>
          <p:nvPr/>
        </p:nvCxnSpPr>
        <p:spPr>
          <a:xfrm flipH="1">
            <a:off x="10025016" y="3126239"/>
            <a:ext cx="538566" cy="22814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30897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13" grpId="0"/>
      <p:bldP spid="14" grpId="0"/>
      <p:bldP spid="16" grpId="0" animBg="1"/>
      <p:bldP spid="20" grpId="0"/>
      <p:bldP spid="24" grpId="0"/>
      <p:bldP spid="25" grpId="0"/>
      <p:bldP spid="22" grpId="0"/>
      <p:bldP spid="38" grpId="0"/>
      <p:bldP spid="45" grpId="0"/>
      <p:bldP spid="46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15" grpId="0" animBg="1"/>
      <p:bldP spid="58" grpId="0"/>
      <p:bldP spid="59" grpId="0"/>
      <p:bldP spid="60" grpId="0" animBg="1"/>
      <p:bldP spid="61" grpId="0"/>
      <p:bldP spid="44" grpId="0" animBg="1"/>
      <p:bldP spid="44" grpId="1" animBg="1"/>
      <p:bldP spid="47" grpId="0" animBg="1"/>
      <p:bldP spid="47" grpId="1" animBg="1"/>
      <p:bldP spid="3" grpId="0" animBg="1"/>
      <p:bldP spid="3" grpId="1" animBg="1"/>
      <p:bldP spid="57" grpId="0"/>
      <p:bldP spid="57" grpId="1"/>
      <p:bldP spid="62" grpId="0"/>
      <p:bldP spid="62" grpId="1"/>
      <p:bldP spid="63" grpId="0"/>
      <p:bldP spid="64" grpId="0"/>
      <p:bldP spid="65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95507"/>
                <a:ext cx="11930400" cy="210427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median of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 observations (following data) is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28.5</m:t>
                    </m:r>
                  </m:oMath>
                </a14:m>
                <a:r>
                  <a:rPr lang="en-US" dirty="0"/>
                  <a:t>.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95507"/>
                <a:ext cx="11930400" cy="2104278"/>
              </a:xfrm>
              <a:prstGeom prst="rect">
                <a:avLst/>
              </a:prstGeom>
              <a:blipFill>
                <a:blip r:embed="rId3"/>
                <a:stretch>
                  <a:fillRect l="-1021" t="-87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311923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364185"/>
              </p:ext>
            </p:extLst>
          </p:nvPr>
        </p:nvGraphicFramePr>
        <p:xfrm>
          <a:off x="249392" y="1651847"/>
          <a:ext cx="11693218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614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78C062A-9176-4C6F-A5FB-0F45BC9BC172}"/>
              </a:ext>
            </a:extLst>
          </p:cNvPr>
          <p:cNvSpPr txBox="1"/>
          <p:nvPr/>
        </p:nvSpPr>
        <p:spPr>
          <a:xfrm>
            <a:off x="1593840" y="3115162"/>
            <a:ext cx="209965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45CA87-C5FC-40C9-AD76-D9C624F23CA5}"/>
                  </a:ext>
                </a:extLst>
              </p:cNvPr>
              <p:cNvSpPr txBox="1"/>
              <p:nvPr/>
            </p:nvSpPr>
            <p:spPr>
              <a:xfrm>
                <a:off x="1593840" y="3944620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45CA87-C5FC-40C9-AD76-D9C624F23C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840" y="3944620"/>
                <a:ext cx="17894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72CE99B-ADDA-4620-B450-604054092ECC}"/>
                  </a:ext>
                </a:extLst>
              </p:cNvPr>
              <p:cNvSpPr txBox="1"/>
              <p:nvPr/>
            </p:nvSpPr>
            <p:spPr>
              <a:xfrm>
                <a:off x="4587240" y="3916354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72CE99B-ADDA-4620-B450-604054092E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7240" y="3916354"/>
                <a:ext cx="178944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952BD25-3BE6-4AFE-95F2-D01311EC8A96}"/>
                  </a:ext>
                </a:extLst>
              </p:cNvPr>
              <p:cNvSpPr txBox="1"/>
              <p:nvPr/>
            </p:nvSpPr>
            <p:spPr>
              <a:xfrm>
                <a:off x="3693492" y="3638382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952BD25-3BE6-4AFE-95F2-D01311EC8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492" y="3638382"/>
                <a:ext cx="1122348" cy="113569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CCCDC49-685E-40AB-816B-C6AE5DAB7C15}"/>
                  </a:ext>
                </a:extLst>
              </p:cNvPr>
              <p:cNvSpPr txBox="1"/>
              <p:nvPr/>
            </p:nvSpPr>
            <p:spPr>
              <a:xfrm>
                <a:off x="1594216" y="5412675"/>
                <a:ext cx="39373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CCCDC49-685E-40AB-816B-C6AE5DAB7C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12675"/>
                <a:ext cx="3937354" cy="113409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B21859A8-CAD8-4A0C-A503-10C259795F40}"/>
              </a:ext>
            </a:extLst>
          </p:cNvPr>
          <p:cNvSpPr txBox="1"/>
          <p:nvPr/>
        </p:nvSpPr>
        <p:spPr>
          <a:xfrm>
            <a:off x="1594216" y="4816561"/>
            <a:ext cx="47875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to calculate median is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DB4F506-584F-4C52-A20E-60A1BAA891C2}"/>
                  </a:ext>
                </a:extLst>
              </p:cNvPr>
              <p:cNvSpPr/>
              <p:nvPr/>
            </p:nvSpPr>
            <p:spPr>
              <a:xfrm>
                <a:off x="2936726" y="16879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DB4F506-584F-4C52-A20E-60A1BAA89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726" y="1687982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12046CE-F352-43ED-A880-739C4478BFD5}"/>
                  </a:ext>
                </a:extLst>
              </p:cNvPr>
              <p:cNvSpPr/>
              <p:nvPr/>
            </p:nvSpPr>
            <p:spPr>
              <a:xfrm>
                <a:off x="4443736" y="16879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12046CE-F352-43ED-A880-739C4478BF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3736" y="168798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433AFC7-914D-42C9-8778-347901506447}"/>
                  </a:ext>
                </a:extLst>
              </p:cNvPr>
              <p:cNvSpPr/>
              <p:nvPr/>
            </p:nvSpPr>
            <p:spPr>
              <a:xfrm>
                <a:off x="5950746" y="16879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433AFC7-914D-42C9-8778-3479015064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746" y="1687982"/>
                <a:ext cx="144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FC48A50-3ABC-4AB8-9276-73FACBDBAC79}"/>
                  </a:ext>
                </a:extLst>
              </p:cNvPr>
              <p:cNvSpPr/>
              <p:nvPr/>
            </p:nvSpPr>
            <p:spPr>
              <a:xfrm>
                <a:off x="7457756" y="16879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FC48A50-3ABC-4AB8-9276-73FACBDBAC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756" y="1687982"/>
                <a:ext cx="144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F61C46B-A778-4442-8C3A-6098763BA7C3}"/>
                  </a:ext>
                </a:extLst>
              </p:cNvPr>
              <p:cNvSpPr/>
              <p:nvPr/>
            </p:nvSpPr>
            <p:spPr>
              <a:xfrm>
                <a:off x="3279575" y="22558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F61C46B-A778-4442-8C3A-6098763BA7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9575" y="2255812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457AB59-E6A1-4173-B90B-CB39A9A1C1B8}"/>
                  </a:ext>
                </a:extLst>
              </p:cNvPr>
              <p:cNvSpPr/>
              <p:nvPr/>
            </p:nvSpPr>
            <p:spPr>
              <a:xfrm>
                <a:off x="4786585" y="22558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457AB59-E6A1-4173-B90B-CB39A9A1C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6585" y="2255812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A839A9E-A423-4CD2-B4CA-C4CC811793C1}"/>
                  </a:ext>
                </a:extLst>
              </p:cNvPr>
              <p:cNvSpPr/>
              <p:nvPr/>
            </p:nvSpPr>
            <p:spPr>
              <a:xfrm>
                <a:off x="6293595" y="22558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A839A9E-A423-4CD2-B4CA-C4CC811793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3595" y="2255812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2976610-B5D6-42A1-8B66-02018442C002}"/>
                  </a:ext>
                </a:extLst>
              </p:cNvPr>
              <p:cNvSpPr/>
              <p:nvPr/>
            </p:nvSpPr>
            <p:spPr>
              <a:xfrm>
                <a:off x="7800605" y="22558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2976610-B5D6-42A1-8B66-02018442C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0605" y="2255812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666E883-E62C-4FB9-B923-C539C838F65A}"/>
                  </a:ext>
                </a:extLst>
              </p:cNvPr>
              <p:cNvSpPr/>
              <p:nvPr/>
            </p:nvSpPr>
            <p:spPr>
              <a:xfrm>
                <a:off x="9307615" y="22558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666E883-E62C-4FB9-B923-C539C838F6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7615" y="2255812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7C1EEA1-1397-4E43-A654-F5B912BBFC1B}"/>
                  </a:ext>
                </a:extLst>
              </p:cNvPr>
              <p:cNvSpPr/>
              <p:nvPr/>
            </p:nvSpPr>
            <p:spPr>
              <a:xfrm>
                <a:off x="10814627" y="22558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7C1EEA1-1397-4E43-A654-F5B912BBFC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4627" y="2255812"/>
                <a:ext cx="75430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BF31089-3DAB-42B0-8063-5C98EEE99398}"/>
                  </a:ext>
                </a:extLst>
              </p:cNvPr>
              <p:cNvSpPr/>
              <p:nvPr/>
            </p:nvSpPr>
            <p:spPr>
              <a:xfrm>
                <a:off x="8964766" y="16879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BF31089-3DAB-42B0-8063-5C98EEE993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64766" y="1687982"/>
                <a:ext cx="144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688CC8-2454-47ED-B525-02CE5BECEEA5}"/>
                  </a:ext>
                </a:extLst>
              </p:cNvPr>
              <p:cNvSpPr/>
              <p:nvPr/>
            </p:nvSpPr>
            <p:spPr>
              <a:xfrm>
                <a:off x="10471778" y="16879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688CC8-2454-47ED-B525-02CE5BECEE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1778" y="1687982"/>
                <a:ext cx="144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5303369D-3289-495D-BCAD-B161EFB73794}"/>
              </a:ext>
            </a:extLst>
          </p:cNvPr>
          <p:cNvCxnSpPr/>
          <p:nvPr/>
        </p:nvCxnSpPr>
        <p:spPr>
          <a:xfrm>
            <a:off x="795326" y="1432772"/>
            <a:ext cx="7162800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B72338B2-014A-4F73-8745-0458EE1471EF}"/>
              </a:ext>
            </a:extLst>
          </p:cNvPr>
          <p:cNvSpPr/>
          <p:nvPr/>
        </p:nvSpPr>
        <p:spPr>
          <a:xfrm>
            <a:off x="7117944" y="930275"/>
            <a:ext cx="827482" cy="502497"/>
          </a:xfrm>
          <a:prstGeom prst="roundRect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451A1D91-FA9F-4B7E-8442-C7701E226B7B}"/>
              </a:ext>
            </a:extLst>
          </p:cNvPr>
          <p:cNvSpPr/>
          <p:nvPr/>
        </p:nvSpPr>
        <p:spPr>
          <a:xfrm>
            <a:off x="764768" y="930275"/>
            <a:ext cx="1095213" cy="502497"/>
          </a:xfrm>
          <a:prstGeom prst="roundRect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F2815B82-322F-4E86-9E65-2B0994C1DD08}"/>
              </a:ext>
            </a:extLst>
          </p:cNvPr>
          <p:cNvSpPr/>
          <p:nvPr/>
        </p:nvSpPr>
        <p:spPr>
          <a:xfrm>
            <a:off x="2240123" y="930275"/>
            <a:ext cx="2347117" cy="502497"/>
          </a:xfrm>
          <a:prstGeom prst="roundRect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52A23EA-8BE7-4F3D-B1A9-B8685A84458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966424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/>
      <p:bldP spid="11" grpId="0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628F364-4BE4-46A5-9FC9-E7DA93546B9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80255402"/>
                  </p:ext>
                </p:extLst>
              </p:nvPr>
            </p:nvGraphicFramePr>
            <p:xfrm>
              <a:off x="2952821" y="854421"/>
              <a:ext cx="1971584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71584">
                      <a:extLst>
                        <a:ext uri="{9D8B030D-6E8A-4147-A177-3AD203B41FA5}">
                          <a16:colId xmlns:a16="http://schemas.microsoft.com/office/drawing/2014/main" val="3659775509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142102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22814595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0848484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7453014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0163364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074531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8578689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628F364-4BE4-46A5-9FC9-E7DA93546B9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80255402"/>
                  </p:ext>
                </p:extLst>
              </p:nvPr>
            </p:nvGraphicFramePr>
            <p:xfrm>
              <a:off x="2952821" y="854421"/>
              <a:ext cx="1971584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71584">
                      <a:extLst>
                        <a:ext uri="{9D8B030D-6E8A-4147-A177-3AD203B41FA5}">
                          <a16:colId xmlns:a16="http://schemas.microsoft.com/office/drawing/2014/main" val="3659775509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7" t="-2105" r="-926" b="-6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142102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22814595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0848484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7453014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0163364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074531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8578689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448BA71-2C1E-4911-B260-FE99AEED8C94}"/>
                  </a:ext>
                </a:extLst>
              </p:cNvPr>
              <p:cNvSpPr txBox="1"/>
              <p:nvPr/>
            </p:nvSpPr>
            <p:spPr>
              <a:xfrm>
                <a:off x="133558" y="4945676"/>
                <a:ext cx="8648492" cy="1182710"/>
              </a:xfrm>
              <a:prstGeom prst="rect">
                <a:avLst/>
              </a:prstGeom>
              <a:noFill/>
            </p:spPr>
            <p:txBody>
              <a:bodyPr wrap="square" anchor="ctr">
                <a:noAutofit/>
              </a:bodyPr>
              <a:lstStyle/>
              <a:p>
                <a:pPr algn="just">
                  <a:lnSpc>
                    <a:spcPct val="114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Since</m:t>
                      </m:r>
                      <m:r>
                        <m:rPr>
                          <m:nor/>
                        </m:rPr>
                        <a:rPr lang="en-IN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, </m:t>
                      </m:r>
                      <m:r>
                        <a:rPr lang="en-GB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&amp; 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m:rPr>
                          <m:nor/>
                        </m:rP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400" b="1" i="0" dirty="0" smtClean="0">
                          <a:solidFill>
                            <a:srgbClr val="FF0000"/>
                          </a:solidFill>
                        </a:rPr>
                        <m:t>are</m:t>
                      </m:r>
                      <m:r>
                        <m:rPr>
                          <m:nor/>
                        </m:rPr>
                        <a:rPr lang="en-GB" sz="2400" b="1" dirty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dirty="0">
                          <a:solidFill>
                            <a:srgbClr val="FF0000"/>
                          </a:solidFill>
                        </a:rPr>
                        <m:t>unknown</m:t>
                      </m:r>
                      <m:r>
                        <m:rPr>
                          <m:nor/>
                        </m:rPr>
                        <a:rPr lang="en-IN" sz="2400" b="1" dirty="0">
                          <a:solidFill>
                            <a:srgbClr val="FF0000"/>
                          </a:solidFill>
                        </a:rPr>
                        <m:t>s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4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</m:oMath>
                  </m:oMathPara>
                </a14:m>
                <a:endParaRPr lang="en-IN" sz="2400" b="1" i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  <a:p>
                <a:pPr algn="just">
                  <a:lnSpc>
                    <a:spcPct val="114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median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cannot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be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determined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from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IN" sz="2400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sz="24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𝐜𝐟</m:t>
                          </m:r>
                        </m:e>
                        <m:sub>
                          <m:r>
                            <a:rPr lang="en-IN" sz="24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using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the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value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4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of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GB" sz="2400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num>
                        <m:den>
                          <m:r>
                            <a:rPr lang="en-GB" sz="24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sz="24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GB" sz="24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GB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GB" sz="24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448BA71-2C1E-4911-B260-FE99AEED8C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558" y="4945676"/>
                <a:ext cx="8648492" cy="118271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2.2 ⇝ Example 5 (</a:t>
            </a:r>
            <a:r>
              <a:rPr lang="en-US"/>
              <a:t>Continue</a:t>
            </a:r>
            <a:r>
              <a:rPr lang="en-GB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53557167"/>
                  </p:ext>
                </p:extLst>
              </p:nvPr>
            </p:nvGraphicFramePr>
            <p:xfrm>
              <a:off x="133558" y="856295"/>
              <a:ext cx="2819192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9524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12395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53557167"/>
                  </p:ext>
                </p:extLst>
              </p:nvPr>
            </p:nvGraphicFramePr>
            <p:xfrm>
              <a:off x="133558" y="856295"/>
              <a:ext cx="2819192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9524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12395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358" t="-2105" r="-67384" b="-60105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151351" t="-2105" r="-1622" b="-60105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/>
              <p:nvPr/>
            </p:nvSpPr>
            <p:spPr>
              <a:xfrm>
                <a:off x="269539" y="146038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1460385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/>
              <p:nvPr/>
            </p:nvSpPr>
            <p:spPr>
              <a:xfrm>
                <a:off x="269539" y="203741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2037413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/>
              <p:nvPr/>
            </p:nvSpPr>
            <p:spPr>
              <a:xfrm>
                <a:off x="269539" y="2614441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2614441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/>
              <p:nvPr/>
            </p:nvSpPr>
            <p:spPr>
              <a:xfrm>
                <a:off x="269539" y="319146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3191469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/>
              <p:nvPr/>
            </p:nvSpPr>
            <p:spPr>
              <a:xfrm>
                <a:off x="2002433" y="1458311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2433" y="1458311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/>
              <p:nvPr/>
            </p:nvSpPr>
            <p:spPr>
              <a:xfrm>
                <a:off x="2002433" y="203575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2433" y="2035754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/>
              <p:nvPr/>
            </p:nvSpPr>
            <p:spPr>
              <a:xfrm>
                <a:off x="2002433" y="2613197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2433" y="2613197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/>
              <p:nvPr/>
            </p:nvSpPr>
            <p:spPr>
              <a:xfrm>
                <a:off x="2002433" y="3190640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2433" y="3190640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/>
              <p:nvPr/>
            </p:nvSpPr>
            <p:spPr>
              <a:xfrm>
                <a:off x="2002433" y="3768083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2433" y="3768083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7B96C29-7883-CF02-0ED1-2B6EEE29926B}"/>
                  </a:ext>
                </a:extLst>
              </p:cNvPr>
              <p:cNvSpPr/>
              <p:nvPr/>
            </p:nvSpPr>
            <p:spPr>
              <a:xfrm>
                <a:off x="2002433" y="4345525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7B96C29-7883-CF02-0ED1-2B6EEE2992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2433" y="4345525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/>
              <p:nvPr/>
            </p:nvSpPr>
            <p:spPr>
              <a:xfrm>
                <a:off x="3585319" y="1459459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5319" y="1459459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/>
              <p:nvPr/>
            </p:nvSpPr>
            <p:spPr>
              <a:xfrm>
                <a:off x="3378014" y="2036672"/>
                <a:ext cx="116891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8014" y="2036672"/>
                <a:ext cx="116891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/>
              <p:nvPr/>
            </p:nvSpPr>
            <p:spPr>
              <a:xfrm>
                <a:off x="3274600" y="2613885"/>
                <a:ext cx="137573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4600" y="2613885"/>
                <a:ext cx="1375739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/>
              <p:nvPr/>
            </p:nvSpPr>
            <p:spPr>
              <a:xfrm>
                <a:off x="3288892" y="3191098"/>
                <a:ext cx="13471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8892" y="3191098"/>
                <a:ext cx="1347154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/>
              <p:nvPr/>
            </p:nvSpPr>
            <p:spPr>
              <a:xfrm>
                <a:off x="2944792" y="3768311"/>
                <a:ext cx="20353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92" y="3768311"/>
                <a:ext cx="2035354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029D53-E4C3-C52D-9B02-FE84E12DB3FA}"/>
                  </a:ext>
                </a:extLst>
              </p:cNvPr>
              <p:cNvSpPr/>
              <p:nvPr/>
            </p:nvSpPr>
            <p:spPr>
              <a:xfrm>
                <a:off x="2944792" y="4345525"/>
                <a:ext cx="20353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029D53-E4C3-C52D-9B02-FE84E12DB3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92" y="4345525"/>
                <a:ext cx="2035354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289DA47-F8DC-E539-5051-27A308A3BC6D}"/>
                  </a:ext>
                </a:extLst>
              </p:cNvPr>
              <p:cNvSpPr/>
              <p:nvPr/>
            </p:nvSpPr>
            <p:spPr>
              <a:xfrm>
                <a:off x="269539" y="3768497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289DA47-F8DC-E539-5051-27A308A3BC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3768497"/>
                <a:ext cx="144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A0C7D8-792A-5658-B4FB-7237E799C085}"/>
                  </a:ext>
                </a:extLst>
              </p:cNvPr>
              <p:cNvSpPr/>
              <p:nvPr/>
            </p:nvSpPr>
            <p:spPr>
              <a:xfrm>
                <a:off x="269539" y="434552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A0C7D8-792A-5658-B4FB-7237E799C0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4345525"/>
                <a:ext cx="144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/>
              <p:nvPr/>
            </p:nvSpPr>
            <p:spPr>
              <a:xfrm>
                <a:off x="10455806" y="852477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55806" y="852477"/>
                <a:ext cx="178944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93F5557-5338-4060-91C6-51C2B6EDC2AC}"/>
                  </a:ext>
                </a:extLst>
              </p:cNvPr>
              <p:cNvSpPr txBox="1"/>
              <p:nvPr/>
            </p:nvSpPr>
            <p:spPr>
              <a:xfrm>
                <a:off x="10181354" y="1485037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93F5557-5338-4060-91C6-51C2B6EDC2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354" y="1485037"/>
                <a:ext cx="178944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F822687-3F8E-4F03-A12C-17050BD35A50}"/>
                  </a:ext>
                </a:extLst>
              </p:cNvPr>
              <p:cNvSpPr txBox="1"/>
              <p:nvPr/>
            </p:nvSpPr>
            <p:spPr>
              <a:xfrm>
                <a:off x="9341079" y="1207065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F822687-3F8E-4F03-A12C-17050BD35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1079" y="1207065"/>
                <a:ext cx="1122348" cy="1135696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/>
              <p:nvPr/>
            </p:nvSpPr>
            <p:spPr>
              <a:xfrm>
                <a:off x="4980146" y="850368"/>
                <a:ext cx="4058489" cy="10998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7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7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7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7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7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7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7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7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7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7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7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7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7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7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7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7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7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7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7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7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0146" y="850368"/>
                <a:ext cx="4058489" cy="109985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47961DB-77B5-41CE-AE28-4FBC936FF5F1}"/>
                  </a:ext>
                </a:extLst>
              </p:cNvPr>
              <p:cNvSpPr txBox="1"/>
              <p:nvPr/>
            </p:nvSpPr>
            <p:spPr>
              <a:xfrm>
                <a:off x="9931790" y="2352197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47961DB-77B5-41CE-AE28-4FBC936FF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1790" y="2352197"/>
                <a:ext cx="506235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/>
              <p:nvPr/>
            </p:nvSpPr>
            <p:spPr>
              <a:xfrm>
                <a:off x="10393403" y="2199461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3403" y="2199461"/>
                <a:ext cx="1577391" cy="82747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DF6207F1-520E-43D8-8093-E828216263D6}"/>
              </a:ext>
            </a:extLst>
          </p:cNvPr>
          <p:cNvSpPr/>
          <p:nvPr/>
        </p:nvSpPr>
        <p:spPr>
          <a:xfrm>
            <a:off x="261353" y="2617703"/>
            <a:ext cx="1434602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/>
              <p:nvPr/>
            </p:nvSpPr>
            <p:spPr>
              <a:xfrm>
                <a:off x="10443577" y="4808490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4808490"/>
                <a:ext cx="428332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/>
              <p:nvPr/>
            </p:nvSpPr>
            <p:spPr>
              <a:xfrm>
                <a:off x="10443577" y="4168308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4168308"/>
                <a:ext cx="41658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" name="TextBox 74">
            <a:extLst>
              <a:ext uri="{FF2B5EF4-FFF2-40B4-BE49-F238E27FC236}">
                <a16:creationId xmlns:a16="http://schemas.microsoft.com/office/drawing/2014/main" id="{CCDDD347-6666-43FD-B5CD-156C6E2FD688}"/>
              </a:ext>
            </a:extLst>
          </p:cNvPr>
          <p:cNvSpPr txBox="1"/>
          <p:nvPr/>
        </p:nvSpPr>
        <p:spPr>
          <a:xfrm>
            <a:off x="8371235" y="3021560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A2F698C-2FDD-48DA-B677-F1414F3F130F}"/>
                  </a:ext>
                </a:extLst>
              </p:cNvPr>
              <p:cNvSpPr txBox="1"/>
              <p:nvPr/>
            </p:nvSpPr>
            <p:spPr>
              <a:xfrm>
                <a:off x="10473066" y="3021560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A2F698C-2FDD-48DA-B677-F1414F3F13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3066" y="3021560"/>
                <a:ext cx="162311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CC8A710D-5D28-40B0-9E88-4CFAC58DEFF7}"/>
                  </a:ext>
                </a:extLst>
              </p:cNvPr>
              <p:cNvSpPr txBox="1"/>
              <p:nvPr/>
            </p:nvSpPr>
            <p:spPr>
              <a:xfrm>
                <a:off x="9957192" y="3572868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CC8A710D-5D28-40B0-9E88-4CFAC58DEF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7192" y="3572868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/>
              <p:nvPr/>
            </p:nvSpPr>
            <p:spPr>
              <a:xfrm>
                <a:off x="10443577" y="3572258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3572258"/>
                <a:ext cx="1467946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/>
              <p:nvPr/>
            </p:nvSpPr>
            <p:spPr>
              <a:xfrm>
                <a:off x="10747641" y="4168308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7641" y="4168308"/>
                <a:ext cx="1068477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/>
              <p:nvPr/>
            </p:nvSpPr>
            <p:spPr>
              <a:xfrm>
                <a:off x="10747641" y="4808490"/>
                <a:ext cx="16083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7641" y="4808490"/>
                <a:ext cx="1608342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Rectangle: Diagonal Corners Rounded 80">
            <a:extLst>
              <a:ext uri="{FF2B5EF4-FFF2-40B4-BE49-F238E27FC236}">
                <a16:creationId xmlns:a16="http://schemas.microsoft.com/office/drawing/2014/main" id="{ADA7DCE2-FFDD-4F68-A8F2-EA709E3B9162}"/>
              </a:ext>
            </a:extLst>
          </p:cNvPr>
          <p:cNvSpPr/>
          <p:nvPr/>
        </p:nvSpPr>
        <p:spPr>
          <a:xfrm>
            <a:off x="1979765" y="2661102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2" name="Rectangle: Diagonal Corners Rounded 81">
            <a:extLst>
              <a:ext uri="{FF2B5EF4-FFF2-40B4-BE49-F238E27FC236}">
                <a16:creationId xmlns:a16="http://schemas.microsoft.com/office/drawing/2014/main" id="{42576ECD-F867-4089-B701-68BD860390E0}"/>
              </a:ext>
            </a:extLst>
          </p:cNvPr>
          <p:cNvSpPr/>
          <p:nvPr/>
        </p:nvSpPr>
        <p:spPr>
          <a:xfrm>
            <a:off x="3356541" y="2096386"/>
            <a:ext cx="1089175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787053A1-4649-4FEA-8C76-1BF2E8E71804}"/>
              </a:ext>
            </a:extLst>
          </p:cNvPr>
          <p:cNvSpPr/>
          <p:nvPr/>
        </p:nvSpPr>
        <p:spPr>
          <a:xfrm>
            <a:off x="10443062" y="850368"/>
            <a:ext cx="1702251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/>
              <p:nvPr/>
            </p:nvSpPr>
            <p:spPr>
              <a:xfrm>
                <a:off x="10443577" y="5334876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5334876"/>
                <a:ext cx="131596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TextBox 52">
            <a:extLst>
              <a:ext uri="{FF2B5EF4-FFF2-40B4-BE49-F238E27FC236}">
                <a16:creationId xmlns:a16="http://schemas.microsoft.com/office/drawing/2014/main" id="{49A83E81-BEFF-4B44-82E4-A21F1112386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60A1123-AF70-42D0-88C9-6985A05FDE0A}"/>
              </a:ext>
            </a:extLst>
          </p:cNvPr>
          <p:cNvSpPr txBox="1"/>
          <p:nvPr/>
        </p:nvSpPr>
        <p:spPr>
          <a:xfrm>
            <a:off x="133558" y="5970486"/>
            <a:ext cx="5398199" cy="816890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algn="just">
              <a:lnSpc>
                <a:spcPct val="114000"/>
              </a:lnSpc>
            </a:pPr>
            <a:r>
              <a:rPr lang="en-GB" sz="2400" b="1" dirty="0">
                <a:solidFill>
                  <a:srgbClr val="FF0000"/>
                </a:solidFill>
              </a:rPr>
              <a:t>It will be determined by answer of Median.</a:t>
            </a:r>
          </a:p>
        </p:txBody>
      </p:sp>
    </p:spTree>
    <p:extLst>
      <p:ext uri="{BB962C8B-B14F-4D97-AF65-F5344CB8AC3E}">
        <p14:creationId xmlns:p14="http://schemas.microsoft.com/office/powerpoint/2010/main" val="10029040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39" grpId="0"/>
      <p:bldP spid="40" grpId="0"/>
      <p:bldP spid="41" grpId="0"/>
      <p:bldP spid="42" grpId="0"/>
      <p:bldP spid="43" grpId="0"/>
      <p:bldP spid="9" grpId="0"/>
      <p:bldP spid="51" grpId="0"/>
      <p:bldP spid="52" grpId="0"/>
      <p:bldP spid="72" grpId="0" animBg="1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 animBg="1"/>
      <p:bldP spid="82" grpId="0" animBg="1"/>
      <p:bldP spid="85" grpId="0" animBg="1"/>
      <p:bldP spid="86" grpId="0"/>
      <p:bldP spid="55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F3A520C-33A1-4508-B3E7-0DF2E7D8033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401ED56F-5EC7-47C9-87F9-8ACF2708CD7F}"/>
                  </a:ext>
                </a:extLst>
              </p:cNvPr>
              <p:cNvSpPr txBox="1"/>
              <p:nvPr/>
            </p:nvSpPr>
            <p:spPr>
              <a:xfrm>
                <a:off x="561214" y="842178"/>
                <a:ext cx="39373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401ED56F-5EC7-47C9-87F9-8ACF2708CD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4" y="842178"/>
                <a:ext cx="3937354" cy="113409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7712B6C5-1DE8-450F-B4F1-9EB889A166CD}"/>
                  </a:ext>
                </a:extLst>
              </p:cNvPr>
              <p:cNvSpPr txBox="1"/>
              <p:nvPr/>
            </p:nvSpPr>
            <p:spPr>
              <a:xfrm>
                <a:off x="561213" y="2507525"/>
                <a:ext cx="1576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28.5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7712B6C5-1DE8-450F-B4F1-9EB889A16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3" y="2507525"/>
                <a:ext cx="15765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B29118FF-EFC8-47AF-817C-BEB8FAFA288E}"/>
                  </a:ext>
                </a:extLst>
              </p:cNvPr>
              <p:cNvSpPr txBox="1"/>
              <p:nvPr/>
            </p:nvSpPr>
            <p:spPr>
              <a:xfrm>
                <a:off x="54979" y="2508135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B29118FF-EFC8-47AF-817C-BEB8FAFA28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2508135"/>
                <a:ext cx="506235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9E0BF1E3-13AA-493B-BD32-997D8E982413}"/>
                  </a:ext>
                </a:extLst>
              </p:cNvPr>
              <p:cNvSpPr txBox="1"/>
              <p:nvPr/>
            </p:nvSpPr>
            <p:spPr>
              <a:xfrm>
                <a:off x="561213" y="3719423"/>
                <a:ext cx="18486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28.5−20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9E0BF1E3-13AA-493B-BD32-997D8E9824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3" y="3719423"/>
                <a:ext cx="184861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8623ABD-3C62-4945-B774-DA6319321329}"/>
                  </a:ext>
                </a:extLst>
              </p:cNvPr>
              <p:cNvSpPr txBox="1"/>
              <p:nvPr/>
            </p:nvSpPr>
            <p:spPr>
              <a:xfrm>
                <a:off x="54979" y="371942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8623ABD-3C62-4945-B774-DA63193213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3719423"/>
                <a:ext cx="506235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F65450F1-D848-4B00-AFB9-538B3E333DB5}"/>
                  </a:ext>
                </a:extLst>
              </p:cNvPr>
              <p:cNvSpPr txBox="1"/>
              <p:nvPr/>
            </p:nvSpPr>
            <p:spPr>
              <a:xfrm>
                <a:off x="2206298" y="3464288"/>
                <a:ext cx="2787292" cy="9294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en-US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F65450F1-D848-4B00-AFB9-538B3E333D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6298" y="3464288"/>
                <a:ext cx="2787292" cy="92942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9CF2EEB-92AF-4CAD-85C1-DFBC2DC76D7B}"/>
                  </a:ext>
                </a:extLst>
              </p:cNvPr>
              <p:cNvSpPr txBox="1"/>
              <p:nvPr/>
            </p:nvSpPr>
            <p:spPr>
              <a:xfrm>
                <a:off x="10455806" y="852477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9CF2EEB-92AF-4CAD-85C1-DFBC2DC76D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55806" y="852477"/>
                <a:ext cx="178944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E7AD33D-91E1-4390-B5D6-9739ECE48C41}"/>
                  </a:ext>
                </a:extLst>
              </p:cNvPr>
              <p:cNvSpPr txBox="1"/>
              <p:nvPr/>
            </p:nvSpPr>
            <p:spPr>
              <a:xfrm>
                <a:off x="10181354" y="1485037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E7AD33D-91E1-4390-B5D6-9739ECE48C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354" y="1485037"/>
                <a:ext cx="178944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9485250-2498-4CAC-BB34-6B9018E0B9A1}"/>
                  </a:ext>
                </a:extLst>
              </p:cNvPr>
              <p:cNvSpPr txBox="1"/>
              <p:nvPr/>
            </p:nvSpPr>
            <p:spPr>
              <a:xfrm>
                <a:off x="9341079" y="1207065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9485250-2498-4CAC-BB34-6B9018E0B9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1079" y="1207065"/>
                <a:ext cx="1122348" cy="1135696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306964C1-223F-465F-9842-228965576EA6}"/>
                  </a:ext>
                </a:extLst>
              </p:cNvPr>
              <p:cNvSpPr txBox="1"/>
              <p:nvPr/>
            </p:nvSpPr>
            <p:spPr>
              <a:xfrm>
                <a:off x="10393403" y="2199461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306964C1-223F-465F-9842-228965576E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3403" y="2199461"/>
                <a:ext cx="1577391" cy="82747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0D8EB1D-1CD0-447F-BE30-A6F0055B66EE}"/>
                  </a:ext>
                </a:extLst>
              </p:cNvPr>
              <p:cNvSpPr txBox="1"/>
              <p:nvPr/>
            </p:nvSpPr>
            <p:spPr>
              <a:xfrm>
                <a:off x="10443577" y="4404330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0D8EB1D-1CD0-447F-BE30-A6F0055B6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4404330"/>
                <a:ext cx="428332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B71176C-2FF6-431B-8B58-DAF871D3692C}"/>
                  </a:ext>
                </a:extLst>
              </p:cNvPr>
              <p:cNvSpPr txBox="1"/>
              <p:nvPr/>
            </p:nvSpPr>
            <p:spPr>
              <a:xfrm>
                <a:off x="10443577" y="3764148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B71176C-2FF6-431B-8B58-DAF871D369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3764148"/>
                <a:ext cx="416584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2F8B8B2-3DE2-4CAD-8902-43A65BD5507D}"/>
                  </a:ext>
                </a:extLst>
              </p:cNvPr>
              <p:cNvSpPr txBox="1"/>
              <p:nvPr/>
            </p:nvSpPr>
            <p:spPr>
              <a:xfrm>
                <a:off x="10443577" y="3168098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2F8B8B2-3DE2-4CAD-8902-43A65BD550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3168098"/>
                <a:ext cx="146794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9C472F-6712-4EBB-AB61-6E8884EBD1C4}"/>
                  </a:ext>
                </a:extLst>
              </p:cNvPr>
              <p:cNvSpPr txBox="1"/>
              <p:nvPr/>
            </p:nvSpPr>
            <p:spPr>
              <a:xfrm>
                <a:off x="10747641" y="3764148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9C472F-6712-4EBB-AB61-6E8884EBD1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7641" y="3764148"/>
                <a:ext cx="1068477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9DB1CCF-8F91-4961-A440-3AE821750D88}"/>
                  </a:ext>
                </a:extLst>
              </p:cNvPr>
              <p:cNvSpPr txBox="1"/>
              <p:nvPr/>
            </p:nvSpPr>
            <p:spPr>
              <a:xfrm>
                <a:off x="10747641" y="4404330"/>
                <a:ext cx="16083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9DB1CCF-8F91-4961-A440-3AE821750D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7641" y="4404330"/>
                <a:ext cx="1608342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D4F5D2E-0EDD-47FB-8CAE-8E32F39CCF58}"/>
                  </a:ext>
                </a:extLst>
              </p:cNvPr>
              <p:cNvSpPr txBox="1"/>
              <p:nvPr/>
            </p:nvSpPr>
            <p:spPr>
              <a:xfrm>
                <a:off x="10443577" y="4930716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D4F5D2E-0EDD-47FB-8CAE-8E32F39CCF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3577" y="4930716"/>
                <a:ext cx="1315968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E9F8D4C0-0309-4D2E-9575-750C48F818A7}"/>
                  </a:ext>
                </a:extLst>
              </p:cNvPr>
              <p:cNvSpPr txBox="1"/>
              <p:nvPr/>
            </p:nvSpPr>
            <p:spPr>
              <a:xfrm>
                <a:off x="643231" y="4461473"/>
                <a:ext cx="14236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8.5×2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E9F8D4C0-0309-4D2E-9575-750C48F818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231" y="4461473"/>
                <a:ext cx="142369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A5FBE41-78DA-4A2F-894C-187160FB7672}"/>
                  </a:ext>
                </a:extLst>
              </p:cNvPr>
              <p:cNvSpPr txBox="1"/>
              <p:nvPr/>
            </p:nvSpPr>
            <p:spPr>
              <a:xfrm>
                <a:off x="54979" y="446147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A5FBE41-78DA-4A2F-894C-187160FB76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4461473"/>
                <a:ext cx="506235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2C3010DF-052D-4D21-8617-125F09F24B10}"/>
                  </a:ext>
                </a:extLst>
              </p:cNvPr>
              <p:cNvSpPr txBox="1"/>
              <p:nvPr/>
            </p:nvSpPr>
            <p:spPr>
              <a:xfrm>
                <a:off x="1923973" y="4460253"/>
                <a:ext cx="16421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2C3010DF-052D-4D21-8617-125F09F24B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3973" y="4460253"/>
                <a:ext cx="164217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3E6584A4-35E4-4AEB-A7F9-97E085B9F606}"/>
                  </a:ext>
                </a:extLst>
              </p:cNvPr>
              <p:cNvSpPr txBox="1"/>
              <p:nvPr/>
            </p:nvSpPr>
            <p:spPr>
              <a:xfrm>
                <a:off x="762496" y="5107233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3E6584A4-35E4-4AEB-A7F9-97E085B9F6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496" y="5107233"/>
                <a:ext cx="46886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7DC4A63-9CC5-4EFA-9C9E-42C65CEFC66D}"/>
                  </a:ext>
                </a:extLst>
              </p:cNvPr>
              <p:cNvSpPr txBox="1"/>
              <p:nvPr/>
            </p:nvSpPr>
            <p:spPr>
              <a:xfrm>
                <a:off x="54979" y="509756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7DC4A63-9CC5-4EFA-9C9E-42C65CEFC6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5097561"/>
                <a:ext cx="506235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1BFEF337-901A-4788-A19B-4614365D3311}"/>
                  </a:ext>
                </a:extLst>
              </p:cNvPr>
              <p:cNvSpPr txBox="1"/>
              <p:nvPr/>
            </p:nvSpPr>
            <p:spPr>
              <a:xfrm>
                <a:off x="1185046" y="5107233"/>
                <a:ext cx="27222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1BFEF337-901A-4788-A19B-4614365D33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046" y="5107233"/>
                <a:ext cx="272224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65501332-446E-4481-B2FC-8F509137C89B}"/>
                  </a:ext>
                </a:extLst>
              </p:cNvPr>
              <p:cNvSpPr txBox="1"/>
              <p:nvPr/>
            </p:nvSpPr>
            <p:spPr>
              <a:xfrm>
                <a:off x="762496" y="5755432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65501332-446E-4481-B2FC-8F509137C8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496" y="5755432"/>
                <a:ext cx="46886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9ED147CC-7E03-4E42-A5C3-82DAF734C588}"/>
                  </a:ext>
                </a:extLst>
              </p:cNvPr>
              <p:cNvSpPr txBox="1"/>
              <p:nvPr/>
            </p:nvSpPr>
            <p:spPr>
              <a:xfrm>
                <a:off x="54979" y="5755432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9ED147CC-7E03-4E42-A5C3-82DAF734C5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5755432"/>
                <a:ext cx="506235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6C5E6025-7DA3-4484-85BA-41DF9F3D7913}"/>
                  </a:ext>
                </a:extLst>
              </p:cNvPr>
              <p:cNvSpPr txBox="1"/>
              <p:nvPr/>
            </p:nvSpPr>
            <p:spPr>
              <a:xfrm>
                <a:off x="1185047" y="5754212"/>
                <a:ext cx="952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6C5E6025-7DA3-4484-85BA-41DF9F3D79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047" y="5754212"/>
                <a:ext cx="95267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0B986F1-648F-4F16-9E83-8D7D27499F28}"/>
                  </a:ext>
                </a:extLst>
              </p:cNvPr>
              <p:cNvSpPr txBox="1"/>
              <p:nvPr/>
            </p:nvSpPr>
            <p:spPr>
              <a:xfrm>
                <a:off x="1722649" y="2506305"/>
                <a:ext cx="6871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0B986F1-648F-4F16-9E83-8D7D27499F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2649" y="2506305"/>
                <a:ext cx="68717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81C1807F-BD47-4126-AEE6-D6079E43D2E6}"/>
                  </a:ext>
                </a:extLst>
              </p:cNvPr>
              <p:cNvSpPr txBox="1"/>
              <p:nvPr/>
            </p:nvSpPr>
            <p:spPr>
              <a:xfrm>
                <a:off x="2206298" y="2243289"/>
                <a:ext cx="3036262" cy="9294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30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d>
                                <m:dPr>
                                  <m:ctrlPr>
                                    <a:rPr lang="en-IN" sz="2800" i="1" dirty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5+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81C1807F-BD47-4126-AEE6-D6079E43D2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6298" y="2243289"/>
                <a:ext cx="3036262" cy="92942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1F2C5DFF-8217-4983-8E4B-01E4DD77D621}"/>
                  </a:ext>
                </a:extLst>
              </p:cNvPr>
              <p:cNvSpPr txBox="1"/>
              <p:nvPr/>
            </p:nvSpPr>
            <p:spPr>
              <a:xfrm>
                <a:off x="2810395" y="2222352"/>
                <a:ext cx="6871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1F2C5DFF-8217-4983-8E4B-01E4DD77D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0395" y="2222352"/>
                <a:ext cx="68717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7AB2C302-70F3-4931-86DA-698EE4EDA8DF}"/>
                  </a:ext>
                </a:extLst>
              </p:cNvPr>
              <p:cNvSpPr txBox="1"/>
              <p:nvPr/>
            </p:nvSpPr>
            <p:spPr>
              <a:xfrm>
                <a:off x="3626417" y="2222352"/>
                <a:ext cx="12814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5+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7AB2C302-70F3-4931-86DA-698EE4EDA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6417" y="2222352"/>
                <a:ext cx="1281422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CB24D82B-6281-4EC9-A900-980DBCC411D2}"/>
                  </a:ext>
                </a:extLst>
              </p:cNvPr>
              <p:cNvSpPr txBox="1"/>
              <p:nvPr/>
            </p:nvSpPr>
            <p:spPr>
              <a:xfrm>
                <a:off x="3566152" y="2735118"/>
                <a:ext cx="6871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CB24D82B-6281-4EC9-A900-980DBCC411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6152" y="2735118"/>
                <a:ext cx="68717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AA4B8DE9-7A14-4CCA-8247-538110ECB268}"/>
                  </a:ext>
                </a:extLst>
              </p:cNvPr>
              <p:cNvSpPr txBox="1"/>
              <p:nvPr/>
            </p:nvSpPr>
            <p:spPr>
              <a:xfrm>
                <a:off x="5107203" y="2503712"/>
                <a:ext cx="9887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AA4B8DE9-7A14-4CCA-8247-538110ECB2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07203" y="2503712"/>
                <a:ext cx="988797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F3530702-E6AE-49BA-B7AD-A57F4B42419D}"/>
              </a:ext>
            </a:extLst>
          </p:cNvPr>
          <p:cNvCxnSpPr>
            <a:cxnSpLocks/>
          </p:cNvCxnSpPr>
          <p:nvPr/>
        </p:nvCxnSpPr>
        <p:spPr>
          <a:xfrm flipH="1">
            <a:off x="3832160" y="2872740"/>
            <a:ext cx="222748" cy="295358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56CCC3BD-7A57-4D34-B07A-00FB9FF61F03}"/>
              </a:ext>
            </a:extLst>
          </p:cNvPr>
          <p:cNvCxnSpPr>
            <a:cxnSpLocks/>
          </p:cNvCxnSpPr>
          <p:nvPr/>
        </p:nvCxnSpPr>
        <p:spPr>
          <a:xfrm flipH="1">
            <a:off x="5712785" y="2617643"/>
            <a:ext cx="222748" cy="295358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644DDEA-F972-46A6-A688-568D4E5E8C32}"/>
                  </a:ext>
                </a:extLst>
              </p:cNvPr>
              <p:cNvSpPr txBox="1"/>
              <p:nvPr/>
            </p:nvSpPr>
            <p:spPr>
              <a:xfrm>
                <a:off x="2661262" y="3464288"/>
                <a:ext cx="18486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644DDEA-F972-46A6-A688-568D4E5E8C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1262" y="3464288"/>
                <a:ext cx="1848611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8ED91CB8-214C-4741-B845-76F859DF5CDB}"/>
                  </a:ext>
                </a:extLst>
              </p:cNvPr>
              <p:cNvSpPr txBox="1"/>
              <p:nvPr/>
            </p:nvSpPr>
            <p:spPr>
              <a:xfrm>
                <a:off x="3285095" y="3965641"/>
                <a:ext cx="600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8ED91CB8-214C-4741-B845-76F859DF5C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5095" y="3965641"/>
                <a:ext cx="600946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512043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77" grpId="0"/>
      <p:bldP spid="81" grpId="0"/>
      <p:bldP spid="82" grpId="0"/>
      <p:bldP spid="85" grpId="0"/>
      <p:bldP spid="106" grpId="0"/>
      <p:bldP spid="107" grpId="0"/>
      <p:bldP spid="108" grpId="0"/>
      <p:bldP spid="109" grpId="0"/>
      <p:bldP spid="110" grpId="0"/>
      <p:bldP spid="111" grpId="0"/>
      <p:bldP spid="112" grpId="0"/>
      <p:bldP spid="113" grpId="0"/>
      <p:bldP spid="114" grpId="0"/>
      <p:bldP spid="115" grpId="0"/>
      <p:bldP spid="116" grpId="0"/>
      <p:bldP spid="118" grpId="0"/>
      <p:bldP spid="119" grpId="0"/>
      <p:bldP spid="120" grpId="0"/>
      <p:bldP spid="121" grpId="0"/>
      <p:bldP spid="125" grpId="0"/>
      <p:bldP spid="126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F3A520C-33A1-4508-B3E7-0DF2E7D8033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E7AD33D-91E1-4390-B5D6-9739ECE48C41}"/>
                  </a:ext>
                </a:extLst>
              </p:cNvPr>
              <p:cNvSpPr txBox="1"/>
              <p:nvPr/>
            </p:nvSpPr>
            <p:spPr>
              <a:xfrm>
                <a:off x="10181354" y="956273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E7AD33D-91E1-4390-B5D6-9739ECE48C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354" y="956273"/>
                <a:ext cx="178944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9485250-2498-4CAC-BB34-6B9018E0B9A1}"/>
                  </a:ext>
                </a:extLst>
              </p:cNvPr>
              <p:cNvSpPr txBox="1"/>
              <p:nvPr/>
            </p:nvSpPr>
            <p:spPr>
              <a:xfrm>
                <a:off x="9341079" y="678301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9485250-2498-4CAC-BB34-6B9018E0B9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1079" y="678301"/>
                <a:ext cx="1122348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9" name="Table 28">
                <a:extLst>
                  <a:ext uri="{FF2B5EF4-FFF2-40B4-BE49-F238E27FC236}">
                    <a16:creationId xmlns:a16="http://schemas.microsoft.com/office/drawing/2014/main" id="{F4B1647B-3F2F-4363-A81F-444EA98CEBB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46910433"/>
                  </p:ext>
                </p:extLst>
              </p:nvPr>
            </p:nvGraphicFramePr>
            <p:xfrm>
              <a:off x="2815784" y="854421"/>
              <a:ext cx="1875798" cy="383611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75798">
                      <a:extLst>
                        <a:ext uri="{9D8B030D-6E8A-4147-A177-3AD203B41FA5}">
                          <a16:colId xmlns:a16="http://schemas.microsoft.com/office/drawing/2014/main" val="3659775509"/>
                        </a:ext>
                      </a:extLst>
                    </a:gridCol>
                  </a:tblGrid>
                  <a:tr h="54801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7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7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7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7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7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7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14210290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22814595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08484847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74530141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01633647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0745310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8578689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9" name="Table 28">
                <a:extLst>
                  <a:ext uri="{FF2B5EF4-FFF2-40B4-BE49-F238E27FC236}">
                    <a16:creationId xmlns:a16="http://schemas.microsoft.com/office/drawing/2014/main" id="{F4B1647B-3F2F-4363-A81F-444EA98CEBB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46910433"/>
                  </p:ext>
                </p:extLst>
              </p:nvPr>
            </p:nvGraphicFramePr>
            <p:xfrm>
              <a:off x="2815784" y="854421"/>
              <a:ext cx="1875798" cy="383611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75798">
                      <a:extLst>
                        <a:ext uri="{9D8B030D-6E8A-4147-A177-3AD203B41FA5}">
                          <a16:colId xmlns:a16="http://schemas.microsoft.com/office/drawing/2014/main" val="3659775509"/>
                        </a:ext>
                      </a:extLst>
                    </a:gridCol>
                  </a:tblGrid>
                  <a:tr h="54801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324" t="-2222" r="-971" b="-60333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14210290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22814595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08484847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74530141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01633647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0745310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8578689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0CF2DCE7-CDAC-46DC-A24C-0D51656DCCE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82631698"/>
                  </p:ext>
                </p:extLst>
              </p:nvPr>
            </p:nvGraphicFramePr>
            <p:xfrm>
              <a:off x="133558" y="856295"/>
              <a:ext cx="2682226" cy="383611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12881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069345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4801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7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7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7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7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7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7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7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7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0CF2DCE7-CDAC-46DC-A24C-0D51656DCCE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82631698"/>
                  </p:ext>
                </p:extLst>
              </p:nvPr>
            </p:nvGraphicFramePr>
            <p:xfrm>
              <a:off x="133558" y="856295"/>
              <a:ext cx="2682226" cy="383611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12881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069345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4801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77" t="-2222" r="-67925" b="-60333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51136" t="-2222" r="-2273" b="-60333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48016"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7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6249" marR="36249" marT="36249" marB="36249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2363EBC0-B678-4ED2-8917-F8332E7DC8E9}"/>
                  </a:ext>
                </a:extLst>
              </p:cNvPr>
              <p:cNvSpPr/>
              <p:nvPr/>
            </p:nvSpPr>
            <p:spPr>
              <a:xfrm>
                <a:off x="269539" y="1430557"/>
                <a:ext cx="1370041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2363EBC0-B678-4ED2-8917-F8332E7DC8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1430557"/>
                <a:ext cx="1370041" cy="49664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E7738AA2-FE40-4C95-A75B-0216AF4873C3}"/>
                  </a:ext>
                </a:extLst>
              </p:cNvPr>
              <p:cNvSpPr/>
              <p:nvPr/>
            </p:nvSpPr>
            <p:spPr>
              <a:xfrm>
                <a:off x="269539" y="1978774"/>
                <a:ext cx="1370041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E7738AA2-FE40-4C95-A75B-0216AF4873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1978774"/>
                <a:ext cx="1370041" cy="49664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92F75461-2AB1-4FB1-9487-FC4BE7CD8D55}"/>
                  </a:ext>
                </a:extLst>
              </p:cNvPr>
              <p:cNvSpPr/>
              <p:nvPr/>
            </p:nvSpPr>
            <p:spPr>
              <a:xfrm>
                <a:off x="269539" y="2526991"/>
                <a:ext cx="1370041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92F75461-2AB1-4FB1-9487-FC4BE7CD8D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2526991"/>
                <a:ext cx="1370041" cy="49664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60CAB227-C7C5-4C30-9717-EFF7F09749EE}"/>
                  </a:ext>
                </a:extLst>
              </p:cNvPr>
              <p:cNvSpPr/>
              <p:nvPr/>
            </p:nvSpPr>
            <p:spPr>
              <a:xfrm>
                <a:off x="269539" y="3075208"/>
                <a:ext cx="1370041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60CAB227-C7C5-4C30-9717-EFF7F09749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3075208"/>
                <a:ext cx="1370041" cy="49664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AFE1E3EF-DA16-4AFB-BC4B-7F6EA200454B}"/>
                  </a:ext>
                </a:extLst>
              </p:cNvPr>
              <p:cNvSpPr/>
              <p:nvPr/>
            </p:nvSpPr>
            <p:spPr>
              <a:xfrm>
                <a:off x="1926233" y="1430557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AFE1E3EF-DA16-4AFB-BC4B-7F6EA2004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233" y="1430557"/>
                <a:ext cx="717655" cy="49664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AC6EA45-1488-49F4-A4B3-C1A35C2B0B00}"/>
                  </a:ext>
                </a:extLst>
              </p:cNvPr>
              <p:cNvSpPr/>
              <p:nvPr/>
            </p:nvSpPr>
            <p:spPr>
              <a:xfrm>
                <a:off x="1926233" y="1978774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AC6EA45-1488-49F4-A4B3-C1A35C2B0B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233" y="1978774"/>
                <a:ext cx="717655" cy="49664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18BA9F7-DC21-4D84-A202-21185FA0F058}"/>
                  </a:ext>
                </a:extLst>
              </p:cNvPr>
              <p:cNvSpPr/>
              <p:nvPr/>
            </p:nvSpPr>
            <p:spPr>
              <a:xfrm>
                <a:off x="1926233" y="2526991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18BA9F7-DC21-4D84-A202-21185FA0F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233" y="2526991"/>
                <a:ext cx="717655" cy="49664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E649AD2-C544-46CF-9B4E-9D55B8669C65}"/>
                  </a:ext>
                </a:extLst>
              </p:cNvPr>
              <p:cNvSpPr/>
              <p:nvPr/>
            </p:nvSpPr>
            <p:spPr>
              <a:xfrm>
                <a:off x="1926233" y="3075208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E649AD2-C544-46CF-9B4E-9D55B8669C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233" y="3075208"/>
                <a:ext cx="717655" cy="49664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378A22E1-2FAA-451D-B35D-ACE7B30C515E}"/>
                  </a:ext>
                </a:extLst>
              </p:cNvPr>
              <p:cNvSpPr/>
              <p:nvPr/>
            </p:nvSpPr>
            <p:spPr>
              <a:xfrm>
                <a:off x="1926233" y="3623425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378A22E1-2FAA-451D-B35D-ACE7B30C51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233" y="3623425"/>
                <a:ext cx="717655" cy="496640"/>
              </a:xfrm>
              <a:prstGeom prst="rect">
                <a:avLst/>
              </a:prstGeom>
              <a:blipFill>
                <a:blip r:embed="rId15"/>
                <a:stretch>
                  <a:fillRect b="-731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E758494-F005-47C2-9B60-18E9EFB84971}"/>
                  </a:ext>
                </a:extLst>
              </p:cNvPr>
              <p:cNvSpPr/>
              <p:nvPr/>
            </p:nvSpPr>
            <p:spPr>
              <a:xfrm>
                <a:off x="1926233" y="4171642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E758494-F005-47C2-9B60-18E9EFB849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233" y="4171642"/>
                <a:ext cx="717655" cy="49664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1D2FAE5C-499D-46FC-8DD8-ECE787FB031A}"/>
                  </a:ext>
                </a:extLst>
              </p:cNvPr>
              <p:cNvSpPr/>
              <p:nvPr/>
            </p:nvSpPr>
            <p:spPr>
              <a:xfrm>
                <a:off x="3448282" y="1430557"/>
                <a:ext cx="717655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1D2FAE5C-499D-46FC-8DD8-ECE787FB03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48282" y="1430557"/>
                <a:ext cx="717655" cy="49664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C4D233F-6CF1-43F8-9DA7-5CB10B4EEAD0}"/>
                  </a:ext>
                </a:extLst>
              </p:cNvPr>
              <p:cNvSpPr/>
              <p:nvPr/>
            </p:nvSpPr>
            <p:spPr>
              <a:xfrm>
                <a:off x="3240977" y="1978774"/>
                <a:ext cx="1112122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C4D233F-6CF1-43F8-9DA7-5CB10B4EEA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40977" y="1978774"/>
                <a:ext cx="1112122" cy="49664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7DC1F060-B07A-4680-8FFB-B16425B0B53F}"/>
                  </a:ext>
                </a:extLst>
              </p:cNvPr>
              <p:cNvSpPr/>
              <p:nvPr/>
            </p:nvSpPr>
            <p:spPr>
              <a:xfrm>
                <a:off x="3137564" y="2526991"/>
                <a:ext cx="1308902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7DC1F060-B07A-4680-8FFB-B16425B0B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4" y="2526991"/>
                <a:ext cx="1308902" cy="49664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A2E70D7-B3DB-4C35-B173-77B0405AED54}"/>
                  </a:ext>
                </a:extLst>
              </p:cNvPr>
              <p:cNvSpPr/>
              <p:nvPr/>
            </p:nvSpPr>
            <p:spPr>
              <a:xfrm>
                <a:off x="3151855" y="3075208"/>
                <a:ext cx="1281706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A2E70D7-B3DB-4C35-B173-77B0405AED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1855" y="3075208"/>
                <a:ext cx="1281706" cy="49664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EBA1201E-8A7A-450F-A10B-E04224893D39}"/>
                  </a:ext>
                </a:extLst>
              </p:cNvPr>
              <p:cNvSpPr/>
              <p:nvPr/>
            </p:nvSpPr>
            <p:spPr>
              <a:xfrm>
                <a:off x="2807755" y="3623425"/>
                <a:ext cx="1936472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EBA1201E-8A7A-450F-A10B-E04224893D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7755" y="3623425"/>
                <a:ext cx="1936472" cy="496640"/>
              </a:xfrm>
              <a:prstGeom prst="rect">
                <a:avLst/>
              </a:prstGeom>
              <a:blipFill>
                <a:blip r:embed="rId21"/>
                <a:stretch>
                  <a:fillRect b="-731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DC941BE-16AA-402E-98E5-BA6CC4B71936}"/>
                  </a:ext>
                </a:extLst>
              </p:cNvPr>
              <p:cNvSpPr/>
              <p:nvPr/>
            </p:nvSpPr>
            <p:spPr>
              <a:xfrm>
                <a:off x="2807755" y="4171642"/>
                <a:ext cx="1936472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DC941BE-16AA-402E-98E5-BA6CC4B719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7755" y="4171642"/>
                <a:ext cx="1936472" cy="496640"/>
              </a:xfrm>
              <a:prstGeom prst="rect">
                <a:avLst/>
              </a:prstGeom>
              <a:blipFill>
                <a:blip r:embed="rId22"/>
                <a:stretch>
                  <a:fillRect b="-731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19E9922-C5CB-46EE-BA56-D42D87B18585}"/>
                  </a:ext>
                </a:extLst>
              </p:cNvPr>
              <p:cNvSpPr/>
              <p:nvPr/>
            </p:nvSpPr>
            <p:spPr>
              <a:xfrm>
                <a:off x="269539" y="3623425"/>
                <a:ext cx="1370041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19E9922-C5CB-46EE-BA56-D42D87B185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3623425"/>
                <a:ext cx="1370041" cy="49664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E9A6BFA-17A6-4C05-8846-9CE8CBA825B7}"/>
                  </a:ext>
                </a:extLst>
              </p:cNvPr>
              <p:cNvSpPr/>
              <p:nvPr/>
            </p:nvSpPr>
            <p:spPr>
              <a:xfrm>
                <a:off x="269539" y="4171642"/>
                <a:ext cx="1370041" cy="49664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E9A6BFA-17A6-4C05-8846-9CE8CBA825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39" y="4171642"/>
                <a:ext cx="1370041" cy="49664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3DEC6C17-E1C8-40E1-985C-0F7A076D9F08}"/>
                  </a:ext>
                </a:extLst>
              </p:cNvPr>
              <p:cNvSpPr txBox="1"/>
              <p:nvPr/>
            </p:nvSpPr>
            <p:spPr>
              <a:xfrm>
                <a:off x="10547527" y="1704584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3DEC6C17-E1C8-40E1-985C-0F7A076D9F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7527" y="1704584"/>
                <a:ext cx="46886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529EECB-F9F8-46CD-9798-CF0535DAFEB3}"/>
                  </a:ext>
                </a:extLst>
              </p:cNvPr>
              <p:cNvSpPr txBox="1"/>
              <p:nvPr/>
            </p:nvSpPr>
            <p:spPr>
              <a:xfrm>
                <a:off x="10886010" y="1704584"/>
                <a:ext cx="952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529EECB-F9F8-46CD-9798-CF0535DAFE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6010" y="1704584"/>
                <a:ext cx="95267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58A94CE0-10A8-444A-B2CA-C00FCA2E18C4}"/>
              </a:ext>
            </a:extLst>
          </p:cNvPr>
          <p:cNvSpPr/>
          <p:nvPr/>
        </p:nvSpPr>
        <p:spPr>
          <a:xfrm>
            <a:off x="2873162" y="4193382"/>
            <a:ext cx="1761041" cy="449518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601665C2-88C8-467D-A626-5EE95AE3218E}"/>
              </a:ext>
            </a:extLst>
          </p:cNvPr>
          <p:cNvSpPr/>
          <p:nvPr/>
        </p:nvSpPr>
        <p:spPr>
          <a:xfrm>
            <a:off x="9338112" y="785813"/>
            <a:ext cx="2454848" cy="820180"/>
          </a:xfrm>
          <a:prstGeom prst="roundRect">
            <a:avLst>
              <a:gd name="adj" fmla="val 12320"/>
            </a:avLst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E4400126-3CD8-49DD-9CC8-CE74C50CD575}"/>
              </a:ext>
            </a:extLst>
          </p:cNvPr>
          <p:cNvSpPr/>
          <p:nvPr/>
        </p:nvSpPr>
        <p:spPr>
          <a:xfrm>
            <a:off x="10455843" y="1699873"/>
            <a:ext cx="1329533" cy="523220"/>
          </a:xfrm>
          <a:prstGeom prst="roundRect">
            <a:avLst>
              <a:gd name="adj" fmla="val 12320"/>
            </a:avLst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7E534F3-CEB2-48E8-8BEA-B04E45300320}"/>
                  </a:ext>
                </a:extLst>
              </p:cNvPr>
              <p:cNvSpPr/>
              <p:nvPr/>
            </p:nvSpPr>
            <p:spPr>
              <a:xfrm>
                <a:off x="5561230" y="1423912"/>
                <a:ext cx="193647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7E534F3-CEB2-48E8-8BEA-B04E453003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1230" y="1423912"/>
                <a:ext cx="1936472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61BE59-3209-4FCB-AE24-EBF3F05C920B}"/>
                  </a:ext>
                </a:extLst>
              </p:cNvPr>
              <p:cNvSpPr txBox="1"/>
              <p:nvPr/>
            </p:nvSpPr>
            <p:spPr>
              <a:xfrm>
                <a:off x="7323226" y="1423912"/>
                <a:ext cx="107069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61BE59-3209-4FCB-AE24-EBF3F05C92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3226" y="1423912"/>
                <a:ext cx="1070694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B7C26DF5-753C-4536-8FF5-E4163A34AB2B}"/>
                  </a:ext>
                </a:extLst>
              </p:cNvPr>
              <p:cNvSpPr/>
              <p:nvPr/>
            </p:nvSpPr>
            <p:spPr>
              <a:xfrm>
                <a:off x="5561230" y="2223093"/>
                <a:ext cx="193647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B7C26DF5-753C-4536-8FF5-E4163A34AB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1230" y="2223093"/>
                <a:ext cx="193647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963AEFC-E1B1-449B-B720-D1BB2FA39084}"/>
                  </a:ext>
                </a:extLst>
              </p:cNvPr>
              <p:cNvSpPr txBox="1"/>
              <p:nvPr/>
            </p:nvSpPr>
            <p:spPr>
              <a:xfrm>
                <a:off x="7323226" y="2223093"/>
                <a:ext cx="107069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963AEFC-E1B1-449B-B720-D1BB2FA390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3226" y="2223093"/>
                <a:ext cx="1070694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CB6CF049-FBAB-41B1-9C05-18BCF317CDE2}"/>
                  </a:ext>
                </a:extLst>
              </p:cNvPr>
              <p:cNvSpPr/>
              <p:nvPr/>
            </p:nvSpPr>
            <p:spPr>
              <a:xfrm>
                <a:off x="6829740" y="3023631"/>
                <a:ext cx="67858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CB6CF049-FBAB-41B1-9C05-18BCF317CD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9740" y="3023631"/>
                <a:ext cx="678582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2B6D0AB6-9249-4CDF-B905-A3770300AEF8}"/>
                  </a:ext>
                </a:extLst>
              </p:cNvPr>
              <p:cNvSpPr txBox="1"/>
              <p:nvPr/>
            </p:nvSpPr>
            <p:spPr>
              <a:xfrm>
                <a:off x="7323226" y="3023631"/>
                <a:ext cx="107069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2B6D0AB6-9249-4CDF-B905-A3770300AE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3226" y="3023631"/>
                <a:ext cx="1070694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2EDEF10-EB52-42E7-B6FD-A0FDE04EF680}"/>
                  </a:ext>
                </a:extLst>
              </p:cNvPr>
              <p:cNvSpPr txBox="1"/>
              <p:nvPr/>
            </p:nvSpPr>
            <p:spPr>
              <a:xfrm>
                <a:off x="8171314" y="3023631"/>
                <a:ext cx="107069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− 53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2EDEF10-EB52-42E7-B6FD-A0FDE04EF6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1314" y="3023631"/>
                <a:ext cx="1070694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6C4AEAFD-139B-4E9E-A091-1D09293274CE}"/>
                  </a:ext>
                </a:extLst>
              </p:cNvPr>
              <p:cNvSpPr/>
              <p:nvPr/>
            </p:nvSpPr>
            <p:spPr>
              <a:xfrm>
                <a:off x="6829740" y="3746293"/>
                <a:ext cx="67858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6C4AEAFD-139B-4E9E-A091-1D09293274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9740" y="3746293"/>
                <a:ext cx="678582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9A2A582B-8298-4F31-B52B-1B43394D3E0C}"/>
                  </a:ext>
                </a:extLst>
              </p:cNvPr>
              <p:cNvSpPr txBox="1"/>
              <p:nvPr/>
            </p:nvSpPr>
            <p:spPr>
              <a:xfrm>
                <a:off x="7323226" y="3746293"/>
                <a:ext cx="107069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9A2A582B-8298-4F31-B52B-1B43394D3E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3226" y="3746293"/>
                <a:ext cx="1070694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CC77A33-2BE3-471C-BE76-C88A7F430A92}"/>
                  </a:ext>
                </a:extLst>
              </p:cNvPr>
              <p:cNvSpPr txBox="1"/>
              <p:nvPr/>
            </p:nvSpPr>
            <p:spPr>
              <a:xfrm>
                <a:off x="5030065" y="222309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CC77A33-2BE3-471C-BE76-C88A7F430A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0065" y="2223093"/>
                <a:ext cx="506235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076E84FD-1366-4808-BAF6-83C062160094}"/>
                  </a:ext>
                </a:extLst>
              </p:cNvPr>
              <p:cNvSpPr txBox="1"/>
              <p:nvPr/>
            </p:nvSpPr>
            <p:spPr>
              <a:xfrm>
                <a:off x="5030065" y="302363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076E84FD-1366-4808-BAF6-83C0621600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0065" y="3023631"/>
                <a:ext cx="506235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FC66CC9-9A1D-41C3-85D0-A6F02271559D}"/>
                  </a:ext>
                </a:extLst>
              </p:cNvPr>
              <p:cNvSpPr txBox="1"/>
              <p:nvPr/>
            </p:nvSpPr>
            <p:spPr>
              <a:xfrm>
                <a:off x="5030065" y="374629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FC66CC9-9A1D-41C3-85D0-A6F0227155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0065" y="3746293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315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52" grpId="0" animBg="1"/>
      <p:bldP spid="52" grpId="1" animBg="1"/>
      <p:bldP spid="53" grpId="0" animBg="1"/>
      <p:bldP spid="53" grpId="1" animBg="1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872960-4D0E-369E-3698-239A04906E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Cumulative Frequency in Discrete Data for Median?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B194707-50BB-EDFF-3619-B96EAB16E1B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Median is always based on position, not on the value</a:t>
                </a:r>
              </a:p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dirty="0"/>
                        <m:t>Median</m:t>
                      </m:r>
                      <m:r>
                        <a:rPr lang="en-US" i="1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dirty="0"/>
                        <m:t>value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of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the</m:t>
                      </m:r>
                      <m:sSup>
                        <m:sSupPr>
                          <m:ctrlPr>
                            <a:rPr lang="en-IN" b="1" i="1" dirty="0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b="1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b="1" i="1" dirty="0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1" i="0" dirty="0" smtClean="0">
                                      <a:latin typeface="Cambria Math" panose="02040503050406030204" pitchFamily="18" charset="0"/>
                                    </a:rPr>
                                    <m:t>𝐍</m:t>
                                  </m:r>
                                </m:num>
                                <m:den>
                                  <m:r>
                                    <a:rPr lang="en-IN" b="1" i="0" dirty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b="1" i="0" dirty="0" smtClean="0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  <m:r>
                                    <a:rPr lang="en-IN" b="1" i="0" dirty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IN" b="1" i="0" dirty="0" smtClean="0">
                              <a:latin typeface="Cambria Math" panose="02040503050406030204" pitchFamily="18" charset="0"/>
                            </a:rPr>
                            <m:t>𝐭𝐡</m:t>
                          </m:r>
                        </m:sup>
                      </m:sSup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𝐨𝐫</m:t>
                      </m:r>
                      <m:r>
                        <a:rPr lang="en-IN" b="1" i="1" dirty="0" smtClean="0">
                          <a:latin typeface="Cambria Math" panose="02040503050406030204" pitchFamily="18" charset="0"/>
                        </a:rPr>
                        <m:t>  </m:t>
                      </m:r>
                      <m:sSup>
                        <m:sSupPr>
                          <m:ctrlPr>
                            <a:rPr lang="en-IN" b="1" i="1" dirty="0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b="1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b="1" i="1" dirty="0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b="1" i="0" dirty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b="1" i="0" dirty="0" smtClean="0">
                                      <a:latin typeface="Cambria Math" panose="02040503050406030204" pitchFamily="18" charset="0"/>
                                    </a:rPr>
                                    <m:t>𝐍</m:t>
                                  </m:r>
                                  <m:r>
                                    <a:rPr lang="en-US" b="1" i="0" dirty="0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b="1" i="0" dirty="0" smtClean="0"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  <m:r>
                                    <a:rPr lang="en-IN" b="1" i="0" dirty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b="1" i="0" dirty="0" smtClean="0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b="1" i="0" dirty="0" err="1">
                              <a:latin typeface="Cambria Math" panose="02040503050406030204" pitchFamily="18" charset="0"/>
                            </a:rPr>
                            <m:t>𝐭𝐡</m:t>
                          </m:r>
                        </m:sup>
                      </m:sSup>
                      <m:r>
                        <m:rPr>
                          <m:nor/>
                        </m:rPr>
                        <a:rPr lang="en-US" dirty="0"/>
                        <m:t>observation</m:t>
                      </m:r>
                    </m:oMath>
                  </m:oMathPara>
                </a14:m>
                <a:br>
                  <a:rPr lang="en-US" dirty="0"/>
                </a:br>
                <a:r>
                  <a:rPr lang="en-US" i="1" dirty="0"/>
                  <a:t>(depending on even or odd total frequency)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So, first we need to know: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i="1" dirty="0"/>
                        <m:t>Where</m:t>
                      </m:r>
                      <m:r>
                        <m:rPr>
                          <m:nor/>
                        </m:rPr>
                        <a:rPr lang="en-US" b="1" i="1" dirty="0"/>
                        <m:t> </m:t>
                      </m:r>
                      <m:r>
                        <m:rPr>
                          <m:nor/>
                        </m:rPr>
                        <a:rPr lang="en-US" b="1" i="1" dirty="0"/>
                        <m:t>is</m:t>
                      </m:r>
                      <m:r>
                        <m:rPr>
                          <m:nor/>
                        </m:rPr>
                        <a:rPr lang="en-US" b="1" i="1" dirty="0"/>
                        <m:t> </m:t>
                      </m:r>
                      <m:r>
                        <m:rPr>
                          <m:nor/>
                        </m:rPr>
                        <a:rPr lang="en-US" b="1" i="1" dirty="0"/>
                        <m:t>the</m:t>
                      </m:r>
                      <m:r>
                        <m:rPr>
                          <m:nor/>
                        </m:rPr>
                        <a:rPr lang="en-IN" b="1" i="1" dirty="0" smtClean="0"/>
                        <m:t> </m:t>
                      </m:r>
                      <m:f>
                        <m:fPr>
                          <m:ctrlPr>
                            <a:rPr lang="en-US" b="1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1" i="0" dirty="0" smtClean="0">
                              <a:latin typeface="Cambria Math" panose="02040503050406030204" pitchFamily="18" charset="0"/>
                            </a:rPr>
                            <m:t>𝐍</m:t>
                          </m:r>
                          <m:r>
                            <a:rPr lang="en-IN" b="1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b="1" i="0" dirty="0" smtClean="0"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  <m:r>
                        <m:rPr>
                          <m:nor/>
                        </m:rPr>
                        <a:rPr lang="en-IN" b="1" i="1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b="1" i="1" dirty="0"/>
                        <m:t>observation</m:t>
                      </m:r>
                      <m:r>
                        <m:rPr>
                          <m:nor/>
                        </m:rPr>
                        <a:rPr lang="en-US" b="1" i="1" dirty="0"/>
                        <m:t> </m:t>
                      </m:r>
                      <m:r>
                        <m:rPr>
                          <m:nor/>
                        </m:rPr>
                        <a:rPr lang="en-US" b="1" i="1" dirty="0"/>
                        <m:t>located</m:t>
                      </m:r>
                      <m:r>
                        <m:rPr>
                          <m:nor/>
                        </m:rPr>
                        <a:rPr lang="en-US" b="1" i="1" dirty="0"/>
                        <m:t>?</m:t>
                      </m:r>
                    </m:oMath>
                  </m:oMathPara>
                </a14:m>
                <a:endParaRPr lang="en-US" b="1" dirty="0"/>
              </a:p>
              <a:p>
                <a:pPr lvl="1"/>
                <a:r>
                  <a:rPr lang="en-US" dirty="0"/>
                  <a:t>This requires knowing how many observations are covered till each value.</a:t>
                </a:r>
              </a:p>
              <a:p>
                <a:pPr lvl="1"/>
                <a:r>
                  <a:rPr lang="en-US" dirty="0"/>
                  <a:t>That is exactly what </a:t>
                </a:r>
                <a:r>
                  <a:rPr lang="en-US" b="1" dirty="0"/>
                  <a:t>cumulative frequency</a:t>
                </a:r>
                <a:r>
                  <a:rPr lang="en-US" dirty="0"/>
                  <a:t> tells.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B194707-50BB-EDFF-3619-B96EAB16E1B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1074" b="-22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43299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E94027-2A2C-A6DE-BAC2-85CB308A04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7E7FC4-9767-D302-17D9-7532DB1504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Cumulative Frequency in Discrete Data for Median?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8C24F5A-CD31-0F3A-CB81-D482DB03F7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17382"/>
            <a:ext cx="1800000" cy="711200"/>
          </a:xfrm>
        </p:spPr>
        <p:txBody>
          <a:bodyPr/>
          <a:lstStyle/>
          <a:p>
            <a:r>
              <a:rPr lang="en-IN" sz="2400" dirty="0"/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BC5FF4D2-506C-5D39-0E9A-F7FA4E30AFF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46646305"/>
                  </p:ext>
                </p:extLst>
              </p:nvPr>
            </p:nvGraphicFramePr>
            <p:xfrm>
              <a:off x="495300" y="1574645"/>
              <a:ext cx="1800000" cy="2114128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900000">
                      <a:extLst>
                        <a:ext uri="{9D8B030D-6E8A-4147-A177-3AD203B41FA5}">
                          <a16:colId xmlns:a16="http://schemas.microsoft.com/office/drawing/2014/main" val="4136748170"/>
                        </a:ext>
                      </a:extLst>
                    </a:gridCol>
                    <a:gridCol w="900000">
                      <a:extLst>
                        <a:ext uri="{9D8B030D-6E8A-4147-A177-3AD203B41FA5}">
                          <a16:colId xmlns:a16="http://schemas.microsoft.com/office/drawing/2014/main" val="3314969296"/>
                        </a:ext>
                      </a:extLst>
                    </a:gridCol>
                  </a:tblGrid>
                  <a:tr h="528532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𝐱</m:t>
                                </m:r>
                              </m:oMath>
                            </m:oMathPara>
                          </a14:m>
                          <a:endParaRPr lang="en-IN" sz="2400" b="1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𝐟</m:t>
                                </m:r>
                              </m:oMath>
                            </m:oMathPara>
                          </a14:m>
                          <a:endParaRPr lang="en-IN" sz="2400" b="1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2376316755"/>
                      </a:ext>
                    </a:extLst>
                  </a:tr>
                  <a:tr h="528532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878930819"/>
                      </a:ext>
                    </a:extLst>
                  </a:tr>
                  <a:tr h="528532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337394830"/>
                      </a:ext>
                    </a:extLst>
                  </a:tr>
                  <a:tr h="528532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2229025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BC5FF4D2-506C-5D39-0E9A-F7FA4E30AFF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46646305"/>
                  </p:ext>
                </p:extLst>
              </p:nvPr>
            </p:nvGraphicFramePr>
            <p:xfrm>
              <a:off x="495300" y="1574645"/>
              <a:ext cx="1800000" cy="2114128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900000">
                      <a:extLst>
                        <a:ext uri="{9D8B030D-6E8A-4147-A177-3AD203B41FA5}">
                          <a16:colId xmlns:a16="http://schemas.microsoft.com/office/drawing/2014/main" val="4136748170"/>
                        </a:ext>
                      </a:extLst>
                    </a:gridCol>
                    <a:gridCol w="900000">
                      <a:extLst>
                        <a:ext uri="{9D8B030D-6E8A-4147-A177-3AD203B41FA5}">
                          <a16:colId xmlns:a16="http://schemas.microsoft.com/office/drawing/2014/main" val="3314969296"/>
                        </a:ext>
                      </a:extLst>
                    </a:gridCol>
                  </a:tblGrid>
                  <a:tr h="52853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676" t="-1149" r="-101351" b="-30229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676" t="-1149" r="-1351" b="-30229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376316755"/>
                      </a:ext>
                    </a:extLst>
                  </a:tr>
                  <a:tr h="52853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676" t="-101149" r="-101351" b="-20229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676" t="-101149" r="-1351" b="-20229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78930819"/>
                      </a:ext>
                    </a:extLst>
                  </a:tr>
                  <a:tr h="52853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676" t="-201149" r="-101351" b="-10229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676" t="-201149" r="-1351" b="-10229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37394830"/>
                      </a:ext>
                    </a:extLst>
                  </a:tr>
                  <a:tr h="52853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676" t="-301149" r="-101351" b="-229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676" t="-301149" r="-1351" b="-229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229025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9B1AC752-6686-D37A-B482-C6E3BDD07AB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95300" y="1460932"/>
                <a:ext cx="3903199" cy="235349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dirty="0"/>
                  <a:t>This means:</a:t>
                </a:r>
              </a:p>
              <a:p>
                <a:pPr lvl="1"/>
                <a:r>
                  <a:rPr lang="en-US" sz="2400" dirty="0"/>
                  <a:t>Value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sz="2400" dirty="0"/>
                  <a:t> appears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sz="2400" dirty="0"/>
                  <a:t> times</a:t>
                </a:r>
              </a:p>
              <a:p>
                <a:pPr lvl="1"/>
                <a:r>
                  <a:rPr lang="en-US" sz="2400" dirty="0"/>
                  <a:t>Value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sz="2400" dirty="0"/>
                  <a:t> appears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sz="2400" dirty="0"/>
                  <a:t> times</a:t>
                </a:r>
              </a:p>
              <a:p>
                <a:pPr lvl="1"/>
                <a:r>
                  <a:rPr lang="en-US" sz="2400" dirty="0"/>
                  <a:t>Value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lang="en-US" sz="2400" dirty="0"/>
                  <a:t> appears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sz="2400" dirty="0"/>
                  <a:t> times</a:t>
                </a:r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9B1AC752-6686-D37A-B482-C6E3BDD07A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300" y="1460932"/>
                <a:ext cx="3903199" cy="2353494"/>
              </a:xfrm>
              <a:prstGeom prst="rect">
                <a:avLst/>
              </a:prstGeom>
              <a:blipFill>
                <a:blip r:embed="rId3"/>
                <a:stretch>
                  <a:fillRect l="-2188" r="-938" b="-233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336E1909-606A-C4DE-B612-09758CCCF9E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0" y="3920607"/>
                <a:ext cx="7464575" cy="252732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400" dirty="0"/>
                  <a:t>Median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400" dirty="0"/>
                  <a:t> </a:t>
                </a:r>
                <a:r>
                  <a:rPr lang="en-US" sz="2400" b="1" dirty="0"/>
                  <a:t>middle value/observation</a:t>
                </a:r>
                <a:br>
                  <a:rPr lang="en-US" sz="2400" dirty="0"/>
                </a:br>
                <a:r>
                  <a:rPr lang="en-US" sz="2400" dirty="0"/>
                  <a:t>Total </a:t>
                </a:r>
                <a14:m>
                  <m:oMath xmlns:m="http://schemas.openxmlformats.org/officeDocument/2006/math"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4 + 3 + 2 = </m:t>
                    </m:r>
                    <m:r>
                      <a:rPr lang="en-US" sz="2400" b="1" i="1" dirty="0">
                        <a:latin typeface="Cambria Math" panose="02040503050406030204" pitchFamily="18" charset="0"/>
                      </a:rPr>
                      <m:t>𝟗</m:t>
                    </m:r>
                  </m:oMath>
                </a14:m>
                <a:br>
                  <a:rPr lang="en-US" sz="2400" dirty="0"/>
                </a:b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400" dirty="0"/>
                      <m:t>Middle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en-US" sz="2400" i="1" dirty="0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b="0" i="1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ctrlPr>
                              <a:rPr lang="en-US" sz="2400" i="1" dirty="0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2400" i="0" dirty="0" smtClean="0">
                                <a:latin typeface="Cambria Math" panose="02040503050406030204" pitchFamily="18" charset="0"/>
                              </a:rPr>
                              <m:t>9 + 1</m:t>
                            </m:r>
                          </m:e>
                        </m:d>
                        <m:r>
                          <a:rPr lang="en-IN" sz="2400" b="0" i="1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num>
                      <m:den>
                        <m:r>
                          <a:rPr lang="en-US" sz="2400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 = </m:t>
                    </m:r>
                    <m:sSup>
                      <m:sSupPr>
                        <m:ctrlPr>
                          <a:rPr lang="en-IN" sz="2400" b="1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400" b="1" i="0" dirty="0">
                            <a:latin typeface="Cambria Math" panose="02040503050406030204" pitchFamily="18" charset="0"/>
                          </a:rPr>
                          <m:t>𝟓</m:t>
                        </m:r>
                      </m:e>
                      <m:sup>
                        <m:r>
                          <a:rPr lang="en-IN" sz="2400" b="1" i="0" dirty="0" smtClean="0"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  <m:r>
                      <m:rPr>
                        <m:nor/>
                      </m:rPr>
                      <a:rPr lang="en-IN" sz="2400" b="1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2400" b="1" dirty="0"/>
                      <m:t>value</m:t>
                    </m:r>
                  </m:oMath>
                </a14:m>
                <a:endParaRPr lang="en-US" sz="2400" dirty="0"/>
              </a:p>
              <a:p>
                <a:pPr algn="l"/>
                <a:r>
                  <a:rPr lang="en-US" sz="2400" dirty="0"/>
                  <a:t>So, we need to find: </a:t>
                </a:r>
                <a:r>
                  <a:rPr lang="en-US" sz="2400" b="1" i="1" dirty="0"/>
                  <a:t>What is the 5</a:t>
                </a:r>
                <a:r>
                  <a:rPr lang="en-US" sz="2400" b="1" i="1" baseline="30000" dirty="0"/>
                  <a:t>th</a:t>
                </a:r>
                <a:r>
                  <a:rPr lang="en-US" sz="2400" b="1" i="1" dirty="0"/>
                  <a:t> value in the entire data?</a:t>
                </a:r>
                <a:endParaRPr lang="en-US" sz="2400" b="1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336E1909-606A-C4DE-B612-09758CCCF9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3920607"/>
                <a:ext cx="7464575" cy="2527326"/>
              </a:xfrm>
              <a:prstGeom prst="rect">
                <a:avLst/>
              </a:prstGeom>
              <a:blipFill>
                <a:blip r:embed="rId4"/>
                <a:stretch>
                  <a:fillRect l="-1144" b="-192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09968D48-677E-288C-DE0B-6ED996039A6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239959" y="817382"/>
                <a:ext cx="5820861" cy="387481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400" dirty="0"/>
                  <a:t>Data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= 10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, 10, 10, 10, </m:t>
                    </m:r>
                    <m:r>
                      <a:rPr lang="en-US" sz="2400" b="1" i="1" dirty="0">
                        <a:latin typeface="Cambria Math" panose="02040503050406030204" pitchFamily="18" charset="0"/>
                      </a:rPr>
                      <m:t>𝟐𝟎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, 20, 20, 30, 30</m:t>
                    </m:r>
                  </m:oMath>
                </a14:m>
                <a:endParaRPr lang="en-US" sz="2400" dirty="0"/>
              </a:p>
              <a:p>
                <a:r>
                  <a:rPr lang="en-US" sz="2400" dirty="0"/>
                  <a:t>Here the </a:t>
                </a:r>
                <a:r>
                  <a:rPr lang="en-US" sz="2400" b="1" dirty="0"/>
                  <a:t>5</a:t>
                </a:r>
                <a:r>
                  <a:rPr lang="en-US" sz="2400" b="1" baseline="30000" dirty="0"/>
                  <a:t>th</a:t>
                </a:r>
                <a:r>
                  <a:rPr lang="en-US" sz="2400" b="1" dirty="0"/>
                  <a:t> value</a:t>
                </a:r>
                <a:r>
                  <a:rPr lang="en-US" sz="2400" dirty="0"/>
                  <a:t> is clearly </a:t>
                </a:r>
                <a14:m>
                  <m:oMath xmlns:m="http://schemas.openxmlformats.org/officeDocument/2006/math">
                    <m:r>
                      <a:rPr lang="en-US" sz="2400" b="1" i="1" dirty="0" smtClean="0">
                        <a:latin typeface="Cambria Math" panose="02040503050406030204" pitchFamily="18" charset="0"/>
                      </a:rPr>
                      <m:t>𝟐𝟎</m:t>
                    </m:r>
                    <m:r>
                      <a:rPr lang="en-US" sz="2400" i="1" dirty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sz="2400" dirty="0"/>
              </a:p>
              <a:p>
                <a:r>
                  <a:rPr lang="en-US" sz="2400" dirty="0"/>
                  <a:t>But in an exam, you </a:t>
                </a:r>
                <a:r>
                  <a:rPr lang="en-US" sz="2400" b="1" dirty="0"/>
                  <a:t>cannot write all values</a:t>
                </a:r>
                <a:r>
                  <a:rPr lang="en-US" sz="2400" dirty="0"/>
                  <a:t> like this if frequency is huge (like 60, 90, 120…).</a:t>
                </a:r>
              </a:p>
              <a:p>
                <a:r>
                  <a:rPr lang="en-US" sz="2400" dirty="0"/>
                  <a:t>So, we need a shortcut which is Cumulative Frequency.</a:t>
                </a: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09968D48-677E-288C-DE0B-6ED996039A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9959" y="817382"/>
                <a:ext cx="5820861" cy="3874810"/>
              </a:xfrm>
              <a:prstGeom prst="rect">
                <a:avLst/>
              </a:prstGeom>
              <a:blipFill>
                <a:blip r:embed="rId5"/>
                <a:stretch>
                  <a:fillRect l="-1468" r="-167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44526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71E19A-CC9B-24D0-84E8-5793A3EFE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2D2C6E-EA44-0DC9-95D4-6A44FE96DD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Cumulative Frequency in Discrete Data for Median?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586BDBA-6460-2DE1-BF49-103A2A2DA99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3926" y="787323"/>
            <a:ext cx="2164120" cy="711200"/>
          </a:xfrm>
        </p:spPr>
        <p:txBody>
          <a:bodyPr/>
          <a:lstStyle/>
          <a:p>
            <a:r>
              <a:rPr lang="en-IN" sz="2400" dirty="0"/>
              <a:t>Make CF: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5C2960F1-40E6-41AD-A5C1-8A321BD130E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82096389"/>
                  </p:ext>
                </p:extLst>
              </p:nvPr>
            </p:nvGraphicFramePr>
            <p:xfrm>
              <a:off x="526472" y="1413000"/>
              <a:ext cx="2920864" cy="2016000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684000">
                      <a:extLst>
                        <a:ext uri="{9D8B030D-6E8A-4147-A177-3AD203B41FA5}">
                          <a16:colId xmlns:a16="http://schemas.microsoft.com/office/drawing/2014/main" val="4136748170"/>
                        </a:ext>
                      </a:extLst>
                    </a:gridCol>
                    <a:gridCol w="684000">
                      <a:extLst>
                        <a:ext uri="{9D8B030D-6E8A-4147-A177-3AD203B41FA5}">
                          <a16:colId xmlns:a16="http://schemas.microsoft.com/office/drawing/2014/main" val="3314969296"/>
                        </a:ext>
                      </a:extLst>
                    </a:gridCol>
                    <a:gridCol w="1552864">
                      <a:extLst>
                        <a:ext uri="{9D8B030D-6E8A-4147-A177-3AD203B41FA5}">
                          <a16:colId xmlns:a16="http://schemas.microsoft.com/office/drawing/2014/main" val="3347032580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40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f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:r>
                            <a:rPr lang="en-IN" sz="2400" b="1" i="0" dirty="0">
                              <a:solidFill>
                                <a:srgbClr val="002060"/>
                              </a:solidFill>
                            </a:rPr>
                            <a:t>CF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2376316755"/>
                      </a:ext>
                    </a:extLst>
                  </a:tr>
                  <a:tr h="504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𝟒</m:t>
                                </m:r>
                              </m:oMath>
                            </m:oMathPara>
                          </a14:m>
                          <a:endParaRPr lang="en-IN" sz="2400" b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878930819"/>
                      </a:ext>
                    </a:extLst>
                  </a:tr>
                  <a:tr h="504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1" dirty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𝟐𝟎</m:t>
                                </m:r>
                              </m:oMath>
                            </m:oMathPara>
                          </a14:m>
                          <a:endParaRPr lang="en-IN" sz="2400" b="1" dirty="0">
                            <a:solidFill>
                              <a:srgbClr val="FF000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𝟒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𝟑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𝟕</m:t>
                                </m:r>
                              </m:oMath>
                            </m:oMathPara>
                          </a14:m>
                          <a:endParaRPr lang="en-IN" sz="2400" b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1337394830"/>
                      </a:ext>
                    </a:extLst>
                  </a:tr>
                  <a:tr h="504000"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30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4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𝟕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𝟐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400" b="1" i="1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𝟗</m:t>
                                </m:r>
                              </m:oMath>
                            </m:oMathPara>
                          </a14:m>
                          <a:endParaRPr lang="en-IN" sz="2400" b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32229025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5C2960F1-40E6-41AD-A5C1-8A321BD130E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82096389"/>
                  </p:ext>
                </p:extLst>
              </p:nvPr>
            </p:nvGraphicFramePr>
            <p:xfrm>
              <a:off x="526472" y="1413000"/>
              <a:ext cx="2920864" cy="2016000"/>
            </p:xfrm>
            <a:graphic>
              <a:graphicData uri="http://schemas.openxmlformats.org/drawingml/2006/table">
                <a:tbl>
                  <a:tblPr>
                    <a:tableStyleId>{E8B1032C-EA38-4F05-BA0D-38AFFFC7BED3}</a:tableStyleId>
                  </a:tblPr>
                  <a:tblGrid>
                    <a:gridCol w="684000">
                      <a:extLst>
                        <a:ext uri="{9D8B030D-6E8A-4147-A177-3AD203B41FA5}">
                          <a16:colId xmlns:a16="http://schemas.microsoft.com/office/drawing/2014/main" val="4136748170"/>
                        </a:ext>
                      </a:extLst>
                    </a:gridCol>
                    <a:gridCol w="684000">
                      <a:extLst>
                        <a:ext uri="{9D8B030D-6E8A-4147-A177-3AD203B41FA5}">
                          <a16:colId xmlns:a16="http://schemas.microsoft.com/office/drawing/2014/main" val="3314969296"/>
                        </a:ext>
                      </a:extLst>
                    </a:gridCol>
                    <a:gridCol w="1552864">
                      <a:extLst>
                        <a:ext uri="{9D8B030D-6E8A-4147-A177-3AD203B41FA5}">
                          <a16:colId xmlns:a16="http://schemas.microsoft.com/office/drawing/2014/main" val="3347032580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93" t="-2410" r="-330357" b="-30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000" t="-2410" r="-227434" b="-30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buNone/>
                          </a:pPr>
                          <a:r>
                            <a:rPr lang="en-IN" sz="2400" b="1" i="0" dirty="0">
                              <a:solidFill>
                                <a:srgbClr val="002060"/>
                              </a:solidFill>
                            </a:rPr>
                            <a:t>CF</a:t>
                          </a:r>
                        </a:p>
                      </a:txBody>
                      <a:tcPr anchor="ctr"/>
                    </a:tc>
                    <a:extLst>
                      <a:ext uri="{0D108BD9-81ED-4DB2-BD59-A6C34878D82A}">
                        <a16:rowId xmlns:a16="http://schemas.microsoft.com/office/drawing/2014/main" val="2376316755"/>
                      </a:ext>
                    </a:extLst>
                  </a:tr>
                  <a:tr h="504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93" t="-102410" r="-330357" b="-20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000" t="-102410" r="-227434" b="-20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8627" t="-102410" r="-784" b="-20241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78930819"/>
                      </a:ext>
                    </a:extLst>
                  </a:tr>
                  <a:tr h="504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93" t="-202410" r="-330357" b="-10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000" t="-202410" r="-227434" b="-10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8627" t="-202410" r="-784" b="-10241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37394830"/>
                      </a:ext>
                    </a:extLst>
                  </a:tr>
                  <a:tr h="504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93" t="-302410" r="-330357" b="-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100000" t="-302410" r="-227434" b="-24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blipFill>
                          <a:blip r:embed="rId2"/>
                          <a:stretch>
                            <a:fillRect l="-88627" t="-302410" r="-784" b="-241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229025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3EECC822-545A-1D37-D62D-EA16505BEE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73278" y="1413000"/>
                <a:ext cx="5622676" cy="2016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US" sz="2400" dirty="0"/>
                  <a:t>CF tells: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sz="2400" dirty="0"/>
                  <a:t>Up to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sz="2400" dirty="0"/>
                  <a:t> we covered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sz="2400" dirty="0"/>
                  <a:t> observations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sz="2400" dirty="0"/>
                  <a:t>Up to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sz="2400" dirty="0"/>
                  <a:t> we covered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US" sz="2400" dirty="0"/>
                  <a:t> observations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sz="2400" dirty="0"/>
                  <a:t>Up to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lang="en-US" sz="2400" dirty="0"/>
                  <a:t> we covered </a:t>
                </a:r>
                <a14:m>
                  <m:oMath xmlns:m="http://schemas.openxmlformats.org/officeDocument/2006/math">
                    <m:r>
                      <a:rPr lang="en-US" sz="2400" b="0" i="1" dirty="0" smtClean="0"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US" sz="2400" dirty="0"/>
                  <a:t> observations</a:t>
                </a: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3EECC822-545A-1D37-D62D-EA16505BEE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73278" y="1413000"/>
                <a:ext cx="5622676" cy="2016000"/>
              </a:xfrm>
              <a:prstGeom prst="rect">
                <a:avLst/>
              </a:prstGeom>
              <a:blipFill>
                <a:blip r:embed="rId3"/>
                <a:stretch>
                  <a:fillRect l="-1517" t="-2115" b="-30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57D99F46-7CC2-C429-3D5C-6B29CBA47F1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3925" y="3735960"/>
                <a:ext cx="6455083" cy="288304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dirty="0"/>
                  <a:t>We want the </a:t>
                </a:r>
                <a:r>
                  <a:rPr lang="en-US" sz="2400" b="1" dirty="0">
                    <a:solidFill>
                      <a:srgbClr val="FF0000"/>
                    </a:solidFill>
                  </a:rPr>
                  <a:t>5</a:t>
                </a:r>
                <a:r>
                  <a:rPr lang="en-US" sz="2400" b="1" baseline="30000" dirty="0">
                    <a:solidFill>
                      <a:srgbClr val="FF0000"/>
                    </a:solidFill>
                  </a:rPr>
                  <a:t>th</a:t>
                </a:r>
                <a:r>
                  <a:rPr lang="en-US" sz="2400" b="1" dirty="0">
                    <a:solidFill>
                      <a:srgbClr val="FF0000"/>
                    </a:solidFill>
                  </a:rPr>
                  <a:t> </a:t>
                </a:r>
                <a:r>
                  <a:rPr lang="en-US" sz="2400" dirty="0"/>
                  <a:t>observation.</a:t>
                </a:r>
              </a:p>
              <a:p>
                <a:pPr lvl="1"/>
                <a:r>
                  <a:rPr lang="en-US" sz="2400" dirty="0"/>
                  <a:t>Now check:</a:t>
                </a:r>
              </a:p>
              <a:p>
                <a:pPr lvl="2"/>
                <a:r>
                  <a:rPr lang="en-US" sz="2400" dirty="0"/>
                  <a:t>CF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= 4 </m:t>
                    </m:r>
                  </m:oMath>
                </a14:m>
                <a:r>
                  <a:rPr lang="en-US" sz="2400" dirty="0"/>
                  <a:t>→ 5</a:t>
                </a:r>
                <a:r>
                  <a:rPr lang="en-US" sz="2400" baseline="30000" dirty="0"/>
                  <a:t>th</a:t>
                </a:r>
                <a:r>
                  <a:rPr lang="en-US" sz="2400" dirty="0"/>
                  <a:t> observation not reached yet</a:t>
                </a:r>
              </a:p>
              <a:p>
                <a:pPr lvl="2"/>
                <a:r>
                  <a:rPr lang="en-US" sz="2400" dirty="0"/>
                  <a:t>CF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= 7</m:t>
                    </m:r>
                  </m:oMath>
                </a14:m>
                <a:r>
                  <a:rPr lang="en-US" sz="2400" dirty="0"/>
                  <a:t> → 5</a:t>
                </a:r>
                <a:r>
                  <a:rPr lang="en-US" sz="2400" baseline="30000" dirty="0"/>
                  <a:t>th</a:t>
                </a:r>
                <a:r>
                  <a:rPr lang="en-US" sz="2400" dirty="0"/>
                  <a:t> observation lies here</a:t>
                </a:r>
              </a:p>
              <a:p>
                <a:pPr lvl="1"/>
                <a:r>
                  <a:rPr lang="en-US" sz="2400" dirty="0"/>
                  <a:t>Therefore, median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b="1" i="1" dirty="0">
                        <a:latin typeface="Cambria Math" panose="02040503050406030204" pitchFamily="18" charset="0"/>
                      </a:rPr>
                      <m:t>𝟐𝟎</m:t>
                    </m:r>
                  </m:oMath>
                </a14:m>
                <a:endParaRPr lang="en-US" sz="2400" dirty="0"/>
              </a:p>
            </p:txBody>
          </p:sp>
        </mc:Choice>
        <mc:Fallback xmlns="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57D99F46-7CC2-C429-3D5C-6B29CBA47F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925" y="3735960"/>
                <a:ext cx="6455083" cy="2883049"/>
              </a:xfrm>
              <a:prstGeom prst="rect">
                <a:avLst/>
              </a:prstGeom>
              <a:blipFill>
                <a:blip r:embed="rId4"/>
                <a:stretch>
                  <a:fillRect l="-1322" b="-380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DDFFAB4-98D9-C46F-F79B-125FBF4DFAE0}"/>
                  </a:ext>
                </a:extLst>
              </p:cNvPr>
              <p:cNvSpPr txBox="1"/>
              <p:nvPr/>
            </p:nvSpPr>
            <p:spPr>
              <a:xfrm>
                <a:off x="6562458" y="4101709"/>
                <a:ext cx="5465617" cy="1569660"/>
              </a:xfrm>
              <a:prstGeom prst="rect">
                <a:avLst/>
              </a:prstGeom>
              <a:noFill/>
              <a:ln w="38100">
                <a:solidFill>
                  <a:schemeClr val="accent6">
                    <a:lumMod val="75000"/>
                  </a:schemeClr>
                </a:solidFill>
              </a:ln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002060"/>
                    </a:solidFill>
                  </a:rPr>
                  <a:t>We need cumulative frequency in discrete data because median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middle-position value, and cumulative frequency tells exactly in which row that position lies.</a:t>
                </a:r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DDFFAB4-98D9-C46F-F79B-125FBF4DFA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2458" y="4101709"/>
                <a:ext cx="5465617" cy="1569660"/>
              </a:xfrm>
              <a:prstGeom prst="rect">
                <a:avLst/>
              </a:prstGeom>
              <a:blipFill>
                <a:blip r:embed="rId5"/>
                <a:stretch>
                  <a:fillRect t="-1521" b="-7224"/>
                </a:stretch>
              </a:blipFill>
              <a:ln w="38100">
                <a:solidFill>
                  <a:schemeClr val="accent6">
                    <a:lumMod val="7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78408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2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2.3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Mode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5675667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The mode is the </a:t>
                </a:r>
                <a:r>
                  <a:rPr lang="en-US" b="1" dirty="0">
                    <a:solidFill>
                      <a:srgbClr val="FF0000"/>
                    </a:solidFill>
                  </a:rPr>
                  <a:t>most frequently occurring </a:t>
                </a:r>
                <a:r>
                  <a:rPr lang="en-US" dirty="0"/>
                  <a:t>value in the set.</a:t>
                </a:r>
                <a:endParaRPr lang="en-IN" dirty="0"/>
              </a:p>
              <a:p>
                <a:r>
                  <a:rPr lang="en-US" dirty="0"/>
                  <a:t>Mode is denoted by capital letter “</a:t>
                </a:r>
                <a14:m>
                  <m:oMath xmlns:m="http://schemas.openxmlformats.org/officeDocument/2006/math">
                    <m:r>
                      <a:rPr lang="en-US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𝐙</m:t>
                    </m:r>
                  </m:oMath>
                </a14:m>
                <a:r>
                  <a:rPr lang="en-US" dirty="0"/>
                  <a:t>”.</a:t>
                </a:r>
                <a:endParaRPr lang="en-IN" dirty="0"/>
              </a:p>
              <a:p>
                <a:r>
                  <a:rPr lang="en-US" dirty="0"/>
                  <a:t>The mode is </a:t>
                </a:r>
                <a:r>
                  <a:rPr lang="en-US" b="1" dirty="0">
                    <a:solidFill>
                      <a:srgbClr val="0070C0"/>
                    </a:solidFill>
                  </a:rPr>
                  <a:t>not</a:t>
                </a:r>
                <a:r>
                  <a:rPr lang="en-US" dirty="0"/>
                  <a:t> necessarily </a:t>
                </a:r>
                <a:r>
                  <a:rPr lang="en-US" b="1" dirty="0">
                    <a:solidFill>
                      <a:srgbClr val="0070C0"/>
                    </a:solidFill>
                  </a:rPr>
                  <a:t>unique</a:t>
                </a:r>
                <a:r>
                  <a:rPr lang="en-US" dirty="0"/>
                  <a:t>, like mean and median. </a:t>
                </a:r>
              </a:p>
              <a:p>
                <a:r>
                  <a:rPr lang="en-US" dirty="0"/>
                  <a:t>Data set with one mode is known as </a:t>
                </a:r>
                <a:r>
                  <a:rPr lang="en-US" b="1" dirty="0"/>
                  <a:t>unimodal.</a:t>
                </a:r>
              </a:p>
              <a:p>
                <a:r>
                  <a:rPr lang="en-US" dirty="0"/>
                  <a:t>We can have data with two modes (</a:t>
                </a:r>
                <a:r>
                  <a:rPr lang="en-US" b="1" dirty="0"/>
                  <a:t>bi-modal</a:t>
                </a:r>
                <a:r>
                  <a:rPr lang="en-US" dirty="0"/>
                  <a:t>) or </a:t>
                </a:r>
              </a:p>
              <a:p>
                <a:pPr marL="266700" indent="0">
                  <a:buNone/>
                </a:pPr>
                <a:r>
                  <a:rPr lang="en-US" dirty="0"/>
                  <a:t>more than two modes (</a:t>
                </a:r>
                <a:r>
                  <a:rPr lang="en-US" b="1" dirty="0"/>
                  <a:t>multi-modal</a:t>
                </a:r>
                <a:r>
                  <a:rPr lang="en-US" dirty="0"/>
                  <a:t>) 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08165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5485011"/>
                  </p:ext>
                </p:extLst>
              </p:nvPr>
            </p:nvGraphicFramePr>
            <p:xfrm>
              <a:off x="197168" y="901676"/>
              <a:ext cx="11700000" cy="420805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60000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9540000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Mode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𝐙</m:t>
                              </m:r>
                            </m:oMath>
                          </a14:m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) 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85202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  <a:tr h="185202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IN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IN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5108299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5485011"/>
                  </p:ext>
                </p:extLst>
              </p:nvPr>
            </p:nvGraphicFramePr>
            <p:xfrm>
              <a:off x="197168" y="901676"/>
              <a:ext cx="11700000" cy="420805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60000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9540000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2733" t="-12048" r="-192" b="-73734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85202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  <a:tr h="1852025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65" t="-130164" r="-443220" b="-9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5108299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654A3AA1-8BB5-4642-9137-886E9F0FB6E7}"/>
              </a:ext>
            </a:extLst>
          </p:cNvPr>
          <p:cNvSpPr txBox="1"/>
          <p:nvPr/>
        </p:nvSpPr>
        <p:spPr>
          <a:xfrm>
            <a:off x="3908834" y="2104632"/>
            <a:ext cx="67056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</a:rPr>
              <a:t>Most repeated observation among given data</a:t>
            </a:r>
            <a:endParaRPr lang="en-IN" sz="2800" dirty="0">
              <a:solidFill>
                <a:srgbClr val="002060"/>
              </a:solidFill>
              <a:effectLst/>
              <a:latin typeface="+mn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83A9639-ECF1-43AE-850A-DAD422280730}"/>
              </a:ext>
            </a:extLst>
          </p:cNvPr>
          <p:cNvSpPr txBox="1"/>
          <p:nvPr/>
        </p:nvSpPr>
        <p:spPr>
          <a:xfrm>
            <a:off x="3908834" y="3968539"/>
            <a:ext cx="67056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0000"/>
              </a:lnSpc>
              <a:tabLst>
                <a:tab pos="447675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Observation against the highest frequency</a:t>
            </a:r>
            <a:endParaRPr lang="en-IN" sz="2800" dirty="0">
              <a:solidFill>
                <a:srgbClr val="002060"/>
              </a:solidFill>
              <a:effectLst/>
              <a:latin typeface="+mn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659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0"/>
                <a:ext cx="11776121" cy="161798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Find the mode of following data:</a:t>
                </a:r>
                <a:endParaRPr lang="en-IN" dirty="0"/>
              </a:p>
              <a:p>
                <a:pPr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9.</m:t>
                      </m:r>
                    </m:oMath>
                  </m:oMathPara>
                </a14:m>
                <a:endParaRPr lang="en-IN" dirty="0"/>
              </a:p>
              <a:p>
                <a:pPr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16.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776121" cy="1617986"/>
              </a:xfrm>
              <a:prstGeom prst="rect">
                <a:avLst/>
              </a:prstGeom>
              <a:blipFill>
                <a:blip r:embed="rId3"/>
                <a:stretch>
                  <a:fillRect l="-1088" t="-7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4246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3B3FBFF-3278-46C7-A030-BC307935F251}"/>
                  </a:ext>
                </a:extLst>
              </p:cNvPr>
              <p:cNvSpPr txBox="1"/>
              <p:nvPr/>
            </p:nvSpPr>
            <p:spPr>
              <a:xfrm>
                <a:off x="1594215" y="2641854"/>
                <a:ext cx="621628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𝟗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3B3FBFF-3278-46C7-A030-BC307935F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41854"/>
                <a:ext cx="621628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B30BD113-5274-4BD3-8E4E-C9252D863659}"/>
              </a:ext>
            </a:extLst>
          </p:cNvPr>
          <p:cNvSpPr txBox="1"/>
          <p:nvPr/>
        </p:nvSpPr>
        <p:spPr>
          <a:xfrm>
            <a:off x="2112376" y="3164050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F708542-11E0-4926-B038-98270D66F1E0}"/>
                  </a:ext>
                </a:extLst>
              </p:cNvPr>
              <p:cNvSpPr txBox="1"/>
              <p:nvPr/>
            </p:nvSpPr>
            <p:spPr>
              <a:xfrm>
                <a:off x="2887668" y="3164049"/>
                <a:ext cx="49228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most repeated observation is </a:t>
                </a: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F708542-11E0-4926-B038-98270D66F1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3164049"/>
                <a:ext cx="4922832" cy="523220"/>
              </a:xfrm>
              <a:prstGeom prst="rect">
                <a:avLst/>
              </a:prstGeom>
              <a:blipFill>
                <a:blip r:embed="rId5"/>
                <a:stretch>
                  <a:fillRect l="-260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TextBox 17">
            <a:extLst>
              <a:ext uri="{FF2B5EF4-FFF2-40B4-BE49-F238E27FC236}">
                <a16:creationId xmlns:a16="http://schemas.microsoft.com/office/drawing/2014/main" id="{B34D9347-D231-455D-80AC-20685DA712ED}"/>
              </a:ext>
            </a:extLst>
          </p:cNvPr>
          <p:cNvSpPr txBox="1"/>
          <p:nvPr/>
        </p:nvSpPr>
        <p:spPr>
          <a:xfrm>
            <a:off x="2112376" y="3698866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E7279DD-F2F6-4271-8894-14D89F3552FA}"/>
                  </a:ext>
                </a:extLst>
              </p:cNvPr>
              <p:cNvSpPr txBox="1"/>
              <p:nvPr/>
            </p:nvSpPr>
            <p:spPr>
              <a:xfrm>
                <a:off x="2754768" y="3698865"/>
                <a:ext cx="119378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E7279DD-F2F6-4271-8894-14D89F355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768" y="3698865"/>
                <a:ext cx="11937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8F9717-4842-4A59-A8C7-2F508C74C46E}"/>
                  </a:ext>
                </a:extLst>
              </p:cNvPr>
              <p:cNvSpPr txBox="1"/>
              <p:nvPr/>
            </p:nvSpPr>
            <p:spPr>
              <a:xfrm>
                <a:off x="1594216" y="4636085"/>
                <a:ext cx="771011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pl-PL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pl-PL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𝟔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𝟏𝟎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𝟏𝟔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8F9717-4842-4A59-A8C7-2F508C74C4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636085"/>
                <a:ext cx="771011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TextBox 23">
            <a:extLst>
              <a:ext uri="{FF2B5EF4-FFF2-40B4-BE49-F238E27FC236}">
                <a16:creationId xmlns:a16="http://schemas.microsoft.com/office/drawing/2014/main" id="{7494E1CC-69B6-4B5C-B1AC-924FD1822CE0}"/>
              </a:ext>
            </a:extLst>
          </p:cNvPr>
          <p:cNvSpPr txBox="1"/>
          <p:nvPr/>
        </p:nvSpPr>
        <p:spPr>
          <a:xfrm>
            <a:off x="2112376" y="5257979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1A4379C-94AD-4069-9F99-F9434F59C67B}"/>
              </a:ext>
            </a:extLst>
          </p:cNvPr>
          <p:cNvSpPr txBox="1"/>
          <p:nvPr/>
        </p:nvSpPr>
        <p:spPr>
          <a:xfrm>
            <a:off x="2112376" y="5848289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6226E19-3AA7-4907-A021-F6AFC50C24BD}"/>
                  </a:ext>
                </a:extLst>
              </p:cNvPr>
              <p:cNvSpPr txBox="1"/>
              <p:nvPr/>
            </p:nvSpPr>
            <p:spPr>
              <a:xfrm>
                <a:off x="2743200" y="5847762"/>
                <a:ext cx="17473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=4,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6226E19-3AA7-4907-A021-F6AFC50C24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3200" y="5847762"/>
                <a:ext cx="174735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1C77E4D-A5A7-4595-BBD8-0B96A88A209D}"/>
                  </a:ext>
                </a:extLst>
              </p:cNvPr>
              <p:cNvSpPr txBox="1"/>
              <p:nvPr/>
            </p:nvSpPr>
            <p:spPr>
              <a:xfrm>
                <a:off x="3964015" y="5847763"/>
                <a:ext cx="40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1C77E4D-A5A7-4595-BBD8-0B96A88A20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4015" y="5847763"/>
                <a:ext cx="40304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Oval 10">
            <a:extLst>
              <a:ext uri="{FF2B5EF4-FFF2-40B4-BE49-F238E27FC236}">
                <a16:creationId xmlns:a16="http://schemas.microsoft.com/office/drawing/2014/main" id="{72922450-64DE-4A40-B3E5-C62DC20372E1}"/>
              </a:ext>
            </a:extLst>
          </p:cNvPr>
          <p:cNvSpPr/>
          <p:nvPr/>
        </p:nvSpPr>
        <p:spPr>
          <a:xfrm>
            <a:off x="2196955" y="2679587"/>
            <a:ext cx="461665" cy="461665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201100B0-7064-4365-8D41-D55F03760253}"/>
              </a:ext>
            </a:extLst>
          </p:cNvPr>
          <p:cNvSpPr/>
          <p:nvPr/>
        </p:nvSpPr>
        <p:spPr>
          <a:xfrm>
            <a:off x="3440102" y="2679587"/>
            <a:ext cx="461665" cy="461665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5FFB1430-DC9B-4C98-9B4D-6BD00554D1FA}"/>
              </a:ext>
            </a:extLst>
          </p:cNvPr>
          <p:cNvSpPr/>
          <p:nvPr/>
        </p:nvSpPr>
        <p:spPr>
          <a:xfrm>
            <a:off x="5269641" y="2679587"/>
            <a:ext cx="461665" cy="461665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41038997-BD06-49F1-8654-31A04F8C8045}"/>
              </a:ext>
            </a:extLst>
          </p:cNvPr>
          <p:cNvSpPr/>
          <p:nvPr/>
        </p:nvSpPr>
        <p:spPr>
          <a:xfrm>
            <a:off x="2849283" y="4666863"/>
            <a:ext cx="461665" cy="461665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519E1D14-4904-4045-B2A2-871820E5A92B}"/>
              </a:ext>
            </a:extLst>
          </p:cNvPr>
          <p:cNvSpPr/>
          <p:nvPr/>
        </p:nvSpPr>
        <p:spPr>
          <a:xfrm>
            <a:off x="6941947" y="4666863"/>
            <a:ext cx="461665" cy="461665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27F42F41-AF01-485C-9568-FEAF9E872BA5}"/>
              </a:ext>
            </a:extLst>
          </p:cNvPr>
          <p:cNvSpPr/>
          <p:nvPr/>
        </p:nvSpPr>
        <p:spPr>
          <a:xfrm>
            <a:off x="3471728" y="4666863"/>
            <a:ext cx="461665" cy="461665"/>
          </a:xfrm>
          <a:prstGeom prst="ellipse">
            <a:avLst/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F35CC825-0C26-48E9-B970-C8F839F17426}"/>
              </a:ext>
            </a:extLst>
          </p:cNvPr>
          <p:cNvSpPr/>
          <p:nvPr/>
        </p:nvSpPr>
        <p:spPr>
          <a:xfrm>
            <a:off x="6355494" y="4666863"/>
            <a:ext cx="461665" cy="461665"/>
          </a:xfrm>
          <a:prstGeom prst="ellipse">
            <a:avLst/>
          </a:prstGeom>
          <a:noFill/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E1C3742-4047-42E2-96AE-17A33A2EF878}"/>
                  </a:ext>
                </a:extLst>
              </p:cNvPr>
              <p:cNvSpPr txBox="1"/>
              <p:nvPr/>
            </p:nvSpPr>
            <p:spPr>
              <a:xfrm>
                <a:off x="2887668" y="5261948"/>
                <a:ext cx="756261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most repeated observations are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𝟖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E1C3742-4047-42E2-96AE-17A33A2EF8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5261948"/>
                <a:ext cx="7562618" cy="523220"/>
              </a:xfrm>
              <a:prstGeom prst="rect">
                <a:avLst/>
              </a:prstGeom>
              <a:blipFill>
                <a:blip r:embed="rId10"/>
                <a:stretch>
                  <a:fillRect l="-1694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0E31D80-F03E-406F-801B-6EE4DCAB67CC}"/>
              </a:ext>
            </a:extLst>
          </p:cNvPr>
          <p:cNvSpPr/>
          <p:nvPr/>
        </p:nvSpPr>
        <p:spPr>
          <a:xfrm>
            <a:off x="9288278" y="2647649"/>
            <a:ext cx="2619014" cy="523220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AFD4FA0-03DE-4F25-98FD-523ED327A9C6}"/>
              </a:ext>
            </a:extLst>
          </p:cNvPr>
          <p:cNvSpPr txBox="1"/>
          <p:nvPr/>
        </p:nvSpPr>
        <p:spPr>
          <a:xfrm>
            <a:off x="9021578" y="2671867"/>
            <a:ext cx="31524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Unimodal dataset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147174F-EDEA-4D70-8C44-2513318B4BF0}"/>
              </a:ext>
            </a:extLst>
          </p:cNvPr>
          <p:cNvSpPr/>
          <p:nvPr/>
        </p:nvSpPr>
        <p:spPr>
          <a:xfrm>
            <a:off x="9306286" y="4641367"/>
            <a:ext cx="2619014" cy="523220"/>
          </a:xfrm>
          <a:prstGeom prst="roundRect">
            <a:avLst/>
          </a:prstGeom>
          <a:noFill/>
          <a:ln w="38100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ECC32CC-6409-42F6-8A14-A125C32F5415}"/>
              </a:ext>
            </a:extLst>
          </p:cNvPr>
          <p:cNvSpPr txBox="1"/>
          <p:nvPr/>
        </p:nvSpPr>
        <p:spPr>
          <a:xfrm>
            <a:off x="9039586" y="4632533"/>
            <a:ext cx="31524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Bimodal dataset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55441A4-4580-4945-AFFB-271192EB4A52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4933D331-B17C-4941-9236-48520EDF0CBE}"/>
              </a:ext>
            </a:extLst>
          </p:cNvPr>
          <p:cNvSpPr/>
          <p:nvPr/>
        </p:nvSpPr>
        <p:spPr>
          <a:xfrm>
            <a:off x="2819310" y="2679587"/>
            <a:ext cx="461665" cy="461665"/>
          </a:xfrm>
          <a:prstGeom prst="round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933E1A01-5D4A-478A-BABC-314EA88960F9}"/>
              </a:ext>
            </a:extLst>
          </p:cNvPr>
          <p:cNvSpPr/>
          <p:nvPr/>
        </p:nvSpPr>
        <p:spPr>
          <a:xfrm>
            <a:off x="5875179" y="2679587"/>
            <a:ext cx="461665" cy="461665"/>
          </a:xfrm>
          <a:prstGeom prst="round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914223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0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3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8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1" dur="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6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9" dur="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8" grpId="0"/>
      <p:bldP spid="22" grpId="0"/>
      <p:bldP spid="23" grpId="0"/>
      <p:bldP spid="24" grpId="0"/>
      <p:bldP spid="27" grpId="0"/>
      <p:bldP spid="29" grpId="0"/>
      <p:bldP spid="32" grpId="0"/>
      <p:bldP spid="11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/>
      <p:bldP spid="3" grpId="0" animBg="1"/>
      <p:bldP spid="45" grpId="0"/>
      <p:bldP spid="30" grpId="0" animBg="1"/>
      <p:bldP spid="46" grpId="0"/>
      <p:bldP spid="31" grpId="0"/>
      <p:bldP spid="5" grpId="0" animBg="1"/>
      <p:bldP spid="33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mode of following data:</a:t>
            </a:r>
            <a:endParaRPr lang="en-IN" dirty="0"/>
          </a:p>
          <a:p>
            <a:r>
              <a:rPr lang="en-US" dirty="0"/>
              <a:t> </a:t>
            </a:r>
          </a:p>
          <a:p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8604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421378"/>
              </p:ext>
            </p:extLst>
          </p:nvPr>
        </p:nvGraphicFramePr>
        <p:xfrm>
          <a:off x="245933" y="1450904"/>
          <a:ext cx="882860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657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11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22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33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15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19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3414C121-8436-43A9-A841-B517ABE788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420960"/>
              </p:ext>
            </p:extLst>
          </p:nvPr>
        </p:nvGraphicFramePr>
        <p:xfrm>
          <a:off x="1827083" y="2860475"/>
          <a:ext cx="882860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657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11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22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33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44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15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19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078EBFB8-AD12-450A-91F5-9D5C302DD64B}"/>
              </a:ext>
            </a:extLst>
          </p:cNvPr>
          <p:cNvSpPr txBox="1"/>
          <p:nvPr/>
        </p:nvSpPr>
        <p:spPr>
          <a:xfrm>
            <a:off x="1827083" y="4092912"/>
            <a:ext cx="390606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 Discrete 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0C4E71E-B57C-4199-9D20-4F02B135B1EA}"/>
                  </a:ext>
                </a:extLst>
              </p:cNvPr>
              <p:cNvSpPr txBox="1"/>
              <p:nvPr/>
            </p:nvSpPr>
            <p:spPr>
              <a:xfrm>
                <a:off x="1827083" y="4616132"/>
                <a:ext cx="15837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Mode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Z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0C4E71E-B57C-4199-9D20-4F02B135B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7083" y="4616132"/>
                <a:ext cx="1583774" cy="523220"/>
              </a:xfrm>
              <a:prstGeom prst="rect">
                <a:avLst/>
              </a:prstGeom>
              <a:blipFill>
                <a:blip r:embed="rId3"/>
                <a:stretch>
                  <a:fillRect l="-807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81C98A-891F-4320-9863-6879E7DF0A71}"/>
                  </a:ext>
                </a:extLst>
              </p:cNvPr>
              <p:cNvSpPr txBox="1"/>
              <p:nvPr/>
            </p:nvSpPr>
            <p:spPr>
              <a:xfrm>
                <a:off x="3227976" y="4616132"/>
                <a:ext cx="67542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r>
                  <a:rPr lang="en-GB" sz="2800" dirty="0">
                    <a:solidFill>
                      <a:srgbClr val="002060"/>
                    </a:solidFill>
                  </a:rPr>
                  <a:t>Observation against the highest frequency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81C98A-891F-4320-9863-6879E7DF0A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7976" y="4616132"/>
                <a:ext cx="6754224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TextBox 30">
            <a:extLst>
              <a:ext uri="{FF2B5EF4-FFF2-40B4-BE49-F238E27FC236}">
                <a16:creationId xmlns:a16="http://schemas.microsoft.com/office/drawing/2014/main" id="{D33E8488-4E4A-498D-83AF-304DAD5B1504}"/>
              </a:ext>
            </a:extLst>
          </p:cNvPr>
          <p:cNvSpPr txBox="1"/>
          <p:nvPr/>
        </p:nvSpPr>
        <p:spPr>
          <a:xfrm>
            <a:off x="1827083" y="5234264"/>
            <a:ext cx="96302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564314B-03FD-4AFA-B1AE-14E9092F2A51}"/>
              </a:ext>
            </a:extLst>
          </p:cNvPr>
          <p:cNvSpPr txBox="1"/>
          <p:nvPr/>
        </p:nvSpPr>
        <p:spPr>
          <a:xfrm>
            <a:off x="2612206" y="5234264"/>
            <a:ext cx="493159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highest frequently in given data 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DA05115-EDCC-4A26-AA77-B13204AFAB39}"/>
                  </a:ext>
                </a:extLst>
              </p:cNvPr>
              <p:cNvSpPr txBox="1"/>
              <p:nvPr/>
            </p:nvSpPr>
            <p:spPr>
              <a:xfrm>
                <a:off x="7406640" y="5234264"/>
                <a:ext cx="655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DA05115-EDCC-4A26-AA77-B13204AFAB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06640" y="5234264"/>
                <a:ext cx="65532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19B9F71-FA75-4194-A2EE-28BE6628439D}"/>
                  </a:ext>
                </a:extLst>
              </p:cNvPr>
              <p:cNvSpPr txBox="1"/>
              <p:nvPr/>
            </p:nvSpPr>
            <p:spPr>
              <a:xfrm>
                <a:off x="1827083" y="5852396"/>
                <a:ext cx="580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19B9F71-FA75-4194-A2EE-28BE662843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7083" y="5852396"/>
                <a:ext cx="58083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Oval 35">
            <a:extLst>
              <a:ext uri="{FF2B5EF4-FFF2-40B4-BE49-F238E27FC236}">
                <a16:creationId xmlns:a16="http://schemas.microsoft.com/office/drawing/2014/main" id="{875037BF-DE49-45C6-A2EF-0288B0BBDF16}"/>
              </a:ext>
            </a:extLst>
          </p:cNvPr>
          <p:cNvSpPr/>
          <p:nvPr/>
        </p:nvSpPr>
        <p:spPr>
          <a:xfrm>
            <a:off x="5960521" y="3443618"/>
            <a:ext cx="561724" cy="561722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BCA5FA9-FB00-4B13-81D9-54AD525DE07D}"/>
                  </a:ext>
                </a:extLst>
              </p:cNvPr>
              <p:cNvSpPr txBox="1"/>
              <p:nvPr/>
            </p:nvSpPr>
            <p:spPr>
              <a:xfrm>
                <a:off x="2308595" y="5852396"/>
                <a:ext cx="14099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BCA5FA9-FB00-4B13-81D9-54AD525DE0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595" y="5852396"/>
                <a:ext cx="140996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Rectangle: Diagonal Corners Rounded 37">
            <a:extLst>
              <a:ext uri="{FF2B5EF4-FFF2-40B4-BE49-F238E27FC236}">
                <a16:creationId xmlns:a16="http://schemas.microsoft.com/office/drawing/2014/main" id="{8ECB27CD-9F65-4EE1-8164-768169305695}"/>
              </a:ext>
            </a:extLst>
          </p:cNvPr>
          <p:cNvSpPr/>
          <p:nvPr/>
        </p:nvSpPr>
        <p:spPr>
          <a:xfrm>
            <a:off x="5864232" y="295532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0876C01-CEF2-42A8-819A-250A993FE9B6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78406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6" grpId="0" animBg="1"/>
      <p:bldP spid="37" grpId="0"/>
      <p:bldP spid="38" grpId="0" animBg="1"/>
      <p:bldP spid="17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" name="Table 13">
                <a:extLst>
                  <a:ext uri="{FF2B5EF4-FFF2-40B4-BE49-F238E27FC236}">
                    <a16:creationId xmlns:a16="http://schemas.microsoft.com/office/drawing/2014/main" id="{468D75E0-2340-4C2F-846C-4D76F8967BA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6358862"/>
                  </p:ext>
                </p:extLst>
              </p:nvPr>
            </p:nvGraphicFramePr>
            <p:xfrm>
              <a:off x="246000" y="901676"/>
              <a:ext cx="11700000" cy="2186561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60000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9540000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Mode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𝐙</m:t>
                              </m:r>
                            </m:oMath>
                          </a14:m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) 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682561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0802339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" name="Table 13">
                <a:extLst>
                  <a:ext uri="{FF2B5EF4-FFF2-40B4-BE49-F238E27FC236}">
                    <a16:creationId xmlns:a16="http://schemas.microsoft.com/office/drawing/2014/main" id="{468D75E0-2340-4C2F-846C-4D76F8967BA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6358862"/>
                  </p:ext>
                </p:extLst>
              </p:nvPr>
            </p:nvGraphicFramePr>
            <p:xfrm>
              <a:off x="246000" y="901676"/>
              <a:ext cx="11700000" cy="2186561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60000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9540000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2733" t="-12048" r="-192" b="-34096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68256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65" t="-33574" r="-443220" b="-216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0802339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246A93-EF01-46A8-B7FF-E84B7FB0855D}"/>
                  </a:ext>
                </a:extLst>
              </p:cNvPr>
              <p:cNvSpPr txBox="1"/>
              <p:nvPr/>
            </p:nvSpPr>
            <p:spPr>
              <a:xfrm>
                <a:off x="2434710" y="1753097"/>
                <a:ext cx="472394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00000"/>
                  </a:lnSpc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246A93-EF01-46A8-B7FF-E84B7FB085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4710" y="1753097"/>
                <a:ext cx="4723948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411E1A5-28A5-43A1-B465-97D0F43B6D0C}"/>
                  </a:ext>
                </a:extLst>
              </p:cNvPr>
              <p:cNvSpPr txBox="1"/>
              <p:nvPr/>
            </p:nvSpPr>
            <p:spPr>
              <a:xfrm>
                <a:off x="197168" y="3199050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Modal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A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with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frequency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411E1A5-28A5-43A1-B465-97D0F43B6D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168" y="3199050"/>
                <a:ext cx="75247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9CC7DE3-9BFA-4252-A73F-1F4DA687E4EE}"/>
                  </a:ext>
                </a:extLst>
              </p:cNvPr>
              <p:cNvSpPr txBox="1"/>
              <p:nvPr/>
            </p:nvSpPr>
            <p:spPr>
              <a:xfrm>
                <a:off x="197168" y="3768581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 </m:t>
                    </m:r>
                  </m:oMath>
                </a14:m>
                <a:r>
                  <a:rPr lang="en-US" sz="2800" b="1" dirty="0">
                    <a:solidFill>
                      <a:srgbClr val="FF0000"/>
                    </a:solidFill>
                  </a:rPr>
                  <a:t>Lower boundary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9CC7DE3-9BFA-4252-A73F-1F4DA687E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168" y="3768581"/>
                <a:ext cx="7524750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1EE3CCC-F240-41AE-885E-C6CB67CD56BC}"/>
                  </a:ext>
                </a:extLst>
              </p:cNvPr>
              <p:cNvSpPr txBox="1"/>
              <p:nvPr/>
            </p:nvSpPr>
            <p:spPr>
              <a:xfrm>
                <a:off x="197168" y="6046707"/>
                <a:ext cx="28575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Class length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1EE3CCC-F240-41AE-885E-C6CB67CD5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168" y="6046707"/>
                <a:ext cx="2857500" cy="523220"/>
              </a:xfrm>
              <a:prstGeom prst="rect">
                <a:avLst/>
              </a:prstGeom>
              <a:blipFill>
                <a:blip r:embed="rId6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2DCE54E-2370-4521-8C7D-273F47E01ADE}"/>
                  </a:ext>
                </a:extLst>
              </p:cNvPr>
              <p:cNvSpPr txBox="1"/>
              <p:nvPr/>
            </p:nvSpPr>
            <p:spPr>
              <a:xfrm>
                <a:off x="197168" y="4338112"/>
                <a:ext cx="53111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Frequency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2DCE54E-2370-4521-8C7D-273F47E01A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168" y="4338112"/>
                <a:ext cx="5311140" cy="523220"/>
              </a:xfrm>
              <a:prstGeom prst="rect">
                <a:avLst/>
              </a:prstGeom>
              <a:blipFill>
                <a:blip r:embed="rId7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3723F1A-7F23-4C8B-900B-BA647AFE3714}"/>
                  </a:ext>
                </a:extLst>
              </p:cNvPr>
              <p:cNvSpPr txBox="1"/>
              <p:nvPr/>
            </p:nvSpPr>
            <p:spPr>
              <a:xfrm>
                <a:off x="197168" y="4907643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Frequency of the class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before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3723F1A-7F23-4C8B-900B-BA647AFE37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168" y="4907643"/>
                <a:ext cx="7524750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1FC80E0-EEC9-473E-B3B7-D6A9C1819001}"/>
                  </a:ext>
                </a:extLst>
              </p:cNvPr>
              <p:cNvSpPr txBox="1"/>
              <p:nvPr/>
            </p:nvSpPr>
            <p:spPr>
              <a:xfrm>
                <a:off x="197168" y="5477174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Frequency of the class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after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1FC80E0-EEC9-473E-B3B7-D6A9C1819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168" y="5477174"/>
                <a:ext cx="7524750" cy="523220"/>
              </a:xfrm>
              <a:prstGeom prst="rect">
                <a:avLst/>
              </a:prstGeom>
              <a:blipFill>
                <a:blip r:embed="rId9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9F245E4A-2263-43B4-8E09-AB82B443EACB}"/>
              </a:ext>
            </a:extLst>
          </p:cNvPr>
          <p:cNvSpPr txBox="1"/>
          <p:nvPr/>
        </p:nvSpPr>
        <p:spPr>
          <a:xfrm>
            <a:off x="5031151" y="4338110"/>
            <a:ext cx="299466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1">
              <a:buNone/>
            </a:pPr>
            <a:r>
              <a:rPr lang="en-IN" sz="2800" b="1" dirty="0">
                <a:solidFill>
                  <a:srgbClr val="0070C0"/>
                </a:solidFill>
              </a:rPr>
              <a:t>(Highest frequency)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470C7F9-427C-48D1-9EF8-A224EFB1F562}"/>
              </a:ext>
            </a:extLst>
          </p:cNvPr>
          <p:cNvSpPr/>
          <p:nvPr/>
        </p:nvSpPr>
        <p:spPr>
          <a:xfrm>
            <a:off x="7721918" y="1532173"/>
            <a:ext cx="4224081" cy="1415288"/>
          </a:xfrm>
          <a:prstGeom prst="rect">
            <a:avLst/>
          </a:prstGeom>
          <a:solidFill>
            <a:srgbClr val="B8474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dirty="0"/>
              <a:t>Note that </a:t>
            </a:r>
            <a:r>
              <a:rPr lang="en-IN" sz="2800" b="1" dirty="0">
                <a:solidFill>
                  <a:srgbClr val="FFFF00"/>
                </a:solidFill>
              </a:rPr>
              <a:t>answer</a:t>
            </a:r>
            <a:r>
              <a:rPr lang="en-IN" sz="2800" dirty="0"/>
              <a:t> of mode will </a:t>
            </a:r>
            <a:r>
              <a:rPr lang="en-IN" sz="2800" b="1" dirty="0">
                <a:solidFill>
                  <a:srgbClr val="FFFF00"/>
                </a:solidFill>
              </a:rPr>
              <a:t>belong to modal class</a:t>
            </a:r>
          </a:p>
        </p:txBody>
      </p:sp>
    </p:spTree>
    <p:extLst>
      <p:ext uri="{BB962C8B-B14F-4D97-AF65-F5344CB8AC3E}">
        <p14:creationId xmlns:p14="http://schemas.microsoft.com/office/powerpoint/2010/main" val="1780177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85458"/>
            <a:ext cx="11930400" cy="306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mode of following data:</a:t>
            </a: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411971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1D07898-55A4-6C71-4259-598EFD174E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102183"/>
              </p:ext>
            </p:extLst>
          </p:nvPr>
        </p:nvGraphicFramePr>
        <p:xfrm>
          <a:off x="265026" y="1486540"/>
          <a:ext cx="11603124" cy="1152000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1933854">
                  <a:extLst>
                    <a:ext uri="{9D8B030D-6E8A-4147-A177-3AD203B41FA5}">
                      <a16:colId xmlns:a16="http://schemas.microsoft.com/office/drawing/2014/main" val="51234419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980445245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245100154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33909041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90243209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427169838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Class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132121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f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67356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E888CEB-DA24-40A5-B82E-CFB9316833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906630"/>
              </p:ext>
            </p:extLst>
          </p:nvPr>
        </p:nvGraphicFramePr>
        <p:xfrm>
          <a:off x="2198880" y="2715999"/>
          <a:ext cx="9669270" cy="1152000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1933854">
                  <a:extLst>
                    <a:ext uri="{9D8B030D-6E8A-4147-A177-3AD203B41FA5}">
                      <a16:colId xmlns:a16="http://schemas.microsoft.com/office/drawing/2014/main" val="2787741866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97894040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2435977822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668179388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493756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464480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899215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EBF0C2B-5217-4A85-B559-31D89A85C55D}"/>
                  </a:ext>
                </a:extLst>
              </p:cNvPr>
              <p:cNvSpPr/>
              <p:nvPr/>
            </p:nvSpPr>
            <p:spPr>
              <a:xfrm>
                <a:off x="2353128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EBF0C2B-5217-4A85-B559-31D89A85C5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128" y="1518675"/>
                <a:ext cx="1620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07203BE-342B-4D04-AE2F-F79C7F78891B}"/>
                  </a:ext>
                </a:extLst>
              </p:cNvPr>
              <p:cNvSpPr/>
              <p:nvPr/>
            </p:nvSpPr>
            <p:spPr>
              <a:xfrm>
                <a:off x="4286879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07203BE-342B-4D04-AE2F-F79C7F7889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6879" y="1518675"/>
                <a:ext cx="16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509620D-C9E5-47D6-B339-6A43ECB11B08}"/>
                  </a:ext>
                </a:extLst>
              </p:cNvPr>
              <p:cNvSpPr/>
              <p:nvPr/>
            </p:nvSpPr>
            <p:spPr>
              <a:xfrm>
                <a:off x="6220630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509620D-C9E5-47D6-B339-6A43ECB11B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0630" y="1518675"/>
                <a:ext cx="16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41222F-4EB5-4677-AA49-4A0D3CA1252A}"/>
                  </a:ext>
                </a:extLst>
              </p:cNvPr>
              <p:cNvSpPr/>
              <p:nvPr/>
            </p:nvSpPr>
            <p:spPr>
              <a:xfrm>
                <a:off x="8154381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41222F-4EB5-4677-AA49-4A0D3CA125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4381" y="1518675"/>
                <a:ext cx="16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741EACD-61CD-4E97-903D-CCDC6504486A}"/>
                  </a:ext>
                </a:extLst>
              </p:cNvPr>
              <p:cNvSpPr/>
              <p:nvPr/>
            </p:nvSpPr>
            <p:spPr>
              <a:xfrm>
                <a:off x="10088132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741EACD-61CD-4E97-903D-CCDC650448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8132" y="1518675"/>
                <a:ext cx="16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B3486D-AAB3-4BD5-A027-83BD56C777F6}"/>
                  </a:ext>
                </a:extLst>
              </p:cNvPr>
              <p:cNvSpPr/>
              <p:nvPr/>
            </p:nvSpPr>
            <p:spPr>
              <a:xfrm>
                <a:off x="2353128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B3486D-AAB3-4BD5-A027-83BD56C777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128" y="2741543"/>
                <a:ext cx="16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729B2AA-2696-463D-9718-73C5814B0839}"/>
                  </a:ext>
                </a:extLst>
              </p:cNvPr>
              <p:cNvSpPr/>
              <p:nvPr/>
            </p:nvSpPr>
            <p:spPr>
              <a:xfrm>
                <a:off x="4288709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60−70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729B2AA-2696-463D-9718-73C5814B08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709" y="2741543"/>
                <a:ext cx="16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E116EBF-8747-4F6E-8349-5D6ECB2005F6}"/>
                  </a:ext>
                </a:extLst>
              </p:cNvPr>
              <p:cNvSpPr/>
              <p:nvPr/>
            </p:nvSpPr>
            <p:spPr>
              <a:xfrm>
                <a:off x="6224290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70−80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E116EBF-8747-4F6E-8349-5D6ECB2005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4290" y="2741543"/>
                <a:ext cx="16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F9FDD9E4-3B9C-4862-B6FF-7697B4A25F4C}"/>
                  </a:ext>
                </a:extLst>
              </p:cNvPr>
              <p:cNvSpPr/>
              <p:nvPr/>
            </p:nvSpPr>
            <p:spPr>
              <a:xfrm>
                <a:off x="8159871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80−90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F9FDD9E4-3B9C-4862-B6FF-7697B4A25F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9871" y="2741543"/>
                <a:ext cx="16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6523288-E341-4831-9C22-A704C942F33C}"/>
                  </a:ext>
                </a:extLst>
              </p:cNvPr>
              <p:cNvSpPr/>
              <p:nvPr/>
            </p:nvSpPr>
            <p:spPr>
              <a:xfrm>
                <a:off x="10095451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90−100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6523288-E341-4831-9C22-A704C942F3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5451" y="2741543"/>
                <a:ext cx="16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89652FD-B624-4351-90E9-D4A26FB8F56C}"/>
                  </a:ext>
                </a:extLst>
              </p:cNvPr>
              <p:cNvSpPr/>
              <p:nvPr/>
            </p:nvSpPr>
            <p:spPr>
              <a:xfrm>
                <a:off x="2803128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89652FD-B624-4351-90E9-D4A26FB8F5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3128" y="2090322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4A63EFE-8EEB-4A2B-A169-2B05979E0144}"/>
                  </a:ext>
                </a:extLst>
              </p:cNvPr>
              <p:cNvSpPr/>
              <p:nvPr/>
            </p:nvSpPr>
            <p:spPr>
              <a:xfrm>
                <a:off x="4736879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4A63EFE-8EEB-4A2B-A169-2B05979E01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6879" y="209032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6F883C9-A2E6-432F-A6CA-14A2FBE96457}"/>
                  </a:ext>
                </a:extLst>
              </p:cNvPr>
              <p:cNvSpPr/>
              <p:nvPr/>
            </p:nvSpPr>
            <p:spPr>
              <a:xfrm>
                <a:off x="6670630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6F883C9-A2E6-432F-A6CA-14A2FBE964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70630" y="2090322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A653E90-E8B2-4A53-AD5D-265FD1E8627D}"/>
                  </a:ext>
                </a:extLst>
              </p:cNvPr>
              <p:cNvSpPr/>
              <p:nvPr/>
            </p:nvSpPr>
            <p:spPr>
              <a:xfrm>
                <a:off x="8604381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A653E90-E8B2-4A53-AD5D-265FD1E862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04381" y="2090322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88B6189-ADBD-4EB2-B361-12B19EDF3836}"/>
                  </a:ext>
                </a:extLst>
              </p:cNvPr>
              <p:cNvSpPr/>
              <p:nvPr/>
            </p:nvSpPr>
            <p:spPr>
              <a:xfrm>
                <a:off x="10538132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88B6189-ADBD-4EB2-B361-12B19EDF38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132" y="2090322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2DDEA7A-2C03-4E2B-B9BA-4751928F6A21}"/>
                  </a:ext>
                </a:extLst>
              </p:cNvPr>
              <p:cNvSpPr/>
              <p:nvPr/>
            </p:nvSpPr>
            <p:spPr>
              <a:xfrm>
                <a:off x="2815335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2DDEA7A-2C03-4E2B-B9BA-4751928F6A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5335" y="3319035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B580588-58DD-4D1C-A042-C2917B2820D1}"/>
                  </a:ext>
                </a:extLst>
              </p:cNvPr>
              <p:cNvSpPr/>
              <p:nvPr/>
            </p:nvSpPr>
            <p:spPr>
              <a:xfrm>
                <a:off x="4747864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B580588-58DD-4D1C-A042-C2917B2820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864" y="3319035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386BA71-CC16-4DB0-A27B-7697ED04DB1E}"/>
                  </a:ext>
                </a:extLst>
              </p:cNvPr>
              <p:cNvSpPr/>
              <p:nvPr/>
            </p:nvSpPr>
            <p:spPr>
              <a:xfrm>
                <a:off x="6680393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386BA71-CC16-4DB0-A27B-7697ED04DB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0393" y="3319035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FEDB52-F247-4A43-9A96-7DB0A4EDA1C6}"/>
                  </a:ext>
                </a:extLst>
              </p:cNvPr>
              <p:cNvSpPr/>
              <p:nvPr/>
            </p:nvSpPr>
            <p:spPr>
              <a:xfrm>
                <a:off x="8612922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FEDB52-F247-4A43-9A96-7DB0A4EDA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922" y="3319035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D189297-B794-403F-94EC-F2C5F8802F99}"/>
                  </a:ext>
                </a:extLst>
              </p:cNvPr>
              <p:cNvSpPr/>
              <p:nvPr/>
            </p:nvSpPr>
            <p:spPr>
              <a:xfrm>
                <a:off x="10545451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D189297-B794-403F-94EC-F2C5F8802F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5451" y="3319035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080B48C2-DA90-46EF-89B9-46685C59B9CB}"/>
              </a:ext>
            </a:extLst>
          </p:cNvPr>
          <p:cNvSpPr txBox="1"/>
          <p:nvPr/>
        </p:nvSpPr>
        <p:spPr>
          <a:xfrm>
            <a:off x="1682895" y="4119715"/>
            <a:ext cx="34034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for the 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C3ECEA-95E6-4880-9158-9ED13A79092F}"/>
                  </a:ext>
                </a:extLst>
              </p:cNvPr>
              <p:cNvSpPr txBox="1"/>
              <p:nvPr/>
            </p:nvSpPr>
            <p:spPr>
              <a:xfrm>
                <a:off x="1594216" y="4841218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C3ECEA-95E6-4880-9158-9ED13A7909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841218"/>
                <a:ext cx="5157684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A4BF3A18-B633-49F0-9DEE-ED92BF6EE5F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017300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2" grpId="0"/>
      <p:bldP spid="34" grpId="0"/>
      <p:bldP spid="29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19999564"/>
                  </p:ext>
                </p:extLst>
              </p:nvPr>
            </p:nvGraphicFramePr>
            <p:xfrm>
              <a:off x="212904" y="836776"/>
              <a:ext cx="3192448" cy="572060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615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5629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041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1108356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7905336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19999564"/>
                  </p:ext>
                </p:extLst>
              </p:nvPr>
            </p:nvGraphicFramePr>
            <p:xfrm>
              <a:off x="212904" y="836776"/>
              <a:ext cx="3192448" cy="572060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615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5629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041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2" t="-2353" r="-96283" b="-10082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5469" t="-2353" r="-1172" b="-10082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1108356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7905336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594508C-299A-B880-4C7B-628BB101894F}"/>
                  </a:ext>
                </a:extLst>
              </p:cNvPr>
              <p:cNvSpPr/>
              <p:nvPr/>
            </p:nvSpPr>
            <p:spPr>
              <a:xfrm>
                <a:off x="223562" y="1366280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594508C-299A-B880-4C7B-628BB10189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1366280"/>
                <a:ext cx="16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92E08D8-EE22-7022-486B-21BDBBF0B675}"/>
                  </a:ext>
                </a:extLst>
              </p:cNvPr>
              <p:cNvSpPr/>
              <p:nvPr/>
            </p:nvSpPr>
            <p:spPr>
              <a:xfrm>
                <a:off x="223562" y="188021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92E08D8-EE22-7022-486B-21BDBBF0B6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1880214"/>
                <a:ext cx="16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4DB52C9-C781-3010-7956-352BABBA6A9A}"/>
                  </a:ext>
                </a:extLst>
              </p:cNvPr>
              <p:cNvSpPr/>
              <p:nvPr/>
            </p:nvSpPr>
            <p:spPr>
              <a:xfrm>
                <a:off x="223562" y="239890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4DB52C9-C781-3010-7956-352BABBA6A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2398909"/>
                <a:ext cx="16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961E13A-1800-FCD6-AACE-BF8AEEDA4F0D}"/>
                  </a:ext>
                </a:extLst>
              </p:cNvPr>
              <p:cNvSpPr/>
              <p:nvPr/>
            </p:nvSpPr>
            <p:spPr>
              <a:xfrm>
                <a:off x="223562" y="291760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961E13A-1800-FCD6-AACE-BF8AEEDA4F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2917604"/>
                <a:ext cx="16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DF50EA-FCED-D48B-9468-4EE94D4B8B42}"/>
                  </a:ext>
                </a:extLst>
              </p:cNvPr>
              <p:cNvSpPr/>
              <p:nvPr/>
            </p:nvSpPr>
            <p:spPr>
              <a:xfrm>
                <a:off x="223562" y="343629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DF50EA-FCED-D48B-9468-4EE94D4B8B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3436299"/>
                <a:ext cx="16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8972E7F-A2BA-7D6D-66A4-55E646F12296}"/>
                  </a:ext>
                </a:extLst>
              </p:cNvPr>
              <p:cNvSpPr/>
              <p:nvPr/>
            </p:nvSpPr>
            <p:spPr>
              <a:xfrm>
                <a:off x="223562" y="395499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8972E7F-A2BA-7D6D-66A4-55E646F122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3954994"/>
                <a:ext cx="16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62AC0A1-911F-ECE3-A110-808A0F2E4FC8}"/>
                  </a:ext>
                </a:extLst>
              </p:cNvPr>
              <p:cNvSpPr/>
              <p:nvPr/>
            </p:nvSpPr>
            <p:spPr>
              <a:xfrm>
                <a:off x="223562" y="447368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60−70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62AC0A1-911F-ECE3-A110-808A0F2E4F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4473689"/>
                <a:ext cx="16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578676C-0259-DC35-9A9D-8358C3530372}"/>
                  </a:ext>
                </a:extLst>
              </p:cNvPr>
              <p:cNvSpPr/>
              <p:nvPr/>
            </p:nvSpPr>
            <p:spPr>
              <a:xfrm>
                <a:off x="223562" y="499238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70−80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578676C-0259-DC35-9A9D-8358C35303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4992384"/>
                <a:ext cx="16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254273-CFA3-82ED-6C0A-9BA6AD56BCDA}"/>
                  </a:ext>
                </a:extLst>
              </p:cNvPr>
              <p:cNvSpPr/>
              <p:nvPr/>
            </p:nvSpPr>
            <p:spPr>
              <a:xfrm>
                <a:off x="223562" y="551107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80−90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254273-CFA3-82ED-6C0A-9BA6AD56BC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5511079"/>
                <a:ext cx="16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E3D5147-4209-F9C1-4666-2F2C594E62F9}"/>
                  </a:ext>
                </a:extLst>
              </p:cNvPr>
              <p:cNvSpPr/>
              <p:nvPr/>
            </p:nvSpPr>
            <p:spPr>
              <a:xfrm>
                <a:off x="223562" y="6029770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E3D5147-4209-F9C1-4666-2F2C594E62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6029770"/>
                <a:ext cx="16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AC60276-FB51-056F-7567-FB2454E97C50}"/>
                  </a:ext>
                </a:extLst>
              </p:cNvPr>
              <p:cNvSpPr/>
              <p:nvPr/>
            </p:nvSpPr>
            <p:spPr>
              <a:xfrm>
                <a:off x="2265017" y="136628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AC60276-FB51-056F-7567-FB2454E97C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1366280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FCF547A-69F2-EF6E-6A9D-81577522D61B}"/>
                  </a:ext>
                </a:extLst>
              </p:cNvPr>
              <p:cNvSpPr/>
              <p:nvPr/>
            </p:nvSpPr>
            <p:spPr>
              <a:xfrm>
                <a:off x="2265017" y="188507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FCF547A-69F2-EF6E-6A9D-81577522D6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1885070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CC1E472-EFA1-D95F-BE87-9EA4B934C0DE}"/>
                  </a:ext>
                </a:extLst>
              </p:cNvPr>
              <p:cNvSpPr/>
              <p:nvPr/>
            </p:nvSpPr>
            <p:spPr>
              <a:xfrm>
                <a:off x="2265017" y="240386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CC1E472-EFA1-D95F-BE87-9EA4B934C0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2403860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FEB06F-5485-B0AB-3FF9-34C6AD658C1A}"/>
                  </a:ext>
                </a:extLst>
              </p:cNvPr>
              <p:cNvSpPr/>
              <p:nvPr/>
            </p:nvSpPr>
            <p:spPr>
              <a:xfrm>
                <a:off x="2265017" y="292265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FEB06F-5485-B0AB-3FF9-34C6AD658C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2922650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6FE87EED-E3AB-EEC3-E550-38EB66F8C3A5}"/>
                  </a:ext>
                </a:extLst>
              </p:cNvPr>
              <p:cNvSpPr/>
              <p:nvPr/>
            </p:nvSpPr>
            <p:spPr>
              <a:xfrm>
                <a:off x="2265017" y="344144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6FE87EED-E3AB-EEC3-E550-38EB66F8C3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3441440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39CBC85-2566-56E5-4F28-9C87FC099C0A}"/>
                  </a:ext>
                </a:extLst>
              </p:cNvPr>
              <p:cNvSpPr/>
              <p:nvPr/>
            </p:nvSpPr>
            <p:spPr>
              <a:xfrm>
                <a:off x="2265017" y="396023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39CBC85-2566-56E5-4F28-9C87FC099C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3960230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4F3A4C0-F406-FD38-EB90-E424DFB87F24}"/>
                  </a:ext>
                </a:extLst>
              </p:cNvPr>
              <p:cNvSpPr/>
              <p:nvPr/>
            </p:nvSpPr>
            <p:spPr>
              <a:xfrm>
                <a:off x="2265017" y="44790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4F3A4C0-F406-FD38-EB90-E424DFB87F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4479020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9E0D6B-E45C-7AB5-6F61-D5E7875ADB4D}"/>
                  </a:ext>
                </a:extLst>
              </p:cNvPr>
              <p:cNvSpPr/>
              <p:nvPr/>
            </p:nvSpPr>
            <p:spPr>
              <a:xfrm>
                <a:off x="2265017" y="499781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9E0D6B-E45C-7AB5-6F61-D5E7875ADB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4997810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E365CD-E654-0C86-F9AA-4E52D16364C3}"/>
                  </a:ext>
                </a:extLst>
              </p:cNvPr>
              <p:cNvSpPr/>
              <p:nvPr/>
            </p:nvSpPr>
            <p:spPr>
              <a:xfrm>
                <a:off x="2265017" y="551660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E365CD-E654-0C86-F9AA-4E52D16364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5516600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262A9D8-EF66-F43F-6F29-9C61CDDD1C86}"/>
                  </a:ext>
                </a:extLst>
              </p:cNvPr>
              <p:cNvSpPr/>
              <p:nvPr/>
            </p:nvSpPr>
            <p:spPr>
              <a:xfrm>
                <a:off x="2265017" y="603538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262A9D8-EF66-F43F-6F29-9C61CDDD1C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6035386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AF79187-89E0-D7E5-1598-06CC42A19664}"/>
                  </a:ext>
                </a:extLst>
              </p:cNvPr>
              <p:cNvSpPr txBox="1"/>
              <p:nvPr/>
            </p:nvSpPr>
            <p:spPr>
              <a:xfrm>
                <a:off x="6368627" y="955172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AF79187-89E0-D7E5-1598-06CC42A196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955172"/>
                <a:ext cx="5157684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A8A6E73-C363-E6B5-2E1B-9DD972C2CD11}"/>
                  </a:ext>
                </a:extLst>
              </p:cNvPr>
              <p:cNvSpPr/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A8A6E73-C363-E6B5-2E1B-9DD972C2CD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632559-6C46-F815-3CFC-814AD22A9084}"/>
                  </a:ext>
                </a:extLst>
              </p:cNvPr>
              <p:cNvSpPr txBox="1"/>
              <p:nvPr/>
            </p:nvSpPr>
            <p:spPr>
              <a:xfrm>
                <a:off x="6368627" y="2676664"/>
                <a:ext cx="79417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632559-6C46-F815-3CFC-814AD22A90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2676664"/>
                <a:ext cx="79417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008A5CC-EE86-54F7-DDEA-5B8F2F7E3E65}"/>
                  </a:ext>
                </a:extLst>
              </p:cNvPr>
              <p:cNvSpPr/>
              <p:nvPr/>
            </p:nvSpPr>
            <p:spPr>
              <a:xfrm>
                <a:off x="6368627" y="6124214"/>
                <a:ext cx="158665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008A5CC-EE86-54F7-DDEA-5B8F2F7E3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6124214"/>
                <a:ext cx="158665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E1BF0A5-A223-9565-C694-64235D13BEB9}"/>
              </a:ext>
            </a:extLst>
          </p:cNvPr>
          <p:cNvCxnSpPr>
            <a:cxnSpLocks/>
          </p:cNvCxnSpPr>
          <p:nvPr/>
        </p:nvCxnSpPr>
        <p:spPr>
          <a:xfrm>
            <a:off x="5583635" y="900902"/>
            <a:ext cx="0" cy="5568356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C061F5C3-4460-DB4A-0E5A-39E59D1E865C}"/>
              </a:ext>
            </a:extLst>
          </p:cNvPr>
          <p:cNvSpPr/>
          <p:nvPr/>
        </p:nvSpPr>
        <p:spPr>
          <a:xfrm>
            <a:off x="327661" y="3943381"/>
            <a:ext cx="1430016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09B722-A1C1-B7B1-0205-92FDE97512CD}"/>
                  </a:ext>
                </a:extLst>
              </p:cNvPr>
              <p:cNvSpPr txBox="1"/>
              <p:nvPr/>
            </p:nvSpPr>
            <p:spPr>
              <a:xfrm>
                <a:off x="5867946" y="267432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09B722-A1C1-B7B1-0205-92FDE97512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2674320"/>
                <a:ext cx="506235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085209-2B64-FBD0-5143-73626791AFFD}"/>
                  </a:ext>
                </a:extLst>
              </p:cNvPr>
              <p:cNvSpPr txBox="1"/>
              <p:nvPr/>
            </p:nvSpPr>
            <p:spPr>
              <a:xfrm>
                <a:off x="5862392" y="6124214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085209-2B64-FBD0-5143-73626791AF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2392" y="6124214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Rectangle 54">
            <a:extLst>
              <a:ext uri="{FF2B5EF4-FFF2-40B4-BE49-F238E27FC236}">
                <a16:creationId xmlns:a16="http://schemas.microsoft.com/office/drawing/2014/main" id="{34D0384C-7F1B-442A-AEC8-B9D9385A9F9D}"/>
              </a:ext>
            </a:extLst>
          </p:cNvPr>
          <p:cNvSpPr/>
          <p:nvPr/>
        </p:nvSpPr>
        <p:spPr>
          <a:xfrm>
            <a:off x="3536836" y="900902"/>
            <a:ext cx="193393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Modal class: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4CC0D67-AA7D-40BB-8CDF-B787F7DC8002}"/>
                  </a:ext>
                </a:extLst>
              </p:cNvPr>
              <p:cNvSpPr/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4CC0D67-AA7D-40BB-8CDF-B787F7DC8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202CA2-5202-4EEB-91CF-9A32D1924B7F}"/>
                  </a:ext>
                </a:extLst>
              </p:cNvPr>
              <p:cNvSpPr/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202CA2-5202-4EEB-91CF-9A32D1924B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Diagonal Corners Rounded 59">
            <a:extLst>
              <a:ext uri="{FF2B5EF4-FFF2-40B4-BE49-F238E27FC236}">
                <a16:creationId xmlns:a16="http://schemas.microsoft.com/office/drawing/2014/main" id="{B8CF125A-6D52-4B7A-A679-CC65FF5CACC6}"/>
              </a:ext>
            </a:extLst>
          </p:cNvPr>
          <p:cNvSpPr/>
          <p:nvPr/>
        </p:nvSpPr>
        <p:spPr>
          <a:xfrm>
            <a:off x="2247866" y="4002783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B70023B-0B2C-4DA4-9873-0EE50F8E12B0}"/>
                  </a:ext>
                </a:extLst>
              </p:cNvPr>
              <p:cNvSpPr/>
              <p:nvPr/>
            </p:nvSpPr>
            <p:spPr>
              <a:xfrm>
                <a:off x="3765473" y="2469053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B70023B-0B2C-4DA4-9873-0EE50F8E12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2469053"/>
                <a:ext cx="577921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Rectangle: Diagonal Corners Rounded 62">
            <a:extLst>
              <a:ext uri="{FF2B5EF4-FFF2-40B4-BE49-F238E27FC236}">
                <a16:creationId xmlns:a16="http://schemas.microsoft.com/office/drawing/2014/main" id="{459463E4-E6D0-4E6A-A17A-EC3009442AB0}"/>
              </a:ext>
            </a:extLst>
          </p:cNvPr>
          <p:cNvSpPr/>
          <p:nvPr/>
        </p:nvSpPr>
        <p:spPr>
          <a:xfrm>
            <a:off x="2247866" y="347983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4" name="Rectangle: Diagonal Corners Rounded 63">
            <a:extLst>
              <a:ext uri="{FF2B5EF4-FFF2-40B4-BE49-F238E27FC236}">
                <a16:creationId xmlns:a16="http://schemas.microsoft.com/office/drawing/2014/main" id="{824A80F9-DD12-4FC6-BEAC-65EAB6D13155}"/>
              </a:ext>
            </a:extLst>
          </p:cNvPr>
          <p:cNvSpPr/>
          <p:nvPr/>
        </p:nvSpPr>
        <p:spPr>
          <a:xfrm>
            <a:off x="2247866" y="452583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656A732-3C70-4293-9CD4-8E3ECF8A79B9}"/>
                  </a:ext>
                </a:extLst>
              </p:cNvPr>
              <p:cNvSpPr txBox="1"/>
              <p:nvPr/>
            </p:nvSpPr>
            <p:spPr>
              <a:xfrm>
                <a:off x="5867946" y="407476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656A732-3C70-4293-9CD4-8E3ECF8A79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4074769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4086376-8029-4C15-BDF5-096498D379E5}"/>
                  </a:ext>
                </a:extLst>
              </p:cNvPr>
              <p:cNvSpPr txBox="1"/>
              <p:nvPr/>
            </p:nvSpPr>
            <p:spPr>
              <a:xfrm>
                <a:off x="6368627" y="4073854"/>
                <a:ext cx="50176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4086376-8029-4C15-BDF5-096498D379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4073854"/>
                <a:ext cx="5017672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D3AE543A-D97B-45D8-AA5B-13B780F660FE}"/>
                  </a:ext>
                </a:extLst>
              </p:cNvPr>
              <p:cNvSpPr txBox="1"/>
              <p:nvPr/>
            </p:nvSpPr>
            <p:spPr>
              <a:xfrm>
                <a:off x="5867946" y="528544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D3AE543A-D97B-45D8-AA5B-13B780F660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5285446"/>
                <a:ext cx="506235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25FBAC4-C2B0-4C11-AE9B-A710DC09172A}"/>
                  </a:ext>
                </a:extLst>
              </p:cNvPr>
              <p:cNvSpPr txBox="1"/>
              <p:nvPr/>
            </p:nvSpPr>
            <p:spPr>
              <a:xfrm>
                <a:off x="6368627" y="5284836"/>
                <a:ext cx="19498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25FBAC4-C2B0-4C11-AE9B-A710DC0917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5284836"/>
                <a:ext cx="1949872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17D5ED7-A9DD-4671-B87A-D2672521C904}"/>
                  </a:ext>
                </a:extLst>
              </p:cNvPr>
              <p:cNvSpPr/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17D5ED7-A9DD-4671-B87A-D2672521C9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9923131-CECA-4CC0-8FAA-2E869A0BC35A}"/>
                  </a:ext>
                </a:extLst>
              </p:cNvPr>
              <p:cNvSpPr/>
              <p:nvPr/>
            </p:nvSpPr>
            <p:spPr>
              <a:xfrm>
                <a:off x="3765473" y="3047872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9923131-CECA-4CC0-8FAA-2E869A0BC3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3047872"/>
                <a:ext cx="577921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61E34CD-24A1-4C85-9F96-35EE97CFA0AE}"/>
                  </a:ext>
                </a:extLst>
              </p:cNvPr>
              <p:cNvSpPr/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  <m:r>
                        <a:rPr lang="gu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61E34CD-24A1-4C85-9F96-35EE97CFA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BB70848-3410-4282-92A4-A886A028CD94}"/>
                  </a:ext>
                </a:extLst>
              </p:cNvPr>
              <p:cNvSpPr/>
              <p:nvPr/>
            </p:nvSpPr>
            <p:spPr>
              <a:xfrm>
                <a:off x="3765473" y="3626691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BB70848-3410-4282-92A4-A886A028CD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3626691"/>
                <a:ext cx="577921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D2FF87-7C86-4352-B4AF-728994CB863D}"/>
                  </a:ext>
                </a:extLst>
              </p:cNvPr>
              <p:cNvSpPr/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D2FF87-7C86-4352-B4AF-728994CB86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TextBox 47">
            <a:extLst>
              <a:ext uri="{FF2B5EF4-FFF2-40B4-BE49-F238E27FC236}">
                <a16:creationId xmlns:a16="http://schemas.microsoft.com/office/drawing/2014/main" id="{8C9D091A-55F1-4475-9329-F14568484B2D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69CF370-6D49-4837-A11A-ECFFE7C4092F}"/>
                  </a:ext>
                </a:extLst>
              </p:cNvPr>
              <p:cNvSpPr txBox="1"/>
              <p:nvPr/>
            </p:nvSpPr>
            <p:spPr>
              <a:xfrm>
                <a:off x="7073168" y="2670710"/>
                <a:ext cx="5903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69CF370-6D49-4837-A11A-ECFFE7C409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3168" y="2670710"/>
                <a:ext cx="590312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B806465-DEFA-40E1-949E-BFC8A56E1528}"/>
                  </a:ext>
                </a:extLst>
              </p:cNvPr>
              <p:cNvSpPr txBox="1"/>
              <p:nvPr/>
            </p:nvSpPr>
            <p:spPr>
              <a:xfrm>
                <a:off x="7550648" y="2404942"/>
                <a:ext cx="3612650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num>
                            <m:den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dirty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15</m:t>
                                  </m:r>
                                </m:e>
                              </m:d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B806465-DEFA-40E1-949E-BFC8A56E15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0648" y="2404942"/>
                <a:ext cx="3612650" cy="1060483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AFED2E-9BB0-4D1A-91A7-2247DE27D79C}"/>
                  </a:ext>
                </a:extLst>
              </p:cNvPr>
              <p:cNvSpPr txBox="1"/>
              <p:nvPr/>
            </p:nvSpPr>
            <p:spPr>
              <a:xfrm>
                <a:off x="8810844" y="2404504"/>
                <a:ext cx="5903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AFED2E-9BB0-4D1A-91A7-2247DE27D7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0844" y="2404504"/>
                <a:ext cx="590312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06314505-EFA1-4C4C-B161-5F628D692670}"/>
                  </a:ext>
                </a:extLst>
              </p:cNvPr>
              <p:cNvSpPr txBox="1"/>
              <p:nvPr/>
            </p:nvSpPr>
            <p:spPr>
              <a:xfrm>
                <a:off x="9628652" y="2404504"/>
                <a:ext cx="5903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06314505-EFA1-4C4C-B161-5F628D6926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28652" y="2404504"/>
                <a:ext cx="590312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223D287-9A53-4017-87E6-907CFF71803A}"/>
                  </a:ext>
                </a:extLst>
              </p:cNvPr>
              <p:cNvSpPr txBox="1"/>
              <p:nvPr/>
            </p:nvSpPr>
            <p:spPr>
              <a:xfrm>
                <a:off x="8502063" y="2911462"/>
                <a:ext cx="5903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223D287-9A53-4017-87E6-907CFF7180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02063" y="2911462"/>
                <a:ext cx="590312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62D8A46-700E-44CB-9A8B-4612EC0E86E9}"/>
                  </a:ext>
                </a:extLst>
              </p:cNvPr>
              <p:cNvSpPr txBox="1"/>
              <p:nvPr/>
            </p:nvSpPr>
            <p:spPr>
              <a:xfrm>
                <a:off x="9470140" y="2916224"/>
                <a:ext cx="5903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62D8A46-700E-44CB-9A8B-4612EC0E86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0140" y="2916224"/>
                <a:ext cx="590312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50F75C-B2C1-45F9-9D94-DB1BFFB4925C}"/>
                  </a:ext>
                </a:extLst>
              </p:cNvPr>
              <p:cNvSpPr txBox="1"/>
              <p:nvPr/>
            </p:nvSpPr>
            <p:spPr>
              <a:xfrm>
                <a:off x="10281598" y="2909874"/>
                <a:ext cx="5903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50F75C-B2C1-45F9-9D94-DB1BFFB492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1598" y="2909874"/>
                <a:ext cx="590312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331BFB85-826A-4FB7-8E9D-B666FA915C1E}"/>
                  </a:ext>
                </a:extLst>
              </p:cNvPr>
              <p:cNvSpPr txBox="1"/>
              <p:nvPr/>
            </p:nvSpPr>
            <p:spPr>
              <a:xfrm>
                <a:off x="11016950" y="2686305"/>
                <a:ext cx="9849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331BFB85-826A-4FB7-8E9D-B666FA915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6950" y="2686305"/>
                <a:ext cx="984931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C22F7688-448E-4092-83A0-C2EE5867F536}"/>
                  </a:ext>
                </a:extLst>
              </p:cNvPr>
              <p:cNvSpPr txBox="1"/>
              <p:nvPr/>
            </p:nvSpPr>
            <p:spPr>
              <a:xfrm>
                <a:off x="7548238" y="3800889"/>
                <a:ext cx="319233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30−24 </m:t>
                              </m:r>
                            </m:den>
                          </m:f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C22F7688-448E-4092-83A0-C2EE5867F5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8238" y="3800889"/>
                <a:ext cx="3192333" cy="1060483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C3A459D-ACBE-4F09-A040-C449A1372CF6}"/>
                  </a:ext>
                </a:extLst>
              </p:cNvPr>
              <p:cNvSpPr txBox="1"/>
              <p:nvPr/>
            </p:nvSpPr>
            <p:spPr>
              <a:xfrm>
                <a:off x="7520268" y="5070328"/>
                <a:ext cx="194987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30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C3A459D-ACBE-4F09-A040-C449A1372C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0268" y="5070328"/>
                <a:ext cx="1949872" cy="898964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77EDE7DE-1F59-43DF-B08E-A751F46012C3}"/>
              </a:ext>
            </a:extLst>
          </p:cNvPr>
          <p:cNvCxnSpPr>
            <a:cxnSpLocks/>
          </p:cNvCxnSpPr>
          <p:nvPr/>
        </p:nvCxnSpPr>
        <p:spPr>
          <a:xfrm flipH="1">
            <a:off x="8180638" y="5685266"/>
            <a:ext cx="260350" cy="217562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9BED68C5-DD1C-4421-8E8B-20A16F085E05}"/>
              </a:ext>
            </a:extLst>
          </p:cNvPr>
          <p:cNvCxnSpPr>
            <a:cxnSpLocks/>
          </p:cNvCxnSpPr>
          <p:nvPr/>
        </p:nvCxnSpPr>
        <p:spPr>
          <a:xfrm flipH="1">
            <a:off x="8119394" y="5123172"/>
            <a:ext cx="375810" cy="32328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64389F-795E-4017-BEC6-28B713B6FB2A}"/>
                  </a:ext>
                </a:extLst>
              </p:cNvPr>
              <p:cNvSpPr/>
              <p:nvPr/>
            </p:nvSpPr>
            <p:spPr>
              <a:xfrm>
                <a:off x="8495204" y="4954753"/>
                <a:ext cx="37581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64389F-795E-4017-BEC6-28B713B6FB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5204" y="4954753"/>
                <a:ext cx="375811" cy="52200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71208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500"/>
                            </p:stCondLst>
                            <p:childTnLst>
                              <p:par>
                                <p:cTn id="1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/>
      <p:bldP spid="12" grpId="0"/>
      <p:bldP spid="36" grpId="0" animBg="1"/>
      <p:bldP spid="34" grpId="0"/>
      <p:bldP spid="42" grpId="0"/>
      <p:bldP spid="56" grpId="0"/>
      <p:bldP spid="59" grpId="0"/>
      <p:bldP spid="60" grpId="0" animBg="1"/>
      <p:bldP spid="61" grpId="0"/>
      <p:bldP spid="63" grpId="0" animBg="1"/>
      <p:bldP spid="64" grpId="0" animBg="1"/>
      <p:bldP spid="65" grpId="0"/>
      <p:bldP spid="66" grpId="0"/>
      <p:bldP spid="67" grpId="0"/>
      <p:bldP spid="68" grpId="0"/>
      <p:bldP spid="70" grpId="0"/>
      <p:bldP spid="71" grpId="0"/>
      <p:bldP spid="72" grpId="0"/>
      <p:bldP spid="73" grpId="0"/>
      <p:bldP spid="74" grpId="0"/>
      <p:bldP spid="49" grpId="0"/>
      <p:bldP spid="51" grpId="0"/>
      <p:bldP spid="52" grpId="0"/>
      <p:bldP spid="53" grpId="0"/>
      <p:bldP spid="54" grpId="0"/>
      <p:bldP spid="58" grpId="0"/>
      <p:bldP spid="62" grpId="0"/>
      <p:bldP spid="69" grpId="0"/>
      <p:bldP spid="75" grpId="0"/>
      <p:bldP spid="76" grpId="0"/>
      <p:bldP spid="79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A8E9B7-130E-9131-C52A-85B3BEA8C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1" name="Table 40">
                <a:extLst>
                  <a:ext uri="{FF2B5EF4-FFF2-40B4-BE49-F238E27FC236}">
                    <a16:creationId xmlns:a16="http://schemas.microsoft.com/office/drawing/2014/main" id="{B98A668B-9DBC-4E4D-AC65-0A802F04CE8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34252562"/>
                  </p:ext>
                </p:extLst>
              </p:nvPr>
            </p:nvGraphicFramePr>
            <p:xfrm>
              <a:off x="131173" y="4803942"/>
              <a:ext cx="11917056" cy="115200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117056">
                      <a:extLst>
                        <a:ext uri="{9D8B030D-6E8A-4147-A177-3AD203B41FA5}">
                          <a16:colId xmlns:a16="http://schemas.microsoft.com/office/drawing/2014/main" val="185101061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1165717943"/>
                        </a:ext>
                      </a:extLst>
                    </a:gridCol>
                    <a:gridCol w="1872000">
                      <a:extLst>
                        <a:ext uri="{9D8B030D-6E8A-4147-A177-3AD203B41FA5}">
                          <a16:colId xmlns:a16="http://schemas.microsoft.com/office/drawing/2014/main" val="27830397"/>
                        </a:ext>
                      </a:extLst>
                    </a:gridCol>
                    <a:gridCol w="1872000">
                      <a:extLst>
                        <a:ext uri="{9D8B030D-6E8A-4147-A177-3AD203B41FA5}">
                          <a16:colId xmlns:a16="http://schemas.microsoft.com/office/drawing/2014/main" val="2264650964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3331738793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1817951335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407796892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a:t>Class</a:t>
                          </a:r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5519943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69973320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1" name="Table 40">
                <a:extLst>
                  <a:ext uri="{FF2B5EF4-FFF2-40B4-BE49-F238E27FC236}">
                    <a16:creationId xmlns:a16="http://schemas.microsoft.com/office/drawing/2014/main" id="{B98A668B-9DBC-4E4D-AC65-0A802F04CE8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34252562"/>
                  </p:ext>
                </p:extLst>
              </p:nvPr>
            </p:nvGraphicFramePr>
            <p:xfrm>
              <a:off x="131173" y="4803942"/>
              <a:ext cx="11917056" cy="115200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117056">
                      <a:extLst>
                        <a:ext uri="{9D8B030D-6E8A-4147-A177-3AD203B41FA5}">
                          <a16:colId xmlns:a16="http://schemas.microsoft.com/office/drawing/2014/main" val="185101061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1165717943"/>
                        </a:ext>
                      </a:extLst>
                    </a:gridCol>
                    <a:gridCol w="1872000">
                      <a:extLst>
                        <a:ext uri="{9D8B030D-6E8A-4147-A177-3AD203B41FA5}">
                          <a16:colId xmlns:a16="http://schemas.microsoft.com/office/drawing/2014/main" val="27830397"/>
                        </a:ext>
                      </a:extLst>
                    </a:gridCol>
                    <a:gridCol w="1872000">
                      <a:extLst>
                        <a:ext uri="{9D8B030D-6E8A-4147-A177-3AD203B41FA5}">
                          <a16:colId xmlns:a16="http://schemas.microsoft.com/office/drawing/2014/main" val="2264650964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3331738793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1817951335"/>
                        </a:ext>
                      </a:extLst>
                    </a:gridCol>
                    <a:gridCol w="1764000">
                      <a:extLst>
                        <a:ext uri="{9D8B030D-6E8A-4147-A177-3AD203B41FA5}">
                          <a16:colId xmlns:a16="http://schemas.microsoft.com/office/drawing/2014/main" val="407796892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a:t>Class</a:t>
                          </a:r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5519943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93" t="-106316" r="-971585" b="-421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28575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69973320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A2FEEDC-957A-0672-AB12-6F2198BCDE62}"/>
              </a:ext>
            </a:extLst>
          </p:cNvPr>
          <p:cNvSpPr txBox="1">
            <a:spLocks/>
          </p:cNvSpPr>
          <p:nvPr/>
        </p:nvSpPr>
        <p:spPr>
          <a:xfrm>
            <a:off x="131176" y="867838"/>
            <a:ext cx="11929645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Obtain the mean, mode and median for the </a:t>
            </a:r>
            <a:r>
              <a:rPr lang="en-US"/>
              <a:t>following information</a:t>
            </a:r>
            <a:r>
              <a:rPr lang="en-US" dirty="0"/>
              <a:t>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0BBADC-79F6-C322-AE60-01C7211214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2.3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D3EE9B1-9FF0-DFCF-2A99-3E0DCB2617CD}"/>
              </a:ext>
            </a:extLst>
          </p:cNvPr>
          <p:cNvSpPr txBox="1">
            <a:spLocks/>
          </p:cNvSpPr>
          <p:nvPr/>
        </p:nvSpPr>
        <p:spPr>
          <a:xfrm>
            <a:off x="131176" y="285968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369A817-90EA-8F36-2C7A-738036F9F342}"/>
              </a:ext>
            </a:extLst>
          </p:cNvPr>
          <p:cNvGraphicFramePr>
            <a:graphicFrameLocks noGrp="1"/>
          </p:cNvGraphicFramePr>
          <p:nvPr/>
        </p:nvGraphicFramePr>
        <p:xfrm>
          <a:off x="293352" y="1442007"/>
          <a:ext cx="1160529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57899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10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20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30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40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50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60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12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57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77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94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728D430-4175-468A-AC2E-B539D2DE120E}"/>
                  </a:ext>
                </a:extLst>
              </p:cNvPr>
              <p:cNvSpPr/>
              <p:nvPr/>
            </p:nvSpPr>
            <p:spPr>
              <a:xfrm>
                <a:off x="1415293" y="48330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728D430-4175-468A-AC2E-B539D2DE12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5293" y="4833003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53997ACE-4C27-407C-AFBF-21B9B13B0A3B}"/>
                  </a:ext>
                </a:extLst>
              </p:cNvPr>
              <p:cNvSpPr/>
              <p:nvPr/>
            </p:nvSpPr>
            <p:spPr>
              <a:xfrm>
                <a:off x="3227297" y="48330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53997ACE-4C27-407C-AFBF-21B9B13B0A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7297" y="4833003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11A9DA49-969B-4446-8FC5-641C0708B09C}"/>
                  </a:ext>
                </a:extLst>
              </p:cNvPr>
              <p:cNvSpPr/>
              <p:nvPr/>
            </p:nvSpPr>
            <p:spPr>
              <a:xfrm>
                <a:off x="5090540" y="48330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11A9DA49-969B-4446-8FC5-641C0708B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0540" y="4833003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FDE8395-92FB-4F68-A9A5-6A8412F06F82}"/>
                  </a:ext>
                </a:extLst>
              </p:cNvPr>
              <p:cNvSpPr/>
              <p:nvPr/>
            </p:nvSpPr>
            <p:spPr>
              <a:xfrm>
                <a:off x="6908101" y="48330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FDE8395-92FB-4F68-A9A5-6A8412F06F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8101" y="4833003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E8D06ED-6D09-48CB-9AD2-BBC2EF94BD2D}"/>
                  </a:ext>
                </a:extLst>
              </p:cNvPr>
              <p:cNvSpPr/>
              <p:nvPr/>
            </p:nvSpPr>
            <p:spPr>
              <a:xfrm>
                <a:off x="8688922" y="48330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E8D06ED-6D09-48CB-9AD2-BBC2EF94BD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88922" y="4833003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ED86B7D-E4A2-421C-9C56-BEDB22D16717}"/>
                  </a:ext>
                </a:extLst>
              </p:cNvPr>
              <p:cNvSpPr/>
              <p:nvPr/>
            </p:nvSpPr>
            <p:spPr>
              <a:xfrm>
                <a:off x="10446740" y="48330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ED86B7D-E4A2-421C-9C56-BEDB22D167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6740" y="4833003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C012A92-C9B4-411F-9162-52D745194E38}"/>
                  </a:ext>
                </a:extLst>
              </p:cNvPr>
              <p:cNvSpPr/>
              <p:nvPr/>
            </p:nvSpPr>
            <p:spPr>
              <a:xfrm>
                <a:off x="1764182" y="5415993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C012A92-C9B4-411F-9162-52D745194E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4182" y="5415993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EA6039-24A9-4912-8949-38FF2E6A006A}"/>
                  </a:ext>
                </a:extLst>
              </p:cNvPr>
              <p:cNvSpPr/>
              <p:nvPr/>
            </p:nvSpPr>
            <p:spPr>
              <a:xfrm>
                <a:off x="2869145" y="5407854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30−12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EA6039-24A9-4912-8949-38FF2E6A00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9145" y="5407854"/>
                <a:ext cx="1554044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0BC94FC-7974-4E29-97EC-8C2D6C062E29}"/>
                  </a:ext>
                </a:extLst>
              </p:cNvPr>
              <p:cNvSpPr/>
              <p:nvPr/>
            </p:nvSpPr>
            <p:spPr>
              <a:xfrm>
                <a:off x="7309702" y="5415993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0BC94FC-7974-4E29-97EC-8C2D6C062E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9702" y="5415993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949579-733A-45F2-A81D-6E583E3D4CB8}"/>
                  </a:ext>
                </a:extLst>
              </p:cNvPr>
              <p:cNvSpPr/>
              <p:nvPr/>
            </p:nvSpPr>
            <p:spPr>
              <a:xfrm>
                <a:off x="9048922" y="5415993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949579-733A-45F2-A81D-6E583E3D4C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8922" y="5415993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11A930D-D7A7-45E7-9B1B-B7EA75A70F74}"/>
                  </a:ext>
                </a:extLst>
              </p:cNvPr>
              <p:cNvSpPr/>
              <p:nvPr/>
            </p:nvSpPr>
            <p:spPr>
              <a:xfrm>
                <a:off x="10821026" y="5415993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11A930D-D7A7-45E7-9B1B-B7EA75A70F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21026" y="5415993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E5A8F7A-8FC8-482A-A556-D75B2A177A69}"/>
                  </a:ext>
                </a:extLst>
              </p:cNvPr>
              <p:cNvSpPr/>
              <p:nvPr/>
            </p:nvSpPr>
            <p:spPr>
              <a:xfrm>
                <a:off x="4085662" y="5407854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E5A8F7A-8FC8-482A-A556-D75B2A177A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5662" y="5407854"/>
                <a:ext cx="491769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4B5EB60-0AFD-4044-A6D7-6F371EB1D2C1}"/>
                  </a:ext>
                </a:extLst>
              </p:cNvPr>
              <p:cNvSpPr/>
              <p:nvPr/>
            </p:nvSpPr>
            <p:spPr>
              <a:xfrm>
                <a:off x="5937364" y="5407854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4B5EB60-0AFD-4044-A6D7-6F371EB1D2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7364" y="5407854"/>
                <a:ext cx="491769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3E3EF8FD-3EB0-4140-98B5-B3379354872A}"/>
                  </a:ext>
                </a:extLst>
              </p:cNvPr>
              <p:cNvSpPr/>
              <p:nvPr/>
            </p:nvSpPr>
            <p:spPr>
              <a:xfrm>
                <a:off x="4707138" y="5407854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57−30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3E3EF8FD-3EB0-4140-98B5-B337935487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7138" y="5407854"/>
                <a:ext cx="1554044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93ADFC5-5FB1-472D-87B4-AE567B2E11DB}"/>
              </a:ext>
            </a:extLst>
          </p:cNvPr>
          <p:cNvCxnSpPr>
            <a:cxnSpLocks/>
          </p:cNvCxnSpPr>
          <p:nvPr/>
        </p:nvCxnSpPr>
        <p:spPr>
          <a:xfrm>
            <a:off x="1781175" y="3618315"/>
            <a:ext cx="10067925" cy="0"/>
          </a:xfrm>
          <a:prstGeom prst="line">
            <a:avLst/>
          </a:prstGeom>
          <a:ln w="50800" cap="rnd">
            <a:solidFill>
              <a:srgbClr val="002060"/>
            </a:solidFill>
            <a:round/>
            <a:headEnd type="stealth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3E4A6B-2A55-40BB-9F29-5BE5AC62F5C6}"/>
                  </a:ext>
                </a:extLst>
              </p:cNvPr>
              <p:cNvSpPr/>
              <p:nvPr/>
            </p:nvSpPr>
            <p:spPr>
              <a:xfrm>
                <a:off x="2493103" y="371437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3E4A6B-2A55-40BB-9F29-5BE5AC62F5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3103" y="3714372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1DDA4B5-C6C9-4786-91E0-D9AF020AB741}"/>
                  </a:ext>
                </a:extLst>
              </p:cNvPr>
              <p:cNvSpPr/>
              <p:nvPr/>
            </p:nvSpPr>
            <p:spPr>
              <a:xfrm>
                <a:off x="4086041" y="371437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1DDA4B5-C6C9-4786-91E0-D9AF020AB7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6041" y="3714372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FCDFE424-451D-4382-B838-9AEBF44BA371}"/>
                  </a:ext>
                </a:extLst>
              </p:cNvPr>
              <p:cNvSpPr/>
              <p:nvPr/>
            </p:nvSpPr>
            <p:spPr>
              <a:xfrm>
                <a:off x="5678979" y="371437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FCDFE424-451D-4382-B838-9AEBF44BA3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8979" y="3714372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B1CBDCA1-3D64-4F07-9E6E-F876021DE988}"/>
                  </a:ext>
                </a:extLst>
              </p:cNvPr>
              <p:cNvSpPr/>
              <p:nvPr/>
            </p:nvSpPr>
            <p:spPr>
              <a:xfrm>
                <a:off x="7271917" y="371437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B1CBDCA1-3D64-4F07-9E6E-F876021DE9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1917" y="3714372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ABBD365B-3E48-4D3B-91A4-55245C545FE3}"/>
                  </a:ext>
                </a:extLst>
              </p:cNvPr>
              <p:cNvSpPr/>
              <p:nvPr/>
            </p:nvSpPr>
            <p:spPr>
              <a:xfrm>
                <a:off x="8864855" y="371437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ABBD365B-3E48-4D3B-91A4-55245C545F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4855" y="3714372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56060B-D667-4EE9-A6C7-FC985B7B7F95}"/>
                  </a:ext>
                </a:extLst>
              </p:cNvPr>
              <p:cNvSpPr/>
              <p:nvPr/>
            </p:nvSpPr>
            <p:spPr>
              <a:xfrm>
                <a:off x="10457795" y="371437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56060B-D667-4EE9-A6C7-FC985B7B7F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57795" y="3714372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0840150B-8D39-4F42-8E2F-1D6483B203CD}"/>
              </a:ext>
            </a:extLst>
          </p:cNvPr>
          <p:cNvCxnSpPr>
            <a:cxnSpLocks/>
            <a:stCxn id="59" idx="2"/>
          </p:cNvCxnSpPr>
          <p:nvPr/>
        </p:nvCxnSpPr>
        <p:spPr>
          <a:xfrm flipH="1">
            <a:off x="1755775" y="3618315"/>
            <a:ext cx="1007328" cy="0"/>
          </a:xfrm>
          <a:prstGeom prst="straightConnector1">
            <a:avLst/>
          </a:prstGeom>
          <a:ln w="66675" cap="rnd">
            <a:solidFill>
              <a:srgbClr val="00B0F0"/>
            </a:solidFill>
            <a:round/>
            <a:headEnd type="none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Left Brace 16">
            <a:extLst>
              <a:ext uri="{FF2B5EF4-FFF2-40B4-BE49-F238E27FC236}">
                <a16:creationId xmlns:a16="http://schemas.microsoft.com/office/drawing/2014/main" id="{DEAE2E2D-8B08-4CB6-A197-E2DB638AE082}"/>
              </a:ext>
            </a:extLst>
          </p:cNvPr>
          <p:cNvSpPr/>
          <p:nvPr/>
        </p:nvSpPr>
        <p:spPr>
          <a:xfrm rot="16200000">
            <a:off x="2186704" y="3699779"/>
            <a:ext cx="274488" cy="1045226"/>
          </a:xfrm>
          <a:prstGeom prst="leftBrace">
            <a:avLst>
              <a:gd name="adj1" fmla="val 59228"/>
              <a:gd name="adj2" fmla="val 50000"/>
            </a:avLst>
          </a:prstGeom>
          <a:ln w="38100" cap="rnd"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7F903D5E-992F-427B-A767-9D717D00DD44}"/>
                  </a:ext>
                </a:extLst>
              </p:cNvPr>
              <p:cNvSpPr/>
              <p:nvPr/>
            </p:nvSpPr>
            <p:spPr>
              <a:xfrm>
                <a:off x="1963947" y="43104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7F903D5E-992F-427B-A767-9D717D00DD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3947" y="4310478"/>
                <a:ext cx="72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Left Brace 75">
            <a:extLst>
              <a:ext uri="{FF2B5EF4-FFF2-40B4-BE49-F238E27FC236}">
                <a16:creationId xmlns:a16="http://schemas.microsoft.com/office/drawing/2014/main" id="{98E17CD2-06BB-43A6-BD69-F2B8D33528DE}"/>
              </a:ext>
            </a:extLst>
          </p:cNvPr>
          <p:cNvSpPr/>
          <p:nvPr/>
        </p:nvSpPr>
        <p:spPr>
          <a:xfrm rot="5400000" flipV="1">
            <a:off x="2984653" y="1995783"/>
            <a:ext cx="274488" cy="2641126"/>
          </a:xfrm>
          <a:prstGeom prst="leftBrace">
            <a:avLst>
              <a:gd name="adj1" fmla="val 59228"/>
              <a:gd name="adj2" fmla="val 50000"/>
            </a:avLst>
          </a:prstGeom>
          <a:ln w="38100" cap="rnd"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78661732-ECAD-469B-BD67-864E9A9BC7CD}"/>
                  </a:ext>
                </a:extLst>
              </p:cNvPr>
              <p:cNvSpPr/>
              <p:nvPr/>
            </p:nvSpPr>
            <p:spPr>
              <a:xfrm>
                <a:off x="2763103" y="274595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78661732-ECAD-469B-BD67-864E9A9BC7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3103" y="2745955"/>
                <a:ext cx="720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1B8580EB-D67F-439D-8D3B-E4FBDADF0548}"/>
              </a:ext>
            </a:extLst>
          </p:cNvPr>
          <p:cNvCxnSpPr>
            <a:cxnSpLocks/>
            <a:stCxn id="9" idx="2"/>
            <a:endCxn id="59" idx="6"/>
          </p:cNvCxnSpPr>
          <p:nvPr/>
        </p:nvCxnSpPr>
        <p:spPr>
          <a:xfrm flipH="1">
            <a:off x="2943103" y="3618315"/>
            <a:ext cx="1411666" cy="0"/>
          </a:xfrm>
          <a:prstGeom prst="straightConnector1">
            <a:avLst/>
          </a:prstGeom>
          <a:ln w="66675" cap="rnd">
            <a:solidFill>
              <a:srgbClr val="00B0F0"/>
            </a:solidFill>
            <a:round/>
            <a:headEnd type="none" w="lg" len="med"/>
            <a:tailEnd type="non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Oval 52">
            <a:extLst>
              <a:ext uri="{FF2B5EF4-FFF2-40B4-BE49-F238E27FC236}">
                <a16:creationId xmlns:a16="http://schemas.microsoft.com/office/drawing/2014/main" id="{4FDF90A0-4E08-4F5E-B346-FADD807742A4}"/>
              </a:ext>
            </a:extLst>
          </p:cNvPr>
          <p:cNvSpPr>
            <a:spLocks noChangeAspect="1"/>
          </p:cNvSpPr>
          <p:nvPr/>
        </p:nvSpPr>
        <p:spPr>
          <a:xfrm>
            <a:off x="7538101" y="352831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A5EB9662-6C27-4667-9AB0-D2C507A6487D}"/>
              </a:ext>
            </a:extLst>
          </p:cNvPr>
          <p:cNvSpPr>
            <a:spLocks noChangeAspect="1"/>
          </p:cNvSpPr>
          <p:nvPr/>
        </p:nvSpPr>
        <p:spPr>
          <a:xfrm>
            <a:off x="9129767" y="352831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92D1DBBF-A359-41DF-9E10-186992B32E0F}"/>
              </a:ext>
            </a:extLst>
          </p:cNvPr>
          <p:cNvSpPr>
            <a:spLocks noChangeAspect="1"/>
          </p:cNvSpPr>
          <p:nvPr/>
        </p:nvSpPr>
        <p:spPr>
          <a:xfrm>
            <a:off x="10721431" y="352831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D3E6108E-171C-486D-894F-4C2D23BCA8D4}"/>
              </a:ext>
            </a:extLst>
          </p:cNvPr>
          <p:cNvSpPr>
            <a:spLocks noChangeAspect="1"/>
          </p:cNvSpPr>
          <p:nvPr/>
        </p:nvSpPr>
        <p:spPr>
          <a:xfrm>
            <a:off x="2763103" y="352831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0873FED8-4DD1-4A0C-8427-E193FCFB6DB7}"/>
                  </a:ext>
                </a:extLst>
              </p:cNvPr>
              <p:cNvSpPr/>
              <p:nvPr/>
            </p:nvSpPr>
            <p:spPr>
              <a:xfrm>
                <a:off x="4258360" y="540785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0873FED8-4DD1-4A0C-8427-E193FCFB6D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8360" y="5407854"/>
                <a:ext cx="720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Left Brace 79">
            <a:extLst>
              <a:ext uri="{FF2B5EF4-FFF2-40B4-BE49-F238E27FC236}">
                <a16:creationId xmlns:a16="http://schemas.microsoft.com/office/drawing/2014/main" id="{E8C7742B-1097-4A09-8E79-CAD6137A73B5}"/>
              </a:ext>
            </a:extLst>
          </p:cNvPr>
          <p:cNvSpPr/>
          <p:nvPr/>
        </p:nvSpPr>
        <p:spPr>
          <a:xfrm rot="16200000">
            <a:off x="3784334" y="2102149"/>
            <a:ext cx="274488" cy="4240485"/>
          </a:xfrm>
          <a:prstGeom prst="leftBrace">
            <a:avLst>
              <a:gd name="adj1" fmla="val 59228"/>
              <a:gd name="adj2" fmla="val 50000"/>
            </a:avLst>
          </a:prstGeom>
          <a:ln w="38100" cap="rnd"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83CC2D8B-C625-4AC6-BA39-BC8C5BD01CA5}"/>
                  </a:ext>
                </a:extLst>
              </p:cNvPr>
              <p:cNvSpPr/>
              <p:nvPr/>
            </p:nvSpPr>
            <p:spPr>
              <a:xfrm>
                <a:off x="3545980" y="427508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83CC2D8B-C625-4AC6-BA39-BC8C5BD01C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5980" y="4275086"/>
                <a:ext cx="720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2" name="Straight Arrow Connector 81">
            <a:extLst>
              <a:ext uri="{FF2B5EF4-FFF2-40B4-BE49-F238E27FC236}">
                <a16:creationId xmlns:a16="http://schemas.microsoft.com/office/drawing/2014/main" id="{397D204C-887A-4B95-804D-3AF4EDFC9BAB}"/>
              </a:ext>
            </a:extLst>
          </p:cNvPr>
          <p:cNvCxnSpPr>
            <a:cxnSpLocks/>
            <a:stCxn id="45" idx="2"/>
            <a:endCxn id="9" idx="6"/>
          </p:cNvCxnSpPr>
          <p:nvPr/>
        </p:nvCxnSpPr>
        <p:spPr>
          <a:xfrm flipH="1">
            <a:off x="4534769" y="3618315"/>
            <a:ext cx="1411666" cy="0"/>
          </a:xfrm>
          <a:prstGeom prst="straightConnector1">
            <a:avLst/>
          </a:prstGeom>
          <a:ln w="66675" cap="rnd">
            <a:solidFill>
              <a:srgbClr val="00B0F0"/>
            </a:solidFill>
            <a:round/>
            <a:headEnd type="none" w="lg" len="med"/>
            <a:tailEnd type="non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val 8">
            <a:extLst>
              <a:ext uri="{FF2B5EF4-FFF2-40B4-BE49-F238E27FC236}">
                <a16:creationId xmlns:a16="http://schemas.microsoft.com/office/drawing/2014/main" id="{DDACA6E6-832E-49D6-A854-194F5EFAF317}"/>
              </a:ext>
            </a:extLst>
          </p:cNvPr>
          <p:cNvSpPr>
            <a:spLocks noChangeAspect="1"/>
          </p:cNvSpPr>
          <p:nvPr/>
        </p:nvSpPr>
        <p:spPr>
          <a:xfrm>
            <a:off x="4354769" y="352831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9C088248-639E-4FB7-9CC1-9AA7AF416E35}"/>
              </a:ext>
            </a:extLst>
          </p:cNvPr>
          <p:cNvSpPr>
            <a:spLocks noChangeAspect="1"/>
          </p:cNvSpPr>
          <p:nvPr/>
        </p:nvSpPr>
        <p:spPr>
          <a:xfrm>
            <a:off x="5946435" y="352831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CD80D5CA-803A-488C-851B-789BC8CE50E1}"/>
                  </a:ext>
                </a:extLst>
              </p:cNvPr>
              <p:cNvSpPr/>
              <p:nvPr/>
            </p:nvSpPr>
            <p:spPr>
              <a:xfrm>
                <a:off x="6151439" y="540785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CD80D5CA-803A-488C-851B-789BC8CE50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1439" y="5407854"/>
                <a:ext cx="72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044F2762-9C59-4374-AE8F-49A678B9428A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8FFEEAE6-E14E-4ECC-9141-8262B4D60F96}"/>
              </a:ext>
            </a:extLst>
          </p:cNvPr>
          <p:cNvSpPr/>
          <p:nvPr/>
        </p:nvSpPr>
        <p:spPr>
          <a:xfrm rot="8100000">
            <a:off x="6291262" y="1757626"/>
            <a:ext cx="1260000" cy="1260000"/>
          </a:xfrm>
          <a:prstGeom prst="arc">
            <a:avLst>
              <a:gd name="adj1" fmla="val 14089742"/>
              <a:gd name="adj2" fmla="val 2162243"/>
            </a:avLst>
          </a:prstGeom>
          <a:ln w="50800" cap="rnd">
            <a:solidFill>
              <a:schemeClr val="tx1"/>
            </a:solidFill>
            <a:round/>
            <a:headEnd type="none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1" name="Arc 60">
            <a:extLst>
              <a:ext uri="{FF2B5EF4-FFF2-40B4-BE49-F238E27FC236}">
                <a16:creationId xmlns:a16="http://schemas.microsoft.com/office/drawing/2014/main" id="{1AC641DE-0CC7-4F1D-BC55-F1EB6CC887E4}"/>
              </a:ext>
            </a:extLst>
          </p:cNvPr>
          <p:cNvSpPr/>
          <p:nvPr/>
        </p:nvSpPr>
        <p:spPr>
          <a:xfrm rot="8100000">
            <a:off x="7957512" y="1757626"/>
            <a:ext cx="1259822" cy="1260000"/>
          </a:xfrm>
          <a:prstGeom prst="arc">
            <a:avLst>
              <a:gd name="adj1" fmla="val 14089742"/>
              <a:gd name="adj2" fmla="val 2162243"/>
            </a:avLst>
          </a:prstGeom>
          <a:ln w="50800" cap="rnd">
            <a:solidFill>
              <a:schemeClr val="tx1"/>
            </a:solidFill>
            <a:round/>
            <a:headEnd type="none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4" name="Arc 63">
            <a:extLst>
              <a:ext uri="{FF2B5EF4-FFF2-40B4-BE49-F238E27FC236}">
                <a16:creationId xmlns:a16="http://schemas.microsoft.com/office/drawing/2014/main" id="{FE2758FA-35E1-4A7A-B690-F2C20EEF570A}"/>
              </a:ext>
            </a:extLst>
          </p:cNvPr>
          <p:cNvSpPr/>
          <p:nvPr/>
        </p:nvSpPr>
        <p:spPr>
          <a:xfrm rot="8100000">
            <a:off x="9609225" y="1757626"/>
            <a:ext cx="1260000" cy="1260000"/>
          </a:xfrm>
          <a:prstGeom prst="arc">
            <a:avLst>
              <a:gd name="adj1" fmla="val 14089742"/>
              <a:gd name="adj2" fmla="val 2162243"/>
            </a:avLst>
          </a:prstGeom>
          <a:ln w="50800" cap="rnd">
            <a:solidFill>
              <a:schemeClr val="tx1"/>
            </a:solidFill>
            <a:round/>
            <a:headEnd type="none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876392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500"/>
                            </p:stCondLst>
                            <p:childTnLst>
                              <p:par>
                                <p:cTn id="1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6" grpId="0"/>
      <p:bldP spid="37" grpId="0"/>
      <p:bldP spid="38" grpId="0"/>
      <p:bldP spid="54" grpId="0"/>
      <p:bldP spid="57" grpId="0"/>
      <p:bldP spid="66" grpId="0"/>
      <p:bldP spid="60" grpId="0"/>
      <p:bldP spid="62" grpId="0"/>
      <p:bldP spid="63" grpId="0"/>
      <p:bldP spid="72" grpId="0"/>
      <p:bldP spid="73" grpId="0"/>
      <p:bldP spid="74" grpId="0"/>
      <p:bldP spid="17" grpId="0" animBg="1"/>
      <p:bldP spid="17" grpId="1" animBg="1"/>
      <p:bldP spid="75" grpId="0"/>
      <p:bldP spid="75" grpId="1"/>
      <p:bldP spid="76" grpId="0" animBg="1"/>
      <p:bldP spid="76" grpId="1" animBg="1"/>
      <p:bldP spid="77" grpId="0"/>
      <p:bldP spid="77" grpId="1"/>
      <p:bldP spid="53" grpId="0" animBg="1"/>
      <p:bldP spid="56" grpId="0" animBg="1"/>
      <p:bldP spid="58" grpId="0" animBg="1"/>
      <p:bldP spid="59" grpId="0" animBg="1"/>
      <p:bldP spid="79" grpId="0"/>
      <p:bldP spid="80" grpId="0" animBg="1"/>
      <p:bldP spid="80" grpId="1" animBg="1"/>
      <p:bldP spid="81" grpId="0"/>
      <p:bldP spid="81" grpId="1"/>
      <p:bldP spid="9" grpId="0" animBg="1"/>
      <p:bldP spid="45" grpId="0" animBg="1"/>
      <p:bldP spid="83" grpId="0"/>
      <p:bldP spid="47" grpId="0"/>
      <p:bldP spid="15" grpId="0" animBg="1"/>
      <p:bldP spid="15" grpId="1" animBg="1"/>
      <p:bldP spid="61" grpId="0" animBg="1"/>
      <p:bldP spid="61" grpId="1" animBg="1"/>
      <p:bldP spid="64" grpId="0" animBg="1"/>
      <p:bldP spid="64" grpId="1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34202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(Direct Method)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16524547"/>
                  </p:ext>
                </p:extLst>
              </p:nvPr>
            </p:nvGraphicFramePr>
            <p:xfrm>
              <a:off x="218667" y="1279325"/>
              <a:ext cx="3808800" cy="4730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26800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  <a:tr h="104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3530917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16524547"/>
                  </p:ext>
                </p:extLst>
              </p:nvPr>
            </p:nvGraphicFramePr>
            <p:xfrm>
              <a:off x="218667" y="1279325"/>
              <a:ext cx="3808800" cy="4730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26800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124" r="-148617" b="-77640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8097" t="-1124" r="-804" b="-77640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  <a:tr h="104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3530917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/>
              <p:nvPr/>
            </p:nvSpPr>
            <p:spPr>
              <a:xfrm>
                <a:off x="2515731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1817920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/>
              <p:nvPr/>
            </p:nvSpPr>
            <p:spPr>
              <a:xfrm>
                <a:off x="2515731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2860722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/>
              <p:nvPr/>
            </p:nvSpPr>
            <p:spPr>
              <a:xfrm>
                <a:off x="2515731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3382978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/>
              <p:nvPr/>
            </p:nvSpPr>
            <p:spPr>
              <a:xfrm>
                <a:off x="2515731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390523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/>
              <p:nvPr/>
            </p:nvSpPr>
            <p:spPr>
              <a:xfrm>
                <a:off x="2515731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442749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/>
              <p:nvPr/>
            </p:nvSpPr>
            <p:spPr>
              <a:xfrm>
                <a:off x="2515731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2338466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/>
              <p:nvPr/>
            </p:nvSpPr>
            <p:spPr>
              <a:xfrm>
                <a:off x="1817651" y="5026541"/>
                <a:ext cx="2116161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7651" y="5026541"/>
                <a:ext cx="2116161" cy="1135696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635444B2-9169-48FE-9A28-CC887CDD0F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81139223"/>
                  </p:ext>
                </p:extLst>
              </p:nvPr>
            </p:nvGraphicFramePr>
            <p:xfrm>
              <a:off x="4025900" y="1279021"/>
              <a:ext cx="3944039" cy="472607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77109">
                      <a:extLst>
                        <a:ext uri="{9D8B030D-6E8A-4147-A177-3AD203B41FA5}">
                          <a16:colId xmlns:a16="http://schemas.microsoft.com/office/drawing/2014/main" val="825888703"/>
                        </a:ext>
                      </a:extLst>
                    </a:gridCol>
                    <a:gridCol w="2566930">
                      <a:extLst>
                        <a:ext uri="{9D8B030D-6E8A-4147-A177-3AD203B41FA5}">
                          <a16:colId xmlns:a16="http://schemas.microsoft.com/office/drawing/2014/main" val="501132493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56965418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2566012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3360394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9331259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147070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0184756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36769630"/>
                      </a:ext>
                    </a:extLst>
                  </a:tr>
                  <a:tr h="104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145688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635444B2-9169-48FE-9A28-CC887CDD0F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81139223"/>
                  </p:ext>
                </p:extLst>
              </p:nvPr>
            </p:nvGraphicFramePr>
            <p:xfrm>
              <a:off x="4025900" y="1279021"/>
              <a:ext cx="3944039" cy="472607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77109">
                      <a:extLst>
                        <a:ext uri="{9D8B030D-6E8A-4147-A177-3AD203B41FA5}">
                          <a16:colId xmlns:a16="http://schemas.microsoft.com/office/drawing/2014/main" val="825888703"/>
                        </a:ext>
                      </a:extLst>
                    </a:gridCol>
                    <a:gridCol w="2566930">
                      <a:extLst>
                        <a:ext uri="{9D8B030D-6E8A-4147-A177-3AD203B41FA5}">
                          <a16:colId xmlns:a16="http://schemas.microsoft.com/office/drawing/2014/main" val="501132493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885" t="-1124" r="-188053" b="-77640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54028" t="-1124" r="-711" b="-77640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56965418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2566012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3360394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9331259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147070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0184756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36769630"/>
                      </a:ext>
                    </a:extLst>
                  </a:tr>
                  <a:tr h="104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145688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BA47EAF7-3185-4DB6-B168-A01F3745A152}"/>
                  </a:ext>
                </a:extLst>
              </p:cNvPr>
              <p:cNvSpPr/>
              <p:nvPr/>
            </p:nvSpPr>
            <p:spPr>
              <a:xfrm>
                <a:off x="4340587" y="1816491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BA47EAF7-3185-4DB6-B168-A01F3745A1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0587" y="1816491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34C2381-AE03-4D18-BF22-F9C5D0F527A9}"/>
                  </a:ext>
                </a:extLst>
              </p:cNvPr>
              <p:cNvSpPr/>
              <p:nvPr/>
            </p:nvSpPr>
            <p:spPr>
              <a:xfrm>
                <a:off x="4368965" y="2338297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34C2381-AE03-4D18-BF22-F9C5D0F527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8965" y="2338297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C785690-AC1A-4198-9AD9-F7EBD1459334}"/>
                  </a:ext>
                </a:extLst>
              </p:cNvPr>
              <p:cNvSpPr/>
              <p:nvPr/>
            </p:nvSpPr>
            <p:spPr>
              <a:xfrm>
                <a:off x="4368965" y="2860103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C785690-AC1A-4198-9AD9-F7EBD14593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8965" y="2860103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D297257-0EF6-473F-9450-7EC9F4F48602}"/>
                  </a:ext>
                </a:extLst>
              </p:cNvPr>
              <p:cNvSpPr/>
              <p:nvPr/>
            </p:nvSpPr>
            <p:spPr>
              <a:xfrm>
                <a:off x="4368965" y="3381909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D297257-0EF6-473F-9450-7EC9F4F486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8965" y="3381909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ECA870B-73C8-4CCD-BE38-3545E8224912}"/>
                  </a:ext>
                </a:extLst>
              </p:cNvPr>
              <p:cNvSpPr/>
              <p:nvPr/>
            </p:nvSpPr>
            <p:spPr>
              <a:xfrm>
                <a:off x="4368965" y="390371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ECA870B-73C8-4CCD-BE38-3545E82249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8965" y="3903715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39B7ED1-432E-473B-A32B-60436048A288}"/>
                  </a:ext>
                </a:extLst>
              </p:cNvPr>
              <p:cNvSpPr/>
              <p:nvPr/>
            </p:nvSpPr>
            <p:spPr>
              <a:xfrm>
                <a:off x="6176624" y="1816491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39B7ED1-432E-473B-A32B-60436048A2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6624" y="1816491"/>
                <a:ext cx="108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D1D4EFE-634B-4AEA-A97A-E6226B2E9B70}"/>
                  </a:ext>
                </a:extLst>
              </p:cNvPr>
              <p:cNvSpPr/>
              <p:nvPr/>
            </p:nvSpPr>
            <p:spPr>
              <a:xfrm>
                <a:off x="6176624" y="2338297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D1D4EFE-634B-4AEA-A97A-E6226B2E9B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6624" y="2338297"/>
                <a:ext cx="108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A6F5EC4-9598-4BFF-8638-D8E26D5D7983}"/>
                  </a:ext>
                </a:extLst>
              </p:cNvPr>
              <p:cNvSpPr/>
              <p:nvPr/>
            </p:nvSpPr>
            <p:spPr>
              <a:xfrm>
                <a:off x="6176624" y="2860103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A6F5EC4-9598-4BFF-8638-D8E26D5D79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6624" y="2860103"/>
                <a:ext cx="1080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46E4D77-B5E2-4DF9-A443-2A094F003394}"/>
                  </a:ext>
                </a:extLst>
              </p:cNvPr>
              <p:cNvSpPr/>
              <p:nvPr/>
            </p:nvSpPr>
            <p:spPr>
              <a:xfrm>
                <a:off x="6176624" y="338190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46E4D77-B5E2-4DF9-A443-2A094F0033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6624" y="3381909"/>
                <a:ext cx="1080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6A84E7C-15D8-4BE3-A600-03D826E8CB5F}"/>
                  </a:ext>
                </a:extLst>
              </p:cNvPr>
              <p:cNvSpPr/>
              <p:nvPr/>
            </p:nvSpPr>
            <p:spPr>
              <a:xfrm>
                <a:off x="6176624" y="3903715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6A84E7C-15D8-4BE3-A600-03D826E8CB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6624" y="3903715"/>
                <a:ext cx="1080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746D34E0-A2D4-44DA-8877-2F5E15FB41D7}"/>
                  </a:ext>
                </a:extLst>
              </p:cNvPr>
              <p:cNvSpPr/>
              <p:nvPr/>
            </p:nvSpPr>
            <p:spPr>
              <a:xfrm>
                <a:off x="4368965" y="4425519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746D34E0-A2D4-44DA-8877-2F5E15FB41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8965" y="4425519"/>
                <a:ext cx="72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69609CD-FA50-471D-9C0A-06CF617BFD75}"/>
                  </a:ext>
                </a:extLst>
              </p:cNvPr>
              <p:cNvSpPr/>
              <p:nvPr/>
            </p:nvSpPr>
            <p:spPr>
              <a:xfrm>
                <a:off x="6176624" y="442551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69609CD-FA50-471D-9C0A-06CF617BFD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6624" y="4425519"/>
                <a:ext cx="108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1AED5793-18CB-4ED3-81DE-BC0C56D660BF}"/>
                  </a:ext>
                </a:extLst>
              </p:cNvPr>
              <p:cNvSpPr txBox="1"/>
              <p:nvPr/>
            </p:nvSpPr>
            <p:spPr>
              <a:xfrm>
                <a:off x="10246915" y="1223603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1AED5793-18CB-4ED3-81DE-BC0C56D660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46915" y="1223603"/>
                <a:ext cx="2071413" cy="995978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B7FE37-7F0B-4A3D-92B4-09A20447128F}"/>
                  </a:ext>
                </a:extLst>
              </p:cNvPr>
              <p:cNvSpPr txBox="1"/>
              <p:nvPr/>
            </p:nvSpPr>
            <p:spPr>
              <a:xfrm>
                <a:off x="10246915" y="2431778"/>
                <a:ext cx="207141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2800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B7FE37-7F0B-4A3D-92B4-09A204471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46915" y="2431778"/>
                <a:ext cx="2071413" cy="90178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5C8FE4F-502F-48B6-840A-02E5F5ABB063}"/>
                  </a:ext>
                </a:extLst>
              </p:cNvPr>
              <p:cNvSpPr txBox="1"/>
              <p:nvPr/>
            </p:nvSpPr>
            <p:spPr>
              <a:xfrm>
                <a:off x="10246915" y="3545759"/>
                <a:ext cx="155051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5C8FE4F-502F-48B6-840A-02E5F5ABB0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46915" y="3545759"/>
                <a:ext cx="155051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53CBA94-2D15-4D47-96CA-E831E53666EC}"/>
                  </a:ext>
                </a:extLst>
              </p:cNvPr>
              <p:cNvSpPr txBox="1"/>
              <p:nvPr/>
            </p:nvSpPr>
            <p:spPr>
              <a:xfrm>
                <a:off x="9662989" y="262106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53CBA94-2D15-4D47-96CA-E831E5366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2989" y="2621060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CE7582A0-0AF4-478C-BF77-DA7BDC43BB38}"/>
                  </a:ext>
                </a:extLst>
              </p:cNvPr>
              <p:cNvSpPr txBox="1"/>
              <p:nvPr/>
            </p:nvSpPr>
            <p:spPr>
              <a:xfrm>
                <a:off x="9662988" y="354575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CE7582A0-0AF4-478C-BF77-DA7BDC43B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2988" y="3545759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3BE5777D-981A-4813-9477-8382EA648663}"/>
                  </a:ext>
                </a:extLst>
              </p:cNvPr>
              <p:cNvSpPr/>
              <p:nvPr/>
            </p:nvSpPr>
            <p:spPr>
              <a:xfrm>
                <a:off x="5421785" y="5015480"/>
                <a:ext cx="2589678" cy="9966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3BE5777D-981A-4813-9477-8382EA6486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785" y="5015480"/>
                <a:ext cx="2589678" cy="996675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1700EDF0-B85C-4198-A097-3868E5B49EFC}"/>
              </a:ext>
            </a:extLst>
          </p:cNvPr>
          <p:cNvCxnSpPr>
            <a:cxnSpLocks/>
          </p:cNvCxnSpPr>
          <p:nvPr/>
        </p:nvCxnSpPr>
        <p:spPr>
          <a:xfrm>
            <a:off x="93916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701F49D-25A5-4EC1-96F7-CC1B8B849A6E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804658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50" grpId="0"/>
      <p:bldP spid="51" grpId="0"/>
      <p:bldP spid="54" grpId="0"/>
      <p:bldP spid="55" grpId="0"/>
      <p:bldP spid="56" grpId="0"/>
      <p:bldP spid="57" grpId="0"/>
      <p:bldP spid="58" grpId="0"/>
      <p:bldP spid="65" grpId="0"/>
      <p:bldP spid="77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9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13053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30091158"/>
                  </p:ext>
                </p:extLst>
              </p:nvPr>
            </p:nvGraphicFramePr>
            <p:xfrm>
              <a:off x="218667" y="1279325"/>
              <a:ext cx="38088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26800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30091158"/>
                  </p:ext>
                </p:extLst>
              </p:nvPr>
            </p:nvGraphicFramePr>
            <p:xfrm>
              <a:off x="218667" y="1279325"/>
              <a:ext cx="38088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26800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124" r="-148617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8097" t="-1124" r="-804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0" name="Table 69">
                <a:extLst>
                  <a:ext uri="{FF2B5EF4-FFF2-40B4-BE49-F238E27FC236}">
                    <a16:creationId xmlns:a16="http://schemas.microsoft.com/office/drawing/2014/main" id="{FA59B289-47AA-4775-A16B-8077262C677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88707265"/>
                  </p:ext>
                </p:extLst>
              </p:nvPr>
            </p:nvGraphicFramePr>
            <p:xfrm>
              <a:off x="4029026" y="127853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0" name="Table 69">
                <a:extLst>
                  <a:ext uri="{FF2B5EF4-FFF2-40B4-BE49-F238E27FC236}">
                    <a16:creationId xmlns:a16="http://schemas.microsoft.com/office/drawing/2014/main" id="{FA59B289-47AA-4775-A16B-8077262C677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88707265"/>
                  </p:ext>
                </p:extLst>
              </p:nvPr>
            </p:nvGraphicFramePr>
            <p:xfrm>
              <a:off x="4029026" y="127853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392" t="-1124" r="-1176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40C08586-0ADD-42F8-BA53-A5CB130FCA1E}"/>
                  </a:ext>
                </a:extLst>
              </p:cNvPr>
              <p:cNvSpPr/>
              <p:nvPr/>
            </p:nvSpPr>
            <p:spPr>
              <a:xfrm>
                <a:off x="4376085" y="1827703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40C08586-0ADD-42F8-BA53-A5CB130FCA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6085" y="1827703"/>
                <a:ext cx="90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ABD6F11-E990-4A7E-8DBF-DA257D73E478}"/>
                  </a:ext>
                </a:extLst>
              </p:cNvPr>
              <p:cNvSpPr/>
              <p:nvPr/>
            </p:nvSpPr>
            <p:spPr>
              <a:xfrm>
                <a:off x="4376085" y="2348157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ABD6F11-E990-4A7E-8DBF-DA257D73E4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6085" y="2348157"/>
                <a:ext cx="90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CE8C443-3EA5-4999-9000-ED521FDDF3DA}"/>
                  </a:ext>
                </a:extLst>
              </p:cNvPr>
              <p:cNvSpPr/>
              <p:nvPr/>
            </p:nvSpPr>
            <p:spPr>
              <a:xfrm>
                <a:off x="4376085" y="2868611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CE8C443-3EA5-4999-9000-ED521FDDF3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6085" y="2868611"/>
                <a:ext cx="90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16D34AC-68F5-4710-86DD-0168FFBA2008}"/>
                  </a:ext>
                </a:extLst>
              </p:cNvPr>
              <p:cNvSpPr/>
              <p:nvPr/>
            </p:nvSpPr>
            <p:spPr>
              <a:xfrm>
                <a:off x="4376085" y="3389065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16D34AC-68F5-4710-86DD-0168FFBA20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6085" y="3389065"/>
                <a:ext cx="90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D3304DE-0158-4377-91B4-EEC873313E08}"/>
                  </a:ext>
                </a:extLst>
              </p:cNvPr>
              <p:cNvSpPr/>
              <p:nvPr/>
            </p:nvSpPr>
            <p:spPr>
              <a:xfrm>
                <a:off x="4376085" y="3909519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D3304DE-0158-4377-91B4-EEC873313E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6085" y="3909519"/>
                <a:ext cx="90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64432BDF-45FF-4BEC-B185-58C63A2A70CB}"/>
                  </a:ext>
                </a:extLst>
              </p:cNvPr>
              <p:cNvSpPr/>
              <p:nvPr/>
            </p:nvSpPr>
            <p:spPr>
              <a:xfrm>
                <a:off x="4376085" y="442997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64432BDF-45FF-4BEC-B185-58C63A2A70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6085" y="4429972"/>
                <a:ext cx="90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08E5E5A-AFC5-4ABB-BF7D-A0F3E3C25B65}"/>
                  </a:ext>
                </a:extLst>
              </p:cNvPr>
              <p:cNvSpPr txBox="1"/>
              <p:nvPr/>
            </p:nvSpPr>
            <p:spPr>
              <a:xfrm>
                <a:off x="1023130" y="5549563"/>
                <a:ext cx="4319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08E5E5A-AFC5-4ABB-BF7D-A0F3E3C25B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130" y="5549563"/>
                <a:ext cx="43198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4B73EBB-7B27-49C2-A250-A38BC7FCBDBD}"/>
                  </a:ext>
                </a:extLst>
              </p:cNvPr>
              <p:cNvSpPr txBox="1"/>
              <p:nvPr/>
            </p:nvSpPr>
            <p:spPr>
              <a:xfrm>
                <a:off x="2862612" y="556087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4B73EBB-7B27-49C2-A250-A38BC7FCBD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2612" y="5560879"/>
                <a:ext cx="506235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2B6B17E0-3CBD-43AB-A312-08353572A944}"/>
                  </a:ext>
                </a:extLst>
              </p:cNvPr>
              <p:cNvSpPr txBox="1"/>
              <p:nvPr/>
            </p:nvSpPr>
            <p:spPr>
              <a:xfrm>
                <a:off x="3324225" y="5408143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2B6B17E0-3CBD-43AB-A312-08353572A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4225" y="5408143"/>
                <a:ext cx="1577391" cy="82747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22A67D3B-B4A7-4E3A-81C1-3F03F8A2D305}"/>
                  </a:ext>
                </a:extLst>
              </p:cNvPr>
              <p:cNvSpPr txBox="1"/>
              <p:nvPr/>
            </p:nvSpPr>
            <p:spPr>
              <a:xfrm>
                <a:off x="5921399" y="3582897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22A67D3B-B4A7-4E3A-81C1-3F03F8A2D3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1399" y="3582897"/>
                <a:ext cx="428332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2F1FD549-00A4-4565-B843-EEE89FE28589}"/>
                  </a:ext>
                </a:extLst>
              </p:cNvPr>
              <p:cNvSpPr txBox="1"/>
              <p:nvPr/>
            </p:nvSpPr>
            <p:spPr>
              <a:xfrm>
                <a:off x="5921399" y="2957014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2F1FD549-00A4-4565-B843-EEE89FE285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1399" y="2957014"/>
                <a:ext cx="416584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TextBox 92">
            <a:extLst>
              <a:ext uri="{FF2B5EF4-FFF2-40B4-BE49-F238E27FC236}">
                <a16:creationId xmlns:a16="http://schemas.microsoft.com/office/drawing/2014/main" id="{4DF27F0D-B6AF-4D03-91EB-2E465913558F}"/>
              </a:ext>
            </a:extLst>
          </p:cNvPr>
          <p:cNvSpPr txBox="1"/>
          <p:nvPr/>
        </p:nvSpPr>
        <p:spPr>
          <a:xfrm>
            <a:off x="5578089" y="1340912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6AC0250-EFA1-497F-92D1-E5EDBB2C45A5}"/>
                  </a:ext>
                </a:extLst>
              </p:cNvPr>
              <p:cNvSpPr txBox="1"/>
              <p:nvPr/>
            </p:nvSpPr>
            <p:spPr>
              <a:xfrm>
                <a:off x="5921399" y="1828804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6AC0250-EFA1-497F-92D1-E5EDBB2C45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1399" y="1828804"/>
                <a:ext cx="1623117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B50E479-B20D-48CA-8FA1-03E001597444}"/>
                  </a:ext>
                </a:extLst>
              </p:cNvPr>
              <p:cNvSpPr txBox="1"/>
              <p:nvPr/>
            </p:nvSpPr>
            <p:spPr>
              <a:xfrm>
                <a:off x="5921399" y="2350313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B50E479-B20D-48CA-8FA1-03E0015974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1399" y="2350313"/>
                <a:ext cx="1467946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1276981-A6B1-4304-A6EF-9F0B4AF4FFEB}"/>
                  </a:ext>
                </a:extLst>
              </p:cNvPr>
              <p:cNvSpPr txBox="1"/>
              <p:nvPr/>
            </p:nvSpPr>
            <p:spPr>
              <a:xfrm>
                <a:off x="6246927" y="2957014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1276981-A6B1-4304-A6EF-9F0B4AF4FF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927" y="2957014"/>
                <a:ext cx="1068477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9138151-88B7-4EB2-A039-008DA1DF15D8}"/>
                  </a:ext>
                </a:extLst>
              </p:cNvPr>
              <p:cNvSpPr txBox="1"/>
              <p:nvPr/>
            </p:nvSpPr>
            <p:spPr>
              <a:xfrm>
                <a:off x="6259963" y="3582897"/>
                <a:ext cx="104240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9138151-88B7-4EB2-A039-008DA1DF15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9963" y="3582897"/>
                <a:ext cx="104240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0" name="Rectangle: Diagonal Corners Rounded 99">
            <a:extLst>
              <a:ext uri="{FF2B5EF4-FFF2-40B4-BE49-F238E27FC236}">
                <a16:creationId xmlns:a16="http://schemas.microsoft.com/office/drawing/2014/main" id="{C951E99D-E37F-41C5-8027-CDACAB90CC44}"/>
              </a:ext>
            </a:extLst>
          </p:cNvPr>
          <p:cNvSpPr/>
          <p:nvPr/>
        </p:nvSpPr>
        <p:spPr>
          <a:xfrm>
            <a:off x="4477185" y="2404454"/>
            <a:ext cx="684000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17D1B0-75DE-478A-B402-484E1CF465EB}"/>
                  </a:ext>
                </a:extLst>
              </p:cNvPr>
              <p:cNvSpPr txBox="1"/>
              <p:nvPr/>
            </p:nvSpPr>
            <p:spPr>
              <a:xfrm>
                <a:off x="6025194" y="4165338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17D1B0-75DE-478A-B402-484E1CF465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5194" y="4165338"/>
                <a:ext cx="131596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/>
              <p:nvPr/>
            </p:nvSpPr>
            <p:spPr>
              <a:xfrm>
                <a:off x="1703542" y="5549563"/>
                <a:ext cx="12610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3542" y="5549563"/>
                <a:ext cx="126101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576BF2D-9461-454C-8EFD-73572D40A5E5}"/>
                  </a:ext>
                </a:extLst>
              </p:cNvPr>
              <p:cNvSpPr txBox="1"/>
              <p:nvPr/>
            </p:nvSpPr>
            <p:spPr>
              <a:xfrm>
                <a:off x="1381826" y="554956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576BF2D-9461-454C-8EFD-73572D40A5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1826" y="5549563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/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67DC25B-F0FB-4DE0-B6EE-60F3E2F5D550}"/>
                  </a:ext>
                </a:extLst>
              </p:cNvPr>
              <p:cNvSpPr txBox="1"/>
              <p:nvPr/>
            </p:nvSpPr>
            <p:spPr>
              <a:xfrm>
                <a:off x="8025410" y="2733544"/>
                <a:ext cx="4384783" cy="9278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50−30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67DC25B-F0FB-4DE0-B6EE-60F3E2F5D5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5410" y="2733544"/>
                <a:ext cx="4384783" cy="92788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347C4BE-852D-43EE-969A-6C2B29A293D0}"/>
                  </a:ext>
                </a:extLst>
              </p:cNvPr>
              <p:cNvSpPr txBox="1"/>
              <p:nvPr/>
            </p:nvSpPr>
            <p:spPr>
              <a:xfrm>
                <a:off x="8025410" y="1456146"/>
                <a:ext cx="4062839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347C4BE-852D-43EE-969A-6C2B29A293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5410" y="1456146"/>
                <a:ext cx="4062839" cy="113409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27C72333-49F2-480B-A285-36B3922E0C6E}"/>
                  </a:ext>
                </a:extLst>
              </p:cNvPr>
              <p:cNvSpPr txBox="1"/>
              <p:nvPr/>
            </p:nvSpPr>
            <p:spPr>
              <a:xfrm>
                <a:off x="7696248" y="293587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27C72333-49F2-480B-A285-36B3922E0C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6248" y="2935875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EC0F8ED-0371-43B8-A55C-FD9A2A463D5F}"/>
                  </a:ext>
                </a:extLst>
              </p:cNvPr>
              <p:cNvSpPr txBox="1"/>
              <p:nvPr/>
            </p:nvSpPr>
            <p:spPr>
              <a:xfrm>
                <a:off x="8025410" y="3886313"/>
                <a:ext cx="2903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=20+7.41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EC0F8ED-0371-43B8-A55C-FD9A2A463D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5410" y="3886313"/>
                <a:ext cx="290370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8B0D84A-DDBD-4DD3-89F7-62484004EFA9}"/>
                  </a:ext>
                </a:extLst>
              </p:cNvPr>
              <p:cNvSpPr txBox="1"/>
              <p:nvPr/>
            </p:nvSpPr>
            <p:spPr>
              <a:xfrm>
                <a:off x="7696248" y="388426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8B0D84A-DDBD-4DD3-89F7-62484004EF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6248" y="3884269"/>
                <a:ext cx="506235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244A02C-8449-42D6-9F0F-419385B34FBF}"/>
                  </a:ext>
                </a:extLst>
              </p:cNvPr>
              <p:cNvSpPr txBox="1"/>
              <p:nvPr/>
            </p:nvSpPr>
            <p:spPr>
              <a:xfrm>
                <a:off x="7692823" y="464593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244A02C-8449-42D6-9F0F-419385B34F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823" y="4645937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D9E50EF9-E42D-49B4-A0CE-2F1C10587960}"/>
                  </a:ext>
                </a:extLst>
              </p:cNvPr>
              <p:cNvSpPr txBox="1"/>
              <p:nvPr/>
            </p:nvSpPr>
            <p:spPr>
              <a:xfrm>
                <a:off x="8025410" y="4645937"/>
                <a:ext cx="20093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=27.41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D9E50EF9-E42D-49B4-A0CE-2F1C10587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5410" y="4645937"/>
                <a:ext cx="200939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6C6CAECC-E408-4FDD-8056-F4638AFDB6EA}"/>
              </a:ext>
            </a:extLst>
          </p:cNvPr>
          <p:cNvCxnSpPr>
            <a:cxnSpLocks/>
          </p:cNvCxnSpPr>
          <p:nvPr/>
        </p:nvCxnSpPr>
        <p:spPr>
          <a:xfrm>
            <a:off x="7712545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875A2CB6-1C69-41AA-8737-BE33495216C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F3A8AD1-75BD-45D3-91DB-8FB11F481BBC}"/>
                  </a:ext>
                </a:extLst>
              </p:cNvPr>
              <p:cNvSpPr/>
              <p:nvPr/>
            </p:nvSpPr>
            <p:spPr>
              <a:xfrm>
                <a:off x="2515731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F3A8AD1-75BD-45D3-91DB-8FB11F481B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1817920"/>
                <a:ext cx="720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1045031-1B79-4F6C-9857-FAEAC2BD0517}"/>
                  </a:ext>
                </a:extLst>
              </p:cNvPr>
              <p:cNvSpPr/>
              <p:nvPr/>
            </p:nvSpPr>
            <p:spPr>
              <a:xfrm>
                <a:off x="2515731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1045031-1B79-4F6C-9857-FAEAC2BD05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2860722"/>
                <a:ext cx="720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4C4F6BEC-EF47-4B11-A761-5B5D2313226A}"/>
                  </a:ext>
                </a:extLst>
              </p:cNvPr>
              <p:cNvSpPr/>
              <p:nvPr/>
            </p:nvSpPr>
            <p:spPr>
              <a:xfrm>
                <a:off x="2515731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4C4F6BEC-EF47-4B11-A761-5B5D23132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3382978"/>
                <a:ext cx="720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121A6D3-7B52-43A3-943E-893BF0BD1628}"/>
                  </a:ext>
                </a:extLst>
              </p:cNvPr>
              <p:cNvSpPr/>
              <p:nvPr/>
            </p:nvSpPr>
            <p:spPr>
              <a:xfrm>
                <a:off x="2515731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121A6D3-7B52-43A3-943E-893BF0BD16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3905234"/>
                <a:ext cx="720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9A7DC90-4590-4751-A9A8-ED9996D3480D}"/>
                  </a:ext>
                </a:extLst>
              </p:cNvPr>
              <p:cNvSpPr/>
              <p:nvPr/>
            </p:nvSpPr>
            <p:spPr>
              <a:xfrm>
                <a:off x="2515731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9A7DC90-4590-4751-A9A8-ED9996D348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4427492"/>
                <a:ext cx="720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1BA93A7-D9EF-44CA-B76C-D7FA16A0B8D9}"/>
                  </a:ext>
                </a:extLst>
              </p:cNvPr>
              <p:cNvSpPr/>
              <p:nvPr/>
            </p:nvSpPr>
            <p:spPr>
              <a:xfrm>
                <a:off x="2515731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1BA93A7-D9EF-44CA-B76C-D7FA16A0B8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2338466"/>
                <a:ext cx="720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065D415F-23F4-42C2-92EE-64FC03660DBE}"/>
              </a:ext>
            </a:extLst>
          </p:cNvPr>
          <p:cNvSpPr/>
          <p:nvPr/>
        </p:nvSpPr>
        <p:spPr>
          <a:xfrm>
            <a:off x="273754" y="2888762"/>
            <a:ext cx="1420950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9" name="Rectangle: Diagonal Corners Rounded 98">
            <a:extLst>
              <a:ext uri="{FF2B5EF4-FFF2-40B4-BE49-F238E27FC236}">
                <a16:creationId xmlns:a16="http://schemas.microsoft.com/office/drawing/2014/main" id="{BF1124A6-FA29-4CBC-B0E6-01A31429D704}"/>
              </a:ext>
            </a:extLst>
          </p:cNvPr>
          <p:cNvSpPr/>
          <p:nvPr/>
        </p:nvSpPr>
        <p:spPr>
          <a:xfrm>
            <a:off x="2529305" y="2931374"/>
            <a:ext cx="684000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92876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72" grpId="0"/>
      <p:bldP spid="73" grpId="0"/>
      <p:bldP spid="74" grpId="0"/>
      <p:bldP spid="75" grpId="0"/>
      <p:bldP spid="76" grpId="0"/>
      <p:bldP spid="87" grpId="0"/>
      <p:bldP spid="88" grpId="0"/>
      <p:bldP spid="89" grpId="0"/>
      <p:bldP spid="91" grpId="0"/>
      <p:bldP spid="92" grpId="0"/>
      <p:bldP spid="93" grpId="0"/>
      <p:bldP spid="94" grpId="0"/>
      <p:bldP spid="96" grpId="0"/>
      <p:bldP spid="97" grpId="0"/>
      <p:bldP spid="98" grpId="0"/>
      <p:bldP spid="100" grpId="0" animBg="1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  <p:bldP spid="111" grpId="0"/>
      <p:bldP spid="90" grpId="0" animBg="1"/>
      <p:bldP spid="99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1115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DF3B229-F615-4ECE-8599-6EC13F100944}"/>
                  </a:ext>
                </a:extLst>
              </p:cNvPr>
              <p:cNvSpPr txBox="1"/>
              <p:nvPr/>
            </p:nvSpPr>
            <p:spPr>
              <a:xfrm>
                <a:off x="6440517" y="912197"/>
                <a:ext cx="4684680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DF3B229-F615-4ECE-8599-6EC13F100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912197"/>
                <a:ext cx="4684680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62CDCD0-811F-4D6C-95DA-5F104D533A03}"/>
                  </a:ext>
                </a:extLst>
              </p:cNvPr>
              <p:cNvSpPr txBox="1"/>
              <p:nvPr/>
            </p:nvSpPr>
            <p:spPr>
              <a:xfrm>
                <a:off x="6440517" y="2187962"/>
                <a:ext cx="5573769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27−18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27</m:t>
                                  </m:r>
                                </m:e>
                              </m:d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−18−20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62CDCD0-811F-4D6C-95DA-5F104D533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2187962"/>
                <a:ext cx="5573769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B291394-BC16-4937-BF52-1B3E61FB11AF}"/>
                  </a:ext>
                </a:extLst>
              </p:cNvPr>
              <p:cNvSpPr txBox="1"/>
              <p:nvPr/>
            </p:nvSpPr>
            <p:spPr>
              <a:xfrm>
                <a:off x="6440516" y="3463727"/>
                <a:ext cx="453228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54−38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B291394-BC16-4937-BF52-1B3E61FB11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6" y="3463727"/>
                <a:ext cx="4532283" cy="106048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744A5C0-335A-43B8-B5D2-C8E3C7A5822E}"/>
                  </a:ext>
                </a:extLst>
              </p:cNvPr>
              <p:cNvSpPr txBox="1"/>
              <p:nvPr/>
            </p:nvSpPr>
            <p:spPr>
              <a:xfrm>
                <a:off x="6440517" y="6015256"/>
                <a:ext cx="17026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744A5C0-335A-43B8-B5D2-C8E3C7A582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6015256"/>
                <a:ext cx="170267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BC6728-2C0A-4B70-BD9B-2B8AAEBFDB14}"/>
                  </a:ext>
                </a:extLst>
              </p:cNvPr>
              <p:cNvSpPr txBox="1"/>
              <p:nvPr/>
            </p:nvSpPr>
            <p:spPr>
              <a:xfrm>
                <a:off x="5931794" y="244208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BC6728-2C0A-4B70-BD9B-2B8AAEBFDB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2442087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F021A439-9380-4AE0-B8EF-3D0ABA61F9A0}"/>
                  </a:ext>
                </a:extLst>
              </p:cNvPr>
              <p:cNvSpPr txBox="1"/>
              <p:nvPr/>
            </p:nvSpPr>
            <p:spPr>
              <a:xfrm>
                <a:off x="5931794" y="368056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F021A439-9380-4AE0-B8EF-3D0ABA61F9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3680565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69BB34-2AE2-46F7-BE2E-251D01E5DA31}"/>
                  </a:ext>
                </a:extLst>
              </p:cNvPr>
              <p:cNvSpPr txBox="1"/>
              <p:nvPr/>
            </p:nvSpPr>
            <p:spPr>
              <a:xfrm>
                <a:off x="5934282" y="601525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69BB34-2AE2-46F7-BE2E-251D01E5D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4282" y="6015256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1C751ECD-CD95-4828-9369-CA5207FDDBD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06886368"/>
                  </p:ext>
                </p:extLst>
              </p:nvPr>
            </p:nvGraphicFramePr>
            <p:xfrm>
              <a:off x="218667" y="1279325"/>
              <a:ext cx="38088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26800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1C751ECD-CD95-4828-9369-CA5207FDDBD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06886368"/>
                  </p:ext>
                </p:extLst>
              </p:nvPr>
            </p:nvGraphicFramePr>
            <p:xfrm>
              <a:off x="218667" y="1279325"/>
              <a:ext cx="38088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26800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395" t="-1124" r="-148617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68097" t="-1124" r="-804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607F948-1626-46D4-92BA-C9B8E2DF0FC4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607F948-1626-46D4-92BA-C9B8E2DF0F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7ABEAF22-C596-45D1-B022-31CABAEB307E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7ABEAF22-C596-45D1-B022-31CABAEB30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360F79F-1B4A-4AA9-8A8D-BE6B85157E93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360F79F-1B4A-4AA9-8A8D-BE6B85157E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15311CC-969F-45D7-A41C-5E8DD0EDD687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15311CC-969F-45D7-A41C-5E8DD0EDD6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042E3B3F-8A9B-46C1-AB8D-808F66FEDDFB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042E3B3F-8A9B-46C1-AB8D-808F66FEDD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14D2E228-CE84-4781-8CDD-C852C39CEF0C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14D2E228-CE84-4781-8CDD-C852C39CEF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12FD378-CE9C-4A07-9D93-87EBA97A4041}"/>
                  </a:ext>
                </a:extLst>
              </p:cNvPr>
              <p:cNvSpPr/>
              <p:nvPr/>
            </p:nvSpPr>
            <p:spPr>
              <a:xfrm>
                <a:off x="4393581" y="4628566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12FD378-CE9C-4A07-9D93-87EBA97A40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3581" y="4628566"/>
                <a:ext cx="147666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9" name="Rectangle 78">
            <a:extLst>
              <a:ext uri="{FF2B5EF4-FFF2-40B4-BE49-F238E27FC236}">
                <a16:creationId xmlns:a16="http://schemas.microsoft.com/office/drawing/2014/main" id="{7BFABB89-110C-42AD-93E4-9ABE85844B9E}"/>
              </a:ext>
            </a:extLst>
          </p:cNvPr>
          <p:cNvSpPr/>
          <p:nvPr/>
        </p:nvSpPr>
        <p:spPr>
          <a:xfrm>
            <a:off x="3994193" y="1308238"/>
            <a:ext cx="193393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Modal class: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915E885D-2120-43F8-A609-384687E52690}"/>
                  </a:ext>
                </a:extLst>
              </p:cNvPr>
              <p:cNvSpPr/>
              <p:nvPr/>
            </p:nvSpPr>
            <p:spPr>
              <a:xfrm>
                <a:off x="4151161" y="179151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915E885D-2120-43F8-A609-384687E526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1161" y="1791519"/>
                <a:ext cx="16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4690608-6555-4E55-BFBA-7C2764B19614}"/>
                  </a:ext>
                </a:extLst>
              </p:cNvPr>
              <p:cNvSpPr/>
              <p:nvPr/>
            </p:nvSpPr>
            <p:spPr>
              <a:xfrm>
                <a:off x="4352898" y="2337587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4690608-6555-4E55-BFBA-7C2764B196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2898" y="2337587"/>
                <a:ext cx="1476661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056E0644-9C47-4976-9BFB-3E7F9DD89275}"/>
                  </a:ext>
                </a:extLst>
              </p:cNvPr>
              <p:cNvSpPr/>
              <p:nvPr/>
            </p:nvSpPr>
            <p:spPr>
              <a:xfrm>
                <a:off x="4327608" y="2876389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056E0644-9C47-4976-9BFB-3E7F9DD892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7608" y="2876389"/>
                <a:ext cx="577921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6FBD803A-BD6B-4940-B19D-5BE595CD5EFF}"/>
                  </a:ext>
                </a:extLst>
              </p:cNvPr>
              <p:cNvSpPr/>
              <p:nvPr/>
            </p:nvSpPr>
            <p:spPr>
              <a:xfrm>
                <a:off x="4662890" y="2876389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6FBD803A-BD6B-4940-B19D-5BE595CD5E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2890" y="2876389"/>
                <a:ext cx="1036602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225D4C1-6B79-46E1-BD65-256D1B4D0993}"/>
                  </a:ext>
                </a:extLst>
              </p:cNvPr>
              <p:cNvSpPr/>
              <p:nvPr/>
            </p:nvSpPr>
            <p:spPr>
              <a:xfrm>
                <a:off x="4327608" y="3455208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225D4C1-6B79-46E1-BD65-256D1B4D09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7608" y="3455208"/>
                <a:ext cx="577921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8ECE6809-EC0F-4052-BDC4-36166D37EB5F}"/>
                  </a:ext>
                </a:extLst>
              </p:cNvPr>
              <p:cNvSpPr/>
              <p:nvPr/>
            </p:nvSpPr>
            <p:spPr>
              <a:xfrm>
                <a:off x="4662890" y="3455208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8ECE6809-EC0F-4052-BDC4-36166D37EB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2890" y="3455208"/>
                <a:ext cx="1036602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6010C1D9-FC74-4229-A4D6-A4088F5F0CDC}"/>
                  </a:ext>
                </a:extLst>
              </p:cNvPr>
              <p:cNvSpPr/>
              <p:nvPr/>
            </p:nvSpPr>
            <p:spPr>
              <a:xfrm>
                <a:off x="4327608" y="4034027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6010C1D9-FC74-4229-A4D6-A4088F5F0C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7608" y="4034027"/>
                <a:ext cx="577921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8C7DB22-85A0-4F71-A5C0-79B10BBD4042}"/>
                  </a:ext>
                </a:extLst>
              </p:cNvPr>
              <p:cNvSpPr/>
              <p:nvPr/>
            </p:nvSpPr>
            <p:spPr>
              <a:xfrm>
                <a:off x="4662890" y="4034027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8C7DB22-85A0-4F71-A5C0-79B10BBD40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2890" y="4034027"/>
                <a:ext cx="1036602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B110572F-4D01-4F66-9368-A20E12B59566}"/>
              </a:ext>
            </a:extLst>
          </p:cNvPr>
          <p:cNvCxnSpPr>
            <a:cxnSpLocks/>
          </p:cNvCxnSpPr>
          <p:nvPr/>
        </p:nvCxnSpPr>
        <p:spPr>
          <a:xfrm>
            <a:off x="5935859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6EFBAF4-0D1B-4BAB-B844-6B0B620DA935}"/>
                  </a:ext>
                </a:extLst>
              </p:cNvPr>
              <p:cNvSpPr txBox="1"/>
              <p:nvPr/>
            </p:nvSpPr>
            <p:spPr>
              <a:xfrm>
                <a:off x="6440517" y="4739492"/>
                <a:ext cx="3595752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16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6EFBAF4-0D1B-4BAB-B844-6B0B620DA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4739492"/>
                <a:ext cx="3595752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525FB96-B3D1-4A2A-863E-E00E15FFD28A}"/>
                  </a:ext>
                </a:extLst>
              </p:cNvPr>
              <p:cNvSpPr txBox="1"/>
              <p:nvPr/>
            </p:nvSpPr>
            <p:spPr>
              <a:xfrm>
                <a:off x="5931794" y="500812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525FB96-B3D1-4A2A-863E-E00E15FFD2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5008123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9EB2A3BF-0B87-4C1B-BF97-827AE935A00A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EC3A769-0B92-423C-8386-9BA27BC3405E}"/>
                  </a:ext>
                </a:extLst>
              </p:cNvPr>
              <p:cNvSpPr/>
              <p:nvPr/>
            </p:nvSpPr>
            <p:spPr>
              <a:xfrm>
                <a:off x="2515731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EC3A769-0B92-423C-8386-9BA27BC340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1817920"/>
                <a:ext cx="72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9475D6A0-19F5-4A9C-8A2A-F506ED7EAA31}"/>
                  </a:ext>
                </a:extLst>
              </p:cNvPr>
              <p:cNvSpPr/>
              <p:nvPr/>
            </p:nvSpPr>
            <p:spPr>
              <a:xfrm>
                <a:off x="2515731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9475D6A0-19F5-4A9C-8A2A-F506ED7EAA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2860722"/>
                <a:ext cx="72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28D3591-231B-406D-97AF-A126BF36BE11}"/>
                  </a:ext>
                </a:extLst>
              </p:cNvPr>
              <p:cNvSpPr/>
              <p:nvPr/>
            </p:nvSpPr>
            <p:spPr>
              <a:xfrm>
                <a:off x="2515731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28D3591-231B-406D-97AF-A126BF36BE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3382978"/>
                <a:ext cx="7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D459BD6-3CD3-42C5-9432-38716DAB7B8F}"/>
                  </a:ext>
                </a:extLst>
              </p:cNvPr>
              <p:cNvSpPr/>
              <p:nvPr/>
            </p:nvSpPr>
            <p:spPr>
              <a:xfrm>
                <a:off x="2515731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D459BD6-3CD3-42C5-9432-38716DAB7B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3905234"/>
                <a:ext cx="720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A20B9A0-5D23-420E-B141-879396F67FC7}"/>
                  </a:ext>
                </a:extLst>
              </p:cNvPr>
              <p:cNvSpPr/>
              <p:nvPr/>
            </p:nvSpPr>
            <p:spPr>
              <a:xfrm>
                <a:off x="2515731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A20B9A0-5D23-420E-B141-879396F67F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4427492"/>
                <a:ext cx="720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3BF8880-2CED-4926-92A5-F445073DF32C}"/>
                  </a:ext>
                </a:extLst>
              </p:cNvPr>
              <p:cNvSpPr/>
              <p:nvPr/>
            </p:nvSpPr>
            <p:spPr>
              <a:xfrm>
                <a:off x="2515731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3BF8880-2CED-4926-92A5-F445073DF3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5731" y="2338466"/>
                <a:ext cx="720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ectangle: Rounded Corners 77">
            <a:extLst>
              <a:ext uri="{FF2B5EF4-FFF2-40B4-BE49-F238E27FC236}">
                <a16:creationId xmlns:a16="http://schemas.microsoft.com/office/drawing/2014/main" id="{81E464D6-ECF3-4469-8FAD-06A27924249B}"/>
              </a:ext>
            </a:extLst>
          </p:cNvPr>
          <p:cNvSpPr/>
          <p:nvPr/>
        </p:nvSpPr>
        <p:spPr>
          <a:xfrm>
            <a:off x="264161" y="2864480"/>
            <a:ext cx="1430543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2" name="Rectangle: Diagonal Corners Rounded 81">
            <a:extLst>
              <a:ext uri="{FF2B5EF4-FFF2-40B4-BE49-F238E27FC236}">
                <a16:creationId xmlns:a16="http://schemas.microsoft.com/office/drawing/2014/main" id="{7AFA4B9A-9F36-431C-9042-DC4D6C0C6ACC}"/>
              </a:ext>
            </a:extLst>
          </p:cNvPr>
          <p:cNvSpPr/>
          <p:nvPr/>
        </p:nvSpPr>
        <p:spPr>
          <a:xfrm>
            <a:off x="2481430" y="2923882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4" name="Rectangle: Diagonal Corners Rounded 83">
            <a:extLst>
              <a:ext uri="{FF2B5EF4-FFF2-40B4-BE49-F238E27FC236}">
                <a16:creationId xmlns:a16="http://schemas.microsoft.com/office/drawing/2014/main" id="{85BFBFC4-78FE-45AA-869B-07E1EE1E4394}"/>
              </a:ext>
            </a:extLst>
          </p:cNvPr>
          <p:cNvSpPr/>
          <p:nvPr/>
        </p:nvSpPr>
        <p:spPr>
          <a:xfrm>
            <a:off x="2481430" y="240092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5" name="Rectangle: Diagonal Corners Rounded 84">
            <a:extLst>
              <a:ext uri="{FF2B5EF4-FFF2-40B4-BE49-F238E27FC236}">
                <a16:creationId xmlns:a16="http://schemas.microsoft.com/office/drawing/2014/main" id="{EF878A6A-E567-401A-B23E-6C36BB1A28C9}"/>
              </a:ext>
            </a:extLst>
          </p:cNvPr>
          <p:cNvSpPr/>
          <p:nvPr/>
        </p:nvSpPr>
        <p:spPr>
          <a:xfrm>
            <a:off x="2481430" y="344692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532728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9" grpId="0"/>
      <p:bldP spid="61" grpId="0"/>
      <p:bldP spid="62" grpId="0"/>
      <p:bldP spid="63" grpId="0"/>
      <p:bldP spid="77" grpId="0"/>
      <p:bldP spid="80" grpId="0"/>
      <p:bldP spid="81" grpId="0"/>
      <p:bldP spid="83" grpId="0"/>
      <p:bldP spid="86" grpId="0"/>
      <p:bldP spid="87" grpId="0"/>
      <p:bldP spid="88" grpId="0"/>
      <p:bldP spid="89" grpId="0"/>
      <p:bldP spid="90" grpId="0"/>
      <p:bldP spid="93" grpId="0"/>
      <p:bldP spid="94" grpId="0"/>
      <p:bldP spid="78" grpId="0" animBg="1"/>
      <p:bldP spid="82" grpId="0" animBg="1"/>
      <p:bldP spid="84" grpId="0" animBg="1"/>
      <p:bldP spid="85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Relation Between Mean, Median, and 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The relation between the mean, median, and mode is given by the formula:</a:t>
                </a:r>
              </a:p>
              <a:p>
                <a:pPr marL="261938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𝐙</m:t>
                      </m:r>
                      <m:r>
                        <a:rPr lang="en-US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𝟑𝐌</m:t>
                      </m:r>
                      <m:r>
                        <a:rPr lang="en-US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acc>
                        <m:accPr>
                          <m:chr m:val="̅"/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acc>
                    </m:oMath>
                  </m:oMathPara>
                </a14:m>
                <a:endParaRPr lang="en-US" dirty="0">
                  <a:solidFill>
                    <a:srgbClr val="FF0000"/>
                  </a:solidFill>
                </a:endParaRPr>
              </a:p>
              <a:p>
                <a:pPr marL="261938" indent="0">
                  <a:buNone/>
                </a:pPr>
                <a:r>
                  <a:rPr lang="en-US" dirty="0"/>
                  <a:t>Where,</a:t>
                </a:r>
              </a:p>
              <a:p>
                <a:pPr marL="261938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acc>
                        <m:accPr>
                          <m:chr m:val="̅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m:rPr>
                              <m:sty m:val="p"/>
                            </m:rPr>
                            <a:rPr lang="en-US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acc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Mean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, 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Median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, 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>
                          <a:latin typeface="Cambria Math" panose="02040503050406030204" pitchFamily="18" charset="0"/>
                        </a:rPr>
                        <m:t>Mode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GB" dirty="0"/>
                  <a:t>It helps to </a:t>
                </a:r>
                <a:r>
                  <a:rPr lang="en-GB" b="1" dirty="0">
                    <a:solidFill>
                      <a:srgbClr val="FF0000"/>
                    </a:solidFill>
                  </a:rPr>
                  <a:t>estimate</a:t>
                </a:r>
                <a:r>
                  <a:rPr lang="en-GB" dirty="0"/>
                  <a:t> one measure of central tendency when the other two are known.</a:t>
                </a:r>
              </a:p>
              <a:p>
                <a:pPr lvl="1"/>
                <a:r>
                  <a:rPr lang="en-GB" dirty="0">
                    <a:solidFill>
                      <a:srgbClr val="FF0000"/>
                    </a:solidFill>
                  </a:rPr>
                  <a:t>This relation is only </a:t>
                </a:r>
                <a:r>
                  <a:rPr lang="en-GB" b="1" dirty="0">
                    <a:solidFill>
                      <a:srgbClr val="FF0000"/>
                    </a:solidFill>
                  </a:rPr>
                  <a:t>useful for unimodal</a:t>
                </a:r>
                <a:r>
                  <a:rPr lang="en-GB" dirty="0">
                    <a:solidFill>
                      <a:srgbClr val="FF0000"/>
                    </a:solidFill>
                  </a:rPr>
                  <a:t> frequency distributions.</a:t>
                </a:r>
                <a:endParaRPr lang="en-IN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44940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158466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6ADCE63-B661-900D-BAA7-A490E96DDB1C}"/>
                  </a:ext>
                </a:extLst>
              </p:cNvPr>
              <p:cNvSpPr txBox="1"/>
              <p:nvPr/>
            </p:nvSpPr>
            <p:spPr>
              <a:xfrm>
                <a:off x="2004207" y="3592570"/>
                <a:ext cx="23032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6ADCE63-B661-900D-BAA7-A490E96DDB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4207" y="3592570"/>
                <a:ext cx="230320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116180C-9451-9601-BAA9-12CEB7844C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0"/>
                <a:ext cx="11930400" cy="56018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en-US" dirty="0"/>
                  <a:t>If mean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lang="en-US" dirty="0"/>
                  <a:t> and median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dirty="0"/>
                  <a:t>. Calculate the mode.</a:t>
                </a:r>
                <a:endParaRPr lang="en-IN" dirty="0"/>
              </a:p>
            </p:txBody>
          </p:sp>
        </mc:Choice>
        <mc:Fallback xmlns="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116180C-9451-9601-BAA9-12CEB7844C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30400" cy="560182"/>
              </a:xfrm>
              <a:prstGeom prst="rect">
                <a:avLst/>
              </a:prstGeom>
              <a:blipFill>
                <a:blip r:embed="rId4"/>
                <a:stretch>
                  <a:fillRect l="-1073" t="-9783" b="-239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F9B4B39-55F4-2C5B-5A96-301CD3B796F7}"/>
                  </a:ext>
                </a:extLst>
              </p:cNvPr>
              <p:cNvSpPr txBox="1"/>
              <p:nvPr/>
            </p:nvSpPr>
            <p:spPr>
              <a:xfrm>
                <a:off x="1594216" y="2185822"/>
                <a:ext cx="1512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=20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</a:t>
                </a:r>
                <a:r>
                  <a:rPr lang="en-IN" sz="2800" dirty="0">
                    <a:solidFill>
                      <a:srgbClr val="002060"/>
                    </a:solidFill>
                    <a:uFill>
                      <a:solidFill>
                        <a:srgbClr val="0070C0"/>
                      </a:solidFill>
                    </a:uFill>
                    <a:ea typeface="Calibri" panose="020F0502020204030204" pitchFamily="34" charset="0"/>
                    <a:cs typeface="Shruti" panose="020B0502040204020203" pitchFamily="34" charset="0"/>
                  </a:rPr>
                  <a:t>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F9B4B39-55F4-2C5B-5A96-301CD3B796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85822"/>
                <a:ext cx="1512570" cy="523220"/>
              </a:xfrm>
              <a:prstGeom prst="rect">
                <a:avLst/>
              </a:prstGeom>
              <a:blipFill>
                <a:blip r:embed="rId5"/>
                <a:stretch>
                  <a:fillRect t="-11765" r="-40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D44EF26-D355-FFB5-7A8C-97B2A1F8F2FF}"/>
                  </a:ext>
                </a:extLst>
              </p:cNvPr>
              <p:cNvSpPr txBox="1"/>
              <p:nvPr/>
            </p:nvSpPr>
            <p:spPr>
              <a:xfrm>
                <a:off x="2004207" y="42988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D44EF26-D355-FFB5-7A8C-97B2A1F8F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4207" y="4298881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001F416-E146-EDAB-F128-9DC797716436}"/>
                  </a:ext>
                </a:extLst>
              </p:cNvPr>
              <p:cNvSpPr txBox="1"/>
              <p:nvPr/>
            </p:nvSpPr>
            <p:spPr>
              <a:xfrm>
                <a:off x="1977514" y="5011729"/>
                <a:ext cx="13399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001F416-E146-EDAB-F128-9DC7977164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7514" y="5011729"/>
                <a:ext cx="133990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342AF12-4F5C-92F6-A1CF-03D621DD324C}"/>
                  </a:ext>
                </a:extLst>
              </p:cNvPr>
              <p:cNvSpPr txBox="1"/>
              <p:nvPr/>
            </p:nvSpPr>
            <p:spPr>
              <a:xfrm>
                <a:off x="1471279" y="42988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342AF12-4F5C-92F6-A1CF-03D621DD32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1279" y="429888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18D19-46E0-DB98-ABAF-149634DE26DE}"/>
                  </a:ext>
                </a:extLst>
              </p:cNvPr>
              <p:cNvSpPr txBox="1"/>
              <p:nvPr/>
            </p:nvSpPr>
            <p:spPr>
              <a:xfrm>
                <a:off x="1471279" y="50117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18D19-46E0-DB98-ABAF-149634DE26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1279" y="5011729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81515C6A-83FE-4143-8B90-2E85C53E6B98}"/>
              </a:ext>
            </a:extLst>
          </p:cNvPr>
          <p:cNvSpPr txBox="1"/>
          <p:nvPr/>
        </p:nvSpPr>
        <p:spPr>
          <a:xfrm>
            <a:off x="1594215" y="1584661"/>
            <a:ext cx="19567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9BE2869-2504-48CF-83EC-997F3F6431F7}"/>
                  </a:ext>
                </a:extLst>
              </p:cNvPr>
              <p:cNvSpPr txBox="1"/>
              <p:nvPr/>
            </p:nvSpPr>
            <p:spPr>
              <a:xfrm>
                <a:off x="3155811" y="2185822"/>
                <a:ext cx="1512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9BE2869-2504-48CF-83EC-997F3F643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5811" y="2185822"/>
                <a:ext cx="151257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3C831E84-2A55-4012-A149-0E9A8110BF09}"/>
              </a:ext>
            </a:extLst>
          </p:cNvPr>
          <p:cNvSpPr txBox="1"/>
          <p:nvPr/>
        </p:nvSpPr>
        <p:spPr>
          <a:xfrm>
            <a:off x="1594215" y="2974624"/>
            <a:ext cx="23032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know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2DF3B94-2EFA-4177-92C3-A6F0456A6406}"/>
                  </a:ext>
                </a:extLst>
              </p:cNvPr>
              <p:cNvSpPr txBox="1"/>
              <p:nvPr/>
            </p:nvSpPr>
            <p:spPr>
              <a:xfrm>
                <a:off x="2350501" y="4298881"/>
                <a:ext cx="15469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=3(20)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2DF3B94-2EFA-4177-92C3-A6F0456A64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0501" y="4298881"/>
                <a:ext cx="154692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8194736-E5BD-421A-8473-04F983A017C6}"/>
                  </a:ext>
                </a:extLst>
              </p:cNvPr>
              <p:cNvSpPr txBox="1"/>
              <p:nvPr/>
            </p:nvSpPr>
            <p:spPr>
              <a:xfrm>
                <a:off x="3719561" y="4298881"/>
                <a:ext cx="15469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2(16)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8194736-E5BD-421A-8473-04F983A017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9561" y="4298881"/>
                <a:ext cx="154692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17285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5" grpId="0"/>
      <p:bldP spid="6" grpId="0"/>
      <p:bldP spid="7" grpId="0"/>
      <p:bldP spid="8" grpId="0"/>
      <p:bldP spid="9" grpId="0"/>
      <p:bldP spid="12" grpId="0"/>
      <p:bldP spid="13" grpId="0"/>
      <p:bldP spid="14" grpId="0"/>
      <p:bldP spid="15" grpId="0"/>
      <p:bldP spid="16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3155C8-5731-3F74-DC47-DA611F3879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Mean, Median, and Mode?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C83664C-3F26-E619-4B58-EFC73E9F94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00100"/>
            <a:ext cx="11929641" cy="5653909"/>
          </a:xfrm>
        </p:spPr>
        <p:txBody>
          <a:bodyPr/>
          <a:lstStyle/>
          <a:p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MEAN — The Fair Average</a:t>
            </a:r>
          </a:p>
          <a:p>
            <a:pPr lvl="1"/>
            <a:r>
              <a:rPr lang="en-US" b="1" dirty="0">
                <a:solidFill>
                  <a:srgbClr val="0000FF"/>
                </a:solidFill>
              </a:rPr>
              <a:t>Significance</a:t>
            </a:r>
          </a:p>
          <a:p>
            <a:pPr lvl="2"/>
            <a:r>
              <a:rPr lang="en-US" dirty="0"/>
              <a:t>Shows the overall level or general trend of the data.</a:t>
            </a:r>
          </a:p>
          <a:p>
            <a:pPr lvl="2"/>
            <a:r>
              <a:rPr lang="en-US" dirty="0"/>
              <a:t>Most useful when all values are roughly similar (no extreme highs/lows).</a:t>
            </a:r>
          </a:p>
          <a:p>
            <a:pPr lvl="1"/>
            <a:r>
              <a:rPr lang="en-US" b="1" dirty="0">
                <a:solidFill>
                  <a:srgbClr val="0000FF"/>
                </a:solidFill>
              </a:rPr>
              <a:t>When it is useful?</a:t>
            </a:r>
          </a:p>
          <a:p>
            <a:pPr lvl="2"/>
            <a:r>
              <a:rPr lang="en-US" dirty="0"/>
              <a:t>When data is stable, smooth and does not have outliers.</a:t>
            </a:r>
          </a:p>
          <a:p>
            <a:pPr lvl="1"/>
            <a:r>
              <a:rPr lang="en-US" b="1" dirty="0">
                <a:solidFill>
                  <a:srgbClr val="0000FF"/>
                </a:solidFill>
              </a:rPr>
              <a:t>Example: </a:t>
            </a:r>
          </a:p>
          <a:p>
            <a:pPr lvl="2" algn="l"/>
            <a:r>
              <a:rPr lang="en-US" dirty="0"/>
              <a:t>Five friends buy juice and spend: ₹10, ₹20, ₹20, ₹30, ₹120</a:t>
            </a:r>
            <a:endParaRPr lang="en-US" b="1" dirty="0">
              <a:solidFill>
                <a:srgbClr val="FF0000"/>
              </a:solidFill>
            </a:endParaRPr>
          </a:p>
          <a:p>
            <a:pPr lvl="1"/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0407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57D25A-99AD-48BD-7AEC-231C88FA4F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192E63-D2FC-EE31-2B66-1C3137FC03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Mean, Median, and Mode?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87237B5-33B6-4DFA-C430-D7BEB9196EB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1"/>
                <a:r>
                  <a:rPr lang="en-US" b="1" dirty="0">
                    <a:solidFill>
                      <a:srgbClr val="0000FF"/>
                    </a:solidFill>
                  </a:rPr>
                  <a:t>Example: </a:t>
                </a:r>
              </a:p>
              <a:p>
                <a:pPr lvl="2" algn="l"/>
                <a:r>
                  <a:rPr lang="en-US" dirty="0"/>
                  <a:t>Five friends buy juice and spend: ₹10, ₹20, ₹20, ₹30, ₹120</a:t>
                </a:r>
              </a:p>
              <a:p>
                <a:pPr marL="671513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dirty="0">
                          <a:solidFill>
                            <a:srgbClr val="FF0000"/>
                          </a:solidFill>
                        </a:rPr>
                        <m:t>Mean</m:t>
                      </m:r>
                      <m:r>
                        <a:rPr lang="en-IN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𝟏𝟎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𝟐𝟎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𝟐𝟎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𝟑𝟎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𝟏𝟐𝟎</m:t>
                          </m:r>
                        </m:num>
                        <m:den>
                          <m: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den>
                      </m:f>
                      <m:r>
                        <a:rPr lang="en-IN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𝟒𝟎</m:t>
                      </m:r>
                    </m:oMath>
                  </m:oMathPara>
                </a14:m>
                <a:endParaRPr lang="en-US" b="1" dirty="0">
                  <a:solidFill>
                    <a:srgbClr val="FF0000"/>
                  </a:solidFill>
                </a:endParaRPr>
              </a:p>
              <a:p>
                <a:pPr marL="893763" lvl="1" indent="0" algn="l">
                  <a:buNone/>
                </a:pPr>
                <a:r>
                  <a:rPr lang="en-US" dirty="0"/>
                  <a:t>This tells: If all five spent equally, each would have spent ₹40.</a:t>
                </a:r>
              </a:p>
              <a:p>
                <a:pPr lvl="2"/>
                <a:r>
                  <a:rPr lang="en-US" b="1" dirty="0"/>
                  <a:t>But notice:</a:t>
                </a:r>
              </a:p>
              <a:p>
                <a:pPr lvl="3" algn="l"/>
                <a:r>
                  <a:rPr lang="en-US" dirty="0"/>
                  <a:t>One friend spent ₹120 (too high).</a:t>
                </a:r>
                <a:br>
                  <a:rPr lang="en-US" dirty="0"/>
                </a:br>
                <a:r>
                  <a:rPr lang="en-US" dirty="0"/>
                  <a:t>This pulls the average up and makes mean misleading.</a:t>
                </a:r>
              </a:p>
              <a:p>
                <a:pPr lvl="3" algn="l"/>
                <a:r>
                  <a:rPr lang="en-US" dirty="0"/>
                  <a:t>That's why we need Median.</a:t>
                </a:r>
              </a:p>
              <a:p>
                <a:pPr marL="893763" lvl="1" indent="0" algn="l">
                  <a:buNone/>
                </a:pPr>
                <a:endParaRPr lang="en-US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87237B5-33B6-4DFA-C430-D7BEB9196EB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96116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1BC676-8D5F-33F9-9815-0D7B16A965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911371-7215-3200-95F4-62E424DD6F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Mean, Median, and Mode?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C64B367-A1A6-403E-4A43-E176F87F2E9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MEDIAN — The Middle Position (Resistant to Outliers)</a:t>
            </a:r>
          </a:p>
          <a:p>
            <a:pPr lvl="1">
              <a:lnSpc>
                <a:spcPct val="130000"/>
              </a:lnSpc>
            </a:pPr>
            <a:r>
              <a:rPr lang="en-US" b="1" dirty="0">
                <a:solidFill>
                  <a:srgbClr val="0000FF"/>
                </a:solidFill>
              </a:rPr>
              <a:t>Significance</a:t>
            </a:r>
          </a:p>
          <a:p>
            <a:pPr lvl="2">
              <a:lnSpc>
                <a:spcPct val="130000"/>
              </a:lnSpc>
            </a:pPr>
            <a:r>
              <a:rPr lang="en-US" dirty="0"/>
              <a:t>Median tells the central value of the data.</a:t>
            </a:r>
          </a:p>
          <a:p>
            <a:pPr lvl="2">
              <a:lnSpc>
                <a:spcPct val="130000"/>
              </a:lnSpc>
            </a:pPr>
            <a:r>
              <a:rPr lang="en-US" dirty="0"/>
              <a:t>NOT affected by outliers (very high/low values).</a:t>
            </a:r>
          </a:p>
          <a:p>
            <a:pPr lvl="1">
              <a:lnSpc>
                <a:spcPct val="130000"/>
              </a:lnSpc>
            </a:pPr>
            <a:r>
              <a:rPr lang="en-US" b="1" dirty="0">
                <a:solidFill>
                  <a:srgbClr val="0000FF"/>
                </a:solidFill>
              </a:rPr>
              <a:t>When it is useful?</a:t>
            </a:r>
          </a:p>
          <a:p>
            <a:pPr lvl="2">
              <a:lnSpc>
                <a:spcPct val="130000"/>
              </a:lnSpc>
            </a:pPr>
            <a:r>
              <a:rPr lang="en-US" dirty="0"/>
              <a:t>When data has extreme values, skewness, or big variations.</a:t>
            </a:r>
          </a:p>
          <a:p>
            <a:pPr algn="l">
              <a:lnSpc>
                <a:spcPct val="130000"/>
              </a:lnSpc>
            </a:pPr>
            <a:r>
              <a:rPr lang="en-US" dirty="0"/>
              <a:t>Amounts: 10, 20, 20, 30, 120</a:t>
            </a:r>
            <a:br>
              <a:rPr lang="en-US" dirty="0"/>
            </a:br>
            <a:r>
              <a:rPr lang="en-US" dirty="0"/>
              <a:t>Middle value = </a:t>
            </a:r>
            <a:r>
              <a:rPr lang="en-US" b="1" dirty="0"/>
              <a:t>20</a:t>
            </a:r>
            <a:r>
              <a:rPr lang="en-US" dirty="0"/>
              <a:t> → Median = </a:t>
            </a:r>
            <a:r>
              <a:rPr lang="en-US" b="1" dirty="0"/>
              <a:t>₹20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6521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A2B2D4-2AF9-408A-00BD-0039E5E9CB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447F41-A5BC-866E-1C69-CE74E58D1C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Mean, Median, and Mode?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D15B672-F4E7-39F9-E975-A7EC1C7DE0F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72836"/>
            <a:ext cx="11929641" cy="5581173"/>
          </a:xfrm>
        </p:spPr>
        <p:txBody>
          <a:bodyPr/>
          <a:lstStyle/>
          <a:p>
            <a:pPr algn="l"/>
            <a:r>
              <a:rPr lang="en-US" dirty="0"/>
              <a:t>Amounts: 10, 20, 20, 30, 120</a:t>
            </a:r>
            <a:br>
              <a:rPr lang="en-US" dirty="0"/>
            </a:br>
            <a:r>
              <a:rPr lang="en-US" dirty="0"/>
              <a:t>Middle value = </a:t>
            </a:r>
            <a:r>
              <a:rPr lang="en-US" b="1" dirty="0"/>
              <a:t>20</a:t>
            </a:r>
            <a:r>
              <a:rPr lang="en-US" dirty="0"/>
              <a:t> → Median = </a:t>
            </a:r>
            <a:r>
              <a:rPr lang="en-US" b="1" dirty="0"/>
              <a:t>₹20</a:t>
            </a:r>
            <a:endParaRPr lang="en-US" dirty="0"/>
          </a:p>
          <a:p>
            <a:pPr algn="l"/>
            <a:r>
              <a:rPr lang="en-US" dirty="0"/>
              <a:t>This tells: A typical person spends around ₹20.</a:t>
            </a:r>
          </a:p>
          <a:p>
            <a:pPr marL="269875" indent="0" algn="l">
              <a:buNone/>
            </a:pPr>
            <a:r>
              <a:rPr lang="en-US" dirty="0"/>
              <a:t>More realistic than mean ₹40.</a:t>
            </a:r>
          </a:p>
        </p:txBody>
      </p:sp>
    </p:spTree>
    <p:extLst>
      <p:ext uri="{BB962C8B-B14F-4D97-AF65-F5344CB8AC3E}">
        <p14:creationId xmlns:p14="http://schemas.microsoft.com/office/powerpoint/2010/main" val="168183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33C123-82D1-AA33-8063-C613A77071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67D312-628A-7F0D-2BEF-46E01F0B7B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Mean, Median, and Mode?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4FA8A18-2FC2-F345-0983-487BD2D8734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MODE — The Most Popular Choice</a:t>
            </a:r>
          </a:p>
          <a:p>
            <a:r>
              <a:rPr lang="en-US" b="1" dirty="0">
                <a:solidFill>
                  <a:srgbClr val="0000FF"/>
                </a:solidFill>
              </a:rPr>
              <a:t>Significance:</a:t>
            </a:r>
          </a:p>
          <a:p>
            <a:pPr lvl="1"/>
            <a:r>
              <a:rPr lang="en-US" dirty="0"/>
              <a:t>Shows what is common, popular, or trending.</a:t>
            </a:r>
          </a:p>
          <a:p>
            <a:pPr lvl="1"/>
            <a:r>
              <a:rPr lang="en-US" dirty="0"/>
              <a:t>Useful for categorical data (colors, brands, sizes, etc.).</a:t>
            </a:r>
          </a:p>
          <a:p>
            <a:pPr lvl="1"/>
            <a:r>
              <a:rPr lang="en-US" dirty="0"/>
              <a:t>Also used in analyzing network packets, user preferences, ML feature engineering, etc.</a:t>
            </a:r>
          </a:p>
          <a:p>
            <a:r>
              <a:rPr lang="en-US" b="1" dirty="0">
                <a:solidFill>
                  <a:srgbClr val="0000FF"/>
                </a:solidFill>
              </a:rPr>
              <a:t>When it is useful?</a:t>
            </a:r>
          </a:p>
          <a:p>
            <a:pPr lvl="1"/>
            <a:r>
              <a:rPr lang="en-US" dirty="0"/>
              <a:t>When you want to know the </a:t>
            </a:r>
            <a:r>
              <a:rPr lang="en-US" b="1" dirty="0"/>
              <a:t>popular choice</a:t>
            </a:r>
            <a:r>
              <a:rPr lang="en-US" dirty="0"/>
              <a:t>.</a:t>
            </a:r>
          </a:p>
          <a:p>
            <a:pPr lvl="1"/>
            <a:endParaRPr lang="en-US" dirty="0"/>
          </a:p>
          <a:p>
            <a:pPr algn="l"/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5681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5C75B0-64F9-5E17-8A42-80F70476D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DBED45-8A4C-8BC6-303E-448FD0173A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Mean, Median, and Mode?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3980962-82DE-2EB8-4BB6-8BF7F6CCAA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r>
              <a:rPr lang="en-US" b="1" dirty="0">
                <a:solidFill>
                  <a:srgbClr val="0000FF"/>
                </a:solidFill>
              </a:rPr>
              <a:t>Examples:</a:t>
            </a:r>
          </a:p>
          <a:p>
            <a:pPr lvl="1"/>
            <a:r>
              <a:rPr lang="en-US" dirty="0"/>
              <a:t>Most common programming language used by developers</a:t>
            </a:r>
          </a:p>
          <a:p>
            <a:pPr lvl="1"/>
            <a:r>
              <a:rPr lang="en-US" dirty="0"/>
              <a:t>Most common screen size of smartphones</a:t>
            </a:r>
          </a:p>
          <a:p>
            <a:pPr lvl="1"/>
            <a:r>
              <a:rPr lang="en-US" dirty="0"/>
              <a:t>Most frequent error code in a system log</a:t>
            </a:r>
          </a:p>
          <a:p>
            <a:pPr lvl="1"/>
            <a:r>
              <a:rPr lang="en-US" dirty="0"/>
              <a:t>Most common marks in a class test</a:t>
            </a:r>
          </a:p>
          <a:p>
            <a:pPr lvl="2" algn="l"/>
            <a:r>
              <a:rPr lang="en-US" dirty="0"/>
              <a:t>Students' favorite programming language:</a:t>
            </a:r>
            <a:br>
              <a:rPr lang="en-US" dirty="0"/>
            </a:br>
            <a:r>
              <a:rPr lang="en-US" dirty="0"/>
              <a:t>Python, Java, Python, C, Python, C++</a:t>
            </a:r>
          </a:p>
          <a:p>
            <a:pPr lvl="2"/>
            <a:r>
              <a:rPr lang="en-US" dirty="0"/>
              <a:t>Mode = </a:t>
            </a:r>
            <a:r>
              <a:rPr lang="en-US" b="1" dirty="0"/>
              <a:t>Python</a:t>
            </a:r>
            <a:endParaRPr lang="en-US" dirty="0"/>
          </a:p>
          <a:p>
            <a:pPr lvl="2" algn="l"/>
            <a:r>
              <a:rPr lang="en-US" dirty="0"/>
              <a:t>This tells: Python is the most preferred language.</a:t>
            </a:r>
          </a:p>
          <a:p>
            <a:pPr algn="l"/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0513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Method 3</a:t>
            </a:r>
            <a:br>
              <a:rPr lang="en-US" dirty="0"/>
            </a:br>
            <a:r>
              <a:rPr lang="en-US" dirty="0"/>
              <a:t>Measure of Variability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2AA77D51-4199-4AD4-8CF5-334D2E722E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3719130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2AB4C7-41BA-05BC-564F-A66C297F03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a Measure of Variability?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B7D2C30-7B72-5E96-DFD3-25DFBFF7CB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r>
              <a:rPr lang="en-US" dirty="0"/>
              <a:t>A </a:t>
            </a:r>
            <a:r>
              <a:rPr lang="en-US" b="1" dirty="0"/>
              <a:t>measure of variability (or dispersion)</a:t>
            </a:r>
            <a:r>
              <a:rPr lang="en-US" dirty="0"/>
              <a:t> is a single number that tells us </a:t>
            </a:r>
            <a:r>
              <a:rPr lang="en-US" b="1" dirty="0"/>
              <a:t>how much the data values differ from each other and from the </a:t>
            </a:r>
            <a:r>
              <a:rPr lang="en-US" b="1" dirty="0" err="1"/>
              <a:t>centre</a:t>
            </a:r>
            <a:r>
              <a:rPr lang="en-US" b="1" dirty="0"/>
              <a:t> (mean/median).</a:t>
            </a:r>
          </a:p>
          <a:p>
            <a:pPr lvl="1"/>
            <a:r>
              <a:rPr lang="en-IN" dirty="0"/>
              <a:t>Low variability </a:t>
            </a:r>
            <a:r>
              <a:rPr lang="en-US" dirty="0"/>
              <a:t>→ data values are close together, very consistent.</a:t>
            </a:r>
          </a:p>
          <a:p>
            <a:pPr lvl="1"/>
            <a:r>
              <a:rPr lang="en-US" dirty="0"/>
              <a:t>High variability → data values are spread out, more unpredictable.</a:t>
            </a:r>
          </a:p>
          <a:p>
            <a:pPr lvl="1" algn="l"/>
            <a:r>
              <a:rPr lang="en-US" dirty="0"/>
              <a:t>Central Tendency = “What is a typical value?”</a:t>
            </a:r>
            <a:br>
              <a:rPr lang="en-US" dirty="0"/>
            </a:br>
            <a:r>
              <a:rPr lang="en-US" dirty="0"/>
              <a:t>Variability = “How much do the values </a:t>
            </a:r>
            <a:r>
              <a:rPr lang="en-US" i="1" dirty="0"/>
              <a:t>deviate</a:t>
            </a:r>
            <a:r>
              <a:rPr lang="en-US" dirty="0"/>
              <a:t> from that typical value?”</a:t>
            </a:r>
          </a:p>
          <a:p>
            <a:pPr lvl="2"/>
            <a:r>
              <a:rPr lang="en-US" dirty="0"/>
              <a:t>Mean tells us where the </a:t>
            </a:r>
            <a:r>
              <a:rPr lang="en-US" dirty="0" err="1"/>
              <a:t>centre</a:t>
            </a:r>
            <a:r>
              <a:rPr lang="en-US" dirty="0"/>
              <a:t> of the data is.</a:t>
            </a:r>
          </a:p>
          <a:p>
            <a:pPr lvl="2"/>
            <a:r>
              <a:rPr lang="en-US" dirty="0"/>
              <a:t>Measures of variability tell us how much the data are scattered around that </a:t>
            </a:r>
            <a:r>
              <a:rPr lang="en-US" dirty="0" err="1"/>
              <a:t>centre</a:t>
            </a:r>
            <a:r>
              <a:rPr lang="en-US" dirty="0"/>
              <a:t>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02327000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5E8259-390C-E829-D066-FBFD6DD4D8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912B63-5FB9-939D-FF5E-63E12958C9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central tendency alone is NOT enough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7406957-2B39-723F-8B47-EB67C624034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887026"/>
              </a:xfrm>
            </p:spPr>
            <p:txBody>
              <a:bodyPr/>
              <a:lstStyle/>
              <a:p>
                <a:pPr algn="l"/>
                <a:r>
                  <a:rPr lang="en-US" dirty="0"/>
                  <a:t>You run two backend servers, A and B.</a:t>
                </a:r>
                <a:br>
                  <a:rPr lang="en-US" dirty="0"/>
                </a:br>
                <a:r>
                  <a:rPr lang="en-US" dirty="0"/>
                  <a:t>Both have the </a:t>
                </a:r>
                <a:r>
                  <a:rPr lang="en-US" b="1" dirty="0"/>
                  <a:t>same average response time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dirty="0" smtClean="0">
                        <a:latin typeface="Cambria Math" panose="02040503050406030204" pitchFamily="18" charset="0"/>
                      </a:rPr>
                      <m:t>𝟐𝟎𝟎</m:t>
                    </m:r>
                    <m:r>
                      <a:rPr lang="en-US" b="1" i="0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 i="0" dirty="0" err="1">
                        <a:latin typeface="Cambria Math" panose="02040503050406030204" pitchFamily="18" charset="0"/>
                      </a:rPr>
                      <m:t>𝐦𝐬</m:t>
                    </m:r>
                  </m:oMath>
                </a14:m>
                <a:r>
                  <a:rPr lang="en-US" dirty="0"/>
                  <a:t>, but…</a:t>
                </a:r>
              </a:p>
              <a:p>
                <a:r>
                  <a:rPr lang="en-US" b="1" dirty="0"/>
                  <a:t>Server A : </a:t>
                </a:r>
                <a:r>
                  <a:rPr lang="en-US" dirty="0"/>
                  <a:t>Response times (</a:t>
                </a:r>
                <a:r>
                  <a:rPr lang="en-US" dirty="0" err="1"/>
                  <a:t>ms</a:t>
                </a:r>
                <a:r>
                  <a:rPr lang="en-US" dirty="0"/>
                  <a:t>):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198, 201, 200, 202, 199</m:t>
                    </m:r>
                  </m:oMath>
                </a14:m>
                <a:endParaRPr lang="en-US" dirty="0"/>
              </a:p>
              <a:p>
                <a:pPr lvl="1" algn="l"/>
                <a:r>
                  <a:rPr lang="en-US" dirty="0"/>
                  <a:t>Mean </a:t>
                </a:r>
                <a14:m>
                  <m:oMath xmlns:m="http://schemas.openxmlformats.org/officeDocument/2006/math">
                    <m:r>
                      <a:rPr lang="en-IN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lang="en-US" dirty="0"/>
                  <a:t> → Low Variability</a:t>
                </a:r>
              </a:p>
              <a:p>
                <a:pPr lvl="1" algn="l"/>
                <a:r>
                  <a:rPr lang="en-US" dirty="0"/>
                  <a:t>Server A → Very Stable</a:t>
                </a:r>
              </a:p>
              <a:p>
                <a:pPr algn="l"/>
                <a:r>
                  <a:rPr lang="en-US" b="1" dirty="0"/>
                  <a:t>Server B : </a:t>
                </a:r>
                <a:r>
                  <a:rPr lang="en-US" dirty="0"/>
                  <a:t>Response times (</a:t>
                </a:r>
                <a:r>
                  <a:rPr lang="en-US" dirty="0" err="1"/>
                  <a:t>ms</a:t>
                </a:r>
                <a:r>
                  <a:rPr lang="en-US" dirty="0"/>
                  <a:t>): 50, 100, 200, 350, 500</a:t>
                </a:r>
              </a:p>
              <a:p>
                <a:pPr lvl="1" algn="l"/>
                <a:r>
                  <a:rPr lang="en-US" dirty="0"/>
                  <a:t>Mean </a:t>
                </a:r>
                <a14:m>
                  <m:oMath xmlns:m="http://schemas.openxmlformats.org/officeDocument/2006/math"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endParaRPr lang="en-US" dirty="0"/>
              </a:p>
              <a:p>
                <a:pPr lvl="1" algn="l"/>
                <a:r>
                  <a:rPr lang="en-US" dirty="0"/>
                  <a:t>But huge fluctuations → High Variability</a:t>
                </a:r>
              </a:p>
              <a:p>
                <a:pPr lvl="1" algn="l"/>
                <a:r>
                  <a:rPr lang="en-US" dirty="0"/>
                  <a:t>Server B → Highly Unstable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87406957-2B39-723F-8B47-EB67C624034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887026"/>
              </a:xfrm>
              <a:blipFill>
                <a:blip r:embed="rId2"/>
                <a:stretch>
                  <a:fillRect l="-971" b="-41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78277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409769-0ED0-E405-118A-1793603B1A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17933D-366D-0ABE-4BD1-E54EB62147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central tendency alone is NOT enough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7225A4B-233F-AC88-5BD6-4DB638922ED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20882"/>
                <a:ext cx="8316629" cy="5777345"/>
              </a:xfrm>
            </p:spPr>
            <p:txBody>
              <a:bodyPr/>
              <a:lstStyle/>
              <a:p>
                <a:pPr algn="l"/>
                <a:r>
                  <a:rPr lang="en-US" b="1" dirty="0"/>
                  <a:t>Batsman A </a:t>
                </a:r>
                <a:r>
                  <a:rPr lang="en-US" dirty="0"/>
                  <a:t>Scores: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45, 50, 52, 48, 55</m:t>
                    </m:r>
                  </m:oMath>
                </a14:m>
                <a:endParaRPr lang="en-US" dirty="0"/>
              </a:p>
              <a:p>
                <a:pPr lvl="1" algn="l"/>
                <a:r>
                  <a:rPr lang="en-US" dirty="0"/>
                  <a:t>Average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endParaRPr lang="en-US" dirty="0"/>
              </a:p>
              <a:p>
                <a:pPr lvl="1" algn="l"/>
                <a:r>
                  <a:rPr lang="en-US" dirty="0"/>
                  <a:t>Low Variability</a:t>
                </a:r>
              </a:p>
              <a:p>
                <a:pPr lvl="1" algn="l"/>
                <a:r>
                  <a:rPr lang="en-US" dirty="0"/>
                  <a:t>Batsman A → Very consistent</a:t>
                </a:r>
              </a:p>
              <a:p>
                <a:pPr algn="l"/>
                <a:r>
                  <a:rPr lang="en-US" b="1" dirty="0"/>
                  <a:t>Batsman B </a:t>
                </a:r>
                <a:r>
                  <a:rPr lang="en-US" dirty="0"/>
                  <a:t>Scores: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0, 100, 10, 120, 20</m:t>
                    </m:r>
                  </m:oMath>
                </a14:m>
                <a:endParaRPr lang="en-US" dirty="0"/>
              </a:p>
              <a:p>
                <a:pPr lvl="1" algn="l"/>
                <a:r>
                  <a:rPr lang="en-US" dirty="0"/>
                  <a:t>Average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=50</m:t>
                    </m:r>
                  </m:oMath>
                </a14:m>
                <a:endParaRPr lang="en-US" dirty="0"/>
              </a:p>
              <a:p>
                <a:pPr lvl="1" algn="l"/>
                <a:r>
                  <a:rPr lang="en-US" dirty="0"/>
                  <a:t>High Variability</a:t>
                </a:r>
              </a:p>
              <a:p>
                <a:pPr lvl="1" algn="l"/>
                <a:r>
                  <a:rPr lang="en-US" dirty="0"/>
                  <a:t>Batsman B → Hits centuries but also gets out cheaply</a:t>
                </a:r>
                <a:br>
                  <a:rPr lang="en-US" dirty="0"/>
                </a:br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7225A4B-233F-AC88-5BD6-4DB638922ED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20882"/>
                <a:ext cx="8316629" cy="5777345"/>
              </a:xfrm>
              <a:blipFill>
                <a:blip r:embed="rId2"/>
                <a:stretch>
                  <a:fillRect l="-1393" r="-88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828F16A7-1879-0D35-C61F-201DAE36EB27}"/>
              </a:ext>
            </a:extLst>
          </p:cNvPr>
          <p:cNvSpPr txBox="1">
            <a:spLocks/>
          </p:cNvSpPr>
          <p:nvPr/>
        </p:nvSpPr>
        <p:spPr>
          <a:xfrm>
            <a:off x="6096000" y="820882"/>
            <a:ext cx="6044482" cy="322926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/>
              <a:t>Which batsman is more reliable?</a:t>
            </a:r>
          </a:p>
          <a:p>
            <a:pPr lvl="1"/>
            <a:r>
              <a:rPr lang="en-US" dirty="0"/>
              <a:t>A is dependable</a:t>
            </a:r>
          </a:p>
          <a:p>
            <a:pPr lvl="1"/>
            <a:r>
              <a:rPr lang="en-US" dirty="0"/>
              <a:t>B is risky (either big score or failure)</a:t>
            </a:r>
          </a:p>
          <a:p>
            <a:r>
              <a:rPr lang="en-US" dirty="0"/>
              <a:t>Both have same mean, but very different consistency.</a:t>
            </a:r>
          </a:p>
        </p:txBody>
      </p:sp>
    </p:spTree>
    <p:extLst>
      <p:ext uri="{BB962C8B-B14F-4D97-AF65-F5344CB8AC3E}">
        <p14:creationId xmlns:p14="http://schemas.microsoft.com/office/powerpoint/2010/main" val="2956069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4CD25-988A-0FD9-7182-0C70E17F8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8DC613-4F59-C36F-2326-CA763B810F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measures of variability?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B552E51-CDF9-D3AB-0A95-CA78E3C051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0398" y="711202"/>
            <a:ext cx="12060820" cy="5887026"/>
          </a:xfrm>
        </p:spPr>
        <p:txBody>
          <a:bodyPr/>
          <a:lstStyle/>
          <a:p>
            <a:pPr algn="l">
              <a:lnSpc>
                <a:spcPct val="130000"/>
              </a:lnSpc>
            </a:pPr>
            <a:r>
              <a:rPr lang="en-US" b="1" dirty="0"/>
              <a:t>To compare consistency between groups</a:t>
            </a:r>
            <a:endParaRPr lang="en-US" dirty="0"/>
          </a:p>
          <a:p>
            <a:pPr lvl="1" algn="l">
              <a:lnSpc>
                <a:spcPct val="130000"/>
              </a:lnSpc>
            </a:pPr>
            <a:r>
              <a:rPr lang="en-US" dirty="0"/>
              <a:t>Two classes / algorithms / systems can have same mean but different variability.</a:t>
            </a:r>
          </a:p>
          <a:p>
            <a:pPr lvl="1" algn="l">
              <a:lnSpc>
                <a:spcPct val="130000"/>
              </a:lnSpc>
            </a:pPr>
            <a:r>
              <a:rPr lang="en-US" dirty="0"/>
              <a:t>The one with </a:t>
            </a:r>
            <a:r>
              <a:rPr lang="en-US" b="1" dirty="0"/>
              <a:t>lower variability</a:t>
            </a:r>
            <a:r>
              <a:rPr lang="en-US" dirty="0"/>
              <a:t> is usually more </a:t>
            </a:r>
            <a:r>
              <a:rPr lang="en-US" b="1" dirty="0"/>
              <a:t>reliable</a:t>
            </a:r>
          </a:p>
          <a:p>
            <a:pPr>
              <a:lnSpc>
                <a:spcPct val="130000"/>
              </a:lnSpc>
            </a:pPr>
            <a:r>
              <a:rPr lang="en-US" b="1" dirty="0"/>
              <a:t>To understand risk and uncertainty</a:t>
            </a:r>
            <a:endParaRPr lang="en-US" dirty="0"/>
          </a:p>
          <a:p>
            <a:pPr lvl="1">
              <a:lnSpc>
                <a:spcPct val="130000"/>
              </a:lnSpc>
            </a:pPr>
            <a:r>
              <a:rPr lang="en-US" dirty="0"/>
              <a:t>In finance: two investments may give same average return, but one fluctuates a lot → higher risk.</a:t>
            </a:r>
          </a:p>
          <a:p>
            <a:pPr lvl="1">
              <a:lnSpc>
                <a:spcPct val="130000"/>
              </a:lnSpc>
            </a:pPr>
            <a:r>
              <a:rPr lang="en-US" dirty="0"/>
              <a:t>In performance (latency, response time) higher variability means more risk of delay.</a:t>
            </a:r>
          </a:p>
        </p:txBody>
      </p:sp>
    </p:spTree>
    <p:extLst>
      <p:ext uri="{BB962C8B-B14F-4D97-AF65-F5344CB8AC3E}">
        <p14:creationId xmlns:p14="http://schemas.microsoft.com/office/powerpoint/2010/main" val="1991860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A3A30F-86A8-CCC5-3336-2321AA86FC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3676B2-5DD4-C210-0A0D-72E0F60CFD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measures of variability?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45E5AD-2F5F-88FA-884D-B4872FCDE4D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0398" y="711201"/>
            <a:ext cx="12060820" cy="5887026"/>
          </a:xfrm>
        </p:spPr>
        <p:txBody>
          <a:bodyPr/>
          <a:lstStyle/>
          <a:p>
            <a:pPr>
              <a:lnSpc>
                <a:spcPct val="130000"/>
              </a:lnSpc>
            </a:pPr>
            <a:r>
              <a:rPr lang="en-US" b="1" dirty="0"/>
              <a:t>To detect outliers</a:t>
            </a:r>
            <a:endParaRPr lang="en-US" dirty="0"/>
          </a:p>
          <a:p>
            <a:pPr lvl="1">
              <a:lnSpc>
                <a:spcPct val="130000"/>
              </a:lnSpc>
            </a:pPr>
            <a:r>
              <a:rPr lang="en-US" dirty="0"/>
              <a:t>If most data are close to the mean and one value is far away, a </a:t>
            </a:r>
            <a:r>
              <a:rPr lang="en-US" b="1" dirty="0"/>
              <a:t>measure of variability</a:t>
            </a:r>
            <a:r>
              <a:rPr lang="en-US" dirty="0"/>
              <a:t> helps to flag it as unusual.</a:t>
            </a:r>
          </a:p>
          <a:p>
            <a:r>
              <a:rPr lang="en-US" b="1" dirty="0"/>
              <a:t>To make fair decisions</a:t>
            </a:r>
            <a:endParaRPr lang="en-US" dirty="0"/>
          </a:p>
          <a:p>
            <a:pPr lvl="1"/>
            <a:r>
              <a:rPr lang="en-US" dirty="0"/>
              <a:t>Suppose two training methods for students:</a:t>
            </a:r>
          </a:p>
          <a:p>
            <a:pPr lvl="2"/>
            <a:r>
              <a:rPr lang="en-US" dirty="0"/>
              <a:t>Same final mean score,</a:t>
            </a:r>
          </a:p>
          <a:p>
            <a:pPr lvl="3"/>
            <a:r>
              <a:rPr lang="en-US" dirty="0"/>
              <a:t>But one method has </a:t>
            </a:r>
            <a:r>
              <a:rPr lang="en-US" b="1" dirty="0"/>
              <a:t>less variability</a:t>
            </a:r>
            <a:r>
              <a:rPr lang="en-US" dirty="0"/>
              <a:t> (weak students also improved).</a:t>
            </a:r>
          </a:p>
          <a:p>
            <a:pPr lvl="3"/>
            <a:r>
              <a:rPr lang="en-US" dirty="0"/>
              <a:t>Then that method is more </a:t>
            </a:r>
            <a:r>
              <a:rPr lang="en-US" b="1" dirty="0"/>
              <a:t>equitable and effective</a:t>
            </a:r>
            <a:r>
              <a:rPr lang="en-US" dirty="0"/>
              <a:t>.</a:t>
            </a:r>
          </a:p>
          <a:p>
            <a:pPr>
              <a:lnSpc>
                <a:spcPct val="100000"/>
              </a:lnSpc>
            </a:pPr>
            <a:endParaRPr lang="en-US" dirty="0"/>
          </a:p>
          <a:p>
            <a:pPr algn="l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6918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Measure of Variability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It refers to the </a:t>
                </a:r>
                <a:r>
                  <a:rPr lang="en-US" b="1" dirty="0">
                    <a:solidFill>
                      <a:srgbClr val="FF0000"/>
                    </a:solidFill>
                  </a:rPr>
                  <a:t>spread</a:t>
                </a:r>
                <a:r>
                  <a:rPr lang="en-US" dirty="0"/>
                  <a:t> of the values around the central tendency. </a:t>
                </a:r>
                <a:endParaRPr lang="en-IN" dirty="0"/>
              </a:p>
              <a:p>
                <a:r>
                  <a:rPr lang="en-US" dirty="0"/>
                  <a:t>It is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Measure of Dispersion</a:t>
                </a:r>
                <a:r>
                  <a:rPr lang="en-US" dirty="0"/>
                  <a:t>. (Variation)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 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14:m>
                  <m:oMath xmlns:m="http://schemas.openxmlformats.org/officeDocument/2006/math">
                    <m:r>
                      <a:rPr lang="en-US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a:rPr lang="en-US" b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𝟓𝟎</m:t>
                    </m:r>
                    <m:r>
                      <a:rPr lang="en-IN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𝟓𝟎</m:t>
                    </m:r>
                  </m:oMath>
                </a14:m>
                <a:r>
                  <a:rPr lang="en-US" dirty="0"/>
                  <a:t> both have the same mean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US" dirty="0"/>
                  <a:t> but clearly the data given in the second case much more widely dispersed than those in the first case.</a:t>
                </a:r>
              </a:p>
              <a:p>
                <a:pPr marL="271463" lvl="1" indent="0">
                  <a:buNone/>
                </a:pPr>
                <a:endParaRPr lang="en-IN" dirty="0"/>
              </a:p>
              <a:p>
                <a:pPr lvl="1">
                  <a:spcBef>
                    <a:spcPts val="2400"/>
                  </a:spcBef>
                </a:pPr>
                <a:r>
                  <a:rPr lang="en-US" dirty="0"/>
                  <a:t>So, measures of central tendency are not sufficient for having some idea about dispersion. </a:t>
                </a:r>
                <a:endParaRPr lang="en-IN" dirty="0"/>
              </a:p>
              <a:p>
                <a:pPr lvl="0"/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 b="-436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4DC84321-FC16-485D-875F-FA4B032BE974}"/>
              </a:ext>
            </a:extLst>
          </p:cNvPr>
          <p:cNvCxnSpPr>
            <a:cxnSpLocks/>
          </p:cNvCxnSpPr>
          <p:nvPr/>
        </p:nvCxnSpPr>
        <p:spPr>
          <a:xfrm>
            <a:off x="624840" y="4815840"/>
            <a:ext cx="4206240" cy="0"/>
          </a:xfrm>
          <a:prstGeom prst="straightConnector1">
            <a:avLst/>
          </a:prstGeom>
          <a:ln w="50800" cap="rnd">
            <a:solidFill>
              <a:srgbClr val="002060"/>
            </a:solidFill>
            <a:round/>
            <a:headEnd type="stealth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1D5784D4-2FAA-4C02-B719-2A90F8077025}"/>
              </a:ext>
            </a:extLst>
          </p:cNvPr>
          <p:cNvSpPr>
            <a:spLocks noChangeAspect="1"/>
          </p:cNvSpPr>
          <p:nvPr/>
        </p:nvSpPr>
        <p:spPr>
          <a:xfrm>
            <a:off x="1546065" y="4725840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F11CA91-1ACC-4C42-A466-75A3A1990B6F}"/>
              </a:ext>
            </a:extLst>
          </p:cNvPr>
          <p:cNvSpPr>
            <a:spLocks noChangeAspect="1"/>
          </p:cNvSpPr>
          <p:nvPr/>
        </p:nvSpPr>
        <p:spPr>
          <a:xfrm>
            <a:off x="2637960" y="4725840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1767181-170C-4427-B5EB-324908009059}"/>
              </a:ext>
            </a:extLst>
          </p:cNvPr>
          <p:cNvSpPr>
            <a:spLocks noChangeAspect="1"/>
          </p:cNvSpPr>
          <p:nvPr/>
        </p:nvSpPr>
        <p:spPr>
          <a:xfrm>
            <a:off x="3739185" y="4725840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30D657C-14E3-46EA-907A-45355CB527F2}"/>
                  </a:ext>
                </a:extLst>
              </p:cNvPr>
              <p:cNvSpPr/>
              <p:nvPr/>
            </p:nvSpPr>
            <p:spPr>
              <a:xfrm>
                <a:off x="1280316" y="494192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30D657C-14E3-46EA-907A-45355CB527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0316" y="4941924"/>
                <a:ext cx="720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82D8F17-710A-43E4-AC6C-4EE661B357F7}"/>
                  </a:ext>
                </a:extLst>
              </p:cNvPr>
              <p:cNvSpPr/>
              <p:nvPr/>
            </p:nvSpPr>
            <p:spPr>
              <a:xfrm>
                <a:off x="2367960" y="494192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82D8F17-710A-43E4-AC6C-4EE661B357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7960" y="4941924"/>
                <a:ext cx="7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6E38F95-32E6-419C-87A4-4713D32C1CF9}"/>
                  </a:ext>
                </a:extLst>
              </p:cNvPr>
              <p:cNvSpPr/>
              <p:nvPr/>
            </p:nvSpPr>
            <p:spPr>
              <a:xfrm>
                <a:off x="3469185" y="494192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6E38F95-32E6-419C-87A4-4713D32C1C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9185" y="4941924"/>
                <a:ext cx="7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E8AF8D14-BF78-493B-B0C1-2FEC394A5893}"/>
              </a:ext>
            </a:extLst>
          </p:cNvPr>
          <p:cNvCxnSpPr>
            <a:cxnSpLocks/>
          </p:cNvCxnSpPr>
          <p:nvPr/>
        </p:nvCxnSpPr>
        <p:spPr>
          <a:xfrm>
            <a:off x="6705444" y="4815840"/>
            <a:ext cx="4206240" cy="0"/>
          </a:xfrm>
          <a:prstGeom prst="straightConnector1">
            <a:avLst/>
          </a:prstGeom>
          <a:ln w="50800" cap="rnd">
            <a:solidFill>
              <a:srgbClr val="002060"/>
            </a:solidFill>
            <a:round/>
            <a:headEnd type="stealth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AF06E5BC-9FF4-4CB5-9090-9FFC027511BB}"/>
              </a:ext>
            </a:extLst>
          </p:cNvPr>
          <p:cNvSpPr>
            <a:spLocks noChangeAspect="1"/>
          </p:cNvSpPr>
          <p:nvPr/>
        </p:nvSpPr>
        <p:spPr>
          <a:xfrm>
            <a:off x="7035391" y="4725840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8138207-712B-4617-A9A7-26E5821710CF}"/>
              </a:ext>
            </a:extLst>
          </p:cNvPr>
          <p:cNvSpPr>
            <a:spLocks noChangeAspect="1"/>
          </p:cNvSpPr>
          <p:nvPr/>
        </p:nvSpPr>
        <p:spPr>
          <a:xfrm>
            <a:off x="8718564" y="4725840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13BC4DE9-0229-4E11-ADF5-281B1F8DF583}"/>
              </a:ext>
            </a:extLst>
          </p:cNvPr>
          <p:cNvSpPr>
            <a:spLocks noChangeAspect="1"/>
          </p:cNvSpPr>
          <p:nvPr/>
        </p:nvSpPr>
        <p:spPr>
          <a:xfrm>
            <a:off x="10401737" y="4725840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E86C0B0-D024-4336-9C5E-1A303EE52909}"/>
                  </a:ext>
                </a:extLst>
              </p:cNvPr>
              <p:cNvSpPr/>
              <p:nvPr/>
            </p:nvSpPr>
            <p:spPr>
              <a:xfrm>
                <a:off x="6508315" y="4941924"/>
                <a:ext cx="105415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𝟓𝟎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E86C0B0-D024-4336-9C5E-1A303EE529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8315" y="4941924"/>
                <a:ext cx="1054152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7C26A638-6979-4B94-841C-4D0490D1575B}"/>
                  </a:ext>
                </a:extLst>
              </p:cNvPr>
              <p:cNvSpPr/>
              <p:nvPr/>
            </p:nvSpPr>
            <p:spPr>
              <a:xfrm>
                <a:off x="8281488" y="4941924"/>
                <a:ext cx="105415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7C26A638-6979-4B94-841C-4D0490D157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1488" y="4941924"/>
                <a:ext cx="1054152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3EBA2AB-0FDF-4913-A2B8-EC19AFCA57CD}"/>
                  </a:ext>
                </a:extLst>
              </p:cNvPr>
              <p:cNvSpPr/>
              <p:nvPr/>
            </p:nvSpPr>
            <p:spPr>
              <a:xfrm>
                <a:off x="9964661" y="4941924"/>
                <a:ext cx="105415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𝟓𝟎</m:t>
                      </m:r>
                    </m:oMath>
                  </m:oMathPara>
                </a14:m>
                <a:endParaRPr lang="en-IN" sz="2800" b="1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3EBA2AB-0FDF-4913-A2B8-EC19AFCA57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64661" y="4941924"/>
                <a:ext cx="1054152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63976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6" grpId="0" animBg="1"/>
      <p:bldP spid="7" grpId="0" animBg="1"/>
      <p:bldP spid="8" grpId="0" animBg="1"/>
      <p:bldP spid="9" grpId="0"/>
      <p:bldP spid="10" grpId="0"/>
      <p:bldP spid="11" grpId="0"/>
      <p:bldP spid="13" grpId="0" animBg="1"/>
      <p:bldP spid="14" grpId="0" animBg="1"/>
      <p:bldP spid="15" grpId="0" animBg="1"/>
      <p:bldP spid="16" grpId="0"/>
      <p:bldP spid="17" grpId="0"/>
      <p:bldP spid="18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Measure of Variability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Measures of dispersion gives the idea about the degree to which numerical data tend to spread about an average.</a:t>
            </a:r>
            <a:endParaRPr lang="en-IN" dirty="0"/>
          </a:p>
          <a:p>
            <a:pPr lvl="0"/>
            <a:r>
              <a:rPr lang="en-US" dirty="0"/>
              <a:t>There are certain measures of variability, </a:t>
            </a:r>
            <a:endParaRPr lang="en-IN" dirty="0"/>
          </a:p>
          <a:p>
            <a:pPr lvl="1"/>
            <a:r>
              <a:rPr lang="en-US" dirty="0"/>
              <a:t>Range</a:t>
            </a:r>
            <a:endParaRPr lang="en-IN" dirty="0"/>
          </a:p>
          <a:p>
            <a:pPr lvl="1"/>
            <a:r>
              <a:rPr lang="en-US" dirty="0"/>
              <a:t>Standard Deviation</a:t>
            </a:r>
          </a:p>
          <a:p>
            <a:pPr lvl="1"/>
            <a:r>
              <a:rPr lang="en-US" dirty="0"/>
              <a:t>Coefficient of Variation</a:t>
            </a:r>
          </a:p>
          <a:p>
            <a:pPr lvl="1"/>
            <a:r>
              <a:rPr lang="en-US" dirty="0"/>
              <a:t>Variance</a:t>
            </a:r>
            <a:endParaRPr lang="en-IN" dirty="0"/>
          </a:p>
          <a:p>
            <a:pPr lvl="1"/>
            <a:r>
              <a:rPr lang="en-US" dirty="0"/>
              <a:t>Mean Deviation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175940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Range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Range is simply the </a:t>
                </a:r>
                <a:r>
                  <a:rPr lang="en-US" b="1" dirty="0">
                    <a:solidFill>
                      <a:srgbClr val="FF0000"/>
                    </a:solidFill>
                  </a:rPr>
                  <a:t>highest value minus the lowest value </a:t>
                </a:r>
                <a:r>
                  <a:rPr lang="en-US" dirty="0"/>
                  <a:t>of a set of data values.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Range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−5,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0,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628650" lvl="1" indent="0" algn="l">
                  <a:buNone/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b="1" i="0" smtClean="0">
                        <a:solidFill>
                          <a:srgbClr val="FF0000"/>
                        </a:solidFill>
                        <a:latin typeface="+mj-lt"/>
                      </a:rPr>
                      <m:t>Range</m:t>
                    </m:r>
                    <m:r>
                      <a:rPr lang="en-US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US" b="1" i="0" smtClean="0">
                        <a:solidFill>
                          <a:srgbClr val="FF0000"/>
                        </a:solidFill>
                        <a:latin typeface="+mj-lt"/>
                      </a:rPr>
                      <m:t>Highest</m:t>
                    </m:r>
                    <m:r>
                      <m:rPr>
                        <m:nor/>
                      </m:rPr>
                      <a:rPr lang="en-US" b="1" smtClean="0">
                        <a:solidFill>
                          <a:srgbClr val="FF0000"/>
                        </a:solidFill>
                        <a:latin typeface="+mj-lt"/>
                      </a:rPr>
                      <m:t> </m:t>
                    </m:r>
                    <m:r>
                      <m:rPr>
                        <m:nor/>
                      </m:rPr>
                      <a:rPr lang="en-US" b="1" i="0" smtClean="0">
                        <a:solidFill>
                          <a:srgbClr val="FF0000"/>
                        </a:solidFill>
                        <a:latin typeface="+mj-lt"/>
                      </a:rPr>
                      <m:t>value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nor/>
                      </m:rPr>
                      <a:rPr lang="en-IN" b="1" i="0" smtClean="0">
                        <a:solidFill>
                          <a:srgbClr val="FF0000"/>
                        </a:solidFill>
                        <a:latin typeface="+mj-lt"/>
                      </a:rPr>
                      <m:t>L</m:t>
                    </m:r>
                    <m:r>
                      <m:rPr>
                        <m:nor/>
                      </m:rPr>
                      <a:rPr lang="en-US" b="1" i="0" smtClean="0">
                        <a:solidFill>
                          <a:srgbClr val="FF0000"/>
                        </a:solidFill>
                        <a:latin typeface="+mj-lt"/>
                      </a:rPr>
                      <m:t>owest</m:t>
                    </m:r>
                    <m:r>
                      <m:rPr>
                        <m:nor/>
                      </m:rPr>
                      <a:rPr lang="en-US" b="1" smtClean="0">
                        <a:solidFill>
                          <a:srgbClr val="FF0000"/>
                        </a:solidFill>
                        <a:latin typeface="+mj-lt"/>
                      </a:rPr>
                      <m:t> </m:t>
                    </m:r>
                    <m:r>
                      <m:rPr>
                        <m:nor/>
                      </m:rPr>
                      <a:rPr lang="en-US" b="1" i="0" smtClean="0">
                        <a:solidFill>
                          <a:srgbClr val="FF0000"/>
                        </a:solidFill>
                        <a:latin typeface="+mj-lt"/>
                      </a:rPr>
                      <m:t>value</m:t>
                    </m:r>
                  </m:oMath>
                </a14:m>
                <a:r>
                  <a:rPr lang="en-IN" b="1" i="0" dirty="0">
                    <a:solidFill>
                      <a:srgbClr val="FF0000"/>
                    </a:solidFill>
                    <a:latin typeface="+mj-lt"/>
                  </a:rPr>
                  <a:t> </a:t>
                </a:r>
              </a:p>
              <a:p>
                <a:pPr marL="1619250" lvl="1" indent="0" algn="l">
                  <a:buNone/>
                </a:pPr>
                <a14:m>
                  <m:oMath xmlns:m="http://schemas.openxmlformats.org/officeDocument/2006/math">
                    <m:r>
                      <a:rPr lang="en-US" b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b="0" smtClean="0"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b="0" i="1"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lang="en-IN" b="0" i="1" dirty="0">
                    <a:latin typeface="Cambria Math" panose="02040503050406030204" pitchFamily="18" charset="0"/>
                  </a:rPr>
                  <a:t> </a:t>
                </a:r>
              </a:p>
              <a:p>
                <a:pPr marL="1619250" lvl="1" indent="0" algn="l">
                  <a:buNone/>
                </a:pPr>
                <a14:m>
                  <m:oMath xmlns:m="http://schemas.openxmlformats.org/officeDocument/2006/math">
                    <m:r>
                      <a:rPr lang="en-US" b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IN" dirty="0"/>
                  <a:t> 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80601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1" y="711202"/>
                <a:ext cx="11797584" cy="5742808"/>
              </a:xfrm>
            </p:spPr>
            <p:txBody>
              <a:bodyPr/>
              <a:lstStyle/>
              <a:p>
                <a:r>
                  <a:rPr lang="en-US" b="1" dirty="0"/>
                  <a:t>Standard Deviation (SD)</a:t>
                </a:r>
                <a:r>
                  <a:rPr lang="en-US" dirty="0"/>
                  <a:t> is a measure that tells you </a:t>
                </a:r>
                <a:r>
                  <a:rPr lang="en-US" b="1" dirty="0"/>
                  <a:t>how spread out the data values are from the mean</a:t>
                </a:r>
                <a:r>
                  <a:rPr lang="en-US" dirty="0"/>
                  <a:t> (average).</a:t>
                </a:r>
              </a:p>
              <a:p>
                <a:pPr lvl="1"/>
                <a:r>
                  <a:rPr lang="en-US" dirty="0"/>
                  <a:t>Small SD → values are close to the mean</a:t>
                </a:r>
              </a:p>
              <a:p>
                <a:pPr lvl="1"/>
                <a:r>
                  <a:rPr lang="en-US" dirty="0"/>
                  <a:t>Large SD → values are widely spread out</a:t>
                </a:r>
                <a:endParaRPr lang="en-GB" dirty="0"/>
              </a:p>
              <a:p>
                <a:pPr lvl="0"/>
                <a:r>
                  <a:rPr lang="en-GB" dirty="0"/>
                  <a:t>It is denoted by “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𝛔</m:t>
                    </m:r>
                    <m:r>
                      <a:rPr lang="en-IN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</m:oMath>
                </a14:m>
                <a:r>
                  <a:rPr lang="en-GB" dirty="0"/>
                  <a:t>" and read as “sigma”.</a:t>
                </a:r>
              </a:p>
              <a:p>
                <a:pPr lvl="0"/>
                <a:r>
                  <a:rPr lang="en-GB" dirty="0"/>
                  <a:t>It is </a:t>
                </a:r>
                <a:r>
                  <a:rPr lang="en-IN" dirty="0"/>
                  <a:t>defined as follow:</a:t>
                </a:r>
                <a:endParaRPr lang="en-GB" dirty="0"/>
              </a:p>
              <a:p>
                <a:pPr marL="266700" lv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𝛔</m:t>
                      </m:r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f>
                            <m:fPr>
                              <m:ctrlPr>
                                <a:rPr lang="en-IN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b="1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nary>
                                    <m:naryPr>
                                      <m:chr m:val="∑"/>
                                      <m:subHide m:val="on"/>
                                      <m:supHide m:val="on"/>
                                      <m:ctrlPr>
                                        <a:rPr lang="en-IN" b="1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/>
                                    <m:sup/>
                                    <m:e>
                                      <m:d>
                                        <m:dPr>
                                          <m:ctrlPr>
                                            <a:rPr lang="en-IN" b="1" i="1" smtClean="0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IN" b="1" i="1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IN" b="1" i="0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𝐱</m:t>
                                              </m:r>
                                            </m:e>
                                            <m:sub>
                                              <m:r>
                                                <a:rPr lang="en-IN" b="1" i="0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𝐢</m:t>
                                              </m:r>
                                            </m:sub>
                                          </m:sSub>
                                          <m:r>
                                            <a:rPr lang="en-IN" b="1" i="0" smtClean="0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acc>
                                            <m:accPr>
                                              <m:chr m:val="̅"/>
                                              <m:ctrlPr>
                                                <a:rPr lang="en-IN" b="1" i="1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accPr>
                                            <m:e>
                                              <m:r>
                                                <a:rPr lang="en-IN" b="1" i="0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 </m:t>
                                              </m:r>
                                              <m:r>
                                                <a:rPr lang="en-IN" b="1" i="0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𝐱</m:t>
                                              </m:r>
                                              <m:r>
                                                <a:rPr lang="en-IN" b="1" i="0" smtClean="0">
                                                  <a:solidFill>
                                                    <a:srgbClr val="FF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 </m:t>
                                              </m:r>
                                            </m:e>
                                          </m:acc>
                                        </m:e>
                                      </m:d>
                                    </m:e>
                                  </m:nary>
                                </m:e>
                                <m:sup>
                                  <m:r>
                                    <a:rPr lang="en-IN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sup>
                              </m:sSup>
                              <m:r>
                                <a:rPr lang="en-IN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</m:den>
                          </m:f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GB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1" y="711202"/>
                <a:ext cx="11797584" cy="5742808"/>
              </a:xfrm>
              <a:blipFill>
                <a:blip r:embed="rId2"/>
                <a:stretch>
                  <a:fillRect l="-982" r="-10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3" name="Picture 12">
            <a:extLst>
              <a:ext uri="{FF2B5EF4-FFF2-40B4-BE49-F238E27FC236}">
                <a16:creationId xmlns:a16="http://schemas.microsoft.com/office/drawing/2014/main" id="{D5961CF5-D30B-4B8C-8E7F-84BDAAA67B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9000"/>
                    </a14:imgEffect>
                    <a14:imgEffect>
                      <a14:brightnessContrast bright="8000" contrast="66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021286" y="1444367"/>
            <a:ext cx="5039534" cy="228567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B7847735-060A-48D1-8CB0-4E605083525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29000"/>
                    </a14:imgEffect>
                    <a14:imgEffect>
                      <a14:brightnessContrast bright="8000" contrast="66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021286" y="3745446"/>
            <a:ext cx="5039534" cy="228567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3AFEB03-3E65-4403-8A6F-299CB211BA0B}"/>
                  </a:ext>
                </a:extLst>
              </p:cNvPr>
              <p:cNvSpPr txBox="1"/>
              <p:nvPr/>
            </p:nvSpPr>
            <p:spPr>
              <a:xfrm>
                <a:off x="7193183" y="1444367"/>
                <a:ext cx="1392477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IN" sz="2400" b="0" dirty="0">
                    <a:solidFill>
                      <a:srgbClr val="3D3DEF"/>
                    </a:solidFill>
                  </a:rPr>
                  <a:t>Lower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b="0" i="0" smtClean="0">
                        <a:solidFill>
                          <a:srgbClr val="3D3DEF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endParaRPr lang="en-IN" sz="2400" dirty="0">
                  <a:solidFill>
                    <a:srgbClr val="3D3DEF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3AFEB03-3E65-4403-8A6F-299CB211BA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3183" y="1444367"/>
                <a:ext cx="1392477" cy="830997"/>
              </a:xfrm>
              <a:prstGeom prst="rect">
                <a:avLst/>
              </a:prstGeom>
              <a:blipFill>
                <a:blip r:embed="rId7"/>
                <a:stretch>
                  <a:fillRect l="-5702" t="-5147" b="-1691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153EC3B-1B87-45E0-BF50-471291CE386A}"/>
                  </a:ext>
                </a:extLst>
              </p:cNvPr>
              <p:cNvSpPr txBox="1"/>
              <p:nvPr/>
            </p:nvSpPr>
            <p:spPr>
              <a:xfrm>
                <a:off x="7193183" y="3882287"/>
                <a:ext cx="1392477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algn="ctr">
                  <a:defRPr sz="24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IN" dirty="0">
                    <a:solidFill>
                      <a:srgbClr val="D22828"/>
                    </a:solidFill>
                  </a:rPr>
                  <a:t>Higher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solidFill>
                          <a:srgbClr val="D22828"/>
                        </a:solidFill>
                        <a:latin typeface="Cambria Math" panose="02040503050406030204" pitchFamily="18" charset="0"/>
                      </a:rPr>
                      <m:t>σ</m:t>
                    </m:r>
                  </m:oMath>
                </a14:m>
                <a:endParaRPr lang="en-IN" dirty="0">
                  <a:solidFill>
                    <a:srgbClr val="D22828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153EC3B-1B87-45E0-BF50-471291CE38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3183" y="3882287"/>
                <a:ext cx="1392477" cy="830997"/>
              </a:xfrm>
              <a:prstGeom prst="rect">
                <a:avLst/>
              </a:prstGeom>
              <a:blipFill>
                <a:blip r:embed="rId8"/>
                <a:stretch>
                  <a:fillRect l="-5702" t="-5147" b="-1691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50035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/>
      <p:bldP spid="3" grpId="0"/>
      <p:bldP spid="7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B6E07B11-34EC-4D11-9C19-170257D2756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1488636"/>
                  </p:ext>
                </p:extLst>
              </p:nvPr>
            </p:nvGraphicFramePr>
            <p:xfrm>
              <a:off x="133688" y="796744"/>
              <a:ext cx="11924624" cy="500400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16029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103333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209800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4495462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4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80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Direct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80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Assumed Mean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B6E07B11-34EC-4D11-9C19-170257D2756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1488636"/>
                  </p:ext>
                </p:extLst>
              </p:nvPr>
            </p:nvGraphicFramePr>
            <p:xfrm>
              <a:off x="133688" y="796744"/>
              <a:ext cx="11924624" cy="500400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16029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103333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209800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4495462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4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36364" t="-6061" r="-204132" b="-25714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5447" t="-6061" r="-407" b="-25714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80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Direct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80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Assumed Mean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0D469-5FDA-4699-8C35-09A4DE87010A}"/>
                  </a:ext>
                </a:extLst>
              </p:cNvPr>
              <p:cNvSpPr txBox="1"/>
              <p:nvPr/>
            </p:nvSpPr>
            <p:spPr>
              <a:xfrm>
                <a:off x="2245005" y="2394286"/>
                <a:ext cx="313318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0D469-5FDA-4699-8C35-09A4DE8701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5005" y="2394286"/>
                <a:ext cx="3133184" cy="136537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2F9EF8C-2686-4AED-94DE-F165BEBAB6BC}"/>
                  </a:ext>
                </a:extLst>
              </p:cNvPr>
              <p:cNvSpPr txBox="1"/>
              <p:nvPr/>
            </p:nvSpPr>
            <p:spPr>
              <a:xfrm>
                <a:off x="6682318" y="2394286"/>
                <a:ext cx="41515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2F9EF8C-2686-4AED-94DE-F165BEBAB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2318" y="2394286"/>
                <a:ext cx="4151534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59BA6F0-A81A-4E9E-9374-6C63F36B98C8}"/>
                  </a:ext>
                </a:extLst>
              </p:cNvPr>
              <p:cNvSpPr txBox="1"/>
              <p:nvPr/>
            </p:nvSpPr>
            <p:spPr>
              <a:xfrm>
                <a:off x="2165335" y="4214381"/>
                <a:ext cx="329252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d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d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59BA6F0-A81A-4E9E-9374-6C63F36B98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5335" y="4214381"/>
                <a:ext cx="3292524" cy="13653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502DB5-92C8-47F3-BB93-A0ABDC09066B}"/>
                  </a:ext>
                </a:extLst>
              </p:cNvPr>
              <p:cNvSpPr txBox="1"/>
              <p:nvPr/>
            </p:nvSpPr>
            <p:spPr>
              <a:xfrm>
                <a:off x="6682318" y="4214381"/>
                <a:ext cx="41515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d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d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502DB5-92C8-47F3-BB93-A0ABDC0906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2318" y="4214381"/>
                <a:ext cx="4151534" cy="136537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14759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37695"/>
            <a:ext cx="11929645" cy="1253519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5000"/>
              </a:lnSpc>
              <a:spcBef>
                <a:spcPts val="600"/>
              </a:spcBef>
            </a:pPr>
            <a:r>
              <a:rPr lang="en-US" dirty="0"/>
              <a:t>Find the standard deviation for the following data:</a:t>
            </a:r>
          </a:p>
          <a:p>
            <a:pPr>
              <a:lnSpc>
                <a:spcPct val="125000"/>
              </a:lnSpc>
              <a:spcBef>
                <a:spcPts val="600"/>
              </a:spcBef>
            </a:pPr>
            <a:r>
              <a:rPr lang="en-US" dirty="0"/>
              <a:t>      ,      ,         ,         ,         ,        ,        ,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177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E06B5-A09B-489F-A8EA-A3561D0ACBDB}"/>
                  </a:ext>
                </a:extLst>
              </p:cNvPr>
              <p:cNvSpPr/>
              <p:nvPr/>
            </p:nvSpPr>
            <p:spPr>
              <a:xfrm>
                <a:off x="131176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E06B5-A09B-489F-A8EA-A3561D0ACB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502554"/>
                <a:ext cx="792000" cy="5220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9107381-5ED2-41DB-91D7-1B38978332F8}"/>
                  </a:ext>
                </a:extLst>
              </p:cNvPr>
              <p:cNvSpPr/>
              <p:nvPr/>
            </p:nvSpPr>
            <p:spPr>
              <a:xfrm>
                <a:off x="751680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9107381-5ED2-41DB-91D7-1B38978332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680" y="1502554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94BA9CB-1D31-407D-A1AA-9093FC355CF9}"/>
                  </a:ext>
                </a:extLst>
              </p:cNvPr>
              <p:cNvSpPr/>
              <p:nvPr/>
            </p:nvSpPr>
            <p:spPr>
              <a:xfrm>
                <a:off x="137218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94BA9CB-1D31-407D-A1AA-9093FC355C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2184" y="1502554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DC4318-D7FA-4120-B625-C825CDEA9D07}"/>
                  </a:ext>
                </a:extLst>
              </p:cNvPr>
              <p:cNvSpPr/>
              <p:nvPr/>
            </p:nvSpPr>
            <p:spPr>
              <a:xfrm>
                <a:off x="216418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DC4318-D7FA-4120-B625-C825CDEA9D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4184" y="1502554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2A1CC39-23AD-455C-BDF2-EBCF1775616C}"/>
                  </a:ext>
                </a:extLst>
              </p:cNvPr>
              <p:cNvSpPr/>
              <p:nvPr/>
            </p:nvSpPr>
            <p:spPr>
              <a:xfrm>
                <a:off x="2933130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2A1CC39-23AD-455C-BDF2-EBCF177561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3130" y="1502554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9008FF-15D1-495C-BC36-ACA6643A8900}"/>
                  </a:ext>
                </a:extLst>
              </p:cNvPr>
              <p:cNvSpPr/>
              <p:nvPr/>
            </p:nvSpPr>
            <p:spPr>
              <a:xfrm>
                <a:off x="367174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9008FF-15D1-495C-BC36-ACA6643A89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744" y="1502554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F587D1A-023C-4511-8675-E0466414892C}"/>
                  </a:ext>
                </a:extLst>
              </p:cNvPr>
              <p:cNvSpPr/>
              <p:nvPr/>
            </p:nvSpPr>
            <p:spPr>
              <a:xfrm>
                <a:off x="438730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F587D1A-023C-4511-8675-E046641489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7304" y="1502554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!!12">
                <a:extLst>
                  <a:ext uri="{FF2B5EF4-FFF2-40B4-BE49-F238E27FC236}">
                    <a16:creationId xmlns:a16="http://schemas.microsoft.com/office/drawing/2014/main" id="{4538A74E-C23F-4EAF-B1F5-9AB6D03360F8}"/>
                  </a:ext>
                </a:extLst>
              </p:cNvPr>
              <p:cNvSpPr/>
              <p:nvPr/>
            </p:nvSpPr>
            <p:spPr>
              <a:xfrm>
                <a:off x="5049478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!!12">
                <a:extLst>
                  <a:ext uri="{FF2B5EF4-FFF2-40B4-BE49-F238E27FC236}">
                    <a16:creationId xmlns:a16="http://schemas.microsoft.com/office/drawing/2014/main" id="{4538A74E-C23F-4EAF-B1F5-9AB6D03360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9478" y="1502554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F76AAC1E-06A3-430A-9B3F-A16B6D888279}"/>
              </a:ext>
            </a:extLst>
          </p:cNvPr>
          <p:cNvSpPr txBox="1"/>
          <p:nvPr/>
        </p:nvSpPr>
        <p:spPr>
          <a:xfrm>
            <a:off x="1594216" y="2217708"/>
            <a:ext cx="48013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D634ED4-2208-4C9E-9A76-6E6FE664A205}"/>
                  </a:ext>
                </a:extLst>
              </p:cNvPr>
              <p:cNvSpPr txBox="1"/>
              <p:nvPr/>
            </p:nvSpPr>
            <p:spPr>
              <a:xfrm>
                <a:off x="1594216" y="3517136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D634ED4-2208-4C9E-9A76-6E6FE664A2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517136"/>
                <a:ext cx="4531807" cy="136537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28EBD33-551B-49FD-B652-A0136865CEB4}"/>
              </a:ext>
            </a:extLst>
          </p:cNvPr>
          <p:cNvSpPr txBox="1"/>
          <p:nvPr/>
        </p:nvSpPr>
        <p:spPr>
          <a:xfrm>
            <a:off x="1594216" y="2867422"/>
            <a:ext cx="806502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will calculate standard deviation using direct method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B22B56C-5D19-4DF2-8637-4D229225C2BD}"/>
                  </a:ext>
                </a:extLst>
              </p:cNvPr>
              <p:cNvSpPr txBox="1"/>
              <p:nvPr/>
            </p:nvSpPr>
            <p:spPr>
              <a:xfrm>
                <a:off x="6195505" y="221770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B22B56C-5D19-4DF2-8637-4D229225C2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5505" y="2217708"/>
                <a:ext cx="146304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86836376-3083-4871-8AC4-CC020A3647E5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687458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15" grpId="0"/>
      <p:bldP spid="17" grpId="0"/>
      <p:bldP spid="18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ECB29-8A29-4A14-5825-FEE04AEA1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5664F876-8636-4C79-999E-2D9C6E00D42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7031610"/>
                  </p:ext>
                </p:extLst>
              </p:nvPr>
            </p:nvGraphicFramePr>
            <p:xfrm>
              <a:off x="2356635" y="867807"/>
              <a:ext cx="2110153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10153">
                      <a:extLst>
                        <a:ext uri="{9D8B030D-6E8A-4147-A177-3AD203B41FA5}">
                          <a16:colId xmlns:a16="http://schemas.microsoft.com/office/drawing/2014/main" val="365473979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4466088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2795958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483990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2506343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4921191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84810203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180191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9116031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85340727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0809374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5664F876-8636-4C79-999E-2D9C6E00D42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7031610"/>
                  </p:ext>
                </p:extLst>
              </p:nvPr>
            </p:nvGraphicFramePr>
            <p:xfrm>
              <a:off x="2356635" y="867807"/>
              <a:ext cx="2110153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10153">
                      <a:extLst>
                        <a:ext uri="{9D8B030D-6E8A-4147-A177-3AD203B41FA5}">
                          <a16:colId xmlns:a16="http://schemas.microsoft.com/office/drawing/2014/main" val="365473979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88" t="-2247" r="-865" b="-93595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4466088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2795958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483990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2506343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4921191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84810203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180191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9116031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85340727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0809374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5F03D225-D6A9-B2EA-70D5-1B0D813B4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26958769"/>
                  </p:ext>
                </p:extLst>
              </p:nvPr>
            </p:nvGraphicFramePr>
            <p:xfrm>
              <a:off x="280110" y="867807"/>
              <a:ext cx="2076525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5F03D225-D6A9-B2EA-70D5-1B0D813B4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26958769"/>
                  </p:ext>
                </p:extLst>
              </p:nvPr>
            </p:nvGraphicFramePr>
            <p:xfrm>
              <a:off x="280110" y="867807"/>
              <a:ext cx="2076525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92" t="-2247" r="-877" b="-93595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EEC79004-046D-3D2A-22B5-7C05D762A9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1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66F4DE4-60DC-0EA4-FFF5-3139DF80065E}"/>
                  </a:ext>
                </a:extLst>
              </p:cNvPr>
              <p:cNvSpPr/>
              <p:nvPr/>
            </p:nvSpPr>
            <p:spPr>
              <a:xfrm>
                <a:off x="2955024" y="140986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66F4DE4-60DC-0EA4-FFF5-3139DF8006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1409869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B29F9E-CA9F-6628-EDDE-67B4ABD5EBD0}"/>
                  </a:ext>
                </a:extLst>
              </p:cNvPr>
              <p:cNvSpPr/>
              <p:nvPr/>
            </p:nvSpPr>
            <p:spPr>
              <a:xfrm>
                <a:off x="2955024" y="19350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B29F9E-CA9F-6628-EDDE-67B4ABD5EB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1935029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2479C31-E3E2-EF9F-ECFB-96743462C4B3}"/>
                  </a:ext>
                </a:extLst>
              </p:cNvPr>
              <p:cNvSpPr/>
              <p:nvPr/>
            </p:nvSpPr>
            <p:spPr>
              <a:xfrm>
                <a:off x="2955024" y="24601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2479C31-E3E2-EF9F-ECFB-96743462C4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2460189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F739708-8660-C136-FED6-90694479C764}"/>
                  </a:ext>
                </a:extLst>
              </p:cNvPr>
              <p:cNvSpPr/>
              <p:nvPr/>
            </p:nvSpPr>
            <p:spPr>
              <a:xfrm>
                <a:off x="2955024" y="298534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F739708-8660-C136-FED6-90694479C7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2985349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16618372-93B8-D18A-8E9A-B7D7E09DA055}"/>
                  </a:ext>
                </a:extLst>
              </p:cNvPr>
              <p:cNvSpPr/>
              <p:nvPr/>
            </p:nvSpPr>
            <p:spPr>
              <a:xfrm>
                <a:off x="2955024" y="351050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16618372-93B8-D18A-8E9A-B7D7E09DA0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3510509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DB4E192-251E-8DF2-DD46-CE5D13255A0A}"/>
                  </a:ext>
                </a:extLst>
              </p:cNvPr>
              <p:cNvSpPr/>
              <p:nvPr/>
            </p:nvSpPr>
            <p:spPr>
              <a:xfrm>
                <a:off x="2955024" y="403566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DB4E192-251E-8DF2-DD46-CE5D13255A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4035669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C586A2F-F08C-A2C1-F890-9A9C052486CA}"/>
                  </a:ext>
                </a:extLst>
              </p:cNvPr>
              <p:cNvSpPr/>
              <p:nvPr/>
            </p:nvSpPr>
            <p:spPr>
              <a:xfrm>
                <a:off x="2955024" y="4560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C586A2F-F08C-A2C1-F890-9A9C052486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4560829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82B4A36-17A5-C394-305F-FC56D115BDAD}"/>
                  </a:ext>
                </a:extLst>
              </p:cNvPr>
              <p:cNvSpPr/>
              <p:nvPr/>
            </p:nvSpPr>
            <p:spPr>
              <a:xfrm>
                <a:off x="2955024" y="50859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82B4A36-17A5-C394-305F-FC56D115BD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508598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18E904A-3237-9678-B611-0891E2D64DB3}"/>
                  </a:ext>
                </a:extLst>
              </p:cNvPr>
              <p:cNvSpPr/>
              <p:nvPr/>
            </p:nvSpPr>
            <p:spPr>
              <a:xfrm>
                <a:off x="945260" y="140596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18E904A-3237-9678-B611-0891E2D64D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140596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09B2232E-5984-0B5A-159E-381478E970BB}"/>
                  </a:ext>
                </a:extLst>
              </p:cNvPr>
              <p:cNvSpPr/>
              <p:nvPr/>
            </p:nvSpPr>
            <p:spPr>
              <a:xfrm>
                <a:off x="945260" y="19309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09B2232E-5984-0B5A-159E-381478E970B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193096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3783136-60CA-A0A7-DA2F-2C5A695618CC}"/>
                  </a:ext>
                </a:extLst>
              </p:cNvPr>
              <p:cNvSpPr/>
              <p:nvPr/>
            </p:nvSpPr>
            <p:spPr>
              <a:xfrm>
                <a:off x="945260" y="24559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3783136-60CA-A0A7-DA2F-2C5A695618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2455960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4E02647-0832-86C6-EADC-C33BE071124E}"/>
                  </a:ext>
                </a:extLst>
              </p:cNvPr>
              <p:cNvSpPr/>
              <p:nvPr/>
            </p:nvSpPr>
            <p:spPr>
              <a:xfrm>
                <a:off x="945260" y="298095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4E02647-0832-86C6-EADC-C33BE0711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2980957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45B622C-23E0-A9EA-AEF5-C4053E53409F}"/>
                  </a:ext>
                </a:extLst>
              </p:cNvPr>
              <p:cNvSpPr/>
              <p:nvPr/>
            </p:nvSpPr>
            <p:spPr>
              <a:xfrm>
                <a:off x="945260" y="35059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45B622C-23E0-A9EA-AEF5-C4053E5340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3505954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1B704A1-2245-3950-55AB-E394B434497A}"/>
                  </a:ext>
                </a:extLst>
              </p:cNvPr>
              <p:cNvSpPr/>
              <p:nvPr/>
            </p:nvSpPr>
            <p:spPr>
              <a:xfrm>
                <a:off x="945260" y="403095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1B704A1-2245-3950-55AB-E394B43449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4030951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76A29AA-8A40-CA29-7EC9-918052B726C8}"/>
                  </a:ext>
                </a:extLst>
              </p:cNvPr>
              <p:cNvSpPr/>
              <p:nvPr/>
            </p:nvSpPr>
            <p:spPr>
              <a:xfrm>
                <a:off x="945260" y="455594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76A29AA-8A40-CA29-7EC9-918052B726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4555948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!!12">
                <a:extLst>
                  <a:ext uri="{FF2B5EF4-FFF2-40B4-BE49-F238E27FC236}">
                    <a16:creationId xmlns:a16="http://schemas.microsoft.com/office/drawing/2014/main" id="{6E998F0E-ADE5-64EF-404E-3FDECE51DAB8}"/>
                  </a:ext>
                </a:extLst>
              </p:cNvPr>
              <p:cNvSpPr/>
              <p:nvPr/>
            </p:nvSpPr>
            <p:spPr>
              <a:xfrm>
                <a:off x="945260" y="508094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!!12">
                <a:extLst>
                  <a:ext uri="{FF2B5EF4-FFF2-40B4-BE49-F238E27FC236}">
                    <a16:creationId xmlns:a16="http://schemas.microsoft.com/office/drawing/2014/main" id="{6E998F0E-ADE5-64EF-404E-3FDECE51DA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5080946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F031C50-C34D-764E-1DDC-F1EB85498B27}"/>
                  </a:ext>
                </a:extLst>
              </p:cNvPr>
              <p:cNvSpPr txBox="1"/>
              <p:nvPr/>
            </p:nvSpPr>
            <p:spPr>
              <a:xfrm>
                <a:off x="5459310" y="4553324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3.0414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F031C50-C34D-764E-1DDC-F1EB85498B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9310" y="4553324"/>
                <a:ext cx="244578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CBB67B6-EF0D-DF79-73F4-1993C328BD8F}"/>
                  </a:ext>
                </a:extLst>
              </p:cNvPr>
              <p:cNvSpPr/>
              <p:nvPr/>
            </p:nvSpPr>
            <p:spPr>
              <a:xfrm>
                <a:off x="453555" y="5513834"/>
                <a:ext cx="1863429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CBB67B6-EF0D-DF79-73F4-1993C328BD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555" y="5513834"/>
                <a:ext cx="1863429" cy="115071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310606C-F8FF-23AC-ADD5-11AF0B600F71}"/>
                  </a:ext>
                </a:extLst>
              </p:cNvPr>
              <p:cNvSpPr/>
              <p:nvPr/>
            </p:nvSpPr>
            <p:spPr>
              <a:xfrm>
                <a:off x="2258345" y="5513834"/>
                <a:ext cx="230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=722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310606C-F8FF-23AC-ADD5-11AF0B600F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8345" y="5513834"/>
                <a:ext cx="2307753" cy="1150719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F519F5-F568-F21B-4655-7529525EF25D}"/>
                  </a:ext>
                </a:extLst>
              </p:cNvPr>
              <p:cNvSpPr txBox="1"/>
              <p:nvPr/>
            </p:nvSpPr>
            <p:spPr>
              <a:xfrm>
                <a:off x="4938460" y="320721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F519F5-F568-F21B-4655-7529525EF2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38460" y="3207218"/>
                <a:ext cx="506235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74EAA-E83D-5CD1-C684-2BA9FC9A5239}"/>
                  </a:ext>
                </a:extLst>
              </p:cNvPr>
              <p:cNvSpPr txBox="1"/>
              <p:nvPr/>
            </p:nvSpPr>
            <p:spPr>
              <a:xfrm>
                <a:off x="4938460" y="455918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74EAA-E83D-5CD1-C684-2BA9FC9A52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38460" y="4559188"/>
                <a:ext cx="506235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4847C7E-B9DD-EC23-36E8-44259F0DA939}"/>
                  </a:ext>
                </a:extLst>
              </p:cNvPr>
              <p:cNvSpPr txBox="1"/>
              <p:nvPr/>
            </p:nvSpPr>
            <p:spPr>
              <a:xfrm>
                <a:off x="5459310" y="2724554"/>
                <a:ext cx="401801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US" sz="2800" b="0" i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722</m:t>
                              </m:r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8</m:t>
                              </m:r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72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8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4847C7E-B9DD-EC23-36E8-44259F0DA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9310" y="2724554"/>
                <a:ext cx="4018011" cy="1365374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227CB20-D33C-A0AC-0BA7-9B1E9ACCE0F6}"/>
                  </a:ext>
                </a:extLst>
              </p:cNvPr>
              <p:cNvSpPr txBox="1"/>
              <p:nvPr/>
            </p:nvSpPr>
            <p:spPr>
              <a:xfrm>
                <a:off x="11050631" y="867807"/>
                <a:ext cx="1376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227CB20-D33C-A0AC-0BA7-9B1E9ACCE0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50631" y="867807"/>
                <a:ext cx="137616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9CCEF6B-51DD-4331-AB9B-F549BCBD1B5C}"/>
                  </a:ext>
                </a:extLst>
              </p:cNvPr>
              <p:cNvSpPr txBox="1"/>
              <p:nvPr/>
            </p:nvSpPr>
            <p:spPr>
              <a:xfrm>
                <a:off x="5459310" y="900714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9CCEF6B-51DD-4331-AB9B-F549BCBD1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9310" y="900714"/>
                <a:ext cx="4531807" cy="136537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07A477AB-D0AF-4724-961A-B55D23AB0D86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D913244-89CC-4E65-B168-480870CD8385}"/>
                  </a:ext>
                </a:extLst>
              </p:cNvPr>
              <p:cNvSpPr txBox="1"/>
              <p:nvPr/>
            </p:nvSpPr>
            <p:spPr>
              <a:xfrm>
                <a:off x="6437574" y="2985349"/>
                <a:ext cx="9554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722 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8 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D913244-89CC-4E65-B168-480870CD8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7574" y="2985349"/>
                <a:ext cx="955496" cy="901785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E49685A-9C69-41F4-8435-7B32944F6E65}"/>
                  </a:ext>
                </a:extLst>
              </p:cNvPr>
              <p:cNvSpPr txBox="1"/>
              <p:nvPr/>
            </p:nvSpPr>
            <p:spPr>
              <a:xfrm>
                <a:off x="7579483" y="2863456"/>
                <a:ext cx="1317947" cy="1145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72</m:t>
                                  </m:r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8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E49685A-9C69-41F4-8435-7B32944F6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9483" y="2863456"/>
                <a:ext cx="1317947" cy="114557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41355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89" grpId="0"/>
      <p:bldP spid="48" grpId="0"/>
      <p:bldP spid="49" grpId="0"/>
      <p:bldP spid="50" grpId="0"/>
      <p:bldP spid="5" grpId="0"/>
      <p:bldP spid="7" grpId="0"/>
      <p:bldP spid="8" grpId="0"/>
      <p:bldP spid="10" grpId="0"/>
      <p:bldP spid="11" grpId="0"/>
      <p:bldP spid="12" grpId="0"/>
      <p:bldP spid="30" grpId="0"/>
      <p:bldP spid="31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C2465-7355-B6BF-FD4E-568B44FE8B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3789BB23-3AAF-C120-D536-1F356417CAF7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1798243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standard deviation for the following distribution: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5BA6BC-DA63-D2D0-14A7-848D2E08EF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42949DE-04B6-6BE6-F191-1E807AEA2EAD}"/>
              </a:ext>
            </a:extLst>
          </p:cNvPr>
          <p:cNvSpPr txBox="1">
            <a:spLocks/>
          </p:cNvSpPr>
          <p:nvPr/>
        </p:nvSpPr>
        <p:spPr>
          <a:xfrm>
            <a:off x="131176" y="28272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2009939-E0B9-1EEF-35D1-88E3448C9226}"/>
              </a:ext>
            </a:extLst>
          </p:cNvPr>
          <p:cNvGraphicFramePr>
            <a:graphicFrameLocks noGrp="1"/>
          </p:cNvGraphicFramePr>
          <p:nvPr/>
        </p:nvGraphicFramePr>
        <p:xfrm>
          <a:off x="271318" y="1395276"/>
          <a:ext cx="1021694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282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DE53DC67-0A26-F4A0-0BE7-AADB8C6A59B4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093FAF-A481-4864-9E07-47A34422074F}"/>
              </a:ext>
            </a:extLst>
          </p:cNvPr>
          <p:cNvSpPr txBox="1"/>
          <p:nvPr/>
        </p:nvSpPr>
        <p:spPr>
          <a:xfrm>
            <a:off x="1594216" y="2827213"/>
            <a:ext cx="55495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Using direct method to calculate S.D.: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19B0A25-D225-4863-B319-17836DA5D7EF}"/>
                  </a:ext>
                </a:extLst>
              </p:cNvPr>
              <p:cNvSpPr txBox="1"/>
              <p:nvPr/>
            </p:nvSpPr>
            <p:spPr>
              <a:xfrm>
                <a:off x="1594216" y="3724902"/>
                <a:ext cx="5103749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19B0A25-D225-4863-B319-17836DA5D7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24902"/>
                <a:ext cx="5103749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3ADEDA8-787E-4661-9293-A0DD3376741F}"/>
                  </a:ext>
                </a:extLst>
              </p:cNvPr>
              <p:cNvSpPr/>
              <p:nvPr/>
            </p:nvSpPr>
            <p:spPr>
              <a:xfrm>
                <a:off x="2433790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3ADEDA8-787E-4661-9293-A0DD337674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3790" y="1995660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9D61D1A-169C-4D30-9CFC-6F885D6CECCB}"/>
                  </a:ext>
                </a:extLst>
              </p:cNvPr>
              <p:cNvSpPr/>
              <p:nvPr/>
            </p:nvSpPr>
            <p:spPr>
              <a:xfrm>
                <a:off x="4136423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9D61D1A-169C-4D30-9CFC-6F885D6CEC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6423" y="1995660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5C64FDC-77E0-4D3E-8C88-47FB90E7A7EB}"/>
                  </a:ext>
                </a:extLst>
              </p:cNvPr>
              <p:cNvSpPr/>
              <p:nvPr/>
            </p:nvSpPr>
            <p:spPr>
              <a:xfrm>
                <a:off x="5839056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5C64FDC-77E0-4D3E-8C88-47FB90E7A7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9056" y="1995660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0332CE-0DA3-47D7-AEC7-4619784E6BB6}"/>
                  </a:ext>
                </a:extLst>
              </p:cNvPr>
              <p:cNvSpPr/>
              <p:nvPr/>
            </p:nvSpPr>
            <p:spPr>
              <a:xfrm>
                <a:off x="7541690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0332CE-0DA3-47D7-AEC7-4619784E6B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1690" y="1995660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812E7D6-789B-4000-91A4-C9B8140BAD87}"/>
                  </a:ext>
                </a:extLst>
              </p:cNvPr>
              <p:cNvSpPr/>
              <p:nvPr/>
            </p:nvSpPr>
            <p:spPr>
              <a:xfrm>
                <a:off x="9244324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812E7D6-789B-4000-91A4-C9B8140BAD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324" y="1995660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67DC547-6477-4276-868A-C673CE184556}"/>
                  </a:ext>
                </a:extLst>
              </p:cNvPr>
              <p:cNvSpPr/>
              <p:nvPr/>
            </p:nvSpPr>
            <p:spPr>
              <a:xfrm>
                <a:off x="2469157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67DC547-6477-4276-868A-C673CE1845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69157" y="1410516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F027A9E-03D6-49AA-AAB1-AF06CCE7ADFA}"/>
                  </a:ext>
                </a:extLst>
              </p:cNvPr>
              <p:cNvSpPr/>
              <p:nvPr/>
            </p:nvSpPr>
            <p:spPr>
              <a:xfrm>
                <a:off x="4171141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F027A9E-03D6-49AA-AAB1-AF06CCE7AD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1141" y="141051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71234CB-1804-4885-9041-C667CF41DCD9}"/>
                  </a:ext>
                </a:extLst>
              </p:cNvPr>
              <p:cNvSpPr/>
              <p:nvPr/>
            </p:nvSpPr>
            <p:spPr>
              <a:xfrm>
                <a:off x="5873125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71234CB-1804-4885-9041-C667CF41DC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3125" y="141051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8D7A72E-CE94-471B-9004-D25F0007BDC5}"/>
                  </a:ext>
                </a:extLst>
              </p:cNvPr>
              <p:cNvSpPr/>
              <p:nvPr/>
            </p:nvSpPr>
            <p:spPr>
              <a:xfrm>
                <a:off x="7575109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8D7A72E-CE94-471B-9004-D25F0007BD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5109" y="141051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0FFDC67-232F-4FFA-AA40-89CE8A4CEC1D}"/>
                  </a:ext>
                </a:extLst>
              </p:cNvPr>
              <p:cNvSpPr/>
              <p:nvPr/>
            </p:nvSpPr>
            <p:spPr>
              <a:xfrm>
                <a:off x="9277092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0FFDC67-232F-4FFA-AA40-89CE8A4CEC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77092" y="1410516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23F90927-7307-4C31-A958-439434328909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815491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/>
      <p:bldP spid="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204015-FA9B-118C-0A48-0D6547CC7A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A34F4F9B-BDE6-4AB9-8B4C-F20A527A6B9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79290797"/>
                  </p:ext>
                </p:extLst>
              </p:nvPr>
            </p:nvGraphicFramePr>
            <p:xfrm>
              <a:off x="2815487" y="872947"/>
              <a:ext cx="4587347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91105">
                      <a:extLst>
                        <a:ext uri="{9D8B030D-6E8A-4147-A177-3AD203B41FA5}">
                          <a16:colId xmlns:a16="http://schemas.microsoft.com/office/drawing/2014/main" val="3231457468"/>
                        </a:ext>
                      </a:extLst>
                    </a:gridCol>
                    <a:gridCol w="2396242">
                      <a:extLst>
                        <a:ext uri="{9D8B030D-6E8A-4147-A177-3AD203B41FA5}">
                          <a16:colId xmlns:a16="http://schemas.microsoft.com/office/drawing/2014/main" val="1107992765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99575862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18043283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21147897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489744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14921247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3596324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650423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A34F4F9B-BDE6-4AB9-8B4C-F20A527A6B9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79290797"/>
                  </p:ext>
                </p:extLst>
              </p:nvPr>
            </p:nvGraphicFramePr>
            <p:xfrm>
              <a:off x="2815487" y="872947"/>
              <a:ext cx="4587347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91105">
                      <a:extLst>
                        <a:ext uri="{9D8B030D-6E8A-4147-A177-3AD203B41FA5}">
                          <a16:colId xmlns:a16="http://schemas.microsoft.com/office/drawing/2014/main" val="3231457468"/>
                        </a:ext>
                      </a:extLst>
                    </a:gridCol>
                    <a:gridCol w="2396242">
                      <a:extLst>
                        <a:ext uri="{9D8B030D-6E8A-4147-A177-3AD203B41FA5}">
                          <a16:colId xmlns:a16="http://schemas.microsoft.com/office/drawing/2014/main" val="1107992765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8" t="-1613" r="-110278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1624" t="-1613" r="-761" b="-5362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99575862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18043283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21147897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489744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14921247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3596324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6504234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2A1C286-19B1-EA80-61D1-5AD942D6B4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EA5A61B-82BD-67EB-CA34-133B17EA69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81460603"/>
                  </p:ext>
                </p:extLst>
              </p:nvPr>
            </p:nvGraphicFramePr>
            <p:xfrm>
              <a:off x="235301" y="872947"/>
              <a:ext cx="2583992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7219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0677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EA5A61B-82BD-67EB-CA34-133B17EA69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81460603"/>
                  </p:ext>
                </p:extLst>
              </p:nvPr>
            </p:nvGraphicFramePr>
            <p:xfrm>
              <a:off x="235301" y="872947"/>
              <a:ext cx="2583992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7219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0677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94" t="-1613" r="-197222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1601" t="-1613" r="-1068" b="-5362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82F7720-EDD9-091C-9F42-23740F37364F}"/>
                  </a:ext>
                </a:extLst>
              </p:cNvPr>
              <p:cNvSpPr/>
              <p:nvPr/>
            </p:nvSpPr>
            <p:spPr>
              <a:xfrm>
                <a:off x="1561184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82F7720-EDD9-091C-9F42-23740F3736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1668447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D29548D-DF65-AB7B-5C76-6B19AFA43BC1}"/>
                  </a:ext>
                </a:extLst>
              </p:cNvPr>
              <p:cNvSpPr/>
              <p:nvPr/>
            </p:nvSpPr>
            <p:spPr>
              <a:xfrm>
                <a:off x="1561184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D29548D-DF65-AB7B-5C76-6B19AFA43B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2257127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8AD5FA9-7D87-E9DD-7947-8266DBF3D884}"/>
                  </a:ext>
                </a:extLst>
              </p:cNvPr>
              <p:cNvSpPr/>
              <p:nvPr/>
            </p:nvSpPr>
            <p:spPr>
              <a:xfrm>
                <a:off x="1561184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8AD5FA9-7D87-E9DD-7947-8266DBF3D8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2845806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6EADC3B-1C68-8B9B-1C7D-95126A799DE5}"/>
                  </a:ext>
                </a:extLst>
              </p:cNvPr>
              <p:cNvSpPr/>
              <p:nvPr/>
            </p:nvSpPr>
            <p:spPr>
              <a:xfrm>
                <a:off x="1561184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6EADC3B-1C68-8B9B-1C7D-95126A799D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3434790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C1A8C50-D9A3-8092-9EC1-DE52E463F1DA}"/>
                  </a:ext>
                </a:extLst>
              </p:cNvPr>
              <p:cNvSpPr/>
              <p:nvPr/>
            </p:nvSpPr>
            <p:spPr>
              <a:xfrm>
                <a:off x="1561184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C1A8C50-D9A3-8092-9EC1-DE52E463F1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4024883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53AC698-7920-4747-A9C0-6F65FF935C05}"/>
                  </a:ext>
                </a:extLst>
              </p:cNvPr>
              <p:cNvSpPr/>
              <p:nvPr/>
            </p:nvSpPr>
            <p:spPr>
              <a:xfrm>
                <a:off x="3525439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53AC698-7920-4747-A9C0-6F65FF935C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1668447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1650D22-99E7-0D21-11F4-B789385C8CCA}"/>
                  </a:ext>
                </a:extLst>
              </p:cNvPr>
              <p:cNvSpPr/>
              <p:nvPr/>
            </p:nvSpPr>
            <p:spPr>
              <a:xfrm>
                <a:off x="3525439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1650D22-99E7-0D21-11F4-B789385C8C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2257127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9933FD5-425C-0080-F5F6-158590CAF29F}"/>
                  </a:ext>
                </a:extLst>
              </p:cNvPr>
              <p:cNvSpPr/>
              <p:nvPr/>
            </p:nvSpPr>
            <p:spPr>
              <a:xfrm>
                <a:off x="3525439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9933FD5-425C-0080-F5F6-158590CAF2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284580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24911F9-FAAE-3924-D755-8D5B4E763766}"/>
                  </a:ext>
                </a:extLst>
              </p:cNvPr>
              <p:cNvSpPr/>
              <p:nvPr/>
            </p:nvSpPr>
            <p:spPr>
              <a:xfrm>
                <a:off x="3525439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24911F9-FAAE-3924-D755-8D5B4E7637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3434790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B1CD6CD-365E-4374-40BE-9FFB5EB7A959}"/>
                  </a:ext>
                </a:extLst>
              </p:cNvPr>
              <p:cNvSpPr/>
              <p:nvPr/>
            </p:nvSpPr>
            <p:spPr>
              <a:xfrm>
                <a:off x="3525439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B1CD6CD-365E-4374-40BE-9FFB5EB7A9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4024883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E930B0-57CB-6312-180F-E782C09AEAA1}"/>
                  </a:ext>
                </a:extLst>
              </p:cNvPr>
              <p:cNvSpPr/>
              <p:nvPr/>
            </p:nvSpPr>
            <p:spPr>
              <a:xfrm>
                <a:off x="5791440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E930B0-57CB-6312-180F-E782C09AEA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1668447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446E14-AADF-80BB-7663-1188E4A288A7}"/>
                  </a:ext>
                </a:extLst>
              </p:cNvPr>
              <p:cNvSpPr/>
              <p:nvPr/>
            </p:nvSpPr>
            <p:spPr>
              <a:xfrm>
                <a:off x="5791440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446E14-AADF-80BB-7663-1188E4A2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2257127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15E6FF6-E271-C0E5-3EB1-C2103DD2AC2A}"/>
                  </a:ext>
                </a:extLst>
              </p:cNvPr>
              <p:cNvSpPr/>
              <p:nvPr/>
            </p:nvSpPr>
            <p:spPr>
              <a:xfrm>
                <a:off x="5791440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15E6FF6-E271-C0E5-3EB1-C2103DD2A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3434790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EC848C-9E7B-8CEB-C631-9341521DEE5C}"/>
                  </a:ext>
                </a:extLst>
              </p:cNvPr>
              <p:cNvSpPr/>
              <p:nvPr/>
            </p:nvSpPr>
            <p:spPr>
              <a:xfrm>
                <a:off x="5791440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EC848C-9E7B-8CEB-C631-9341521DEE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2845806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FB59DD4-E5BC-2B88-E489-30355B146EC9}"/>
                  </a:ext>
                </a:extLst>
              </p:cNvPr>
              <p:cNvSpPr/>
              <p:nvPr/>
            </p:nvSpPr>
            <p:spPr>
              <a:xfrm>
                <a:off x="5791440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FB59DD4-E5BC-2B88-E489-30355B146E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4024883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0A19C22-FC41-4FBA-579F-35A57FA06A8B}"/>
                  </a:ext>
                </a:extLst>
              </p:cNvPr>
              <p:cNvSpPr/>
              <p:nvPr/>
            </p:nvSpPr>
            <p:spPr>
              <a:xfrm>
                <a:off x="1070110" y="4568439"/>
                <a:ext cx="2157385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0A19C22-FC41-4FBA-579F-35A57FA06A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0110" y="4568439"/>
                <a:ext cx="2157385" cy="1080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C4ECB95-028E-0C7C-E2D0-5208571F65D1}"/>
                  </a:ext>
                </a:extLst>
              </p:cNvPr>
              <p:cNvSpPr/>
              <p:nvPr/>
            </p:nvSpPr>
            <p:spPr>
              <a:xfrm>
                <a:off x="278110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C4ECB95-028E-0C7C-E2D0-5208571F65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1668447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6E8043D-4750-C2EC-DEA6-097CD5CEE6E4}"/>
                  </a:ext>
                </a:extLst>
              </p:cNvPr>
              <p:cNvSpPr/>
              <p:nvPr/>
            </p:nvSpPr>
            <p:spPr>
              <a:xfrm>
                <a:off x="278110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6E8043D-4750-C2EC-DEA6-097CD5CEE6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2257127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36B3B5A-B9F1-E735-741F-86B38CE9A99C}"/>
                  </a:ext>
                </a:extLst>
              </p:cNvPr>
              <p:cNvSpPr/>
              <p:nvPr/>
            </p:nvSpPr>
            <p:spPr>
              <a:xfrm>
                <a:off x="278110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36B3B5A-B9F1-E735-741F-86B38CE9A9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2845806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C94DE-808A-0FEC-EFA3-DB75B41DA07F}"/>
                  </a:ext>
                </a:extLst>
              </p:cNvPr>
              <p:cNvSpPr/>
              <p:nvPr/>
            </p:nvSpPr>
            <p:spPr>
              <a:xfrm>
                <a:off x="278110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C94DE-808A-0FEC-EFA3-DB75B41DA0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3434790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9223DC4-2A7A-E2CB-677C-96CCABD0A206}"/>
                  </a:ext>
                </a:extLst>
              </p:cNvPr>
              <p:cNvSpPr/>
              <p:nvPr/>
            </p:nvSpPr>
            <p:spPr>
              <a:xfrm>
                <a:off x="278110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9223DC4-2A7A-E2CB-677C-96CCABD0A2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4024883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A4D9186F-7BAA-902F-A291-86C1621F4770}"/>
                  </a:ext>
                </a:extLst>
              </p:cNvPr>
              <p:cNvSpPr/>
              <p:nvPr/>
            </p:nvSpPr>
            <p:spPr>
              <a:xfrm>
                <a:off x="2807686" y="4568439"/>
                <a:ext cx="2481238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A4D9186F-7BAA-902F-A291-86C1621F47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7686" y="4568439"/>
                <a:ext cx="2481238" cy="1080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17F740-C45B-84A7-343E-DD87CEEEF471}"/>
                  </a:ext>
                </a:extLst>
              </p:cNvPr>
              <p:cNvSpPr/>
              <p:nvPr/>
            </p:nvSpPr>
            <p:spPr>
              <a:xfrm>
                <a:off x="5046057" y="4568439"/>
                <a:ext cx="2573943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=812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17F740-C45B-84A7-343E-DD87CEEEF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6057" y="4568439"/>
                <a:ext cx="2573943" cy="1080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6745BFB-FE80-F4C1-4D9E-7CF486C1E8B0}"/>
                  </a:ext>
                </a:extLst>
              </p:cNvPr>
              <p:cNvSpPr txBox="1"/>
              <p:nvPr/>
            </p:nvSpPr>
            <p:spPr>
              <a:xfrm>
                <a:off x="7882531" y="872947"/>
                <a:ext cx="4566942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6745BFB-FE80-F4C1-4D9E-7CF486C1E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2531" y="872947"/>
                <a:ext cx="4566942" cy="136537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84D5082-5583-B761-296F-A851BB341C95}"/>
                  </a:ext>
                </a:extLst>
              </p:cNvPr>
              <p:cNvSpPr txBox="1"/>
              <p:nvPr/>
            </p:nvSpPr>
            <p:spPr>
              <a:xfrm>
                <a:off x="7885717" y="2571141"/>
                <a:ext cx="407098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US" sz="2800" b="0" i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812</m:t>
                              </m:r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16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102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16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84D5082-5583-B761-296F-A851BB341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5717" y="2571141"/>
                <a:ext cx="4070981" cy="1365374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2B58C1-0F44-B0FE-1082-81F43D2E4A64}"/>
                  </a:ext>
                </a:extLst>
              </p:cNvPr>
              <p:cNvSpPr txBox="1"/>
              <p:nvPr/>
            </p:nvSpPr>
            <p:spPr>
              <a:xfrm>
                <a:off x="7882531" y="4640434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3.1795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2B58C1-0F44-B0FE-1082-81F43D2E4A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2531" y="4640434"/>
                <a:ext cx="2445782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D4F5A-569C-6BFD-B2C9-BD24E767CB2C}"/>
                  </a:ext>
                </a:extLst>
              </p:cNvPr>
              <p:cNvSpPr txBox="1"/>
              <p:nvPr/>
            </p:nvSpPr>
            <p:spPr>
              <a:xfrm>
                <a:off x="7423414" y="308919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D4F5A-569C-6BFD-B2C9-BD24E767C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3414" y="3089193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1ED3B11-F091-EED7-C165-9CE761BC0B1A}"/>
                  </a:ext>
                </a:extLst>
              </p:cNvPr>
              <p:cNvSpPr txBox="1"/>
              <p:nvPr/>
            </p:nvSpPr>
            <p:spPr>
              <a:xfrm>
                <a:off x="7422420" y="464043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1ED3B11-F091-EED7-C165-9CE761BC0B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2420" y="4640434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2E4D2DBA-B02B-4ABD-89F3-56BC3661E8E1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Discrete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B1FC55C-18BA-49F5-BEAD-90452F0BDBA8}"/>
                  </a:ext>
                </a:extLst>
              </p:cNvPr>
              <p:cNvSpPr txBox="1"/>
              <p:nvPr/>
            </p:nvSpPr>
            <p:spPr>
              <a:xfrm>
                <a:off x="8876835" y="2845806"/>
                <a:ext cx="107278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812 </m:t>
                          </m:r>
                        </m:num>
                        <m:den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16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B1FC55C-18BA-49F5-BEAD-90452F0BDB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6835" y="2845806"/>
                <a:ext cx="1072783" cy="901785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33F877B-F841-4BB3-892F-1A5EA942F57F}"/>
                  </a:ext>
                </a:extLst>
              </p:cNvPr>
              <p:cNvSpPr txBox="1"/>
              <p:nvPr/>
            </p:nvSpPr>
            <p:spPr>
              <a:xfrm>
                <a:off x="10090622" y="2692613"/>
                <a:ext cx="1441925" cy="1145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102</m:t>
                                  </m:r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16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33F877B-F841-4BB3-892F-1A5EA942F5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0622" y="2692613"/>
                <a:ext cx="1441925" cy="114557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76332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51" grpId="0"/>
      <p:bldP spid="3" grpId="0"/>
      <p:bldP spid="7" grpId="0"/>
      <p:bldP spid="9" grpId="0"/>
      <p:bldP spid="11" grpId="0"/>
      <p:bldP spid="12" grpId="0"/>
      <p:bldP spid="34" grpId="0"/>
      <p:bldP spid="35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6" name="Table 15">
                <a:extLst>
                  <a:ext uri="{FF2B5EF4-FFF2-40B4-BE49-F238E27FC236}">
                    <a16:creationId xmlns:a16="http://schemas.microsoft.com/office/drawing/2014/main" id="{D555CD5D-40D1-4F2D-A7E6-D17F54E402D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52743440"/>
                  </p:ext>
                </p:extLst>
              </p:nvPr>
            </p:nvGraphicFramePr>
            <p:xfrm>
              <a:off x="133688" y="796744"/>
              <a:ext cx="11924624" cy="320400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16029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103333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209800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4495462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4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80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Step Deviation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6" name="Table 15">
                <a:extLst>
                  <a:ext uri="{FF2B5EF4-FFF2-40B4-BE49-F238E27FC236}">
                    <a16:creationId xmlns:a16="http://schemas.microsoft.com/office/drawing/2014/main" id="{D555CD5D-40D1-4F2D-A7E6-D17F54E402D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52743440"/>
                  </p:ext>
                </p:extLst>
              </p:nvPr>
            </p:nvGraphicFramePr>
            <p:xfrm>
              <a:off x="133688" y="796744"/>
              <a:ext cx="11924624" cy="3204000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116029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103333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2209800">
                      <a:extLst>
                        <a:ext uri="{9D8B030D-6E8A-4147-A177-3AD203B41FA5}">
                          <a16:colId xmlns:a16="http://schemas.microsoft.com/office/drawing/2014/main" val="1132972837"/>
                        </a:ext>
                      </a:extLst>
                    </a:gridCol>
                    <a:gridCol w="4495462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404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36364" t="-6061" r="-204132" b="-12943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5447" t="-6061" r="-407" b="-12943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80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Step Deviation Method</a:t>
                          </a: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0" name="TextBox 9">
            <a:extLst>
              <a:ext uri="{FF2B5EF4-FFF2-40B4-BE49-F238E27FC236}">
                <a16:creationId xmlns:a16="http://schemas.microsoft.com/office/drawing/2014/main" id="{872F175C-8BE8-4A74-BEAE-1A89FF3182AA}"/>
              </a:ext>
            </a:extLst>
          </p:cNvPr>
          <p:cNvSpPr txBox="1"/>
          <p:nvPr/>
        </p:nvSpPr>
        <p:spPr>
          <a:xfrm>
            <a:off x="2873323" y="2816173"/>
            <a:ext cx="19520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i="0" dirty="0">
                <a:solidFill>
                  <a:srgbClr val="002060"/>
                </a:solidFill>
                <a:latin typeface="+mj-lt"/>
              </a:rPr>
              <a:t>-----</a:t>
            </a:r>
            <a:endParaRPr lang="en-IN" sz="2800" dirty="0">
              <a:solidFill>
                <a:srgbClr val="002060"/>
              </a:solidFill>
              <a:latin typeface="Cambria" panose="02040503050406030204" pitchFamily="18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3EA9084-594A-4B9B-9C92-902A35A1DE67}"/>
              </a:ext>
            </a:extLst>
          </p:cNvPr>
          <p:cNvSpPr txBox="1"/>
          <p:nvPr/>
        </p:nvSpPr>
        <p:spPr>
          <a:xfrm>
            <a:off x="5491375" y="2816173"/>
            <a:ext cx="19520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i="0" dirty="0">
                <a:solidFill>
                  <a:srgbClr val="002060"/>
                </a:solidFill>
                <a:latin typeface="+mj-lt"/>
              </a:rPr>
              <a:t>-----</a:t>
            </a:r>
            <a:endParaRPr lang="en-IN" sz="2800" dirty="0">
              <a:solidFill>
                <a:srgbClr val="002060"/>
              </a:solidFill>
              <a:latin typeface="Cambria" panose="02040503050406030204" pitchFamily="18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37C1719-A4E6-431B-9684-557B4FA1A11B}"/>
                  </a:ext>
                </a:extLst>
              </p:cNvPr>
              <p:cNvSpPr txBox="1"/>
              <p:nvPr/>
            </p:nvSpPr>
            <p:spPr>
              <a:xfrm>
                <a:off x="7565043" y="2395096"/>
                <a:ext cx="4569132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f>
                            <m:f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subHide m:val="on"/>
                                          <m:supHide m:val="on"/>
                                          <m:ctrlP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subHide m:val="on"/>
                                          <m:supHide m:val="on"/>
                                          <m:ctrlP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37C1719-A4E6-431B-9684-557B4FA1A1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043" y="2395096"/>
                <a:ext cx="4569132" cy="136537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98476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Variance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Variance is </a:t>
                </a:r>
                <a:r>
                  <a:rPr lang="en-GB" b="1" dirty="0">
                    <a:solidFill>
                      <a:srgbClr val="FF0000"/>
                    </a:solidFill>
                  </a:rPr>
                  <a:t>expectation</a:t>
                </a:r>
                <a:r>
                  <a:rPr lang="en-GB" dirty="0"/>
                  <a:t> (average) of the squared deviations about mean. </a:t>
                </a:r>
              </a:p>
              <a:p>
                <a:r>
                  <a:rPr lang="en-GB" dirty="0"/>
                  <a:t>It informally measures how far a set of (random) numbers are spread out from their mean.</a:t>
                </a:r>
              </a:p>
              <a:p>
                <a:r>
                  <a:rPr lang="en-GB" dirty="0"/>
                  <a:t>It is denoted by capital letter “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r>
                      <a:rPr lang="en-IN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</m:oMath>
                </a14:m>
                <a:r>
                  <a:rPr lang="en-GB" dirty="0"/>
                  <a:t>” and defined as </a:t>
                </a:r>
                <a14:m>
                  <m:oMath xmlns:m="http://schemas.openxmlformats.org/officeDocument/2006/math"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𝛔</m:t>
                        </m:r>
                      </m:e>
                      <m:sup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43764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29067C-9B82-BE41-7E26-F6E5FA816C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25BD5152-64EC-599B-E776-BC704295095E}"/>
              </a:ext>
            </a:extLst>
          </p:cNvPr>
          <p:cNvSpPr txBox="1">
            <a:spLocks/>
          </p:cNvSpPr>
          <p:nvPr/>
        </p:nvSpPr>
        <p:spPr>
          <a:xfrm>
            <a:off x="131723" y="839003"/>
            <a:ext cx="11929645" cy="18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standard deviation and variance for the following distribution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9A42B0-6FAC-EAA6-1796-3F23DD26CA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64458F20-F483-00DA-31F2-1E6A64AD31CA}"/>
              </a:ext>
            </a:extLst>
          </p:cNvPr>
          <p:cNvSpPr txBox="1">
            <a:spLocks/>
          </p:cNvSpPr>
          <p:nvPr/>
        </p:nvSpPr>
        <p:spPr>
          <a:xfrm>
            <a:off x="131723" y="276680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0496E198-DB01-B185-EF13-5FC6078152F4}"/>
              </a:ext>
            </a:extLst>
          </p:cNvPr>
          <p:cNvGraphicFramePr>
            <a:graphicFrameLocks noGrp="1"/>
          </p:cNvGraphicFramePr>
          <p:nvPr/>
        </p:nvGraphicFramePr>
        <p:xfrm>
          <a:off x="293352" y="1384857"/>
          <a:ext cx="1160529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1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318284744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887F384-15EE-42C4-91CF-7DA4DDB0D922}"/>
                  </a:ext>
                </a:extLst>
              </p:cNvPr>
              <p:cNvSpPr/>
              <p:nvPr/>
            </p:nvSpPr>
            <p:spPr>
              <a:xfrm>
                <a:off x="1421066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887F384-15EE-42C4-91CF-7DA4DDB0D9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1066" y="1439374"/>
                <a:ext cx="1584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0532158-ACDB-4C06-A615-5AD8C6C10ADA}"/>
                  </a:ext>
                </a:extLst>
              </p:cNvPr>
              <p:cNvSpPr/>
              <p:nvPr/>
            </p:nvSpPr>
            <p:spPr>
              <a:xfrm>
                <a:off x="2914244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0532158-ACDB-4C06-A615-5AD8C6C10A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4244" y="1439374"/>
                <a:ext cx="1584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2C3407F-0BD2-4B38-846E-F26F3590F748}"/>
                  </a:ext>
                </a:extLst>
              </p:cNvPr>
              <p:cNvSpPr/>
              <p:nvPr/>
            </p:nvSpPr>
            <p:spPr>
              <a:xfrm>
                <a:off x="4407422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2C3407F-0BD2-4B38-846E-F26F3590F7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7422" y="1439374"/>
                <a:ext cx="1584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E024528B-76E9-4BF6-A073-7363A09A7924}"/>
                  </a:ext>
                </a:extLst>
              </p:cNvPr>
              <p:cNvSpPr/>
              <p:nvPr/>
            </p:nvSpPr>
            <p:spPr>
              <a:xfrm>
                <a:off x="7393778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E024528B-76E9-4BF6-A073-7363A09A79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3778" y="1439374"/>
                <a:ext cx="1584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3AEDFEB-7079-48FB-8652-492D45AB7A9C}"/>
                  </a:ext>
                </a:extLst>
              </p:cNvPr>
              <p:cNvSpPr/>
              <p:nvPr/>
            </p:nvSpPr>
            <p:spPr>
              <a:xfrm>
                <a:off x="8886956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3AEDFEB-7079-48FB-8652-492D45AB7A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956" y="1439374"/>
                <a:ext cx="1584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663669-D497-431B-876F-89979AAEC942}"/>
                  </a:ext>
                </a:extLst>
              </p:cNvPr>
              <p:cNvSpPr/>
              <p:nvPr/>
            </p:nvSpPr>
            <p:spPr>
              <a:xfrm>
                <a:off x="10380133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0−70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663669-D497-431B-876F-89979AAEC9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80133" y="1439374"/>
                <a:ext cx="1584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8E2886C-71A4-42B1-A44A-E233A35BBA32}"/>
                  </a:ext>
                </a:extLst>
              </p:cNvPr>
              <p:cNvSpPr/>
              <p:nvPr/>
            </p:nvSpPr>
            <p:spPr>
              <a:xfrm>
                <a:off x="5900600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8E2886C-71A4-42B1-A44A-E233A35BBA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0600" y="1439374"/>
                <a:ext cx="1584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64840E-D8F5-4E73-AC0F-287F86D57E0A}"/>
                  </a:ext>
                </a:extLst>
              </p:cNvPr>
              <p:cNvSpPr/>
              <p:nvPr/>
            </p:nvSpPr>
            <p:spPr>
              <a:xfrm>
                <a:off x="1817066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64840E-D8F5-4E73-AC0F-287F86D57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7066" y="1994685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52EA067-D1B5-4D6D-ACE2-8EAA666E4B4F}"/>
                  </a:ext>
                </a:extLst>
              </p:cNvPr>
              <p:cNvSpPr/>
              <p:nvPr/>
            </p:nvSpPr>
            <p:spPr>
              <a:xfrm>
                <a:off x="7789778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52EA067-D1B5-4D6D-ACE2-8EAA666E4B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778" y="1994685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8856E8C-F1FA-4D74-9A32-7182EF9EBCD1}"/>
                  </a:ext>
                </a:extLst>
              </p:cNvPr>
              <p:cNvSpPr/>
              <p:nvPr/>
            </p:nvSpPr>
            <p:spPr>
              <a:xfrm>
                <a:off x="3310244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8856E8C-F1FA-4D74-9A32-7182EF9EBC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10244" y="1994685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D099A0D-82D1-4395-BE92-29D1E94160AE}"/>
                  </a:ext>
                </a:extLst>
              </p:cNvPr>
              <p:cNvSpPr/>
              <p:nvPr/>
            </p:nvSpPr>
            <p:spPr>
              <a:xfrm>
                <a:off x="4803422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D099A0D-82D1-4395-BE92-29D1E9416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3422" y="1994685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9FE87577-1CA7-4846-849F-22C44E587BD9}"/>
                  </a:ext>
                </a:extLst>
              </p:cNvPr>
              <p:cNvSpPr/>
              <p:nvPr/>
            </p:nvSpPr>
            <p:spPr>
              <a:xfrm>
                <a:off x="6296600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9FE87577-1CA7-4846-849F-22C44E587B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6600" y="1994685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06C1804-1443-40D0-B231-49CFE2CD9B6E}"/>
                  </a:ext>
                </a:extLst>
              </p:cNvPr>
              <p:cNvSpPr/>
              <p:nvPr/>
            </p:nvSpPr>
            <p:spPr>
              <a:xfrm>
                <a:off x="9282956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06C1804-1443-40D0-B231-49CFE2CD9B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82956" y="1994685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188FBFD-FA4F-40F6-94DC-477AD31085DD}"/>
                  </a:ext>
                </a:extLst>
              </p:cNvPr>
              <p:cNvSpPr/>
              <p:nvPr/>
            </p:nvSpPr>
            <p:spPr>
              <a:xfrm>
                <a:off x="10776133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188FBFD-FA4F-40F6-94DC-477AD31085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76133" y="1994685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36C225BA-CF71-4046-8338-093F15944B1D}"/>
              </a:ext>
            </a:extLst>
          </p:cNvPr>
          <p:cNvSpPr txBox="1"/>
          <p:nvPr/>
        </p:nvSpPr>
        <p:spPr>
          <a:xfrm>
            <a:off x="1594216" y="2827213"/>
            <a:ext cx="69875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Using step deviation method to calculate S.D.: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C9EAC8A-5C8D-43FC-84E3-6C76B176B89F}"/>
                  </a:ext>
                </a:extLst>
              </p:cNvPr>
              <p:cNvSpPr txBox="1"/>
              <p:nvPr/>
            </p:nvSpPr>
            <p:spPr>
              <a:xfrm>
                <a:off x="1594216" y="3724902"/>
                <a:ext cx="6426263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C9EAC8A-5C8D-43FC-84E3-6C76B176B8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24902"/>
                <a:ext cx="6426263" cy="136537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85068EBB-EC9C-4256-8630-5DC13A6A54F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740686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2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C20B0-E773-BA1C-F52B-5634E6BC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442C33E0-6E01-4663-B6E7-ABE00CF4119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01034729"/>
                  </p:ext>
                </p:extLst>
              </p:nvPr>
            </p:nvGraphicFramePr>
            <p:xfrm>
              <a:off x="3346886" y="822379"/>
              <a:ext cx="1420204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20204">
                      <a:extLst>
                        <a:ext uri="{9D8B030D-6E8A-4147-A177-3AD203B41FA5}">
                          <a16:colId xmlns:a16="http://schemas.microsoft.com/office/drawing/2014/main" val="2097856094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865690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2246663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5995343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084020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5599094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9289123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4993258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312782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518349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442C33E0-6E01-4663-B6E7-ABE00CF4119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01034729"/>
                  </p:ext>
                </p:extLst>
              </p:nvPr>
            </p:nvGraphicFramePr>
            <p:xfrm>
              <a:off x="3346886" y="822379"/>
              <a:ext cx="1420204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20204">
                      <a:extLst>
                        <a:ext uri="{9D8B030D-6E8A-4147-A177-3AD203B41FA5}">
                          <a16:colId xmlns:a16="http://schemas.microsoft.com/office/drawing/2014/main" val="2097856094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55" t="-893" r="-1282" b="-73482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865690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2246663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5995343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084020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5599094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9289123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4993258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312782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518349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FED1FCA2-4C6C-48E1-99D4-0755B8275CF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04016477"/>
                  </p:ext>
                </p:extLst>
              </p:nvPr>
            </p:nvGraphicFramePr>
            <p:xfrm>
              <a:off x="4767090" y="822379"/>
              <a:ext cx="1121213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21213">
                      <a:extLst>
                        <a:ext uri="{9D8B030D-6E8A-4147-A177-3AD203B41FA5}">
                          <a16:colId xmlns:a16="http://schemas.microsoft.com/office/drawing/2014/main" val="2923218878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9455978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5647122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437492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2200380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9630102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315068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915085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175511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783752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FED1FCA2-4C6C-48E1-99D4-0755B8275CF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04016477"/>
                  </p:ext>
                </p:extLst>
              </p:nvPr>
            </p:nvGraphicFramePr>
            <p:xfrm>
              <a:off x="4767090" y="822379"/>
              <a:ext cx="1121213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21213">
                      <a:extLst>
                        <a:ext uri="{9D8B030D-6E8A-4147-A177-3AD203B41FA5}">
                          <a16:colId xmlns:a16="http://schemas.microsoft.com/office/drawing/2014/main" val="2923218878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087" t="-893" r="-2174" b="-73482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9455978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5647122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437492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2200380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9630102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315068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915085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175511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783752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80AAA786-68FA-41E5-8C96-DE618D03DD7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33602460"/>
                  </p:ext>
                </p:extLst>
              </p:nvPr>
            </p:nvGraphicFramePr>
            <p:xfrm>
              <a:off x="5888303" y="822379"/>
              <a:ext cx="4725448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3377">
                      <a:extLst>
                        <a:ext uri="{9D8B030D-6E8A-4147-A177-3AD203B41FA5}">
                          <a16:colId xmlns:a16="http://schemas.microsoft.com/office/drawing/2014/main" val="1608522226"/>
                        </a:ext>
                      </a:extLst>
                    </a:gridCol>
                    <a:gridCol w="2422071">
                      <a:extLst>
                        <a:ext uri="{9D8B030D-6E8A-4147-A177-3AD203B41FA5}">
                          <a16:colId xmlns:a16="http://schemas.microsoft.com/office/drawing/2014/main" val="2864654725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10122526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5769290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770168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09528568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3029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1829213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896398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9343454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119701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80AAA786-68FA-41E5-8C96-DE618D03DD7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33602460"/>
                  </p:ext>
                </p:extLst>
              </p:nvPr>
            </p:nvGraphicFramePr>
            <p:xfrm>
              <a:off x="5888303" y="822379"/>
              <a:ext cx="4725448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3377">
                      <a:extLst>
                        <a:ext uri="{9D8B030D-6E8A-4147-A177-3AD203B41FA5}">
                          <a16:colId xmlns:a16="http://schemas.microsoft.com/office/drawing/2014/main" val="1608522226"/>
                        </a:ext>
                      </a:extLst>
                    </a:gridCol>
                    <a:gridCol w="2422071">
                      <a:extLst>
                        <a:ext uri="{9D8B030D-6E8A-4147-A177-3AD203B41FA5}">
                          <a16:colId xmlns:a16="http://schemas.microsoft.com/office/drawing/2014/main" val="2864654725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64" t="-893" r="-105805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95477" t="-893" r="-754" b="-73482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10122526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5769290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770168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09528568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3029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1829213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896398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9343454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119701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D4476B1-6DE8-4E2A-C476-73822F0B7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148C3B84-BCE6-6EB7-69F8-1EA20F42B1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8649457"/>
                  </p:ext>
                </p:extLst>
              </p:nvPr>
            </p:nvGraphicFramePr>
            <p:xfrm>
              <a:off x="91952" y="822379"/>
              <a:ext cx="3254754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81413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773341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1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5888853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7034981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148C3B84-BCE6-6EB7-69F8-1EA20F42B1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8649457"/>
                  </p:ext>
                </p:extLst>
              </p:nvPr>
            </p:nvGraphicFramePr>
            <p:xfrm>
              <a:off x="91952" y="822379"/>
              <a:ext cx="3254754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81413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773341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820" t="-893" r="-120492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84536" t="-893" r="-1031" b="-73482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5888853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7034981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2670FD1-40AE-BD15-98AE-46D27E7716AE}"/>
                  </a:ext>
                </a:extLst>
              </p:cNvPr>
              <p:cNvSpPr/>
              <p:nvPr/>
            </p:nvSpPr>
            <p:spPr>
              <a:xfrm>
                <a:off x="121027" y="1525658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2670FD1-40AE-BD15-98AE-46D27E7716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1525658"/>
                <a:ext cx="1476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262ADF8-273C-CFE4-B3C6-1173631CB40C}"/>
                  </a:ext>
                </a:extLst>
              </p:cNvPr>
              <p:cNvSpPr/>
              <p:nvPr/>
            </p:nvSpPr>
            <p:spPr>
              <a:xfrm>
                <a:off x="121027" y="2094539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262ADF8-273C-CFE4-B3C6-1173631CB4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2094539"/>
                <a:ext cx="1476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5B425F6-B89D-99A0-E75A-A647E9424D6D}"/>
                  </a:ext>
                </a:extLst>
              </p:cNvPr>
              <p:cNvSpPr/>
              <p:nvPr/>
            </p:nvSpPr>
            <p:spPr>
              <a:xfrm>
                <a:off x="121027" y="2663420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5B425F6-B89D-99A0-E75A-A647E9424D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2663420"/>
                <a:ext cx="1476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BB90EBD-3D4F-1F9B-0E23-718333CAD10F}"/>
                  </a:ext>
                </a:extLst>
              </p:cNvPr>
              <p:cNvSpPr/>
              <p:nvPr/>
            </p:nvSpPr>
            <p:spPr>
              <a:xfrm>
                <a:off x="121027" y="3801182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BB90EBD-3D4F-1F9B-0E23-718333CAD1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3801182"/>
                <a:ext cx="1476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8B54497-A3F2-507F-49DC-F2645185CB5E}"/>
                  </a:ext>
                </a:extLst>
              </p:cNvPr>
              <p:cNvSpPr/>
              <p:nvPr/>
            </p:nvSpPr>
            <p:spPr>
              <a:xfrm>
                <a:off x="121027" y="4370063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8B54497-A3F2-507F-49DC-F2645185CB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4370063"/>
                <a:ext cx="1476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46662DF-373F-E366-5CE8-62BEF584D90B}"/>
                  </a:ext>
                </a:extLst>
              </p:cNvPr>
              <p:cNvSpPr/>
              <p:nvPr/>
            </p:nvSpPr>
            <p:spPr>
              <a:xfrm>
                <a:off x="2155160" y="152758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46662DF-373F-E366-5CE8-62BEF584D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1527586"/>
                <a:ext cx="687323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45F9628-EF7C-FC74-4617-70B2A2742E7B}"/>
                  </a:ext>
                </a:extLst>
              </p:cNvPr>
              <p:cNvSpPr/>
              <p:nvPr/>
            </p:nvSpPr>
            <p:spPr>
              <a:xfrm>
                <a:off x="2155160" y="380182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45F9628-EF7C-FC74-4617-70B2A2742E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3801822"/>
                <a:ext cx="687323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8FBC979-AF64-B33A-93C6-65842872F34C}"/>
                  </a:ext>
                </a:extLst>
              </p:cNvPr>
              <p:cNvSpPr/>
              <p:nvPr/>
            </p:nvSpPr>
            <p:spPr>
              <a:xfrm>
                <a:off x="2155160" y="2096145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8FBC979-AF64-B33A-93C6-65842872F3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2096145"/>
                <a:ext cx="687323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2D61FA49-C603-5616-8642-960A69515181}"/>
                  </a:ext>
                </a:extLst>
              </p:cNvPr>
              <p:cNvSpPr/>
              <p:nvPr/>
            </p:nvSpPr>
            <p:spPr>
              <a:xfrm>
                <a:off x="2155160" y="2664704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2D61FA49-C603-5616-8642-960A695151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2664704"/>
                <a:ext cx="687323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7E5F1-F3F2-2022-E979-D2B09F7D0DAB}"/>
                  </a:ext>
                </a:extLst>
              </p:cNvPr>
              <p:cNvSpPr/>
              <p:nvPr/>
            </p:nvSpPr>
            <p:spPr>
              <a:xfrm>
                <a:off x="2155160" y="3233263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7E5F1-F3F2-2022-E979-D2B09F7D0D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3233263"/>
                <a:ext cx="687323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5DCBAEE-4050-B23C-8B93-35A8F2B60C48}"/>
                  </a:ext>
                </a:extLst>
              </p:cNvPr>
              <p:cNvSpPr/>
              <p:nvPr/>
            </p:nvSpPr>
            <p:spPr>
              <a:xfrm>
                <a:off x="121027" y="4938942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5DCBAEE-4050-B23C-8B93-35A8F2B60C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4938942"/>
                <a:ext cx="1476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D6581296-EF42-0CB1-5E2A-08E43B6C8B48}"/>
                  </a:ext>
                </a:extLst>
              </p:cNvPr>
              <p:cNvSpPr/>
              <p:nvPr/>
            </p:nvSpPr>
            <p:spPr>
              <a:xfrm>
                <a:off x="121027" y="3232301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D6581296-EF42-0CB1-5E2A-08E43B6C8B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3232301"/>
                <a:ext cx="1476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2C25A0B-2C80-F4B4-EEBC-925E89ABF930}"/>
                  </a:ext>
                </a:extLst>
              </p:cNvPr>
              <p:cNvSpPr/>
              <p:nvPr/>
            </p:nvSpPr>
            <p:spPr>
              <a:xfrm>
                <a:off x="2155160" y="4370381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2C25A0B-2C80-F4B4-EEBC-925E89ABF9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4370381"/>
                <a:ext cx="687323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DB13F3F5-4DBF-E83F-5A83-48869EEE7BA5}"/>
                  </a:ext>
                </a:extLst>
              </p:cNvPr>
              <p:cNvSpPr/>
              <p:nvPr/>
            </p:nvSpPr>
            <p:spPr>
              <a:xfrm>
                <a:off x="2155160" y="493894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DB13F3F5-4DBF-E83F-5A83-48869EEE7B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4938942"/>
                <a:ext cx="687323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44A68FED-6B0D-27DF-590F-22260D57D7AF}"/>
                  </a:ext>
                </a:extLst>
              </p:cNvPr>
              <p:cNvSpPr/>
              <p:nvPr/>
            </p:nvSpPr>
            <p:spPr>
              <a:xfrm>
                <a:off x="3452502" y="152565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44A68FED-6B0D-27DF-590F-22260D57D7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1525657"/>
                <a:ext cx="687323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2E00C37-8B17-7AEA-4FC3-F66F2508BEC1}"/>
                  </a:ext>
                </a:extLst>
              </p:cNvPr>
              <p:cNvSpPr/>
              <p:nvPr/>
            </p:nvSpPr>
            <p:spPr>
              <a:xfrm>
                <a:off x="3452502" y="380263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2E00C37-8B17-7AEA-4FC3-F66F2508BE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3802637"/>
                <a:ext cx="687323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2A1E78F-29C1-EE2B-0C4A-1AB3B8E2B12E}"/>
                  </a:ext>
                </a:extLst>
              </p:cNvPr>
              <p:cNvSpPr/>
              <p:nvPr/>
            </p:nvSpPr>
            <p:spPr>
              <a:xfrm>
                <a:off x="3452502" y="209490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2A1E78F-29C1-EE2B-0C4A-1AB3B8E2B1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2094902"/>
                <a:ext cx="687323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5626554-CA92-8020-74BE-CD400DDF03F1}"/>
                  </a:ext>
                </a:extLst>
              </p:cNvPr>
              <p:cNvSpPr/>
              <p:nvPr/>
            </p:nvSpPr>
            <p:spPr>
              <a:xfrm>
                <a:off x="3452502" y="266414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5626554-CA92-8020-74BE-CD400DDF0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2664147"/>
                <a:ext cx="687323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DFC2CBC-E1F4-8DB3-BCFD-EFE567AEF6FC}"/>
                  </a:ext>
                </a:extLst>
              </p:cNvPr>
              <p:cNvSpPr/>
              <p:nvPr/>
            </p:nvSpPr>
            <p:spPr>
              <a:xfrm>
                <a:off x="3452502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DFC2CBC-E1F4-8DB3-BCFD-EFE567AEF6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3233392"/>
                <a:ext cx="687323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C785D2BE-4F80-CA33-50E9-A44CF06A7AE8}"/>
                  </a:ext>
                </a:extLst>
              </p:cNvPr>
              <p:cNvSpPr/>
              <p:nvPr/>
            </p:nvSpPr>
            <p:spPr>
              <a:xfrm>
                <a:off x="3452502" y="437188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C785D2BE-4F80-CA33-50E9-A44CF06A7A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4371882"/>
                <a:ext cx="687323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951A84B5-A472-0D1F-3D05-B2500D19F60E}"/>
                  </a:ext>
                </a:extLst>
              </p:cNvPr>
              <p:cNvSpPr/>
              <p:nvPr/>
            </p:nvSpPr>
            <p:spPr>
              <a:xfrm>
                <a:off x="3452502" y="494112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951A84B5-A472-0D1F-3D05-B2500D19F6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4941126"/>
                <a:ext cx="68732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D25E29-9CB0-E378-0DA7-27790C9B8AF0}"/>
                  </a:ext>
                </a:extLst>
              </p:cNvPr>
              <p:cNvSpPr/>
              <p:nvPr/>
            </p:nvSpPr>
            <p:spPr>
              <a:xfrm>
                <a:off x="1597027" y="5482736"/>
                <a:ext cx="20343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D25E29-9CB0-E378-0DA7-27790C9B8A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7027" y="5482736"/>
                <a:ext cx="2034364" cy="1080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72D62EC-CA88-41C6-BBB9-3DB664D993DE}"/>
                  </a:ext>
                </a:extLst>
              </p:cNvPr>
              <p:cNvSpPr/>
              <p:nvPr/>
            </p:nvSpPr>
            <p:spPr>
              <a:xfrm>
                <a:off x="3934701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72D62EC-CA88-41C6-BBB9-3DB664D99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4701" y="3233392"/>
                <a:ext cx="687323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B790CC1-2805-483D-8035-35CF35FF1391}"/>
                  </a:ext>
                </a:extLst>
              </p:cNvPr>
              <p:cNvSpPr/>
              <p:nvPr/>
            </p:nvSpPr>
            <p:spPr>
              <a:xfrm>
                <a:off x="5016820" y="152565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B790CC1-2805-483D-8035-35CF35FF13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1525657"/>
                <a:ext cx="687323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6EB3A3D-FF99-4674-92EF-2A89EDF047C8}"/>
                  </a:ext>
                </a:extLst>
              </p:cNvPr>
              <p:cNvSpPr/>
              <p:nvPr/>
            </p:nvSpPr>
            <p:spPr>
              <a:xfrm>
                <a:off x="5016820" y="380263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6EB3A3D-FF99-4674-92EF-2A89EDF04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3802637"/>
                <a:ext cx="687323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1F660EC-E543-42F4-B2BD-A662C6E7E525}"/>
                  </a:ext>
                </a:extLst>
              </p:cNvPr>
              <p:cNvSpPr/>
              <p:nvPr/>
            </p:nvSpPr>
            <p:spPr>
              <a:xfrm>
                <a:off x="5016820" y="209490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1F660EC-E543-42F4-B2BD-A662C6E7E5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2094902"/>
                <a:ext cx="687323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85013D-65BA-40D6-9BE4-46B22F954495}"/>
                  </a:ext>
                </a:extLst>
              </p:cNvPr>
              <p:cNvSpPr/>
              <p:nvPr/>
            </p:nvSpPr>
            <p:spPr>
              <a:xfrm>
                <a:off x="5016820" y="266414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85013D-65BA-40D6-9BE4-46B22F9544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2664147"/>
                <a:ext cx="687323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96AFCE-48EF-4391-93BA-DFAB8AFAF2E9}"/>
                  </a:ext>
                </a:extLst>
              </p:cNvPr>
              <p:cNvSpPr/>
              <p:nvPr/>
            </p:nvSpPr>
            <p:spPr>
              <a:xfrm>
                <a:off x="5016820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96AFCE-48EF-4391-93BA-DFAB8AFAF2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3233392"/>
                <a:ext cx="687323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766E7E3-8B82-4EC6-BE8B-A05989D58387}"/>
                  </a:ext>
                </a:extLst>
              </p:cNvPr>
              <p:cNvSpPr/>
              <p:nvPr/>
            </p:nvSpPr>
            <p:spPr>
              <a:xfrm>
                <a:off x="5016820" y="437188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766E7E3-8B82-4EC6-BE8B-A05989D583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4371882"/>
                <a:ext cx="687323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ED66B6-4E1B-4329-9BE0-D00E70F210DD}"/>
                  </a:ext>
                </a:extLst>
              </p:cNvPr>
              <p:cNvSpPr/>
              <p:nvPr/>
            </p:nvSpPr>
            <p:spPr>
              <a:xfrm>
                <a:off x="5016820" y="494112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ED66B6-4E1B-4329-9BE0-D00E70F210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4941126"/>
                <a:ext cx="687323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5F11FD8-3BCD-42B9-A978-6885E71B5253}"/>
                  </a:ext>
                </a:extLst>
              </p:cNvPr>
              <p:cNvSpPr/>
              <p:nvPr/>
            </p:nvSpPr>
            <p:spPr>
              <a:xfrm>
                <a:off x="6581138" y="152565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5F11FD8-3BCD-42B9-A978-6885E71B5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1525657"/>
                <a:ext cx="828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7E6846C-94EF-489B-82C2-1253E9C3D61E}"/>
                  </a:ext>
                </a:extLst>
              </p:cNvPr>
              <p:cNvSpPr/>
              <p:nvPr/>
            </p:nvSpPr>
            <p:spPr>
              <a:xfrm>
                <a:off x="6581138" y="380263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7E6846C-94EF-489B-82C2-1253E9C3D6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3802637"/>
                <a:ext cx="828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5FFCDAF-8C74-4C7B-B9AB-33D1210523B6}"/>
                  </a:ext>
                </a:extLst>
              </p:cNvPr>
              <p:cNvSpPr/>
              <p:nvPr/>
            </p:nvSpPr>
            <p:spPr>
              <a:xfrm>
                <a:off x="6581138" y="209490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5FFCDAF-8C74-4C7B-B9AB-33D1210523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2094902"/>
                <a:ext cx="828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6934C2D-F235-4FBE-8CD8-6C4E4FA49792}"/>
                  </a:ext>
                </a:extLst>
              </p:cNvPr>
              <p:cNvSpPr/>
              <p:nvPr/>
            </p:nvSpPr>
            <p:spPr>
              <a:xfrm>
                <a:off x="6581138" y="266414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6934C2D-F235-4FBE-8CD8-6C4E4FA49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2664147"/>
                <a:ext cx="828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7280848-C2F9-4692-8B80-424DAAB5B1CB}"/>
                  </a:ext>
                </a:extLst>
              </p:cNvPr>
              <p:cNvSpPr/>
              <p:nvPr/>
            </p:nvSpPr>
            <p:spPr>
              <a:xfrm>
                <a:off x="6581138" y="323339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7280848-C2F9-4692-8B80-424DAAB5B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3233392"/>
                <a:ext cx="828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DB0DB8-7EF6-4935-8C25-E9741070F9BD}"/>
                  </a:ext>
                </a:extLst>
              </p:cNvPr>
              <p:cNvSpPr/>
              <p:nvPr/>
            </p:nvSpPr>
            <p:spPr>
              <a:xfrm>
                <a:off x="6581138" y="437188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DB0DB8-7EF6-4935-8C25-E9741070F9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4371882"/>
                <a:ext cx="828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B570608-3E6A-4244-982B-664A6C264EEA}"/>
                  </a:ext>
                </a:extLst>
              </p:cNvPr>
              <p:cNvSpPr/>
              <p:nvPr/>
            </p:nvSpPr>
            <p:spPr>
              <a:xfrm>
                <a:off x="6581138" y="4941126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B570608-3E6A-4244-982B-664A6C264E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4941126"/>
                <a:ext cx="828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81835DDE-424F-4F89-90C6-86F0DE1CE51A}"/>
                  </a:ext>
                </a:extLst>
              </p:cNvPr>
              <p:cNvSpPr/>
              <p:nvPr/>
            </p:nvSpPr>
            <p:spPr>
              <a:xfrm>
                <a:off x="9028586" y="152565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81835DDE-424F-4F89-90C6-86F0DE1CE5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1525657"/>
                <a:ext cx="828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39D67D6-B172-4482-B063-19DB3D6EF500}"/>
                  </a:ext>
                </a:extLst>
              </p:cNvPr>
              <p:cNvSpPr/>
              <p:nvPr/>
            </p:nvSpPr>
            <p:spPr>
              <a:xfrm>
                <a:off x="9028586" y="380263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39D67D6-B172-4482-B063-19DB3D6EF5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3802637"/>
                <a:ext cx="828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547A8E8-6EDD-4A58-A89C-637BE6C5336A}"/>
                  </a:ext>
                </a:extLst>
              </p:cNvPr>
              <p:cNvSpPr/>
              <p:nvPr/>
            </p:nvSpPr>
            <p:spPr>
              <a:xfrm>
                <a:off x="9028586" y="209490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547A8E8-6EDD-4A58-A89C-637BE6C533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2094902"/>
                <a:ext cx="828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218514E-19F8-4335-9C89-7B700405D1D2}"/>
                  </a:ext>
                </a:extLst>
              </p:cNvPr>
              <p:cNvSpPr/>
              <p:nvPr/>
            </p:nvSpPr>
            <p:spPr>
              <a:xfrm>
                <a:off x="9028586" y="266414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218514E-19F8-4335-9C89-7B700405D1D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2664147"/>
                <a:ext cx="828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C643A25-036E-4BCD-857A-C059CF26EB88}"/>
                  </a:ext>
                </a:extLst>
              </p:cNvPr>
              <p:cNvSpPr/>
              <p:nvPr/>
            </p:nvSpPr>
            <p:spPr>
              <a:xfrm>
                <a:off x="9028586" y="323339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C643A25-036E-4BCD-857A-C059CF26EB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3233392"/>
                <a:ext cx="828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46DAAF5-72E3-4357-ABC0-E17C91C7060C}"/>
                  </a:ext>
                </a:extLst>
              </p:cNvPr>
              <p:cNvSpPr/>
              <p:nvPr/>
            </p:nvSpPr>
            <p:spPr>
              <a:xfrm>
                <a:off x="9028586" y="437188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46DAAF5-72E3-4357-ABC0-E17C91C706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4371882"/>
                <a:ext cx="828000" cy="522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D6F7759A-7869-42CC-BEC0-7BBB1A62443F}"/>
                  </a:ext>
                </a:extLst>
              </p:cNvPr>
              <p:cNvSpPr/>
              <p:nvPr/>
            </p:nvSpPr>
            <p:spPr>
              <a:xfrm>
                <a:off x="9028586" y="4941126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D6F7759A-7869-42CC-BEC0-7BBB1A6244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4941126"/>
                <a:ext cx="828000" cy="52200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32D7949-B270-4F92-A9E3-17EF7C0DDDA7}"/>
                  </a:ext>
                </a:extLst>
              </p:cNvPr>
              <p:cNvSpPr/>
              <p:nvPr/>
            </p:nvSpPr>
            <p:spPr>
              <a:xfrm>
                <a:off x="5875134" y="5482736"/>
                <a:ext cx="2738817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32D7949-B270-4F92-A9E3-17EF7C0DDD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5134" y="5482736"/>
                <a:ext cx="2738817" cy="1080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0E874C4-B858-4B53-B547-21B9145DF1AF}"/>
                  </a:ext>
                </a:extLst>
              </p:cNvPr>
              <p:cNvSpPr/>
              <p:nvPr/>
            </p:nvSpPr>
            <p:spPr>
              <a:xfrm>
                <a:off x="8284470" y="5482736"/>
                <a:ext cx="25516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0E874C4-B858-4B53-B547-21B9145DF1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4470" y="5482736"/>
                <a:ext cx="2551664" cy="108000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TextBox 80">
            <a:extLst>
              <a:ext uri="{FF2B5EF4-FFF2-40B4-BE49-F238E27FC236}">
                <a16:creationId xmlns:a16="http://schemas.microsoft.com/office/drawing/2014/main" id="{210C68AA-92E3-48FB-AB50-5A425F6F635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B6EC318F-1347-4B4D-A834-5837FD4F5A3F}"/>
                  </a:ext>
                </a:extLst>
              </p:cNvPr>
              <p:cNvSpPr/>
              <p:nvPr/>
            </p:nvSpPr>
            <p:spPr>
              <a:xfrm>
                <a:off x="10645910" y="829835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B6EC318F-1347-4B4D-A834-5837FD4F5A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5910" y="829835"/>
                <a:ext cx="1476000" cy="52200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95434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  <p:bldP spid="75" grpId="0"/>
      <p:bldP spid="76" grpId="0"/>
      <p:bldP spid="77" grpId="0"/>
      <p:bldP spid="78" grpId="0"/>
      <p:bldP spid="79" grpId="0"/>
      <p:bldP spid="13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80" grpId="0"/>
      <p:bldP spid="88" grpId="0"/>
      <p:bldP spid="89" grpId="0"/>
      <p:bldP spid="90" grpId="0"/>
      <p:bldP spid="91" grpId="0"/>
      <p:bldP spid="92" grpId="0"/>
      <p:bldP spid="93" grpId="0"/>
      <p:bldP spid="83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C20B0-E773-BA1C-F52B-5634E6BC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4476B1-6DE8-4E2A-C476-73822F0B7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1DEA50C-57D6-4EC9-8DFF-6401D394AA55}"/>
                  </a:ext>
                </a:extLst>
              </p:cNvPr>
              <p:cNvSpPr txBox="1"/>
              <p:nvPr/>
            </p:nvSpPr>
            <p:spPr>
              <a:xfrm>
                <a:off x="590754" y="991857"/>
                <a:ext cx="543584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1DEA50C-57D6-4EC9-8DFF-6401D394AA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754" y="991857"/>
                <a:ext cx="5435847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26A3BB-F764-4A49-9E8B-1C5172EF6877}"/>
                  </a:ext>
                </a:extLst>
              </p:cNvPr>
              <p:cNvSpPr/>
              <p:nvPr/>
            </p:nvSpPr>
            <p:spPr>
              <a:xfrm>
                <a:off x="10087546" y="1560994"/>
                <a:ext cx="20343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26A3BB-F764-4A49-9E8B-1C5172EF68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7546" y="1560994"/>
                <a:ext cx="2034364" cy="1080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C4797264-77FB-4F72-8812-FA85B49AB342}"/>
                  </a:ext>
                </a:extLst>
              </p:cNvPr>
              <p:cNvSpPr/>
              <p:nvPr/>
            </p:nvSpPr>
            <p:spPr>
              <a:xfrm>
                <a:off x="9383093" y="2850153"/>
                <a:ext cx="2738817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C4797264-77FB-4F72-8812-FA85B49AB3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3093" y="2850153"/>
                <a:ext cx="2738817" cy="1080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0DDC318-9EC4-4653-8651-FAC9C8ECD0E3}"/>
                  </a:ext>
                </a:extLst>
              </p:cNvPr>
              <p:cNvSpPr/>
              <p:nvPr/>
            </p:nvSpPr>
            <p:spPr>
              <a:xfrm>
                <a:off x="9570246" y="4139311"/>
                <a:ext cx="25516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0DDC318-9EC4-4653-8651-FAC9C8ECD0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0246" y="4139311"/>
                <a:ext cx="2551664" cy="1080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E2A74B2-CAEA-45EC-86AA-CF21095C7D04}"/>
                  </a:ext>
                </a:extLst>
              </p:cNvPr>
              <p:cNvSpPr txBox="1"/>
              <p:nvPr/>
            </p:nvSpPr>
            <p:spPr>
              <a:xfrm>
                <a:off x="590755" y="2716632"/>
                <a:ext cx="4947706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05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50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25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50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E2A74B2-CAEA-45EC-86AA-CF21095C7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755" y="2716632"/>
                <a:ext cx="4947706" cy="136537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4B0EA72-2DD4-4238-9951-A836676AFFF4}"/>
                  </a:ext>
                </a:extLst>
              </p:cNvPr>
              <p:cNvSpPr txBox="1"/>
              <p:nvPr/>
            </p:nvSpPr>
            <p:spPr>
              <a:xfrm>
                <a:off x="590755" y="4441407"/>
                <a:ext cx="4501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19.6214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4B0EA72-2DD4-4238-9951-A836676AFF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755" y="4441407"/>
                <a:ext cx="450178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407B9E9-6B25-48CF-B5DE-38CBD52B4135}"/>
                  </a:ext>
                </a:extLst>
              </p:cNvPr>
              <p:cNvSpPr txBox="1"/>
              <p:nvPr/>
            </p:nvSpPr>
            <p:spPr>
              <a:xfrm>
                <a:off x="70090" y="321552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407B9E9-6B25-48CF-B5DE-38CBD52B41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0" y="3215521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AE4801-0242-4609-87F7-BA6BEEE3F319}"/>
                  </a:ext>
                </a:extLst>
              </p:cNvPr>
              <p:cNvSpPr txBox="1"/>
              <p:nvPr/>
            </p:nvSpPr>
            <p:spPr>
              <a:xfrm>
                <a:off x="70090" y="444140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AE4801-0242-4609-87F7-BA6BEEE3F3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0" y="4441407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81FC4015-BABF-4417-9420-F4D1C25D5CE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7B1E86D6-FA66-4DF3-B8AE-6F7207AF4292}"/>
              </a:ext>
            </a:extLst>
          </p:cNvPr>
          <p:cNvCxnSpPr>
            <a:cxnSpLocks/>
          </p:cNvCxnSpPr>
          <p:nvPr/>
        </p:nvCxnSpPr>
        <p:spPr>
          <a:xfrm>
            <a:off x="5733030" y="829835"/>
            <a:ext cx="0" cy="4564177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E23736F-EF2E-41CC-89CF-42EF6BAE0851}"/>
                  </a:ext>
                </a:extLst>
              </p:cNvPr>
              <p:cNvSpPr/>
              <p:nvPr/>
            </p:nvSpPr>
            <p:spPr>
              <a:xfrm>
                <a:off x="6234717" y="1646920"/>
                <a:ext cx="213721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+mj-lt"/>
                        </a:rPr>
                        <m:t>Vaiance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E23736F-EF2E-41CC-89CF-42EF6BAE08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4717" y="1646920"/>
                <a:ext cx="2137216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Rectangle 16">
            <a:extLst>
              <a:ext uri="{FF2B5EF4-FFF2-40B4-BE49-F238E27FC236}">
                <a16:creationId xmlns:a16="http://schemas.microsoft.com/office/drawing/2014/main" id="{57B7CF57-DE88-4814-BFE7-A96D18AFFD96}"/>
              </a:ext>
            </a:extLst>
          </p:cNvPr>
          <p:cNvSpPr/>
          <p:nvPr/>
        </p:nvSpPr>
        <p:spPr>
          <a:xfrm>
            <a:off x="5988240" y="977377"/>
            <a:ext cx="213721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B36E17B-DD27-4B72-A823-4A0863071C7E}"/>
                  </a:ext>
                </a:extLst>
              </p:cNvPr>
              <p:cNvSpPr/>
              <p:nvPr/>
            </p:nvSpPr>
            <p:spPr>
              <a:xfrm>
                <a:off x="8212580" y="1646920"/>
                <a:ext cx="580306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B36E17B-DD27-4B72-A823-4A0863071C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2580" y="1646920"/>
                <a:ext cx="580306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23EB8D0-542E-4813-933A-3D2CC47534D5}"/>
                  </a:ext>
                </a:extLst>
              </p:cNvPr>
              <p:cNvSpPr/>
              <p:nvPr/>
            </p:nvSpPr>
            <p:spPr>
              <a:xfrm>
                <a:off x="7387456" y="2357231"/>
                <a:ext cx="17147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23EB8D0-542E-4813-933A-3D2CC47534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7456" y="2357231"/>
                <a:ext cx="1714754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DE577ABC-071E-48EA-9FA0-743C006D21BC}"/>
                  </a:ext>
                </a:extLst>
              </p:cNvPr>
              <p:cNvSpPr txBox="1"/>
              <p:nvPr/>
            </p:nvSpPr>
            <p:spPr>
              <a:xfrm>
                <a:off x="5811927" y="235601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DE577ABC-071E-48EA-9FA0-743C006D21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1927" y="2356011"/>
                <a:ext cx="5062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494E2AF-C5A7-46F7-9637-081B072C8DB8}"/>
                  </a:ext>
                </a:extLst>
              </p:cNvPr>
              <p:cNvSpPr/>
              <p:nvPr/>
            </p:nvSpPr>
            <p:spPr>
              <a:xfrm>
                <a:off x="10645910" y="829835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494E2AF-C5A7-46F7-9637-081B072C8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5910" y="829835"/>
                <a:ext cx="1476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31578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10" grpId="0"/>
      <p:bldP spid="11" grpId="0"/>
      <p:bldP spid="16" grpId="0"/>
      <p:bldP spid="17" grpId="0"/>
      <p:bldP spid="18" grpId="0"/>
      <p:bldP spid="20" grpId="0"/>
      <p:bldP spid="21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/>
              <a:t>Coefficient of Variation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Coefficient of Variation is the ratio of the standard deviation to the mean and shows the extent of variability in relation to the mean of the population.</a:t>
                </a:r>
                <a:endParaRPr lang="en-IN" dirty="0"/>
              </a:p>
              <a:p>
                <a:pPr lvl="0"/>
                <a:r>
                  <a:rPr lang="en-US" dirty="0"/>
                  <a:t>Coefficient of Variance is defined as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US" dirty="0"/>
              </a:p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𝛔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acc>
                            <m:accPr>
                              <m:chr m:val="̅"/>
                              <m:ctrlPr>
                                <a:rPr lang="en-IN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acc>
                        </m:den>
                      </m:f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𝟏𝟎𝟎</m:t>
                      </m:r>
                    </m:oMath>
                  </m:oMathPara>
                </a14:m>
                <a:endParaRPr lang="en-US" dirty="0">
                  <a:solidFill>
                    <a:srgbClr val="FF0000"/>
                  </a:solidFill>
                </a:endParaRPr>
              </a:p>
              <a:p>
                <a:pPr lvl="0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is </a:t>
                </a:r>
                <a:r>
                  <a:rPr lang="en-US" b="1" dirty="0">
                    <a:solidFill>
                      <a:srgbClr val="FF0000"/>
                    </a:solidFill>
                  </a:rPr>
                  <a:t>high</a:t>
                </a:r>
                <a:r>
                  <a:rPr lang="en-US" dirty="0"/>
                  <a:t>, then it is </a:t>
                </a:r>
                <a:r>
                  <a:rPr lang="en-US" b="1" dirty="0">
                    <a:solidFill>
                      <a:srgbClr val="FF0000"/>
                    </a:solidFill>
                  </a:rPr>
                  <a:t>less consistent</a:t>
                </a:r>
                <a:r>
                  <a:rPr lang="en-US" dirty="0"/>
                  <a:t>. Similarly,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is </a:t>
                </a:r>
                <a:r>
                  <a:rPr lang="en-US" b="1" dirty="0">
                    <a:solidFill>
                      <a:srgbClr val="0070C0"/>
                    </a:solidFill>
                  </a:rPr>
                  <a:t>less</a:t>
                </a:r>
                <a:r>
                  <a:rPr lang="en-US" dirty="0"/>
                  <a:t>, then it is </a:t>
                </a:r>
                <a:r>
                  <a:rPr lang="en-US" b="1" dirty="0">
                    <a:solidFill>
                      <a:srgbClr val="0070C0"/>
                    </a:solidFill>
                  </a:rPr>
                  <a:t>more consistent</a:t>
                </a:r>
                <a:r>
                  <a:rPr lang="en-US" dirty="0"/>
                  <a:t>.</a:t>
                </a:r>
                <a:endParaRPr lang="en-IN" dirty="0"/>
              </a:p>
              <a:p>
                <a:pPr lvl="0"/>
                <a:r>
                  <a:rPr lang="en-US" dirty="0"/>
                  <a:t>The higher the Coefficient of Variation, the greater the dispersion. </a:t>
                </a:r>
                <a:endParaRPr lang="en-IN" dirty="0"/>
              </a:p>
              <a:p>
                <a:pPr lvl="0"/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pPr lvl="1"/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88128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D6737-8C31-8592-D726-D04B4B1BE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FDDDAF3-2992-13F5-944E-51C1ECCEF3B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67169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arithmetic means of runs scored by three batsmen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in the same series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innings,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50, 48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lang="en-US" dirty="0"/>
                  <a:t> respectively. The standard deviations of their runs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15, 12 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and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2</m:t>
                    </m:r>
                  </m:oMath>
                </a14:m>
                <a:r>
                  <a:rPr lang="en-US" dirty="0"/>
                  <a:t> respectively. Who is the most consistent of the three? </a:t>
                </a:r>
              </a:p>
              <a:p>
                <a:pPr>
                  <a:lnSpc>
                    <a:spcPct val="120000"/>
                  </a:lnSpc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FDDDAF3-2992-13F5-944E-51C1ECCEF3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71691"/>
              </a:xfrm>
              <a:prstGeom prst="rect">
                <a:avLst/>
              </a:prstGeom>
              <a:blipFill>
                <a:blip r:embed="rId3"/>
                <a:stretch>
                  <a:fillRect l="-1074" t="-727" r="-1074" b="-509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84147602-49EF-53ED-DC2C-E5C56BEBB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61B25F3-5F32-B241-5FAF-C9EC7707A8DF}"/>
              </a:ext>
            </a:extLst>
          </p:cNvPr>
          <p:cNvSpPr txBox="1">
            <a:spLocks/>
          </p:cNvSpPr>
          <p:nvPr/>
        </p:nvSpPr>
        <p:spPr>
          <a:xfrm>
            <a:off x="131176" y="262853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781A959-71D5-478C-A18A-CA1FD10BA61B}"/>
                  </a:ext>
                </a:extLst>
              </p:cNvPr>
              <p:cNvSpPr txBox="1"/>
              <p:nvPr/>
            </p:nvSpPr>
            <p:spPr>
              <a:xfrm>
                <a:off x="2533411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781A959-71D5-478C-A18A-CA1FD10BA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411" y="3087381"/>
                <a:ext cx="899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0B1240-7D24-4371-8432-0B70D6A8BBF4}"/>
                  </a:ext>
                </a:extLst>
              </p:cNvPr>
              <p:cNvSpPr txBox="1"/>
              <p:nvPr/>
            </p:nvSpPr>
            <p:spPr>
              <a:xfrm>
                <a:off x="6139916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0B1240-7D24-4371-8432-0B70D6A8BB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9916" y="3087381"/>
                <a:ext cx="8991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A561C8E-B225-4330-8523-2F40E71CFEEA}"/>
                  </a:ext>
                </a:extLst>
              </p:cNvPr>
              <p:cNvSpPr txBox="1"/>
              <p:nvPr/>
            </p:nvSpPr>
            <p:spPr>
              <a:xfrm>
                <a:off x="10468770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A561C8E-B225-4330-8523-2F40E71CFE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68770" y="3087381"/>
                <a:ext cx="899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C8A905D-E35D-48FC-BD42-114610EB1B2C}"/>
                  </a:ext>
                </a:extLst>
              </p:cNvPr>
              <p:cNvSpPr txBox="1"/>
              <p:nvPr/>
            </p:nvSpPr>
            <p:spPr>
              <a:xfrm>
                <a:off x="2533411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C8A905D-E35D-48FC-BD42-114610EB1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411" y="3678276"/>
                <a:ext cx="899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A1DC294-5194-4337-B680-DA5071E37D9B}"/>
                  </a:ext>
                </a:extLst>
              </p:cNvPr>
              <p:cNvSpPr txBox="1"/>
              <p:nvPr/>
            </p:nvSpPr>
            <p:spPr>
              <a:xfrm>
                <a:off x="6139916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A1DC294-5194-4337-B680-DA5071E37D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9916" y="3678276"/>
                <a:ext cx="899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F88CA1-C366-4B52-9E7A-E2A1FD6A6435}"/>
                  </a:ext>
                </a:extLst>
              </p:cNvPr>
              <p:cNvSpPr txBox="1"/>
              <p:nvPr/>
            </p:nvSpPr>
            <p:spPr>
              <a:xfrm>
                <a:off x="10468770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F88CA1-C366-4B52-9E7A-E2A1FD6A64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68770" y="3678276"/>
                <a:ext cx="89916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F5602832-5D63-47A9-8C7F-63DD1CCFB83E}"/>
              </a:ext>
            </a:extLst>
          </p:cNvPr>
          <p:cNvSpPr txBox="1"/>
          <p:nvPr/>
        </p:nvSpPr>
        <p:spPr>
          <a:xfrm>
            <a:off x="1594216" y="4558531"/>
            <a:ext cx="85213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To determine the most consistent batsman, 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267738-32AA-4466-99BB-6AF1F6FFAAB3}"/>
                  </a:ext>
                </a:extLst>
              </p:cNvPr>
              <p:cNvSpPr txBox="1"/>
              <p:nvPr/>
            </p:nvSpPr>
            <p:spPr>
              <a:xfrm>
                <a:off x="1594216" y="5720623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267738-32AA-4466-99BB-6AF1F6FFAA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720623"/>
                <a:ext cx="2898898" cy="8275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9F0B2800-B3A6-4D0F-B7AD-882FA310EEDB}"/>
              </a:ext>
            </a:extLst>
          </p:cNvPr>
          <p:cNvSpPr txBox="1"/>
          <p:nvPr/>
        </p:nvSpPr>
        <p:spPr>
          <a:xfrm>
            <a:off x="1594216" y="5022968"/>
            <a:ext cx="102777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we need to compare the </a:t>
            </a:r>
            <a:r>
              <a:rPr lang="en-GB" sz="2800" b="1" i="0" dirty="0">
                <a:solidFill>
                  <a:srgbClr val="FF0000"/>
                </a:solidFill>
                <a:effectLst/>
                <a:latin typeface="+mj-lt"/>
              </a:rPr>
              <a:t>coefficient of variation (CV)</a:t>
            </a:r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 for each batsman. 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E4B477D-CD55-4116-B993-A766B7968538}"/>
                  </a:ext>
                </a:extLst>
              </p:cNvPr>
              <p:cNvSpPr txBox="1"/>
              <p:nvPr/>
            </p:nvSpPr>
            <p:spPr>
              <a:xfrm>
                <a:off x="1594216" y="2627521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E4B477D-CD55-4116-B993-A766B79685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627521"/>
                <a:ext cx="2464396" cy="523220"/>
              </a:xfrm>
              <a:prstGeom prst="rect">
                <a:avLst/>
              </a:prstGeom>
              <a:blipFill>
                <a:blip r:embed="rId11"/>
                <a:stretch>
                  <a:fillRect l="-5198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AD41F1A-F187-46F4-B478-CD1DDAE498B0}"/>
                  </a:ext>
                </a:extLst>
              </p:cNvPr>
              <p:cNvSpPr txBox="1"/>
              <p:nvPr/>
            </p:nvSpPr>
            <p:spPr>
              <a:xfrm>
                <a:off x="5282300" y="2628343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AD41F1A-F187-46F4-B478-CD1DDAE49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2300" y="2628343"/>
                <a:ext cx="2464396" cy="523220"/>
              </a:xfrm>
              <a:prstGeom prst="rect">
                <a:avLst/>
              </a:prstGeom>
              <a:blipFill>
                <a:blip r:embed="rId12"/>
                <a:stretch>
                  <a:fillRect l="-5198" t="-10465" r="-74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103956-2881-42FF-BE9C-174FEB19E256}"/>
                  </a:ext>
                </a:extLst>
              </p:cNvPr>
              <p:cNvSpPr txBox="1"/>
              <p:nvPr/>
            </p:nvSpPr>
            <p:spPr>
              <a:xfrm>
                <a:off x="9596425" y="2628343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103956-2881-42FF-BE9C-174FEB19E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6425" y="2628343"/>
                <a:ext cx="2464396" cy="523220"/>
              </a:xfrm>
              <a:prstGeom prst="rect">
                <a:avLst/>
              </a:prstGeom>
              <a:blipFill>
                <a:blip r:embed="rId13"/>
                <a:stretch>
                  <a:fillRect l="-495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B4E1969-EA6E-491C-BBC0-198F4A7CA187}"/>
                  </a:ext>
                </a:extLst>
              </p:cNvPr>
              <p:cNvSpPr txBox="1"/>
              <p:nvPr/>
            </p:nvSpPr>
            <p:spPr>
              <a:xfrm>
                <a:off x="1869987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B4E1969-EA6E-491C-BBC0-198F4A7CA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9987" y="3087381"/>
                <a:ext cx="10183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7623E0-1B79-47E8-A2C6-3EF779BFDC48}"/>
                  </a:ext>
                </a:extLst>
              </p:cNvPr>
              <p:cNvSpPr txBox="1"/>
              <p:nvPr/>
            </p:nvSpPr>
            <p:spPr>
              <a:xfrm>
                <a:off x="1869987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7623E0-1B79-47E8-A2C6-3EF779BFDC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9987" y="3678276"/>
                <a:ext cx="10183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2C3914-AEFB-4EF4-9097-8040F2D048AD}"/>
                  </a:ext>
                </a:extLst>
              </p:cNvPr>
              <p:cNvSpPr txBox="1"/>
              <p:nvPr/>
            </p:nvSpPr>
            <p:spPr>
              <a:xfrm>
                <a:off x="5463603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2C3914-AEFB-4EF4-9097-8040F2D048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3603" y="3087381"/>
                <a:ext cx="10183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44BF742-D6C2-4BFC-AE16-DC246FB26B85}"/>
                  </a:ext>
                </a:extLst>
              </p:cNvPr>
              <p:cNvSpPr txBox="1"/>
              <p:nvPr/>
            </p:nvSpPr>
            <p:spPr>
              <a:xfrm>
                <a:off x="9794844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44BF742-D6C2-4BFC-AE16-DC246FB26B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4844" y="3087381"/>
                <a:ext cx="10183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B972825-BE4B-40DD-B27A-A2180A5607A5}"/>
                  </a:ext>
                </a:extLst>
              </p:cNvPr>
              <p:cNvSpPr txBox="1"/>
              <p:nvPr/>
            </p:nvSpPr>
            <p:spPr>
              <a:xfrm>
                <a:off x="5458665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B972825-BE4B-40DD-B27A-A2180A5607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8665" y="3678276"/>
                <a:ext cx="10183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8ABDDEE-0449-412E-B641-718F7DEFA2B8}"/>
                  </a:ext>
                </a:extLst>
              </p:cNvPr>
              <p:cNvSpPr txBox="1"/>
              <p:nvPr/>
            </p:nvSpPr>
            <p:spPr>
              <a:xfrm>
                <a:off x="9808401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8ABDDEE-0449-412E-B641-718F7DEFA2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8401" y="3678276"/>
                <a:ext cx="101835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251ADFFF-94DE-44F8-8297-4A760BDCF024}"/>
              </a:ext>
            </a:extLst>
          </p:cNvPr>
          <p:cNvCxnSpPr>
            <a:cxnSpLocks/>
          </p:cNvCxnSpPr>
          <p:nvPr/>
        </p:nvCxnSpPr>
        <p:spPr>
          <a:xfrm>
            <a:off x="5715337" y="1365250"/>
            <a:ext cx="3708971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987AA7B-205A-4CCB-AD38-61FE84884F1D}"/>
              </a:ext>
            </a:extLst>
          </p:cNvPr>
          <p:cNvCxnSpPr>
            <a:cxnSpLocks/>
          </p:cNvCxnSpPr>
          <p:nvPr/>
        </p:nvCxnSpPr>
        <p:spPr>
          <a:xfrm>
            <a:off x="2296597" y="1365250"/>
            <a:ext cx="2122945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BA65E111-7ED4-4105-9DCA-7F8EEE3F621A}"/>
              </a:ext>
            </a:extLst>
          </p:cNvPr>
          <p:cNvCxnSpPr>
            <a:cxnSpLocks/>
          </p:cNvCxnSpPr>
          <p:nvPr/>
        </p:nvCxnSpPr>
        <p:spPr>
          <a:xfrm>
            <a:off x="2243018" y="1885950"/>
            <a:ext cx="4375496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F25BE04-6444-4863-8C57-07F4A47A8A54}"/>
              </a:ext>
            </a:extLst>
          </p:cNvPr>
          <p:cNvCxnSpPr>
            <a:cxnSpLocks/>
          </p:cNvCxnSpPr>
          <p:nvPr/>
        </p:nvCxnSpPr>
        <p:spPr>
          <a:xfrm>
            <a:off x="7378700" y="1887764"/>
            <a:ext cx="4601210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25562292-9000-4647-8EC3-FD8DEE8EC914}"/>
              </a:ext>
            </a:extLst>
          </p:cNvPr>
          <p:cNvCxnSpPr>
            <a:cxnSpLocks/>
          </p:cNvCxnSpPr>
          <p:nvPr/>
        </p:nvCxnSpPr>
        <p:spPr>
          <a:xfrm>
            <a:off x="260910" y="2408464"/>
            <a:ext cx="4158632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2880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0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20" grpId="0"/>
      <p:bldP spid="21" grpId="0"/>
      <p:bldP spid="22" grpId="0"/>
      <p:bldP spid="24" grpId="0"/>
      <p:bldP spid="26" grpId="0"/>
      <p:bldP spid="27" grpId="0"/>
      <p:bldP spid="28" grpId="0"/>
      <p:bldP spid="29" grpId="0"/>
      <p:bldP spid="30" grpId="0"/>
      <p:bldP spid="31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D6737-8C31-8592-D726-D04B4B1BE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147602-49EF-53ED-DC2C-E5C56BEBB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 (Continue)</a:t>
            </a:r>
            <a:endParaRPr lang="en-US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AC73B69-A2C3-5CCC-69F2-0EAB9DA2B73F}"/>
              </a:ext>
            </a:extLst>
          </p:cNvPr>
          <p:cNvSpPr/>
          <p:nvPr/>
        </p:nvSpPr>
        <p:spPr>
          <a:xfrm>
            <a:off x="323466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EC89315-2EB5-459B-91EE-86A4BE540D79}"/>
                  </a:ext>
                </a:extLst>
              </p:cNvPr>
              <p:cNvSpPr txBox="1"/>
              <p:nvPr/>
            </p:nvSpPr>
            <p:spPr>
              <a:xfrm>
                <a:off x="574097" y="1263355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EC89315-2EB5-459B-91EE-86A4BE540D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097" y="1263355"/>
                <a:ext cx="8991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85873E-1032-4E25-AE85-0AEDB5451D67}"/>
                  </a:ext>
                </a:extLst>
              </p:cNvPr>
              <p:cNvSpPr txBox="1"/>
              <p:nvPr/>
            </p:nvSpPr>
            <p:spPr>
              <a:xfrm>
                <a:off x="3834961" y="1263355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85873E-1032-4E25-AE85-0AEDB5451D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4961" y="1263355"/>
                <a:ext cx="899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2190DA7-3B4B-4E62-8502-2C93EA6E863E}"/>
                  </a:ext>
                </a:extLst>
              </p:cNvPr>
              <p:cNvSpPr txBox="1"/>
              <p:nvPr/>
            </p:nvSpPr>
            <p:spPr>
              <a:xfrm>
                <a:off x="7249368" y="1263355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2190DA7-3B4B-4E62-8502-2C93EA6E86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49368" y="1263355"/>
                <a:ext cx="8991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FEC1905-FCDE-49F9-906B-40244E353248}"/>
                  </a:ext>
                </a:extLst>
              </p:cNvPr>
              <p:cNvSpPr txBox="1"/>
              <p:nvPr/>
            </p:nvSpPr>
            <p:spPr>
              <a:xfrm>
                <a:off x="2115251" y="1263355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FEC1905-FCDE-49F9-906B-40244E3532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5251" y="1263355"/>
                <a:ext cx="899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06EC675-1E1C-499A-A3D6-4F2B8FCCAB6E}"/>
                  </a:ext>
                </a:extLst>
              </p:cNvPr>
              <p:cNvSpPr txBox="1"/>
              <p:nvPr/>
            </p:nvSpPr>
            <p:spPr>
              <a:xfrm>
                <a:off x="5347756" y="1263355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06EC675-1E1C-499A-A3D6-4F2B8FCCAB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7756" y="1263355"/>
                <a:ext cx="899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9CEC8D8-69F1-4D64-9B63-3A51C282CB33}"/>
                  </a:ext>
                </a:extLst>
              </p:cNvPr>
              <p:cNvSpPr txBox="1"/>
              <p:nvPr/>
            </p:nvSpPr>
            <p:spPr>
              <a:xfrm>
                <a:off x="8726682" y="1263355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9CEC8D8-69F1-4D64-9B63-3A51C282CB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26682" y="1263355"/>
                <a:ext cx="899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7D01BC-C3ED-49FD-9A75-C230D42739A5}"/>
                  </a:ext>
                </a:extLst>
              </p:cNvPr>
              <p:cNvSpPr txBox="1"/>
              <p:nvPr/>
            </p:nvSpPr>
            <p:spPr>
              <a:xfrm>
                <a:off x="9983997" y="1335883"/>
                <a:ext cx="2431549" cy="7203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7D01BC-C3ED-49FD-9A75-C230D4273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83997" y="1335883"/>
                <a:ext cx="2431549" cy="7203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6990A14-0B58-4294-A99E-6B85B88A11C0}"/>
                  </a:ext>
                </a:extLst>
              </p:cNvPr>
              <p:cNvSpPr txBox="1"/>
              <p:nvPr/>
            </p:nvSpPr>
            <p:spPr>
              <a:xfrm>
                <a:off x="86298" y="804317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6990A14-0B58-4294-A99E-6B85B88A11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98" y="804317"/>
                <a:ext cx="2464396" cy="523220"/>
              </a:xfrm>
              <a:prstGeom prst="rect">
                <a:avLst/>
              </a:prstGeom>
              <a:blipFill>
                <a:blip r:embed="rId10"/>
                <a:stretch>
                  <a:fillRect l="-4950" t="-11628" r="-123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B0B1A0D-672E-4A91-A8C1-68704ADE02FC}"/>
                  </a:ext>
                </a:extLst>
              </p:cNvPr>
              <p:cNvSpPr txBox="1"/>
              <p:nvPr/>
            </p:nvSpPr>
            <p:spPr>
              <a:xfrm>
                <a:off x="3383623" y="804317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B0B1A0D-672E-4A91-A8C1-68704ADE02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3623" y="804317"/>
                <a:ext cx="2464396" cy="523220"/>
              </a:xfrm>
              <a:prstGeom prst="rect">
                <a:avLst/>
              </a:prstGeom>
              <a:blipFill>
                <a:blip r:embed="rId11"/>
                <a:stretch>
                  <a:fillRect l="-4950" t="-11628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A74700E-C037-4B72-B2F9-E5793058CF44}"/>
                  </a:ext>
                </a:extLst>
              </p:cNvPr>
              <p:cNvSpPr txBox="1"/>
              <p:nvPr/>
            </p:nvSpPr>
            <p:spPr>
              <a:xfrm>
                <a:off x="6778203" y="804317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A74700E-C037-4B72-B2F9-E5793058CF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78203" y="804317"/>
                <a:ext cx="2464396" cy="523220"/>
              </a:xfrm>
              <a:prstGeom prst="rect">
                <a:avLst/>
              </a:prstGeom>
              <a:blipFill>
                <a:blip r:embed="rId12"/>
                <a:stretch>
                  <a:fillRect l="-519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A6EB6EE-BD74-4EA1-A1E2-8DD6F15FABB9}"/>
                  </a:ext>
                </a:extLst>
              </p:cNvPr>
              <p:cNvSpPr txBox="1"/>
              <p:nvPr/>
            </p:nvSpPr>
            <p:spPr>
              <a:xfrm>
                <a:off x="-89327" y="1263355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A6EB6EE-BD74-4EA1-A1E2-8DD6F15FAB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89327" y="1263355"/>
                <a:ext cx="10183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C06619-EF41-40D8-AE58-47D1DC422F5A}"/>
                  </a:ext>
                </a:extLst>
              </p:cNvPr>
              <p:cNvSpPr txBox="1"/>
              <p:nvPr/>
            </p:nvSpPr>
            <p:spPr>
              <a:xfrm>
                <a:off x="1451827" y="1263355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C06619-EF41-40D8-AE58-47D1DC422F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1827" y="1263355"/>
                <a:ext cx="10183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6940593-3082-4370-8542-3424D28DEF20}"/>
                  </a:ext>
                </a:extLst>
              </p:cNvPr>
              <p:cNvSpPr txBox="1"/>
              <p:nvPr/>
            </p:nvSpPr>
            <p:spPr>
              <a:xfrm>
                <a:off x="3158648" y="1263355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6940593-3082-4370-8542-3424D28DE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8648" y="1263355"/>
                <a:ext cx="10183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4E53E01-A29F-4D40-B35E-49B6B12DD38F}"/>
                  </a:ext>
                </a:extLst>
              </p:cNvPr>
              <p:cNvSpPr txBox="1"/>
              <p:nvPr/>
            </p:nvSpPr>
            <p:spPr>
              <a:xfrm>
                <a:off x="6575442" y="1263355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4E53E01-A29F-4D40-B35E-49B6B12DD3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5442" y="1263355"/>
                <a:ext cx="10183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82FF24E-1622-4ACC-B488-F45FB48DD9DC}"/>
                  </a:ext>
                </a:extLst>
              </p:cNvPr>
              <p:cNvSpPr txBox="1"/>
              <p:nvPr/>
            </p:nvSpPr>
            <p:spPr>
              <a:xfrm>
                <a:off x="4666505" y="1263355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82FF24E-1622-4ACC-B488-F45FB48DD9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6505" y="1263355"/>
                <a:ext cx="10183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E94F849F-BE62-4759-8930-A5695D3B9FED}"/>
                  </a:ext>
                </a:extLst>
              </p:cNvPr>
              <p:cNvSpPr txBox="1"/>
              <p:nvPr/>
            </p:nvSpPr>
            <p:spPr>
              <a:xfrm>
                <a:off x="8066313" y="1263355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E94F849F-BE62-4759-8930-A5695D3B9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66313" y="1263355"/>
                <a:ext cx="10183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07497F8-B950-4709-8E76-E152DC61FAB3}"/>
                  </a:ext>
                </a:extLst>
              </p:cNvPr>
              <p:cNvSpPr txBox="1"/>
              <p:nvPr/>
            </p:nvSpPr>
            <p:spPr>
              <a:xfrm>
                <a:off x="152112" y="2038654"/>
                <a:ext cx="3197523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07497F8-B950-4709-8E76-E152DC61FA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112" y="2038654"/>
                <a:ext cx="3197523" cy="89813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DD5F9-E031-4973-9B22-B2BF4EC6B1FE}"/>
                  </a:ext>
                </a:extLst>
              </p:cNvPr>
              <p:cNvSpPr txBox="1"/>
              <p:nvPr/>
            </p:nvSpPr>
            <p:spPr>
              <a:xfrm>
                <a:off x="3522096" y="2038654"/>
                <a:ext cx="3184020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DD5F9-E031-4973-9B22-B2BF4EC6B1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2096" y="2038654"/>
                <a:ext cx="3184020" cy="8981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E90D49B-B928-4D39-88B1-21BC9092F4C5}"/>
                  </a:ext>
                </a:extLst>
              </p:cNvPr>
              <p:cNvSpPr txBox="1"/>
              <p:nvPr/>
            </p:nvSpPr>
            <p:spPr>
              <a:xfrm>
                <a:off x="6918196" y="2037179"/>
                <a:ext cx="3166615" cy="9010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E90D49B-B928-4D39-88B1-21BC9092F4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8196" y="2037179"/>
                <a:ext cx="3166615" cy="90108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CD4BA80-2409-410B-B4F0-3D63E61F33C1}"/>
                  </a:ext>
                </a:extLst>
              </p:cNvPr>
              <p:cNvSpPr txBox="1"/>
              <p:nvPr/>
            </p:nvSpPr>
            <p:spPr>
              <a:xfrm>
                <a:off x="1009793" y="3181745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15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CD4BA80-2409-410B-B4F0-3D63E61F33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793" y="3181745"/>
                <a:ext cx="2491018" cy="91057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2950DD-F5FF-498B-A9FD-B21DB1296A4C}"/>
                  </a:ext>
                </a:extLst>
              </p:cNvPr>
              <p:cNvSpPr txBox="1"/>
              <p:nvPr/>
            </p:nvSpPr>
            <p:spPr>
              <a:xfrm>
                <a:off x="4395885" y="3181745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48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2950DD-F5FF-498B-A9FD-B21DB1296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5885" y="3181745"/>
                <a:ext cx="2491018" cy="91057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C2A05D4-8DF4-4376-94A8-3F7A6980D8B9}"/>
                  </a:ext>
                </a:extLst>
              </p:cNvPr>
              <p:cNvSpPr txBox="1"/>
              <p:nvPr/>
            </p:nvSpPr>
            <p:spPr>
              <a:xfrm>
                <a:off x="7760699" y="3181745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12 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C2A05D4-8DF4-4376-94A8-3F7A6980D8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0699" y="3181745"/>
                <a:ext cx="2491018" cy="91057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0364142-709A-415F-BB53-3009001A2D43}"/>
                  </a:ext>
                </a:extLst>
              </p:cNvPr>
              <p:cNvSpPr txBox="1"/>
              <p:nvPr/>
            </p:nvSpPr>
            <p:spPr>
              <a:xfrm>
                <a:off x="1009793" y="4338500"/>
                <a:ext cx="14697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0364142-709A-415F-BB53-3009001A2D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793" y="4338500"/>
                <a:ext cx="1469756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1406AC8-B4FF-4210-A621-0E7CE20420E8}"/>
                  </a:ext>
                </a:extLst>
              </p:cNvPr>
              <p:cNvSpPr txBox="1"/>
              <p:nvPr/>
            </p:nvSpPr>
            <p:spPr>
              <a:xfrm>
                <a:off x="4395885" y="4338500"/>
                <a:ext cx="14697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1406AC8-B4FF-4210-A621-0E7CE2042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5885" y="4338500"/>
                <a:ext cx="14697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4730139-0537-4C18-934C-A601C5339CA2}"/>
                  </a:ext>
                </a:extLst>
              </p:cNvPr>
              <p:cNvSpPr txBox="1"/>
              <p:nvPr/>
            </p:nvSpPr>
            <p:spPr>
              <a:xfrm>
                <a:off x="7760699" y="4338500"/>
                <a:ext cx="2223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6.6667%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4730139-0537-4C18-934C-A601C5339C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0699" y="4338500"/>
                <a:ext cx="2223298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8C83F25-47E4-48CC-A472-828B6B054383}"/>
              </a:ext>
            </a:extLst>
          </p:cNvPr>
          <p:cNvCxnSpPr/>
          <p:nvPr/>
        </p:nvCxnSpPr>
        <p:spPr>
          <a:xfrm>
            <a:off x="3311535" y="803906"/>
            <a:ext cx="0" cy="435243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7E535CB4-FE4A-4EEF-9828-35915A8DE3F9}"/>
              </a:ext>
            </a:extLst>
          </p:cNvPr>
          <p:cNvCxnSpPr/>
          <p:nvPr/>
        </p:nvCxnSpPr>
        <p:spPr>
          <a:xfrm>
            <a:off x="6706116" y="803906"/>
            <a:ext cx="0" cy="435243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48441D40-7791-4BC3-B7DB-A997B074EA18}"/>
                  </a:ext>
                </a:extLst>
              </p:cNvPr>
              <p:cNvSpPr txBox="1"/>
              <p:nvPr/>
            </p:nvSpPr>
            <p:spPr>
              <a:xfrm>
                <a:off x="80149" y="6054683"/>
                <a:ext cx="7216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Batsman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has the lowest coefficient of variation.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48441D40-7791-4BC3-B7DB-A997B074EA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49" y="6054683"/>
                <a:ext cx="7216750" cy="523220"/>
              </a:xfrm>
              <a:prstGeom prst="rect">
                <a:avLst/>
              </a:prstGeom>
              <a:blipFill>
                <a:blip r:embed="rId28"/>
                <a:stretch>
                  <a:fillRect l="-1689" t="-10465" r="-67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231EFA9-DA6E-41B1-BDAD-AFC0A0728543}"/>
                  </a:ext>
                </a:extLst>
              </p:cNvPr>
              <p:cNvSpPr txBox="1"/>
              <p:nvPr/>
            </p:nvSpPr>
            <p:spPr>
              <a:xfrm>
                <a:off x="7476746" y="5623796"/>
                <a:ext cx="3339111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So, Batsman </a:t>
                </a:r>
                <a14:m>
                  <m:oMath xmlns:m="http://schemas.openxmlformats.org/officeDocument/2006/math">
                    <m:r>
                      <a:rPr lang="en-GB" sz="2800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is the most consistent.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231EFA9-DA6E-41B1-BDAD-AFC0A07285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6746" y="5623796"/>
                <a:ext cx="3339111" cy="954107"/>
              </a:xfrm>
              <a:prstGeom prst="rect">
                <a:avLst/>
              </a:prstGeom>
              <a:blipFill>
                <a:blip r:embed="rId29"/>
                <a:stretch>
                  <a:fillRect l="-3839" t="-6410" b="-1794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16EE779-616C-464F-96B5-0B687A1F7AE3}"/>
              </a:ext>
            </a:extLst>
          </p:cNvPr>
          <p:cNvSpPr/>
          <p:nvPr/>
        </p:nvSpPr>
        <p:spPr>
          <a:xfrm>
            <a:off x="7734904" y="4313268"/>
            <a:ext cx="2249093" cy="573684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991F44B-965B-4D11-B92A-55643A565EC0}"/>
              </a:ext>
            </a:extLst>
          </p:cNvPr>
          <p:cNvSpPr txBox="1"/>
          <p:nvPr/>
        </p:nvSpPr>
        <p:spPr>
          <a:xfrm>
            <a:off x="80149" y="5391783"/>
            <a:ext cx="117715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DFF0AF7-51D1-4C29-B6D2-A034E4A6FBE7}"/>
                  </a:ext>
                </a:extLst>
              </p:cNvPr>
              <p:cNvSpPr txBox="1"/>
              <p:nvPr/>
            </p:nvSpPr>
            <p:spPr>
              <a:xfrm>
                <a:off x="1023677" y="5391783"/>
                <a:ext cx="52447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sub>
                      </m:sSub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sub>
                      </m:sSub>
                      <m:r>
                        <a:rPr lang="en-IN" sz="2800" b="1" i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DFF0AF7-51D1-4C29-B6D2-A034E4A6FB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77" y="5391783"/>
                <a:ext cx="524470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77338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40" grpId="0"/>
      <p:bldP spid="41" grpId="0"/>
      <p:bldP spid="42" grpId="0"/>
      <p:bldP spid="43" grpId="0"/>
      <p:bldP spid="44" grpId="0"/>
      <p:bldP spid="47" grpId="0"/>
      <p:bldP spid="48" grpId="0"/>
      <p:bldP spid="49" grpId="0"/>
      <p:bldP spid="52" grpId="0"/>
      <p:bldP spid="53" grpId="0"/>
      <p:bldP spid="9" grpId="0" animBg="1"/>
      <p:bldP spid="38" grpId="0"/>
      <p:bldP spid="39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98E6E2-B586-28BC-F428-1B80A4D61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570F0B3-D8A1-87DF-AC1E-FBB3D783729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89263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Two machines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used to fill a mixture of cement concrete in a beam. Find the standard deviation of each machine &amp; comment on the performances of two machines.</a:t>
                </a:r>
                <a:endParaRPr lang="en-IN" dirty="0"/>
              </a:p>
              <a:p>
                <a:r>
                  <a:rPr lang="en-US" dirty="0"/>
                  <a:t> 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570F0B3-D8A1-87DF-AC1E-FBB3D78372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892631"/>
              </a:xfrm>
              <a:prstGeom prst="rect">
                <a:avLst/>
              </a:prstGeom>
              <a:blipFill>
                <a:blip r:embed="rId3"/>
                <a:stretch>
                  <a:fillRect l="-1074" t="-421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30F67E8-34D1-F23F-1E34-530733B5B3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89460DA-7D05-977A-BF1F-B95B13F1D456}"/>
              </a:ext>
            </a:extLst>
          </p:cNvPr>
          <p:cNvSpPr txBox="1">
            <a:spLocks/>
          </p:cNvSpPr>
          <p:nvPr/>
        </p:nvSpPr>
        <p:spPr>
          <a:xfrm>
            <a:off x="131176" y="39171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B775304-E188-E80B-BA55-6CE5A069648E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F686A41-85CE-2934-4B23-74900D9CF9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3471534"/>
              </p:ext>
            </p:extLst>
          </p:nvPr>
        </p:nvGraphicFramePr>
        <p:xfrm>
          <a:off x="258911" y="2468368"/>
          <a:ext cx="11690739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6989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563288358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07590941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402799052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07361629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B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6974308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0D684C6-7908-4FA0-B961-8FB73436101A}"/>
                  </a:ext>
                </a:extLst>
              </p:cNvPr>
              <p:cNvSpPr/>
              <p:nvPr/>
            </p:nvSpPr>
            <p:spPr>
              <a:xfrm>
                <a:off x="1676458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0D684C6-7908-4FA0-B961-8FB734361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458" y="2525194"/>
                <a:ext cx="7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CCB057-56DA-4025-9240-1524E7E42D13}"/>
                  </a:ext>
                </a:extLst>
              </p:cNvPr>
              <p:cNvSpPr/>
              <p:nvPr/>
            </p:nvSpPr>
            <p:spPr>
              <a:xfrm>
                <a:off x="5858394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CCB057-56DA-4025-9240-1524E7E42D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394" y="2525194"/>
                <a:ext cx="7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1414FDF-A2A7-4B53-908B-9BE384C5B115}"/>
                  </a:ext>
                </a:extLst>
              </p:cNvPr>
              <p:cNvSpPr/>
              <p:nvPr/>
            </p:nvSpPr>
            <p:spPr>
              <a:xfrm>
                <a:off x="2721942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1414FDF-A2A7-4B53-908B-9BE384C5B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1942" y="2525194"/>
                <a:ext cx="7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964DBA7-00FE-4A32-AFCE-D4663C1336CA}"/>
                  </a:ext>
                </a:extLst>
              </p:cNvPr>
              <p:cNvSpPr/>
              <p:nvPr/>
            </p:nvSpPr>
            <p:spPr>
              <a:xfrm>
                <a:off x="376742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964DBA7-00FE-4A32-AFCE-D4663C1336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7426" y="2525194"/>
                <a:ext cx="7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CD867C-10A1-4F0E-A455-F9D564BF1E22}"/>
                  </a:ext>
                </a:extLst>
              </p:cNvPr>
              <p:cNvSpPr/>
              <p:nvPr/>
            </p:nvSpPr>
            <p:spPr>
              <a:xfrm>
                <a:off x="4812910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CD867C-10A1-4F0E-A455-F9D564BF1E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2910" y="2525194"/>
                <a:ext cx="7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F4708D5-7839-4C74-B0FC-713E954DD2DB}"/>
                  </a:ext>
                </a:extLst>
              </p:cNvPr>
              <p:cNvSpPr/>
              <p:nvPr/>
            </p:nvSpPr>
            <p:spPr>
              <a:xfrm>
                <a:off x="6903878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F4708D5-7839-4C74-B0FC-713E954DD2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3878" y="2525194"/>
                <a:ext cx="7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9482E0B-1701-4C41-9E7D-0076204EEC38}"/>
                  </a:ext>
                </a:extLst>
              </p:cNvPr>
              <p:cNvSpPr/>
              <p:nvPr/>
            </p:nvSpPr>
            <p:spPr>
              <a:xfrm>
                <a:off x="7949362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9482E0B-1701-4C41-9E7D-0076204EEC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9362" y="2525194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CE3A38F-080E-4B61-AFDD-C1D0D530940E}"/>
                  </a:ext>
                </a:extLst>
              </p:cNvPr>
              <p:cNvSpPr/>
              <p:nvPr/>
            </p:nvSpPr>
            <p:spPr>
              <a:xfrm>
                <a:off x="899484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CE3A38F-080E-4B61-AFDD-C1D0D53094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4846" y="2525194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23D4A19-CC00-4C8E-825F-EA43FFE36DF2}"/>
                  </a:ext>
                </a:extLst>
              </p:cNvPr>
              <p:cNvSpPr/>
              <p:nvPr/>
            </p:nvSpPr>
            <p:spPr>
              <a:xfrm>
                <a:off x="10040330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23D4A19-CC00-4C8E-825F-EA43FFE36D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330" y="2525194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717BF22-53A0-47E8-9CF7-1988BB1CDD33}"/>
                  </a:ext>
                </a:extLst>
              </p:cNvPr>
              <p:cNvSpPr/>
              <p:nvPr/>
            </p:nvSpPr>
            <p:spPr>
              <a:xfrm>
                <a:off x="1108581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717BF22-53A0-47E8-9CF7-1988BB1CD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16" y="252519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B3A7A7E-A1F9-431E-AF59-733AE78CE3FB}"/>
                  </a:ext>
                </a:extLst>
              </p:cNvPr>
              <p:cNvSpPr/>
              <p:nvPr/>
            </p:nvSpPr>
            <p:spPr>
              <a:xfrm>
                <a:off x="1676458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B3A7A7E-A1F9-431E-AF59-733AE78CE3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458" y="3098368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78C1D97-7805-4511-963F-933E6238D9FD}"/>
                  </a:ext>
                </a:extLst>
              </p:cNvPr>
              <p:cNvSpPr/>
              <p:nvPr/>
            </p:nvSpPr>
            <p:spPr>
              <a:xfrm>
                <a:off x="5858394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78C1D97-7805-4511-963F-933E6238D9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394" y="3098368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748F928-2787-4130-BE7D-AA13A394074B}"/>
                  </a:ext>
                </a:extLst>
              </p:cNvPr>
              <p:cNvSpPr/>
              <p:nvPr/>
            </p:nvSpPr>
            <p:spPr>
              <a:xfrm>
                <a:off x="2721942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748F928-2787-4130-BE7D-AA13A39407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1942" y="3098368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FFA7D42C-2F0A-436C-A7EE-03E441BE24D3}"/>
                  </a:ext>
                </a:extLst>
              </p:cNvPr>
              <p:cNvSpPr/>
              <p:nvPr/>
            </p:nvSpPr>
            <p:spPr>
              <a:xfrm>
                <a:off x="376742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FFA7D42C-2F0A-436C-A7EE-03E441BE24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7426" y="3098368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04C70CE-F73A-42AB-A7A2-F86C75858A6D}"/>
                  </a:ext>
                </a:extLst>
              </p:cNvPr>
              <p:cNvSpPr/>
              <p:nvPr/>
            </p:nvSpPr>
            <p:spPr>
              <a:xfrm>
                <a:off x="4812910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04C70CE-F73A-42AB-A7A2-F86C75858A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2910" y="3098368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1A8D006-12E3-4EF5-94AF-3CAC3B3786B2}"/>
                  </a:ext>
                </a:extLst>
              </p:cNvPr>
              <p:cNvSpPr/>
              <p:nvPr/>
            </p:nvSpPr>
            <p:spPr>
              <a:xfrm>
                <a:off x="6903878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1A8D006-12E3-4EF5-94AF-3CAC3B3786B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3878" y="3098368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505FAD-4D96-4BB3-B332-947E990788A5}"/>
                  </a:ext>
                </a:extLst>
              </p:cNvPr>
              <p:cNvSpPr/>
              <p:nvPr/>
            </p:nvSpPr>
            <p:spPr>
              <a:xfrm>
                <a:off x="7949362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505FAD-4D96-4BB3-B332-947E990788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9362" y="3098368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22ED7-9FF7-45C7-BF6C-0F1C85367BB5}"/>
                  </a:ext>
                </a:extLst>
              </p:cNvPr>
              <p:cNvSpPr/>
              <p:nvPr/>
            </p:nvSpPr>
            <p:spPr>
              <a:xfrm>
                <a:off x="899484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22ED7-9FF7-45C7-BF6C-0F1C85367B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4846" y="3098368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7A7F90A-A37C-49F8-BC22-447C1432AFB7}"/>
                  </a:ext>
                </a:extLst>
              </p:cNvPr>
              <p:cNvSpPr/>
              <p:nvPr/>
            </p:nvSpPr>
            <p:spPr>
              <a:xfrm>
                <a:off x="10040330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7A7F90A-A37C-49F8-BC22-447C1432AF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330" y="3098368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6572E8CC-55A3-41E0-9731-20CE47AF8F62}"/>
                  </a:ext>
                </a:extLst>
              </p:cNvPr>
              <p:cNvSpPr/>
              <p:nvPr/>
            </p:nvSpPr>
            <p:spPr>
              <a:xfrm>
                <a:off x="1108581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6572E8CC-55A3-41E0-9731-20CE47AF8F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16" y="3098368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TextBox 26">
            <a:extLst>
              <a:ext uri="{FF2B5EF4-FFF2-40B4-BE49-F238E27FC236}">
                <a16:creationId xmlns:a16="http://schemas.microsoft.com/office/drawing/2014/main" id="{C29DA6E0-2FB7-4566-BF30-0FC855CE0391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1B602DA-0B49-4F28-B3FF-000C6FACAA13}"/>
              </a:ext>
            </a:extLst>
          </p:cNvPr>
          <p:cNvSpPr txBox="1"/>
          <p:nvPr/>
        </p:nvSpPr>
        <p:spPr>
          <a:xfrm>
            <a:off x="1594216" y="3917108"/>
            <a:ext cx="87238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To determine the performance of the two machines,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82D7468-3C2A-40CE-B610-096F6EB848FE}"/>
              </a:ext>
            </a:extLst>
          </p:cNvPr>
          <p:cNvSpPr txBox="1"/>
          <p:nvPr/>
        </p:nvSpPr>
        <p:spPr>
          <a:xfrm>
            <a:off x="1594216" y="4517408"/>
            <a:ext cx="87238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we will calculate the </a:t>
            </a:r>
            <a:r>
              <a:rPr lang="en-GB" sz="2800" b="1" dirty="0">
                <a:solidFill>
                  <a:srgbClr val="FF0000"/>
                </a:solidFill>
              </a:rPr>
              <a:t>Coefficient of Variation (CV)</a:t>
            </a:r>
            <a:endParaRPr lang="en-IN" sz="2800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6B40B7EE-3C28-4804-B2FD-19E3462BEC46}"/>
                  </a:ext>
                </a:extLst>
              </p:cNvPr>
              <p:cNvSpPr txBox="1"/>
              <p:nvPr/>
            </p:nvSpPr>
            <p:spPr>
              <a:xfrm>
                <a:off x="1594216" y="5344553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6B40B7EE-3C28-4804-B2FD-19E3462BEC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344553"/>
                <a:ext cx="2898898" cy="82759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98231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/>
      <p:bldP spid="29" grpId="0"/>
      <p:bldP spid="30" grpId="0"/>
      <p:bldP spid="52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B0E34B1F-2184-4C2D-BBF4-54A72504926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65211496"/>
                  </p:ext>
                </p:extLst>
              </p:nvPr>
            </p:nvGraphicFramePr>
            <p:xfrm>
              <a:off x="1698412" y="777093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4056878128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68380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85276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56761145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1998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1530281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0494295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3205427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0872115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50914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41862852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8968206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B0E34B1F-2184-4C2D-BBF4-54A72504926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65211496"/>
                  </p:ext>
                </p:extLst>
              </p:nvPr>
            </p:nvGraphicFramePr>
            <p:xfrm>
              <a:off x="1698412" y="777093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4056878128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5" t="-2326" r="-1124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68380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85276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56761145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1998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1530281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0494295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3205427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0872115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50914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41862852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8968206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9DF764C3-5B6C-4B7B-DA26-B32EFC923BB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60071439"/>
                  </p:ext>
                </p:extLst>
              </p:nvPr>
            </p:nvGraphicFramePr>
            <p:xfrm>
              <a:off x="78412" y="776559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9DF764C3-5B6C-4B7B-DA26-B32EFC923BB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60071439"/>
                  </p:ext>
                </p:extLst>
              </p:nvPr>
            </p:nvGraphicFramePr>
            <p:xfrm>
              <a:off x="78412" y="776559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75" t="-2326" r="-1124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5E1CC77-C132-E5B3-0515-22B2F95E0528}"/>
                  </a:ext>
                </a:extLst>
              </p:cNvPr>
              <p:cNvSpPr/>
              <p:nvPr/>
            </p:nvSpPr>
            <p:spPr>
              <a:xfrm>
                <a:off x="437138" y="131697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5E1CC77-C132-E5B3-0515-22B2F95E05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1316976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076B542F-31E5-3EA9-99D5-9E09A2C8A9A2}"/>
                  </a:ext>
                </a:extLst>
              </p:cNvPr>
              <p:cNvSpPr/>
              <p:nvPr/>
            </p:nvSpPr>
            <p:spPr>
              <a:xfrm>
                <a:off x="437138" y="34058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076B542F-31E5-3EA9-99D5-9E09A2C8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3405816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83A8A3F-189A-FA5C-C397-F29CF385CD45}"/>
                  </a:ext>
                </a:extLst>
              </p:cNvPr>
              <p:cNvSpPr/>
              <p:nvPr/>
            </p:nvSpPr>
            <p:spPr>
              <a:xfrm>
                <a:off x="437138" y="18391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83A8A3F-189A-FA5C-C397-F29CF385C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1839186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55BA09B-A1C6-111D-A499-D3C9D9393463}"/>
                  </a:ext>
                </a:extLst>
              </p:cNvPr>
              <p:cNvSpPr/>
              <p:nvPr/>
            </p:nvSpPr>
            <p:spPr>
              <a:xfrm>
                <a:off x="437138" y="236139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55BA09B-A1C6-111D-A499-D3C9D93934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2361396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AE40F5A-52CF-54D0-28BF-6BCADD531760}"/>
                  </a:ext>
                </a:extLst>
              </p:cNvPr>
              <p:cNvSpPr/>
              <p:nvPr/>
            </p:nvSpPr>
            <p:spPr>
              <a:xfrm>
                <a:off x="437138" y="28836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AE40F5A-52CF-54D0-28BF-6BCADD5317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2883606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2304247-E2C4-E0BA-5CA8-FCDF31F28D37}"/>
                  </a:ext>
                </a:extLst>
              </p:cNvPr>
              <p:cNvSpPr/>
              <p:nvPr/>
            </p:nvSpPr>
            <p:spPr>
              <a:xfrm>
                <a:off x="437138" y="39280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2304247-E2C4-E0BA-5CA8-FCDF31F28D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39280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8112FDD-C531-7449-0EA7-71B21B206789}"/>
                  </a:ext>
                </a:extLst>
              </p:cNvPr>
              <p:cNvSpPr/>
              <p:nvPr/>
            </p:nvSpPr>
            <p:spPr>
              <a:xfrm>
                <a:off x="437138" y="445023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8112FDD-C531-7449-0EA7-71B21B2067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445023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68A04C4-A7DE-47F8-8FF3-3904827C5DB0}"/>
                  </a:ext>
                </a:extLst>
              </p:cNvPr>
              <p:cNvSpPr/>
              <p:nvPr/>
            </p:nvSpPr>
            <p:spPr>
              <a:xfrm>
                <a:off x="437138" y="497244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68A04C4-A7DE-47F8-8FF3-3904827C5D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497244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287F9AF-F134-79D0-A85E-F9D76F79CA7E}"/>
                  </a:ext>
                </a:extLst>
              </p:cNvPr>
              <p:cNvSpPr/>
              <p:nvPr/>
            </p:nvSpPr>
            <p:spPr>
              <a:xfrm>
                <a:off x="437138" y="549465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287F9AF-F134-79D0-A85E-F9D76F79CA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5494656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FFF90B8-42D9-D10F-B9CB-D12B37B90FC9}"/>
                  </a:ext>
                </a:extLst>
              </p:cNvPr>
              <p:cNvSpPr/>
              <p:nvPr/>
            </p:nvSpPr>
            <p:spPr>
              <a:xfrm>
                <a:off x="437138" y="601686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FFF90B8-42D9-D10F-B9CB-D12B37B90F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138" y="6016866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D778E-5BB1-B13B-F915-01044003577B}"/>
                  </a:ext>
                </a:extLst>
              </p:cNvPr>
              <p:cNvSpPr/>
              <p:nvPr/>
            </p:nvSpPr>
            <p:spPr>
              <a:xfrm>
                <a:off x="1965330" y="131636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D778E-5BB1-B13B-F915-0104400357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1316366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0058827-0AA2-EFFD-F977-F2666AF664EE}"/>
                  </a:ext>
                </a:extLst>
              </p:cNvPr>
              <p:cNvSpPr/>
              <p:nvPr/>
            </p:nvSpPr>
            <p:spPr>
              <a:xfrm>
                <a:off x="1965330" y="340520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0058827-0AA2-EFFD-F977-F2666AF664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3405206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1FF949B-90C3-1396-8A8E-7DD631C9F67A}"/>
                  </a:ext>
                </a:extLst>
              </p:cNvPr>
              <p:cNvSpPr/>
              <p:nvPr/>
            </p:nvSpPr>
            <p:spPr>
              <a:xfrm>
                <a:off x="1965330" y="183857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784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1FF949B-90C3-1396-8A8E-7DD631C9F6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1838576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3A80BB2-CDC1-99F1-432F-7EEBC81D409F}"/>
                  </a:ext>
                </a:extLst>
              </p:cNvPr>
              <p:cNvSpPr/>
              <p:nvPr/>
            </p:nvSpPr>
            <p:spPr>
              <a:xfrm>
                <a:off x="1965330" y="23607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2209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3A80BB2-CDC1-99F1-432F-7EEBC81D40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2360786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1A16214-99E7-9011-ACC3-360FFF1DED01}"/>
                  </a:ext>
                </a:extLst>
              </p:cNvPr>
              <p:cNvSpPr/>
              <p:nvPr/>
            </p:nvSpPr>
            <p:spPr>
              <a:xfrm>
                <a:off x="1965330" y="288299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3969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1A16214-99E7-9011-ACC3-360FFF1DED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2882996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315F106-5975-32C7-7EAC-B059E5F7CCBA}"/>
                  </a:ext>
                </a:extLst>
              </p:cNvPr>
              <p:cNvSpPr/>
              <p:nvPr/>
            </p:nvSpPr>
            <p:spPr>
              <a:xfrm>
                <a:off x="1965330" y="392741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315F106-5975-32C7-7EAC-B059E5F7CC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3927416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8CBEE65E-BE56-D954-CE39-221C4198235A}"/>
                  </a:ext>
                </a:extLst>
              </p:cNvPr>
              <p:cNvSpPr/>
              <p:nvPr/>
            </p:nvSpPr>
            <p:spPr>
              <a:xfrm>
                <a:off x="1965330" y="444962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8CBEE65E-BE56-D954-CE39-221C419823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4449626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FE88E03-0643-7F53-9D68-892C0242F562}"/>
                  </a:ext>
                </a:extLst>
              </p:cNvPr>
              <p:cNvSpPr/>
              <p:nvPr/>
            </p:nvSpPr>
            <p:spPr>
              <a:xfrm>
                <a:off x="1965330" y="497183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FE88E03-0643-7F53-9D68-892C0242F5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497183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0279F1F-CB3C-4112-1330-5338035F094D}"/>
                  </a:ext>
                </a:extLst>
              </p:cNvPr>
              <p:cNvSpPr/>
              <p:nvPr/>
            </p:nvSpPr>
            <p:spPr>
              <a:xfrm>
                <a:off x="1965330" y="54940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9216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0279F1F-CB3C-4112-1330-5338035F09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5494046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1B3BE28-0413-7EC5-2892-FF76E4253C43}"/>
                  </a:ext>
                </a:extLst>
              </p:cNvPr>
              <p:cNvSpPr/>
              <p:nvPr/>
            </p:nvSpPr>
            <p:spPr>
              <a:xfrm>
                <a:off x="1965330" y="60162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1B3BE28-0413-7EC5-2892-FF76E4253C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5330" y="6016256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A821D6D-9498-4319-9555-D6B7835A46D8}"/>
                  </a:ext>
                </a:extLst>
              </p:cNvPr>
              <p:cNvSpPr/>
              <p:nvPr/>
            </p:nvSpPr>
            <p:spPr>
              <a:xfrm>
                <a:off x="6864449" y="1420103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A821D6D-9498-4319-9555-D6B7835A4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4449" y="1420103"/>
                <a:ext cx="2702600" cy="115071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F643019-C28C-4EC0-ABE8-6CEAFEE47615}"/>
                  </a:ext>
                </a:extLst>
              </p:cNvPr>
              <p:cNvSpPr/>
              <p:nvPr/>
            </p:nvSpPr>
            <p:spPr>
              <a:xfrm>
                <a:off x="9660783" y="1420103"/>
                <a:ext cx="263661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27660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F643019-C28C-4EC0-ABE8-6CEAFEE476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783" y="1420103"/>
                <a:ext cx="2636613" cy="1150719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4901B31-D219-40A4-83D0-CF1923F82FB7}"/>
                  </a:ext>
                </a:extLst>
              </p:cNvPr>
              <p:cNvSpPr/>
              <p:nvPr/>
            </p:nvSpPr>
            <p:spPr>
              <a:xfrm>
                <a:off x="6864449" y="806323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4901B31-D219-40A4-83D0-CF1923F82F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4449" y="806323"/>
                <a:ext cx="136472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3" name="Table 42">
                <a:extLst>
                  <a:ext uri="{FF2B5EF4-FFF2-40B4-BE49-F238E27FC236}">
                    <a16:creationId xmlns:a16="http://schemas.microsoft.com/office/drawing/2014/main" id="{54DBA1AE-09C3-40A4-A08A-455CFB5FAE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88460338"/>
                  </p:ext>
                </p:extLst>
              </p:nvPr>
            </p:nvGraphicFramePr>
            <p:xfrm>
              <a:off x="3486381" y="776559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B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y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3" name="Table 42">
                <a:extLst>
                  <a:ext uri="{FF2B5EF4-FFF2-40B4-BE49-F238E27FC236}">
                    <a16:creationId xmlns:a16="http://schemas.microsoft.com/office/drawing/2014/main" id="{54DBA1AE-09C3-40A4-A08A-455CFB5FAE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88460338"/>
                  </p:ext>
                </p:extLst>
              </p:nvPr>
            </p:nvGraphicFramePr>
            <p:xfrm>
              <a:off x="3486381" y="776559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8"/>
                          <a:stretch>
                            <a:fillRect l="-375" t="-2326" r="-1124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7729581-F7E8-4049-A840-56EC8186640B}"/>
                  </a:ext>
                </a:extLst>
              </p:cNvPr>
              <p:cNvSpPr/>
              <p:nvPr/>
            </p:nvSpPr>
            <p:spPr>
              <a:xfrm>
                <a:off x="3888080" y="13163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7729581-F7E8-4049-A840-56EC818664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1316366"/>
                <a:ext cx="72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0892941F-BF3B-4524-97C2-4FB2BDDEC216}"/>
                  </a:ext>
                </a:extLst>
              </p:cNvPr>
              <p:cNvSpPr/>
              <p:nvPr/>
            </p:nvSpPr>
            <p:spPr>
              <a:xfrm>
                <a:off x="3888080" y="34056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0892941F-BF3B-4524-97C2-4FB2BDDEC2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3405678"/>
                <a:ext cx="7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AFB0A99-89BF-4C6E-94BE-AB7C872B5D57}"/>
                  </a:ext>
                </a:extLst>
              </p:cNvPr>
              <p:cNvSpPr/>
              <p:nvPr/>
            </p:nvSpPr>
            <p:spPr>
              <a:xfrm>
                <a:off x="3888080" y="18386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AFB0A99-89BF-4C6E-94BE-AB7C872B5D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1838694"/>
                <a:ext cx="720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02741B4-BCC4-493B-BEB5-B153BA01FD55}"/>
                  </a:ext>
                </a:extLst>
              </p:cNvPr>
              <p:cNvSpPr/>
              <p:nvPr/>
            </p:nvSpPr>
            <p:spPr>
              <a:xfrm>
                <a:off x="3888080" y="23610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02741B4-BCC4-493B-BEB5-B153BA01FD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2361022"/>
                <a:ext cx="720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D75058-BA9B-454F-B028-82DC116438CD}"/>
                  </a:ext>
                </a:extLst>
              </p:cNvPr>
              <p:cNvSpPr/>
              <p:nvPr/>
            </p:nvSpPr>
            <p:spPr>
              <a:xfrm>
                <a:off x="3888080" y="288335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D75058-BA9B-454F-B028-82DC11643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2883350"/>
                <a:ext cx="720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81F2BCC-40FA-4C4F-AA90-BF0E8B709472}"/>
                  </a:ext>
                </a:extLst>
              </p:cNvPr>
              <p:cNvSpPr/>
              <p:nvPr/>
            </p:nvSpPr>
            <p:spPr>
              <a:xfrm>
                <a:off x="3888080" y="392800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81F2BCC-40FA-4C4F-AA90-BF0E8B7094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3928006"/>
                <a:ext cx="720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!!10">
                <a:extLst>
                  <a:ext uri="{FF2B5EF4-FFF2-40B4-BE49-F238E27FC236}">
                    <a16:creationId xmlns:a16="http://schemas.microsoft.com/office/drawing/2014/main" id="{9CFBBA3B-FF3D-40EB-9977-D784D0C1A3C5}"/>
                  </a:ext>
                </a:extLst>
              </p:cNvPr>
              <p:cNvSpPr/>
              <p:nvPr/>
            </p:nvSpPr>
            <p:spPr>
              <a:xfrm>
                <a:off x="3888080" y="44503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!!10">
                <a:extLst>
                  <a:ext uri="{FF2B5EF4-FFF2-40B4-BE49-F238E27FC236}">
                    <a16:creationId xmlns:a16="http://schemas.microsoft.com/office/drawing/2014/main" id="{9CFBBA3B-FF3D-40EB-9977-D784D0C1A3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4450334"/>
                <a:ext cx="720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D8CA21F-2756-4FDE-A13B-40DDFCE07808}"/>
                  </a:ext>
                </a:extLst>
              </p:cNvPr>
              <p:cNvSpPr/>
              <p:nvPr/>
            </p:nvSpPr>
            <p:spPr>
              <a:xfrm>
                <a:off x="3888080" y="497266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D8CA21F-2756-4FDE-A13B-40DDFCE078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4972662"/>
                <a:ext cx="720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53CE4-0D19-4B52-86C2-D85480C2CF99}"/>
                  </a:ext>
                </a:extLst>
              </p:cNvPr>
              <p:cNvSpPr/>
              <p:nvPr/>
            </p:nvSpPr>
            <p:spPr>
              <a:xfrm>
                <a:off x="3888080" y="549499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53CE4-0D19-4B52-86C2-D85480C2CF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5494990"/>
                <a:ext cx="720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7BB19F9-EA75-4D42-9281-5923D61E7D43}"/>
                  </a:ext>
                </a:extLst>
              </p:cNvPr>
              <p:cNvSpPr/>
              <p:nvPr/>
            </p:nvSpPr>
            <p:spPr>
              <a:xfrm>
                <a:off x="3888080" y="6017319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7BB19F9-EA75-4D42-9281-5923D61E7D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8080" y="6017319"/>
                <a:ext cx="720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36A3F62-CFEF-4E61-8026-38865CE1B0F1}"/>
                  </a:ext>
                </a:extLst>
              </p:cNvPr>
              <p:cNvSpPr/>
              <p:nvPr/>
            </p:nvSpPr>
            <p:spPr>
              <a:xfrm>
                <a:off x="5385311" y="1316366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36A3F62-CFEF-4E61-8026-38865CE1B0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1316366"/>
                <a:ext cx="1080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6B4EA67-30FD-43B4-BBFA-1BCA08B8F625}"/>
                  </a:ext>
                </a:extLst>
              </p:cNvPr>
              <p:cNvSpPr/>
              <p:nvPr/>
            </p:nvSpPr>
            <p:spPr>
              <a:xfrm>
                <a:off x="5385311" y="3403850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6B4EA67-30FD-43B4-BBFA-1BCA08B8F6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3403850"/>
                <a:ext cx="1080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234C406-A3C6-4B1C-B7E6-F96491DC940F}"/>
                  </a:ext>
                </a:extLst>
              </p:cNvPr>
              <p:cNvSpPr/>
              <p:nvPr/>
            </p:nvSpPr>
            <p:spPr>
              <a:xfrm>
                <a:off x="5385311" y="1838237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234C406-A3C6-4B1C-B7E6-F96491DC9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1838237"/>
                <a:ext cx="1080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D364D5F-9DF0-4020-84ED-067DBE13A849}"/>
                  </a:ext>
                </a:extLst>
              </p:cNvPr>
              <p:cNvSpPr/>
              <p:nvPr/>
            </p:nvSpPr>
            <p:spPr>
              <a:xfrm>
                <a:off x="5385311" y="236010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2304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D364D5F-9DF0-4020-84ED-067DBE13A8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2360108"/>
                <a:ext cx="1080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1390C8D-7FE4-445F-A88D-79731F5908AF}"/>
                  </a:ext>
                </a:extLst>
              </p:cNvPr>
              <p:cNvSpPr/>
              <p:nvPr/>
            </p:nvSpPr>
            <p:spPr>
              <a:xfrm>
                <a:off x="5385311" y="288197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2809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1390C8D-7FE4-445F-A88D-79731F590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2881979"/>
                <a:ext cx="1080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9F1CA86-5E50-45F3-B6F9-0326126BF798}"/>
                  </a:ext>
                </a:extLst>
              </p:cNvPr>
              <p:cNvSpPr/>
              <p:nvPr/>
            </p:nvSpPr>
            <p:spPr>
              <a:xfrm>
                <a:off x="5385311" y="3925721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9F1CA86-5E50-45F3-B6F9-0326126BF7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3925721"/>
                <a:ext cx="1080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8B65CD2-4A69-4C88-8B97-2CDE31B53120}"/>
                  </a:ext>
                </a:extLst>
              </p:cNvPr>
              <p:cNvSpPr/>
              <p:nvPr/>
            </p:nvSpPr>
            <p:spPr>
              <a:xfrm>
                <a:off x="5385311" y="4447592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8B65CD2-4A69-4C88-8B97-2CDE31B531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4447592"/>
                <a:ext cx="1080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70CB710-E092-4AFD-ACBF-B8E6E7F1BD27}"/>
                  </a:ext>
                </a:extLst>
              </p:cNvPr>
              <p:cNvSpPr/>
              <p:nvPr/>
            </p:nvSpPr>
            <p:spPr>
              <a:xfrm>
                <a:off x="5385311" y="4969463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5184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70CB710-E092-4AFD-ACBF-B8E6E7F1BD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4969463"/>
                <a:ext cx="1080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4454CD55-7201-422C-9C0F-AEE02049D510}"/>
                  </a:ext>
                </a:extLst>
              </p:cNvPr>
              <p:cNvSpPr/>
              <p:nvPr/>
            </p:nvSpPr>
            <p:spPr>
              <a:xfrm>
                <a:off x="5385311" y="5491334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4454CD55-7201-422C-9C0F-AEE02049D5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5491334"/>
                <a:ext cx="1080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DA99DFF-E207-4DC9-B477-B08915F1FB49}"/>
                  </a:ext>
                </a:extLst>
              </p:cNvPr>
              <p:cNvSpPr/>
              <p:nvPr/>
            </p:nvSpPr>
            <p:spPr>
              <a:xfrm>
                <a:off x="5385311" y="601320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DA99DFF-E207-4DC9-B477-B08915F1FB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5311" y="6013209"/>
                <a:ext cx="1080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769CB47-374B-4865-A531-9C7A7C4EDDDC}"/>
                  </a:ext>
                </a:extLst>
              </p:cNvPr>
              <p:cNvSpPr/>
              <p:nvPr/>
            </p:nvSpPr>
            <p:spPr>
              <a:xfrm>
                <a:off x="6864449" y="4214881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769CB47-374B-4865-A531-9C7A7C4EDD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4449" y="4214881"/>
                <a:ext cx="2702600" cy="1150719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C36A484-AAB7-48B9-8D3B-40A599D62FCC}"/>
                  </a:ext>
                </a:extLst>
              </p:cNvPr>
              <p:cNvSpPr/>
              <p:nvPr/>
            </p:nvSpPr>
            <p:spPr>
              <a:xfrm>
                <a:off x="9660783" y="4214881"/>
                <a:ext cx="284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32308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C36A484-AAB7-48B9-8D3B-40A599D62F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783" y="4214881"/>
                <a:ext cx="2847753" cy="1150719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0" name="TextBox 69">
            <a:extLst>
              <a:ext uri="{FF2B5EF4-FFF2-40B4-BE49-F238E27FC236}">
                <a16:creationId xmlns:a16="http://schemas.microsoft.com/office/drawing/2014/main" id="{678FCE75-DDD1-4776-8777-FCDA38F2B70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FE116F4E-2D88-4EBD-ACFB-96380C36CA5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4531606"/>
                  </p:ext>
                </p:extLst>
              </p:nvPr>
            </p:nvGraphicFramePr>
            <p:xfrm>
              <a:off x="5106381" y="776362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684352730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y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5449464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86893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29795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34226232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9168948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373896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27182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334020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176505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7395851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643714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FE116F4E-2D88-4EBD-ACFB-96380C36CA5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4531606"/>
                  </p:ext>
                </p:extLst>
              </p:nvPr>
            </p:nvGraphicFramePr>
            <p:xfrm>
              <a:off x="5106381" y="776362"/>
              <a:ext cx="162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684352730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1"/>
                          <a:stretch>
                            <a:fillRect l="-375" t="-2326" r="-1124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5449464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86893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29795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34226232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9168948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373896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27182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334020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176505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7395851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643714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ED7FD5C-30A1-48A4-8362-CF8FC8B03244}"/>
                  </a:ext>
                </a:extLst>
              </p:cNvPr>
              <p:cNvSpPr/>
              <p:nvPr/>
            </p:nvSpPr>
            <p:spPr>
              <a:xfrm>
                <a:off x="6864450" y="2992793"/>
                <a:ext cx="52204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acc>
                            <m:accPr>
                              <m:chr m:val="̅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</m:e>
                          </m:acc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ED7FD5C-30A1-48A4-8362-CF8FC8B032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4450" y="2992793"/>
                <a:ext cx="522042" cy="52200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1A4879E0-EFE8-49B2-B4D9-C4AE0B518CD1}"/>
                  </a:ext>
                </a:extLst>
              </p:cNvPr>
              <p:cNvSpPr/>
              <p:nvPr/>
            </p:nvSpPr>
            <p:spPr>
              <a:xfrm>
                <a:off x="8657927" y="2992793"/>
                <a:ext cx="138520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1A4879E0-EFE8-49B2-B4D9-C4AE0B518C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57927" y="2992793"/>
                <a:ext cx="1385209" cy="52200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028FA91-75CC-48D6-A4D3-34D57E9C54FB}"/>
                  </a:ext>
                </a:extLst>
              </p:cNvPr>
              <p:cNvSpPr/>
              <p:nvPr/>
            </p:nvSpPr>
            <p:spPr>
              <a:xfrm>
                <a:off x="8657927" y="5746686"/>
                <a:ext cx="138520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028FA91-75CC-48D6-A4D3-34D57E9C54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57927" y="5746686"/>
                <a:ext cx="1385209" cy="52200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586E8B1-2402-4832-A6B6-6D85772AC4F1}"/>
                  </a:ext>
                </a:extLst>
              </p:cNvPr>
              <p:cNvSpPr/>
              <p:nvPr/>
            </p:nvSpPr>
            <p:spPr>
              <a:xfrm>
                <a:off x="7386493" y="2639470"/>
                <a:ext cx="1685360" cy="113320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586E8B1-2402-4832-A6B6-6D85772AC4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6493" y="2639470"/>
                <a:ext cx="1685360" cy="1133208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9EA4AC00-659D-401F-B8CD-AA1D3ADA0824}"/>
                  </a:ext>
                </a:extLst>
              </p:cNvPr>
              <p:cNvSpPr/>
              <p:nvPr/>
            </p:nvSpPr>
            <p:spPr>
              <a:xfrm>
                <a:off x="6864449" y="5755324"/>
                <a:ext cx="52204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acc>
                            <m:accPr>
                              <m:chr m:val="̅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</m:e>
                          </m:acc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9EA4AC00-659D-401F-B8CD-AA1D3ADA08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4449" y="5755324"/>
                <a:ext cx="522043" cy="522000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BDF1194E-8CD4-4514-B275-160BBA45E539}"/>
                  </a:ext>
                </a:extLst>
              </p:cNvPr>
              <p:cNvSpPr/>
              <p:nvPr/>
            </p:nvSpPr>
            <p:spPr>
              <a:xfrm>
                <a:off x="7386493" y="5402001"/>
                <a:ext cx="1685360" cy="113320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y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BDF1194E-8CD4-4514-B275-160BBA45E5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6493" y="5402001"/>
                <a:ext cx="1685360" cy="1133208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3375283-23C2-474D-AAD4-F787D5168C90}"/>
                  </a:ext>
                </a:extLst>
              </p:cNvPr>
              <p:cNvSpPr txBox="1"/>
              <p:nvPr/>
            </p:nvSpPr>
            <p:spPr>
              <a:xfrm>
                <a:off x="9973058" y="5913155"/>
                <a:ext cx="2418072" cy="7203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3375283-23C2-474D-AAD4-F787D5168C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73058" y="5913155"/>
                <a:ext cx="2418072" cy="720325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4855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55" grpId="0"/>
      <p:bldP spid="56" grpId="0"/>
      <p:bldP spid="58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79" grpId="0"/>
      <p:bldP spid="57" grpId="0"/>
      <p:bldP spid="69" grpId="0"/>
      <p:bldP spid="72" grpId="0"/>
      <p:bldP spid="73" grpId="0"/>
      <p:bldP spid="74" grpId="0"/>
      <p:bldP spid="75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/>
              <p:nvPr/>
            </p:nvSpPr>
            <p:spPr>
              <a:xfrm>
                <a:off x="348999" y="4266851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25.4951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999" y="4266851"/>
                <a:ext cx="24457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5416A07-ADEC-E42B-20BD-CF8B071EDDC2}"/>
                  </a:ext>
                </a:extLst>
              </p:cNvPr>
              <p:cNvSpPr txBox="1"/>
              <p:nvPr/>
            </p:nvSpPr>
            <p:spPr>
              <a:xfrm>
                <a:off x="0" y="316308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5416A07-ADEC-E42B-20BD-CF8B071EDD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163087"/>
                <a:ext cx="50623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0466A66-50B3-0CB9-7043-27BF90C8B0E3}"/>
                  </a:ext>
                </a:extLst>
              </p:cNvPr>
              <p:cNvSpPr txBox="1"/>
              <p:nvPr/>
            </p:nvSpPr>
            <p:spPr>
              <a:xfrm>
                <a:off x="23566" y="426685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0466A66-50B3-0CB9-7043-27BF90C8B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66" y="4266851"/>
                <a:ext cx="5062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74E481C-AE05-620D-86C5-17B80C4DEB7B}"/>
                  </a:ext>
                </a:extLst>
              </p:cNvPr>
              <p:cNvSpPr txBox="1"/>
              <p:nvPr/>
            </p:nvSpPr>
            <p:spPr>
              <a:xfrm>
                <a:off x="349000" y="2683581"/>
                <a:ext cx="46944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27660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460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74E481C-AE05-620D-86C5-17B80C4DEB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000" y="2683581"/>
                <a:ext cx="4694434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92ED1701-767B-4ABC-7155-9429223E7B64}"/>
              </a:ext>
            </a:extLst>
          </p:cNvPr>
          <p:cNvSpPr txBox="1"/>
          <p:nvPr/>
        </p:nvSpPr>
        <p:spPr>
          <a:xfrm>
            <a:off x="102153" y="774181"/>
            <a:ext cx="137616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8F3CC0-DBAA-4860-8EAE-1E5B7FD0B5D3}"/>
                  </a:ext>
                </a:extLst>
              </p:cNvPr>
              <p:cNvSpPr txBox="1"/>
              <p:nvPr/>
            </p:nvSpPr>
            <p:spPr>
              <a:xfrm>
                <a:off x="348999" y="1207280"/>
                <a:ext cx="4260195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8F3CC0-DBAA-4860-8EAE-1E5B7FD0B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999" y="1207280"/>
                <a:ext cx="4260195" cy="13653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/>
              <p:nvPr/>
            </p:nvSpPr>
            <p:spPr>
              <a:xfrm>
                <a:off x="5076482" y="4266851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25.0958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482" y="4266851"/>
                <a:ext cx="244578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2ABACEC-6445-4959-82EB-8EAA191CD583}"/>
                  </a:ext>
                </a:extLst>
              </p:cNvPr>
              <p:cNvSpPr txBox="1"/>
              <p:nvPr/>
            </p:nvSpPr>
            <p:spPr>
              <a:xfrm>
                <a:off x="4720708" y="316308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2ABACEC-6445-4959-82EB-8EAA191CD5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20708" y="3163087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F0DEBD8-EAB6-4CD0-8D07-A969B5F67E53}"/>
                  </a:ext>
                </a:extLst>
              </p:cNvPr>
              <p:cNvSpPr txBox="1"/>
              <p:nvPr/>
            </p:nvSpPr>
            <p:spPr>
              <a:xfrm>
                <a:off x="4744274" y="426685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F0DEBD8-EAB6-4CD0-8D07-A969B5F67E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4274" y="4266851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B7C401E-D1E8-442D-BEDB-985F2A09510B}"/>
                  </a:ext>
                </a:extLst>
              </p:cNvPr>
              <p:cNvSpPr txBox="1"/>
              <p:nvPr/>
            </p:nvSpPr>
            <p:spPr>
              <a:xfrm>
                <a:off x="5076482" y="2683581"/>
                <a:ext cx="46944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2308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5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</m:t>
                                      </m:r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0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B7C401E-D1E8-442D-BEDB-985F2A0951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482" y="2683581"/>
                <a:ext cx="4694434" cy="136537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56D7AC-29E6-414F-82D9-79F4B44787E6}"/>
                  </a:ext>
                </a:extLst>
              </p:cNvPr>
              <p:cNvSpPr txBox="1"/>
              <p:nvPr/>
            </p:nvSpPr>
            <p:spPr>
              <a:xfrm>
                <a:off x="5076482" y="1207280"/>
                <a:ext cx="4260195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y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y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56D7AC-29E6-414F-82D9-79F4B44787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482" y="1207280"/>
                <a:ext cx="4260195" cy="136537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FA2B0F09-06DA-4DF4-969E-B9B2BAFA7217}"/>
              </a:ext>
            </a:extLst>
          </p:cNvPr>
          <p:cNvCxnSpPr>
            <a:cxnSpLocks/>
          </p:cNvCxnSpPr>
          <p:nvPr/>
        </p:nvCxnSpPr>
        <p:spPr>
          <a:xfrm>
            <a:off x="4704444" y="774181"/>
            <a:ext cx="0" cy="423859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939B7E69-B926-4600-BA4E-F704C599365D}"/>
              </a:ext>
            </a:extLst>
          </p:cNvPr>
          <p:cNvSpPr txBox="1"/>
          <p:nvPr/>
        </p:nvSpPr>
        <p:spPr>
          <a:xfrm>
            <a:off x="4780299" y="774181"/>
            <a:ext cx="11035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and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B8E37BB-8D3B-4117-BC3D-D5FD47D19CA5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8F1E79B9-01B1-430A-B608-9474E6385C32}"/>
                  </a:ext>
                </a:extLst>
              </p:cNvPr>
              <p:cNvSpPr/>
              <p:nvPr/>
            </p:nvSpPr>
            <p:spPr>
              <a:xfrm>
                <a:off x="9660020" y="2398242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8F1E79B9-01B1-430A-B608-9474E6385C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020" y="2398242"/>
                <a:ext cx="2702600" cy="115071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0A4CABF-F60E-40EF-9282-896161018C26}"/>
                  </a:ext>
                </a:extLst>
              </p:cNvPr>
              <p:cNvSpPr/>
              <p:nvPr/>
            </p:nvSpPr>
            <p:spPr>
              <a:xfrm>
                <a:off x="9660020" y="1420103"/>
                <a:ext cx="263661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27660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0A4CABF-F60E-40EF-9282-896161018C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020" y="1420103"/>
                <a:ext cx="2636613" cy="115071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C94CAC-3CA5-4417-9100-7D04E29058F1}"/>
                  </a:ext>
                </a:extLst>
              </p:cNvPr>
              <p:cNvSpPr/>
              <p:nvPr/>
            </p:nvSpPr>
            <p:spPr>
              <a:xfrm>
                <a:off x="9660020" y="5269916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C94CAC-3CA5-4417-9100-7D04E29058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020" y="5269916"/>
                <a:ext cx="136472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3BF5D21-BC90-416A-B29C-C2E4C3499099}"/>
                  </a:ext>
                </a:extLst>
              </p:cNvPr>
              <p:cNvSpPr/>
              <p:nvPr/>
            </p:nvSpPr>
            <p:spPr>
              <a:xfrm>
                <a:off x="9660020" y="3306562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3BF5D21-BC90-416A-B29C-C2E4C34990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020" y="3306562"/>
                <a:ext cx="2702600" cy="115071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246E5241-0949-4C49-94AD-F2DE76DBEDA1}"/>
                  </a:ext>
                </a:extLst>
              </p:cNvPr>
              <p:cNvSpPr/>
              <p:nvPr/>
            </p:nvSpPr>
            <p:spPr>
              <a:xfrm>
                <a:off x="9660020" y="4214881"/>
                <a:ext cx="284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32308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246E5241-0949-4C49-94AD-F2DE76DBE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020" y="4214881"/>
                <a:ext cx="2847753" cy="115071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D1B9109-E212-4883-83D1-59A61893B5B1}"/>
                  </a:ext>
                </a:extLst>
              </p:cNvPr>
              <p:cNvSpPr/>
              <p:nvPr/>
            </p:nvSpPr>
            <p:spPr>
              <a:xfrm>
                <a:off x="9049443" y="5921006"/>
                <a:ext cx="574468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acc>
                            <m:accPr>
                              <m:chr m:val="̅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</m:e>
                          </m:acc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D1B9109-E212-4883-83D1-59A61893B5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9443" y="5921006"/>
                <a:ext cx="574468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26368282-2BCE-4EBA-A322-3966EFCC5D66}"/>
                  </a:ext>
                </a:extLst>
              </p:cNvPr>
              <p:cNvSpPr/>
              <p:nvPr/>
            </p:nvSpPr>
            <p:spPr>
              <a:xfrm>
                <a:off x="9470286" y="5921006"/>
                <a:ext cx="138520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26368282-2BCE-4EBA-A322-3966EFCC5D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0286" y="5921006"/>
                <a:ext cx="1385209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88CF36F-DDA0-467A-9276-BFA7F682F058}"/>
                  </a:ext>
                </a:extLst>
              </p:cNvPr>
              <p:cNvSpPr/>
              <p:nvPr/>
            </p:nvSpPr>
            <p:spPr>
              <a:xfrm>
                <a:off x="11215574" y="5921006"/>
                <a:ext cx="138520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88CF36F-DDA0-467A-9276-BFA7F682F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15574" y="5921006"/>
                <a:ext cx="1385209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760FFCFF-2E0C-4654-9378-A37D21067782}"/>
                  </a:ext>
                </a:extLst>
              </p:cNvPr>
              <p:cNvSpPr/>
              <p:nvPr/>
            </p:nvSpPr>
            <p:spPr>
              <a:xfrm>
                <a:off x="10796662" y="5921006"/>
                <a:ext cx="574468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acc>
                            <m:accPr>
                              <m:chr m:val="̅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</m:e>
                          </m:acc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760FFCFF-2E0C-4654-9378-A37D210677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6662" y="5921006"/>
                <a:ext cx="574468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810421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/>
      <p:bldP spid="11" grpId="0"/>
      <p:bldP spid="12" grpId="0"/>
      <p:bldP spid="3" grpId="0"/>
      <p:bldP spid="57" grpId="0"/>
      <p:bldP spid="63" grpId="0"/>
      <p:bldP spid="64" grpId="0"/>
      <p:bldP spid="65" grpId="0"/>
      <p:bldP spid="66" grpId="0"/>
      <p:bldP spid="67" grpId="0"/>
      <p:bldP spid="69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/>
              <p:nvPr/>
            </p:nvSpPr>
            <p:spPr>
              <a:xfrm>
                <a:off x="9619537" y="2997379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25.4951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9537" y="2997379"/>
                <a:ext cx="24457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/>
              <p:nvPr/>
            </p:nvSpPr>
            <p:spPr>
              <a:xfrm>
                <a:off x="9619537" y="3728545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25.0958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9537" y="3728545"/>
                <a:ext cx="244578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FA2B0F09-06DA-4DF4-969E-B9B2BAFA7217}"/>
              </a:ext>
            </a:extLst>
          </p:cNvPr>
          <p:cNvCxnSpPr>
            <a:cxnSpLocks/>
          </p:cNvCxnSpPr>
          <p:nvPr/>
        </p:nvCxnSpPr>
        <p:spPr>
          <a:xfrm>
            <a:off x="4774101" y="774181"/>
            <a:ext cx="0" cy="423859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20E43C9-1875-4A65-8711-3FE3420826FC}"/>
                  </a:ext>
                </a:extLst>
              </p:cNvPr>
              <p:cNvSpPr txBox="1"/>
              <p:nvPr/>
            </p:nvSpPr>
            <p:spPr>
              <a:xfrm>
                <a:off x="76200" y="5841112"/>
                <a:ext cx="98509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1" dirty="0">
                    <a:solidFill>
                      <a:srgbClr val="FF0000"/>
                    </a:solidFill>
                  </a:rPr>
                  <a:t>So, there is less variability in the performance of the machine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20E43C9-1875-4A65-8711-3FE3420826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" y="5841112"/>
                <a:ext cx="9850990" cy="523220"/>
              </a:xfrm>
              <a:prstGeom prst="rect">
                <a:avLst/>
              </a:prstGeom>
              <a:blipFill>
                <a:blip r:embed="rId4"/>
                <a:stretch>
                  <a:fillRect l="-130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59714B6-B02C-46F4-8A06-7B6F19CE83C4}"/>
                  </a:ext>
                </a:extLst>
              </p:cNvPr>
              <p:cNvSpPr txBox="1"/>
              <p:nvPr/>
            </p:nvSpPr>
            <p:spPr>
              <a:xfrm>
                <a:off x="76200" y="5197842"/>
                <a:ext cx="371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𝐕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</m:e>
                      <m:sub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sub>
                    </m:sSub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US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𝐕</m:t>
                        </m:r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59714B6-B02C-46F4-8A06-7B6F19CE83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" y="5197842"/>
                <a:ext cx="3714750" cy="523220"/>
              </a:xfrm>
              <a:prstGeom prst="rect">
                <a:avLst/>
              </a:prstGeom>
              <a:blipFill>
                <a:blip r:embed="rId5"/>
                <a:stretch>
                  <a:fillRect l="-3448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3B8E37BB-8D3B-4117-BC3D-D5FD47D19CA5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18EE71B-293F-4FFC-AA33-824F8BF8AF27}"/>
                  </a:ext>
                </a:extLst>
              </p:cNvPr>
              <p:cNvSpPr/>
              <p:nvPr/>
            </p:nvSpPr>
            <p:spPr>
              <a:xfrm>
                <a:off x="9619537" y="806323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18EE71B-293F-4FFC-AA33-824F8BF8AF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9537" y="806323"/>
                <a:ext cx="136472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467CF7D2-0F4C-49F9-9377-1D7B2A115669}"/>
                  </a:ext>
                </a:extLst>
              </p:cNvPr>
              <p:cNvSpPr/>
              <p:nvPr/>
            </p:nvSpPr>
            <p:spPr>
              <a:xfrm>
                <a:off x="9619536" y="1537489"/>
                <a:ext cx="553155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</m:e>
                          </m:acc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467CF7D2-0F4C-49F9-9377-1D7B2A1156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9536" y="1537489"/>
                <a:ext cx="553155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77B0F87-580A-4D11-BE46-C592E66182DA}"/>
                  </a:ext>
                </a:extLst>
              </p:cNvPr>
              <p:cNvSpPr/>
              <p:nvPr/>
            </p:nvSpPr>
            <p:spPr>
              <a:xfrm>
                <a:off x="10089996" y="1531843"/>
                <a:ext cx="138520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77B0F87-580A-4D11-BE46-C592E66182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9996" y="1531843"/>
                <a:ext cx="1385209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F0B4E0D-99E5-4BE4-8754-7F2F8841382C}"/>
                  </a:ext>
                </a:extLst>
              </p:cNvPr>
              <p:cNvSpPr/>
              <p:nvPr/>
            </p:nvSpPr>
            <p:spPr>
              <a:xfrm>
                <a:off x="10089996" y="2273079"/>
                <a:ext cx="138520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F0B4E0D-99E5-4BE4-8754-7F2F884138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9996" y="2273079"/>
                <a:ext cx="1385209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D9CA438F-1F01-45FE-8524-791F91ACA7CF}"/>
                  </a:ext>
                </a:extLst>
              </p:cNvPr>
              <p:cNvSpPr/>
              <p:nvPr/>
            </p:nvSpPr>
            <p:spPr>
              <a:xfrm>
                <a:off x="9619536" y="2267434"/>
                <a:ext cx="553155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 </m:t>
                              </m:r>
                            </m:e>
                          </m:acc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D9CA438F-1F01-45FE-8524-791F91ACA7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9536" y="2267434"/>
                <a:ext cx="553155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D191B4C-2F57-4B3B-BE4A-D0D6D0AEC74D}"/>
                  </a:ext>
                </a:extLst>
              </p:cNvPr>
              <p:cNvSpPr txBox="1"/>
              <p:nvPr/>
            </p:nvSpPr>
            <p:spPr>
              <a:xfrm>
                <a:off x="76200" y="806323"/>
                <a:ext cx="339538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 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 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D191B4C-2F57-4B3B-BE4A-D0D6D0AEC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" y="806323"/>
                <a:ext cx="3395388" cy="89813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1360840-1B7B-4967-8358-26FAB34E8123}"/>
                  </a:ext>
                </a:extLst>
              </p:cNvPr>
              <p:cNvSpPr txBox="1"/>
              <p:nvPr/>
            </p:nvSpPr>
            <p:spPr>
              <a:xfrm>
                <a:off x="975702" y="2200033"/>
                <a:ext cx="3208563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25.4951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46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1360840-1B7B-4967-8358-26FAB34E81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5702" y="2200033"/>
                <a:ext cx="3208563" cy="91057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E55A34F-6C10-4E0A-AD2D-3E00F274B352}"/>
                  </a:ext>
                </a:extLst>
              </p:cNvPr>
              <p:cNvSpPr txBox="1"/>
              <p:nvPr/>
            </p:nvSpPr>
            <p:spPr>
              <a:xfrm>
                <a:off x="975702" y="3606182"/>
                <a:ext cx="20084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5.42%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E55A34F-6C10-4E0A-AD2D-3E00F274B3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5702" y="3606182"/>
                <a:ext cx="200841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0B7DF61-6AEC-46D2-95B3-126D84BC471F}"/>
                  </a:ext>
                </a:extLst>
              </p:cNvPr>
              <p:cNvSpPr txBox="1"/>
              <p:nvPr/>
            </p:nvSpPr>
            <p:spPr>
              <a:xfrm>
                <a:off x="4921634" y="806323"/>
                <a:ext cx="339538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 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 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0B7DF61-6AEC-46D2-95B3-126D84BC47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634" y="806323"/>
                <a:ext cx="3395388" cy="89813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4770626-7E29-48DF-AB54-7E79D57C321B}"/>
                  </a:ext>
                </a:extLst>
              </p:cNvPr>
              <p:cNvSpPr txBox="1"/>
              <p:nvPr/>
            </p:nvSpPr>
            <p:spPr>
              <a:xfrm>
                <a:off x="5821136" y="2200033"/>
                <a:ext cx="3208563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25.0958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51</m:t>
                          </m:r>
                        </m:den>
                      </m:f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4770626-7E29-48DF-AB54-7E79D57C32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1136" y="2200033"/>
                <a:ext cx="3208563" cy="91057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B783EE2B-5611-4974-9B0A-4F64BDDF33C7}"/>
                  </a:ext>
                </a:extLst>
              </p:cNvPr>
              <p:cNvSpPr txBox="1"/>
              <p:nvPr/>
            </p:nvSpPr>
            <p:spPr>
              <a:xfrm>
                <a:off x="5821136" y="3606182"/>
                <a:ext cx="20084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9.21%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B783EE2B-5611-4974-9B0A-4F64BDDF33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1136" y="3606182"/>
                <a:ext cx="200841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72426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22" grpId="0"/>
      <p:bldP spid="38" grpId="0"/>
      <p:bldP spid="39" grpId="0"/>
      <p:bldP spid="40" grpId="0"/>
      <p:bldP spid="41" grpId="0"/>
      <p:bldP spid="42" grpId="0"/>
      <p:bldP spid="43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85799B9-A8F3-B78E-0A1C-F133DB088AC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466428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An analysis of monthly wages paid to the workers of two firms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belonging to the same industry gives the following results: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r>
                  <a:rPr lang="en-US" dirty="0"/>
                  <a:t> </a:t>
                </a:r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85799B9-A8F3-B78E-0A1C-F133DB088A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4664281"/>
              </a:xfrm>
              <a:prstGeom prst="rect">
                <a:avLst/>
              </a:prstGeom>
              <a:blipFill>
                <a:blip r:embed="rId3"/>
                <a:stretch>
                  <a:fillRect l="-1074" t="-1175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</a:t>
            </a:r>
            <a:endParaRPr lang="en-US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2C41418-D1E8-29B3-30F2-FA3742C7D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329789"/>
              </p:ext>
            </p:extLst>
          </p:nvPr>
        </p:nvGraphicFramePr>
        <p:xfrm>
          <a:off x="283302" y="1847222"/>
          <a:ext cx="10476138" cy="20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98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3031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3031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 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A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B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workers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500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600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Average daily wage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186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175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621907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Variance of distribution of wages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81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59493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50771" y="3955185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50771" y="4452235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50771" y="4949285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86B8F5DB-9006-4561-AA00-C590E3E62986}"/>
              </a:ext>
            </a:extLst>
          </p:cNvPr>
          <p:cNvSpPr txBox="1">
            <a:spLocks/>
          </p:cNvSpPr>
          <p:nvPr/>
        </p:nvSpPr>
        <p:spPr>
          <a:xfrm>
            <a:off x="131176" y="56887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</p:spTree>
    <p:extLst>
      <p:ext uri="{BB962C8B-B14F-4D97-AF65-F5344CB8AC3E}">
        <p14:creationId xmlns:p14="http://schemas.microsoft.com/office/powerpoint/2010/main" val="3260273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2C41418-D1E8-29B3-30F2-FA3742C7D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5738223"/>
              </p:ext>
            </p:extLst>
          </p:nvPr>
        </p:nvGraphicFramePr>
        <p:xfrm>
          <a:off x="232518" y="839306"/>
          <a:ext cx="8804801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9693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03933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03933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</a:tblGrid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 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A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B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workers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500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600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Average daily wage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186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175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621907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Variance of distribution of wages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81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59493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2524307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2524307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283835CB-EC52-426E-9259-1A118BAF78F6}"/>
              </a:ext>
            </a:extLst>
          </p:cNvPr>
          <p:cNvSpPr txBox="1"/>
          <p:nvPr/>
        </p:nvSpPr>
        <p:spPr>
          <a:xfrm>
            <a:off x="232519" y="3066645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Number of workers: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3142052" y="3066645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052" y="3066645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1C94B0C3-6543-41CA-B41E-12727FE63B74}"/>
              </a:ext>
            </a:extLst>
          </p:cNvPr>
          <p:cNvSpPr txBox="1"/>
          <p:nvPr/>
        </p:nvSpPr>
        <p:spPr>
          <a:xfrm>
            <a:off x="232519" y="3574213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Average daily wage: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D9B20C8-DDFB-46BF-AB7B-8F2675828833}"/>
              </a:ext>
            </a:extLst>
          </p:cNvPr>
          <p:cNvSpPr txBox="1"/>
          <p:nvPr/>
        </p:nvSpPr>
        <p:spPr>
          <a:xfrm>
            <a:off x="1683948" y="4165529"/>
            <a:ext cx="1527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Variance: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3124476" y="4137796"/>
                <a:ext cx="2971524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476" y="4137796"/>
                <a:ext cx="2971524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142052" y="3574212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052" y="3574212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6475506" y="2524307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75506" y="2524307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03764503-A65F-470F-A260-2ADC7A353B17}"/>
              </a:ext>
            </a:extLst>
          </p:cNvPr>
          <p:cNvSpPr txBox="1"/>
          <p:nvPr/>
        </p:nvSpPr>
        <p:spPr>
          <a:xfrm>
            <a:off x="6475506" y="3066645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Number of workers: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9385039" y="3066645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5039" y="3066645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81AFA74F-DC7D-4A82-97F8-15D9E68EBD08}"/>
              </a:ext>
            </a:extLst>
          </p:cNvPr>
          <p:cNvSpPr txBox="1"/>
          <p:nvPr/>
        </p:nvSpPr>
        <p:spPr>
          <a:xfrm>
            <a:off x="6475506" y="3574213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Average daily wage: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F4B3697-E707-4701-B6A2-B2C4E2F62951}"/>
              </a:ext>
            </a:extLst>
          </p:cNvPr>
          <p:cNvSpPr txBox="1"/>
          <p:nvPr/>
        </p:nvSpPr>
        <p:spPr>
          <a:xfrm>
            <a:off x="7926935" y="4165529"/>
            <a:ext cx="1527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Variance: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9367463" y="4137796"/>
                <a:ext cx="3091237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7463" y="4137796"/>
                <a:ext cx="3091237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9385039" y="3574212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5039" y="3574212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24368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7" grpId="0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31176" y="2245260"/>
            <a:ext cx="56412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FBA917ED-94BF-4C7A-BE9E-76096552D20F}"/>
              </a:ext>
            </a:extLst>
          </p:cNvPr>
          <p:cNvSpPr txBox="1"/>
          <p:nvPr/>
        </p:nvSpPr>
        <p:spPr>
          <a:xfrm>
            <a:off x="693289" y="2818128"/>
            <a:ext cx="93651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The wage bill is the total wages paid by each firm, calculated as: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/>
              <p:nvPr/>
            </p:nvSpPr>
            <p:spPr>
              <a:xfrm>
                <a:off x="693290" y="3440350"/>
                <a:ext cx="29708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Wage bill of 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0" y="3440350"/>
                <a:ext cx="2970806" cy="523220"/>
              </a:xfrm>
              <a:prstGeom prst="rect">
                <a:avLst/>
              </a:prstGeom>
              <a:blipFill>
                <a:blip r:embed="rId11"/>
                <a:stretch>
                  <a:fillRect l="-431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3530725" y="3440350"/>
                <a:ext cx="20600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3440350"/>
                <a:ext cx="206007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F83D7FC-215F-4DA0-9F7A-69EA45F16FA9}"/>
                  </a:ext>
                </a:extLst>
              </p:cNvPr>
              <p:cNvSpPr txBox="1"/>
              <p:nvPr/>
            </p:nvSpPr>
            <p:spPr>
              <a:xfrm>
                <a:off x="5181600" y="3440350"/>
                <a:ext cx="24536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186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F83D7FC-215F-4DA0-9F7A-69EA45F16F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1600" y="3440350"/>
                <a:ext cx="245364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320FE7E-39B3-4536-BB54-719B9C5EAAE9}"/>
                  </a:ext>
                </a:extLst>
              </p:cNvPr>
              <p:cNvSpPr txBox="1"/>
              <p:nvPr/>
            </p:nvSpPr>
            <p:spPr>
              <a:xfrm>
                <a:off x="7245480" y="3440350"/>
                <a:ext cx="175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320FE7E-39B3-4536-BB54-719B9C5EAA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45480" y="3440350"/>
                <a:ext cx="17584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56A5F2-45F6-4A93-B6E5-9CF07C783E5D}"/>
                  </a:ext>
                </a:extLst>
              </p:cNvPr>
              <p:cNvSpPr txBox="1"/>
              <p:nvPr/>
            </p:nvSpPr>
            <p:spPr>
              <a:xfrm>
                <a:off x="693290" y="4062572"/>
                <a:ext cx="29708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Wage bill of </a:t>
                </a:r>
                <a:r>
                  <a:rPr lang="en-IN" sz="2800" b="1" dirty="0">
                    <a:solidFill>
                      <a:srgbClr val="002060"/>
                    </a:solidFill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56A5F2-45F6-4A93-B6E5-9CF07C783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0" y="4062572"/>
                <a:ext cx="2970806" cy="523220"/>
              </a:xfrm>
              <a:prstGeom prst="rect">
                <a:avLst/>
              </a:prstGeom>
              <a:blipFill>
                <a:blip r:embed="rId15"/>
                <a:stretch>
                  <a:fillRect l="-431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31FBEC5-5ABD-486A-9A73-7F9EE345C97F}"/>
                  </a:ext>
                </a:extLst>
              </p:cNvPr>
              <p:cNvSpPr txBox="1"/>
              <p:nvPr/>
            </p:nvSpPr>
            <p:spPr>
              <a:xfrm>
                <a:off x="3530725" y="4062572"/>
                <a:ext cx="20600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31FBEC5-5ABD-486A-9A73-7F9EE345C9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4062572"/>
                <a:ext cx="206007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D8A047D-18F0-4C3D-BC57-28767B8056DC}"/>
                  </a:ext>
                </a:extLst>
              </p:cNvPr>
              <p:cNvSpPr txBox="1"/>
              <p:nvPr/>
            </p:nvSpPr>
            <p:spPr>
              <a:xfrm>
                <a:off x="5181600" y="4062572"/>
                <a:ext cx="24536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D8A047D-18F0-4C3D-BC57-28767B8056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1600" y="4062572"/>
                <a:ext cx="245364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6F06BA0-9DBE-43FC-B207-FF09402E16E0}"/>
                  </a:ext>
                </a:extLst>
              </p:cNvPr>
              <p:cNvSpPr txBox="1"/>
              <p:nvPr/>
            </p:nvSpPr>
            <p:spPr>
              <a:xfrm>
                <a:off x="7245480" y="4062572"/>
                <a:ext cx="175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105000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6F06BA0-9DBE-43FC-B207-FF09402E16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45480" y="4062572"/>
                <a:ext cx="17584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C0948CDE-DD9B-404D-9998-F36ED08ED3DD}"/>
              </a:ext>
            </a:extLst>
          </p:cNvPr>
          <p:cNvSpPr txBox="1"/>
          <p:nvPr/>
        </p:nvSpPr>
        <p:spPr>
          <a:xfrm>
            <a:off x="693289" y="4783622"/>
            <a:ext cx="44883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Firm B has a larger wage bill.</a:t>
            </a:r>
            <a:endParaRPr lang="en-I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973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25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224526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FBA917ED-94BF-4C7A-BE9E-76096552D20F}"/>
              </a:ext>
            </a:extLst>
          </p:cNvPr>
          <p:cNvSpPr txBox="1"/>
          <p:nvPr/>
        </p:nvSpPr>
        <p:spPr>
          <a:xfrm>
            <a:off x="693289" y="2818128"/>
            <a:ext cx="93651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0" algn="l"/>
                <a:tab pos="447675" algn="l"/>
              </a:tabLst>
            </a:pPr>
            <a:r>
              <a:rPr lang="en-GB" sz="2800">
                <a:solidFill>
                  <a:srgbClr val="002060"/>
                </a:solidFill>
                <a:latin typeface="+mj-lt"/>
              </a:rPr>
              <a:t>We measure variability using the Coefficient of Variation (CV):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/>
              <p:nvPr/>
            </p:nvSpPr>
            <p:spPr>
              <a:xfrm>
                <a:off x="693289" y="3345100"/>
                <a:ext cx="18975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For 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89" y="3345100"/>
                <a:ext cx="1897511" cy="523220"/>
              </a:xfrm>
              <a:prstGeom prst="rect">
                <a:avLst/>
              </a:prstGeom>
              <a:blipFill>
                <a:blip r:embed="rId11"/>
                <a:stretch>
                  <a:fillRect l="-675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C0948CDE-DD9B-404D-9998-F36ED08ED3DD}"/>
              </a:ext>
            </a:extLst>
          </p:cNvPr>
          <p:cNvSpPr txBox="1"/>
          <p:nvPr/>
        </p:nvSpPr>
        <p:spPr>
          <a:xfrm>
            <a:off x="8067674" y="4214533"/>
            <a:ext cx="4074251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Firm B has greater relative variability in wages</a:t>
            </a:r>
            <a:endParaRPr lang="en-IN" sz="2800" b="1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956DD56-8CC8-4D49-BB55-5CB6C839B177}"/>
                  </a:ext>
                </a:extLst>
              </p:cNvPr>
              <p:cNvSpPr txBox="1"/>
              <p:nvPr/>
            </p:nvSpPr>
            <p:spPr>
              <a:xfrm>
                <a:off x="9305638" y="2679123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956DD56-8CC8-4D49-BB55-5CB6C839B1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5638" y="2679123"/>
                <a:ext cx="2898898" cy="82759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1EA3237-C9BA-47B0-B528-FF60B4D8B8BE}"/>
                  </a:ext>
                </a:extLst>
              </p:cNvPr>
              <p:cNvSpPr txBox="1"/>
              <p:nvPr/>
            </p:nvSpPr>
            <p:spPr>
              <a:xfrm>
                <a:off x="693288" y="3921741"/>
                <a:ext cx="3231011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1EA3237-C9BA-47B0-B528-FF60B4D8B8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88" y="3921741"/>
                <a:ext cx="3231011" cy="89813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A948A91-E9A6-4DCD-AF16-0027F7E79090}"/>
                  </a:ext>
                </a:extLst>
              </p:cNvPr>
              <p:cNvSpPr txBox="1"/>
              <p:nvPr/>
            </p:nvSpPr>
            <p:spPr>
              <a:xfrm>
                <a:off x="1598403" y="4979956"/>
                <a:ext cx="23258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186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A948A91-E9A6-4DCD-AF16-0027F7E790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8403" y="4979956"/>
                <a:ext cx="2325896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19F6DCE-69AC-45BB-A84B-B0485F141D31}"/>
                  </a:ext>
                </a:extLst>
              </p:cNvPr>
              <p:cNvSpPr txBox="1"/>
              <p:nvPr/>
            </p:nvSpPr>
            <p:spPr>
              <a:xfrm>
                <a:off x="8155868" y="793403"/>
                <a:ext cx="535878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19F6DCE-69AC-45BB-A84B-B0485F141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868" y="793403"/>
                <a:ext cx="535878" cy="5400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E08A0B2-A454-4572-868C-64635CD526B9}"/>
                  </a:ext>
                </a:extLst>
              </p:cNvPr>
              <p:cNvSpPr txBox="1"/>
              <p:nvPr/>
            </p:nvSpPr>
            <p:spPr>
              <a:xfrm>
                <a:off x="1598403" y="6041825"/>
                <a:ext cx="2325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.8387%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E08A0B2-A454-4572-868C-64635CD526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8403" y="6041825"/>
                <a:ext cx="232589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461588C-E10A-45D0-AE47-C83F8E4FA0D1}"/>
              </a:ext>
            </a:extLst>
          </p:cNvPr>
          <p:cNvSpPr/>
          <p:nvPr/>
        </p:nvSpPr>
        <p:spPr>
          <a:xfrm>
            <a:off x="5590800" y="760162"/>
            <a:ext cx="2270562" cy="671870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0A182AC-B169-4FEA-BC13-46BABC48C943}"/>
                  </a:ext>
                </a:extLst>
              </p:cNvPr>
              <p:cNvSpPr txBox="1"/>
              <p:nvPr/>
            </p:nvSpPr>
            <p:spPr>
              <a:xfrm>
                <a:off x="4404931" y="3345100"/>
                <a:ext cx="18975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For 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0A182AC-B169-4FEA-BC13-46BABC48C9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931" y="3345100"/>
                <a:ext cx="1897511" cy="523220"/>
              </a:xfrm>
              <a:prstGeom prst="rect">
                <a:avLst/>
              </a:prstGeom>
              <a:blipFill>
                <a:blip r:embed="rId18"/>
                <a:stretch>
                  <a:fillRect l="-675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/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061974-CF18-4296-BD12-99BBDA330961}"/>
                  </a:ext>
                </a:extLst>
              </p:cNvPr>
              <p:cNvSpPr txBox="1"/>
              <p:nvPr/>
            </p:nvSpPr>
            <p:spPr>
              <a:xfrm>
                <a:off x="4404930" y="3921741"/>
                <a:ext cx="3231011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061974-CF18-4296-BD12-99BBDA3309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930" y="3921741"/>
                <a:ext cx="3231011" cy="8981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3F506C4-396A-40E7-89C5-33798AA1F623}"/>
                  </a:ext>
                </a:extLst>
              </p:cNvPr>
              <p:cNvSpPr txBox="1"/>
              <p:nvPr/>
            </p:nvSpPr>
            <p:spPr>
              <a:xfrm>
                <a:off x="5310045" y="4979956"/>
                <a:ext cx="23258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175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3F506C4-396A-40E7-89C5-33798AA1F6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045" y="4979956"/>
                <a:ext cx="2325896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32018D5-B04D-42B5-9585-7952EECF15D3}"/>
                  </a:ext>
                </a:extLst>
              </p:cNvPr>
              <p:cNvSpPr txBox="1"/>
              <p:nvPr/>
            </p:nvSpPr>
            <p:spPr>
              <a:xfrm>
                <a:off x="8155868" y="1555875"/>
                <a:ext cx="535878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32018D5-B04D-42B5-9585-7952EECF1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868" y="1555875"/>
                <a:ext cx="535878" cy="5400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459EC77-E60C-44FC-85E3-5E2A5B024A59}"/>
                  </a:ext>
                </a:extLst>
              </p:cNvPr>
              <p:cNvSpPr txBox="1"/>
              <p:nvPr/>
            </p:nvSpPr>
            <p:spPr>
              <a:xfrm>
                <a:off x="5310045" y="6041825"/>
                <a:ext cx="2325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.7143%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459EC77-E60C-44FC-85E3-5E2A5B024A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045" y="6041825"/>
                <a:ext cx="2325896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3FD5A1A8-0DD1-497F-BA48-38E1916F00E7}"/>
              </a:ext>
            </a:extLst>
          </p:cNvPr>
          <p:cNvSpPr/>
          <p:nvPr/>
        </p:nvSpPr>
        <p:spPr>
          <a:xfrm>
            <a:off x="5590799" y="1522634"/>
            <a:ext cx="2476875" cy="671870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573F3AAB-EB63-4761-AB7F-7EA9A0E0F57B}"/>
              </a:ext>
            </a:extLst>
          </p:cNvPr>
          <p:cNvSpPr/>
          <p:nvPr/>
        </p:nvSpPr>
        <p:spPr>
          <a:xfrm>
            <a:off x="5371985" y="6009780"/>
            <a:ext cx="1860914" cy="555265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2663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25" grpId="0"/>
      <p:bldP spid="26" grpId="0"/>
      <p:bldP spid="38" grpId="0"/>
      <p:bldP spid="39" grpId="0"/>
      <p:bldP spid="40" grpId="0"/>
      <p:bldP spid="41" grpId="0"/>
      <p:bldP spid="3" grpId="0" animBg="1"/>
      <p:bldP spid="3" grpId="1" animBg="1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8" grpId="1" animBg="1"/>
      <p:bldP spid="49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2244218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A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 &amp; 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B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 taken together.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/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5BAFFC0B-E657-4FB1-85E1-122679448A13}"/>
              </a:ext>
            </a:extLst>
          </p:cNvPr>
          <p:cNvSpPr txBox="1"/>
          <p:nvPr/>
        </p:nvSpPr>
        <p:spPr>
          <a:xfrm>
            <a:off x="696871" y="3007439"/>
            <a:ext cx="29672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  <a:latin typeface="+mj-lt"/>
              </a:rPr>
              <a:t>Average of daily wages of all worker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3C4DEA1-176E-41CF-9A78-14EC5295FEFD}"/>
                  </a:ext>
                </a:extLst>
              </p:cNvPr>
              <p:cNvSpPr txBox="1"/>
              <p:nvPr/>
            </p:nvSpPr>
            <p:spPr>
              <a:xfrm>
                <a:off x="3664095" y="3049562"/>
                <a:ext cx="4719771" cy="9368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wage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both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firms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.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workers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3C4DEA1-176E-41CF-9A78-14EC5295F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3049562"/>
                <a:ext cx="4719771" cy="93686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BC486C-C3AE-423D-90F0-D50F159F7448}"/>
                  </a:ext>
                </a:extLst>
              </p:cNvPr>
              <p:cNvSpPr txBox="1"/>
              <p:nvPr/>
            </p:nvSpPr>
            <p:spPr>
              <a:xfrm>
                <a:off x="3664095" y="4410338"/>
                <a:ext cx="3104331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93000+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105000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BC486C-C3AE-423D-90F0-D50F159F74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4410338"/>
                <a:ext cx="3104331" cy="910570"/>
              </a:xfrm>
              <a:prstGeom prst="rect">
                <a:avLst/>
              </a:prstGeom>
              <a:blipFill>
                <a:blip r:embed="rId14"/>
                <a:stretch>
                  <a:fillRect r="-33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3AF8F28-2300-4CF9-8E03-3522206E0E3C}"/>
                  </a:ext>
                </a:extLst>
              </p:cNvPr>
              <p:cNvSpPr txBox="1"/>
              <p:nvPr/>
            </p:nvSpPr>
            <p:spPr>
              <a:xfrm>
                <a:off x="3664095" y="5541377"/>
                <a:ext cx="17327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𝟏𝟖𝟎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3AF8F28-2300-4CF9-8E03-3522206E0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5541377"/>
                <a:ext cx="173273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A955227-6D6B-4F9D-98D9-7F2AB2539FED}"/>
                  </a:ext>
                </a:extLst>
              </p:cNvPr>
              <p:cNvSpPr txBox="1"/>
              <p:nvPr/>
            </p:nvSpPr>
            <p:spPr>
              <a:xfrm>
                <a:off x="9352370" y="3893630"/>
                <a:ext cx="297080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400" b="0" i="0" dirty="0">
                    <a:solidFill>
                      <a:srgbClr val="002060"/>
                    </a:solidFill>
                    <a:effectLst/>
                    <a:latin typeface="+mj-lt"/>
                  </a:rPr>
                  <a:t>Wage bill of </a:t>
                </a:r>
                <a:r>
                  <a:rPr lang="en-IN" sz="24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4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A955227-6D6B-4F9D-98D9-7F2AB2539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2370" y="3893630"/>
                <a:ext cx="2970806" cy="461665"/>
              </a:xfrm>
              <a:prstGeom prst="rect">
                <a:avLst/>
              </a:prstGeom>
              <a:blipFill>
                <a:blip r:embed="rId16"/>
                <a:stretch>
                  <a:fillRect t="-9333" b="-32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1B9DF1D-F8BC-431E-86DC-B45B65C76AE0}"/>
                  </a:ext>
                </a:extLst>
              </p:cNvPr>
              <p:cNvSpPr txBox="1"/>
              <p:nvPr/>
            </p:nvSpPr>
            <p:spPr>
              <a:xfrm>
                <a:off x="9958544" y="4294882"/>
                <a:ext cx="17584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93</m:t>
                      </m:r>
                      <m:r>
                        <a:rPr lang="en-IN" sz="24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1B9DF1D-F8BC-431E-86DC-B45B65C76A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8544" y="4294882"/>
                <a:ext cx="1758457" cy="46166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995F0265-7AAF-47E0-9AD8-22331648E73B}"/>
                  </a:ext>
                </a:extLst>
              </p:cNvPr>
              <p:cNvSpPr txBox="1"/>
              <p:nvPr/>
            </p:nvSpPr>
            <p:spPr>
              <a:xfrm>
                <a:off x="9352370" y="5018157"/>
                <a:ext cx="297080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400" dirty="0">
                    <a:solidFill>
                      <a:srgbClr val="002060"/>
                    </a:solidFill>
                  </a:rPr>
                  <a:t>Wage bill of </a:t>
                </a:r>
                <a:r>
                  <a:rPr lang="en-IN" sz="2400" b="1" dirty="0">
                    <a:solidFill>
                      <a:srgbClr val="002060"/>
                    </a:solidFill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4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995F0265-7AAF-47E0-9AD8-22331648E7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2370" y="5018157"/>
                <a:ext cx="2970806" cy="461665"/>
              </a:xfrm>
              <a:prstGeom prst="rect">
                <a:avLst/>
              </a:prstGeom>
              <a:blipFill>
                <a:blip r:embed="rId18"/>
                <a:stretch>
                  <a:fillRect t="-9211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97A04CA-5B9E-463C-B71B-6BD3B327B650}"/>
                  </a:ext>
                </a:extLst>
              </p:cNvPr>
              <p:cNvSpPr txBox="1"/>
              <p:nvPr/>
            </p:nvSpPr>
            <p:spPr>
              <a:xfrm>
                <a:off x="9958543" y="5423078"/>
                <a:ext cx="17584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105000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97A04CA-5B9E-463C-B71B-6BD3B327B6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8543" y="5423078"/>
                <a:ext cx="1758457" cy="46166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40836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52" grpId="0"/>
      <p:bldP spid="53" grpId="0"/>
      <p:bldP spid="54" grpId="0"/>
      <p:bldP spid="55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 Deviation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GB" dirty="0"/>
              <a:t>Mean Deviation is a statistical measure used to calculate the </a:t>
            </a:r>
            <a:r>
              <a:rPr lang="en-GB" b="1" dirty="0">
                <a:solidFill>
                  <a:srgbClr val="FF0000"/>
                </a:solidFill>
              </a:rPr>
              <a:t>average of the absolute deviations</a:t>
            </a:r>
            <a:r>
              <a:rPr lang="en-GB" dirty="0"/>
              <a:t> from the central tendency of a given data set.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071264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5E2098AA-8FEB-C9D7-F7FB-86E0B35CC3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831772B0-9C0B-4102-94C6-BA7A2056B58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35332176"/>
                  </p:ext>
                </p:extLst>
              </p:nvPr>
            </p:nvGraphicFramePr>
            <p:xfrm>
              <a:off x="118870" y="788667"/>
              <a:ext cx="10533892" cy="5707602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035810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74904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374904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188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</a:p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sz="2400" b="1" i="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 </a:t>
                          </a:r>
                          <a:r>
                            <a:rPr lang="en-US" sz="2400" b="1" i="0" dirty="0">
                              <a:solidFill>
                                <a:schemeClr val="accent2">
                                  <a:lumMod val="60000"/>
                                  <a:lumOff val="40000"/>
                                </a:schemeClr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OR</a:t>
                          </a: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 (Class &amp; </a:t>
                          </a: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IN" sz="2400" b="1" i="1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𝐟</m:t>
                                  </m:r>
                                </m:e>
                                <m:sub>
                                  <m:r>
                                    <a:rPr lang="en-IN" sz="2400" b="1" i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𝐢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M.D. about Mean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0" dirty="0" smtClean="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𝐌𝐃</m:t>
                                </m:r>
                                <m:d>
                                  <m:dPr>
                                    <m:ctrlPr>
                                      <a:rPr lang="en-IN" sz="2400" b="1" i="1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 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400" b="1" i="1" dirty="0" smtClean="0">
                                            <a:solidFill>
                                              <a:schemeClr val="bg1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a:rPr lang="en-IN" sz="2400" b="1" i="0" dirty="0" smtClean="0">
                                            <a:solidFill>
                                              <a:schemeClr val="bg1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𝐱</m:t>
                                        </m:r>
                                      </m:e>
                                    </m:bar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 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M.D. about Median</a:t>
                          </a:r>
                        </a:p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0" dirty="0" smtClean="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𝐌𝐃</m:t>
                                </m:r>
                                <m:d>
                                  <m:dPr>
                                    <m:ctrlPr>
                                      <a:rPr lang="en-IN" sz="2400" b="1" i="1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 </m:t>
                                    </m:r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𝐌</m:t>
                                    </m:r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 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8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M.D. about Mode</a:t>
                          </a:r>
                        </a:p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>
                              <a:tab pos="447675" algn="l"/>
                            </a:tabLst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1" i="0" dirty="0" smtClean="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𝐌𝐃</m:t>
                                </m:r>
                                <m:d>
                                  <m:dPr>
                                    <m:ctrlPr>
                                      <a:rPr lang="en-IN" sz="2400" b="1" i="1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 </m:t>
                                    </m:r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𝐙</m:t>
                                    </m:r>
                                    <m:r>
                                      <a:rPr lang="en-IN" sz="24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 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665648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831772B0-9C0B-4102-94C6-BA7A2056B58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35332176"/>
                  </p:ext>
                </p:extLst>
              </p:nvPr>
            </p:nvGraphicFramePr>
            <p:xfrm>
              <a:off x="118870" y="788667"/>
              <a:ext cx="10533892" cy="5707602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035810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749041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3749041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1188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Method</a:t>
                          </a: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i="0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</a:p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400" b="1" i="0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(Individual data)</a:t>
                          </a:r>
                          <a:endParaRPr lang="en-IN" sz="24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81463" t="-1026" r="-488" b="-38205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02" t="-79757" r="-247791" b="-20161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02" t="-179032" r="-247791" b="-10080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402" t="-280162" r="-247791" b="-121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6656489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88A7E820-010B-992C-FEE6-52172DDE9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Mean Deviation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678886B-EAC0-457E-8295-0800EDFB45F2}"/>
                  </a:ext>
                </a:extLst>
              </p:cNvPr>
              <p:cNvSpPr txBox="1"/>
              <p:nvPr/>
            </p:nvSpPr>
            <p:spPr>
              <a:xfrm>
                <a:off x="3632076" y="2272533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</m:e>
                                  </m:acc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678886B-EAC0-457E-8295-0800EDFB45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2076" y="2272533"/>
                <a:ext cx="2767578" cy="9225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7D81137-4116-4813-86A9-4005EFDEF96F}"/>
                  </a:ext>
                </a:extLst>
              </p:cNvPr>
              <p:cNvSpPr txBox="1"/>
              <p:nvPr/>
            </p:nvSpPr>
            <p:spPr>
              <a:xfrm>
                <a:off x="3632076" y="3780950"/>
                <a:ext cx="2767578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M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7D81137-4116-4813-86A9-4005EFDEF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2076" y="3780950"/>
                <a:ext cx="2767578" cy="95346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DCDA8-1DCD-40C7-868D-4F46B80F6B0D}"/>
                  </a:ext>
                </a:extLst>
              </p:cNvPr>
              <p:cNvSpPr txBox="1"/>
              <p:nvPr/>
            </p:nvSpPr>
            <p:spPr>
              <a:xfrm>
                <a:off x="3632076" y="5320273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Z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DCDA8-1DCD-40C7-868D-4F46B80F6B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2076" y="5320273"/>
                <a:ext cx="2767578" cy="9225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9C23DE0-BBF7-40D4-B557-DC8902784A0D}"/>
                  </a:ext>
                </a:extLst>
              </p:cNvPr>
              <p:cNvSpPr txBox="1"/>
              <p:nvPr/>
            </p:nvSpPr>
            <p:spPr>
              <a:xfrm>
                <a:off x="7379970" y="227253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</m:e>
                                  </m:acc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9C23DE0-BBF7-40D4-B557-DC8902784A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9970" y="2272533"/>
                <a:ext cx="2767578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191B4D-3440-4593-992C-6F38FDBBE3D5}"/>
                  </a:ext>
                </a:extLst>
              </p:cNvPr>
              <p:cNvSpPr txBox="1"/>
              <p:nvPr/>
            </p:nvSpPr>
            <p:spPr>
              <a:xfrm>
                <a:off x="7379970" y="379640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M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191B4D-3440-4593-992C-6F38FDBBE3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9970" y="3796403"/>
                <a:ext cx="2767578" cy="99597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46AD81F-1209-4468-9784-2A0633F8F0CD}"/>
                  </a:ext>
                </a:extLst>
              </p:cNvPr>
              <p:cNvSpPr txBox="1"/>
              <p:nvPr/>
            </p:nvSpPr>
            <p:spPr>
              <a:xfrm>
                <a:off x="7379970" y="532027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Z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46AD81F-1209-4468-9784-2A0633F8F0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9970" y="5320273"/>
                <a:ext cx="2767578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24021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9" grpId="0"/>
      <p:bldP spid="13" grpId="0"/>
      <p:bldP spid="16" grpId="0"/>
      <p:bldP spid="17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209200-FC51-844C-D102-DF40860B1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3C6976DE-AEDD-4658-A445-D80B95300FCF}"/>
              </a:ext>
            </a:extLst>
          </p:cNvPr>
          <p:cNvSpPr txBox="1">
            <a:spLocks/>
          </p:cNvSpPr>
          <p:nvPr/>
        </p:nvSpPr>
        <p:spPr>
          <a:xfrm>
            <a:off x="131176" y="867840"/>
            <a:ext cx="11929645" cy="112816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5000"/>
              </a:lnSpc>
              <a:spcBef>
                <a:spcPts val="1000"/>
              </a:spcBef>
            </a:pPr>
            <a:r>
              <a:rPr lang="en-US" dirty="0"/>
              <a:t>Find the mean deviation about the mean and median for the following data:</a:t>
            </a:r>
          </a:p>
          <a:p>
            <a:pPr>
              <a:spcBef>
                <a:spcPts val="1000"/>
              </a:spcBef>
            </a:pPr>
            <a:r>
              <a:rPr lang="en-IN" dirty="0"/>
              <a:t>    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71C3EA-0F08-73EE-30D3-229A25CDBB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6931C56-5A64-4B9A-5530-4CE5FB29002F}"/>
              </a:ext>
            </a:extLst>
          </p:cNvPr>
          <p:cNvSpPr txBox="1">
            <a:spLocks/>
          </p:cNvSpPr>
          <p:nvPr/>
        </p:nvSpPr>
        <p:spPr>
          <a:xfrm>
            <a:off x="131176" y="241596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874D281-EA5E-D4AC-9BBF-7C67E7E48017}"/>
                  </a:ext>
                </a:extLst>
              </p:cNvPr>
              <p:cNvSpPr txBox="1"/>
              <p:nvPr/>
            </p:nvSpPr>
            <p:spPr>
              <a:xfrm>
                <a:off x="2100451" y="3645668"/>
                <a:ext cx="1621804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874D281-EA5E-D4AC-9BBF-7C67E7E480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0451" y="3645668"/>
                <a:ext cx="1621804" cy="9227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B30E8C5-2357-EF58-ADEF-936BBE96A2BA}"/>
                  </a:ext>
                </a:extLst>
              </p:cNvPr>
              <p:cNvSpPr txBox="1"/>
              <p:nvPr/>
            </p:nvSpPr>
            <p:spPr>
              <a:xfrm>
                <a:off x="2106536" y="4654702"/>
                <a:ext cx="3951134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2+4+7+8+9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B30E8C5-2357-EF58-ADEF-936BBE96A2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6536" y="4654702"/>
                <a:ext cx="3951134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D171899-FD65-7FF8-58E7-4D86E7970953}"/>
                  </a:ext>
                </a:extLst>
              </p:cNvPr>
              <p:cNvSpPr txBox="1"/>
              <p:nvPr/>
            </p:nvSpPr>
            <p:spPr>
              <a:xfrm>
                <a:off x="1594216" y="488819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D171899-FD65-7FF8-58E7-4D86E79709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888198"/>
                <a:ext cx="5062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EA25239-3E31-981D-7BB9-F2BB80F1941E}"/>
                  </a:ext>
                </a:extLst>
              </p:cNvPr>
              <p:cNvSpPr txBox="1"/>
              <p:nvPr/>
            </p:nvSpPr>
            <p:spPr>
              <a:xfrm>
                <a:off x="1594216" y="586682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EA25239-3E31-981D-7BB9-F2BB80F194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866821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73FBD43E-91CF-47DA-AA40-88609853BE39}"/>
              </a:ext>
            </a:extLst>
          </p:cNvPr>
          <p:cNvSpPr txBox="1"/>
          <p:nvPr/>
        </p:nvSpPr>
        <p:spPr>
          <a:xfrm>
            <a:off x="1594216" y="2423955"/>
            <a:ext cx="5644782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/>
              <p:nvPr/>
            </p:nvSpPr>
            <p:spPr>
              <a:xfrm>
                <a:off x="7089622" y="2423955"/>
                <a:ext cx="12208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9622" y="2423955"/>
                <a:ext cx="122085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AAA33227-EB8C-44E0-9189-1CA12549E9BB}"/>
              </a:ext>
            </a:extLst>
          </p:cNvPr>
          <p:cNvSpPr txBox="1"/>
          <p:nvPr/>
        </p:nvSpPr>
        <p:spPr>
          <a:xfrm>
            <a:off x="1594216" y="2998986"/>
            <a:ext cx="47770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E32D105-D6FD-4CA6-81B3-3CC79E4DE1A0}"/>
                  </a:ext>
                </a:extLst>
              </p:cNvPr>
              <p:cNvSpPr txBox="1"/>
              <p:nvPr/>
            </p:nvSpPr>
            <p:spPr>
              <a:xfrm>
                <a:off x="2120568" y="5863690"/>
                <a:ext cx="2079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E32D105-D6FD-4CA6-81B3-3CC79E4DE1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0568" y="5863690"/>
                <a:ext cx="207946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3063654-6DD7-4E4F-8A71-17152FB5DBCD}"/>
                  </a:ext>
                </a:extLst>
              </p:cNvPr>
              <p:cNvSpPr txBox="1"/>
              <p:nvPr/>
            </p:nvSpPr>
            <p:spPr>
              <a:xfrm>
                <a:off x="159126" y="1426585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3063654-6DD7-4E4F-8A71-17152FB5DB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126" y="1426585"/>
                <a:ext cx="55481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6C4332F-BDB7-4C6D-B9BB-22585F2B4B84}"/>
                  </a:ext>
                </a:extLst>
              </p:cNvPr>
              <p:cNvSpPr txBox="1"/>
              <p:nvPr/>
            </p:nvSpPr>
            <p:spPr>
              <a:xfrm>
                <a:off x="914128" y="1426585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4,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6C4332F-BDB7-4C6D-B9BB-22585F2B4B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128" y="1426585"/>
                <a:ext cx="55481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C54EC7F-BE07-412C-9A54-4D78795A4583}"/>
                  </a:ext>
                </a:extLst>
              </p:cNvPr>
              <p:cNvSpPr txBox="1"/>
              <p:nvPr/>
            </p:nvSpPr>
            <p:spPr>
              <a:xfrm>
                <a:off x="1661801" y="1426585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7,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C54EC7F-BE07-412C-9A54-4D78795A45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1801" y="1426585"/>
                <a:ext cx="5548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6AC2F1-B02E-4DC0-8FDE-29996CD6627D}"/>
                  </a:ext>
                </a:extLst>
              </p:cNvPr>
              <p:cNvSpPr txBox="1"/>
              <p:nvPr/>
            </p:nvSpPr>
            <p:spPr>
              <a:xfrm>
                <a:off x="2400960" y="1426585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8,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6AC2F1-B02E-4DC0-8FDE-29996CD66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960" y="1426585"/>
                <a:ext cx="5548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B2FEE98-0A8D-438D-B603-B1EED9D9CE9F}"/>
                  </a:ext>
                </a:extLst>
              </p:cNvPr>
              <p:cNvSpPr txBox="1"/>
              <p:nvPr/>
            </p:nvSpPr>
            <p:spPr>
              <a:xfrm>
                <a:off x="3148238" y="1426585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B2FEE98-0A8D-438D-B603-B1EED9D9CE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8238" y="1426585"/>
                <a:ext cx="55481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B648587F-562E-4CFF-A930-B43A1034E052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C876DA1-53B1-45AC-A63D-A5172CDC1E64}"/>
              </a:ext>
            </a:extLst>
          </p:cNvPr>
          <p:cNvSpPr/>
          <p:nvPr/>
        </p:nvSpPr>
        <p:spPr>
          <a:xfrm>
            <a:off x="205100" y="189274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</a:t>
            </a:r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04E080B3-2BC2-473B-9EA3-224118FCFA2D}"/>
              </a:ext>
            </a:extLst>
          </p:cNvPr>
          <p:cNvSpPr/>
          <p:nvPr/>
        </p:nvSpPr>
        <p:spPr>
          <a:xfrm>
            <a:off x="955084" y="189274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2</a:t>
            </a: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8259AA94-1532-47C3-90BD-2609D321AB65}"/>
              </a:ext>
            </a:extLst>
          </p:cNvPr>
          <p:cNvSpPr/>
          <p:nvPr/>
        </p:nvSpPr>
        <p:spPr>
          <a:xfrm>
            <a:off x="1702757" y="189274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3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0B373CD6-EBA1-4389-A3E2-A7955BA85BCC}"/>
              </a:ext>
            </a:extLst>
          </p:cNvPr>
          <p:cNvSpPr/>
          <p:nvPr/>
        </p:nvSpPr>
        <p:spPr>
          <a:xfrm>
            <a:off x="2441916" y="189274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4</a:t>
            </a:r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61040D06-3AA1-45A6-A47A-E029AD37ED5E}"/>
              </a:ext>
            </a:extLst>
          </p:cNvPr>
          <p:cNvSpPr/>
          <p:nvPr/>
        </p:nvSpPr>
        <p:spPr>
          <a:xfrm>
            <a:off x="3189194" y="189274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71403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16" grpId="0"/>
      <p:bldP spid="17" grpId="0"/>
      <p:bldP spid="20" grpId="0"/>
      <p:bldP spid="21" grpId="0"/>
      <p:bldP spid="23" grpId="0"/>
      <p:bldP spid="24" grpId="0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B05A6-3284-C939-5F38-548CBC0A8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40F256-43CF-C804-3505-5A58D15AD8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72903003"/>
                  </p:ext>
                </p:extLst>
              </p:nvPr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72903003"/>
                  </p:ext>
                </p:extLst>
              </p:nvPr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21" t="-1869" r="-1863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B68CB4E-FBA1-6891-54BD-5DBEB51D90C8}"/>
                  </a:ext>
                </a:extLst>
              </p:cNvPr>
              <p:cNvSpPr/>
              <p:nvPr/>
            </p:nvSpPr>
            <p:spPr>
              <a:xfrm>
                <a:off x="2156460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B68CB4E-FBA1-6891-54BD-5DBEB51D90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197396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30C4939-B5E0-63D9-E99C-6242FBD736C2}"/>
                  </a:ext>
                </a:extLst>
              </p:cNvPr>
              <p:cNvSpPr/>
              <p:nvPr/>
            </p:nvSpPr>
            <p:spPr>
              <a:xfrm>
                <a:off x="2156460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30C4939-B5E0-63D9-E99C-6242FBD736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2537454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5B1F683-A11B-B096-DE58-0F8F3918FD82}"/>
                  </a:ext>
                </a:extLst>
              </p:cNvPr>
              <p:cNvSpPr/>
              <p:nvPr/>
            </p:nvSpPr>
            <p:spPr>
              <a:xfrm>
                <a:off x="2156460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5B1F683-A11B-B096-DE58-0F8F3918F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3100943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2D5CC6B-59D8-9875-B8E2-E1F25F2CEAD4}"/>
                  </a:ext>
                </a:extLst>
              </p:cNvPr>
              <p:cNvSpPr/>
              <p:nvPr/>
            </p:nvSpPr>
            <p:spPr>
              <a:xfrm>
                <a:off x="2156460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2D5CC6B-59D8-9875-B8E2-E1F25F2CEA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3664432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5B4851-1588-0816-FC3C-5E93655AAC50}"/>
                  </a:ext>
                </a:extLst>
              </p:cNvPr>
              <p:cNvSpPr/>
              <p:nvPr/>
            </p:nvSpPr>
            <p:spPr>
              <a:xfrm>
                <a:off x="2156460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5B4851-1588-0816-FC3C-5E93655AAC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422792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C7747CC-E932-F392-0F0F-FEF88BEF96EF}"/>
                  </a:ext>
                </a:extLst>
              </p:cNvPr>
              <p:cNvSpPr/>
              <p:nvPr/>
            </p:nvSpPr>
            <p:spPr>
              <a:xfrm>
                <a:off x="1239940" y="4779706"/>
                <a:ext cx="262334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C7747CC-E932-F392-0F0F-FEF88BEF96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39940" y="4779706"/>
                <a:ext cx="2623342" cy="113569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/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/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/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/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/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9DB68EC-7FA2-49C6-81E0-80FA759C0A2E}"/>
                  </a:ext>
                </a:extLst>
              </p:cNvPr>
              <p:cNvSpPr txBox="1"/>
              <p:nvPr/>
            </p:nvSpPr>
            <p:spPr>
              <a:xfrm>
                <a:off x="4953124" y="1301319"/>
                <a:ext cx="1142876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9DB68EC-7FA2-49C6-81E0-80FA759C0A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124" y="1301319"/>
                <a:ext cx="1142876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E1DA1F2-0DCC-4141-9AD0-50D7C156F5B3}"/>
                  </a:ext>
                </a:extLst>
              </p:cNvPr>
              <p:cNvSpPr txBox="1"/>
              <p:nvPr/>
            </p:nvSpPr>
            <p:spPr>
              <a:xfrm>
                <a:off x="4921320" y="1978283"/>
                <a:ext cx="3308640" cy="9317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E1DA1F2-0DCC-4141-9AD0-50D7C156F5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320" y="1978283"/>
                <a:ext cx="3308640" cy="931794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E099069-2958-42C0-92F3-791C05CAEC01}"/>
                  </a:ext>
                </a:extLst>
              </p:cNvPr>
              <p:cNvSpPr txBox="1"/>
              <p:nvPr/>
            </p:nvSpPr>
            <p:spPr>
              <a:xfrm>
                <a:off x="6020091" y="4256486"/>
                <a:ext cx="12154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E099069-2958-42C0-92F3-791C05CAEC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0091" y="4256486"/>
                <a:ext cx="1215427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558AA90-85E6-4564-80D3-709BE46DF81F}"/>
                  </a:ext>
                </a:extLst>
              </p:cNvPr>
              <p:cNvSpPr txBox="1"/>
              <p:nvPr/>
            </p:nvSpPr>
            <p:spPr>
              <a:xfrm>
                <a:off x="6020092" y="3132389"/>
                <a:ext cx="1343280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558AA90-85E6-4564-80D3-709BE46DF8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0092" y="3132389"/>
                <a:ext cx="1343280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E329C519-E418-48FF-9D8B-8023AA008BFC}"/>
              </a:ext>
            </a:extLst>
          </p:cNvPr>
          <p:cNvSpPr txBox="1"/>
          <p:nvPr/>
        </p:nvSpPr>
        <p:spPr>
          <a:xfrm>
            <a:off x="174766" y="749470"/>
            <a:ext cx="4752000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C4BD67FF-CEE6-410E-8157-47858652F26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93131880"/>
                  </p:ext>
                </p:extLst>
              </p:nvPr>
            </p:nvGraphicFramePr>
            <p:xfrm>
              <a:off x="1200150" y="1301859"/>
              <a:ext cx="2916000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916000">
                      <a:extLst>
                        <a:ext uri="{9D8B030D-6E8A-4147-A177-3AD203B41FA5}">
                          <a16:colId xmlns:a16="http://schemas.microsoft.com/office/drawing/2014/main" val="1993910765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=|</m:t>
                                </m:r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−6|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32152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3806073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7634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6586308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1536494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13437921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3560849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C4BD67FF-CEE6-410E-8157-47858652F26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93131880"/>
                  </p:ext>
                </p:extLst>
              </p:nvPr>
            </p:nvGraphicFramePr>
            <p:xfrm>
              <a:off x="1200150" y="1301859"/>
              <a:ext cx="2916000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916000">
                      <a:extLst>
                        <a:ext uri="{9D8B030D-6E8A-4147-A177-3AD203B41FA5}">
                          <a16:colId xmlns:a16="http://schemas.microsoft.com/office/drawing/2014/main" val="1993910765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208" t="-1869" r="-625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32152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3806073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7634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6586308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1536494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13437921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35608494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64C2AFC1-7DF3-4CBF-BC39-EEAEAABE560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59FEE-8C58-4ECE-8791-BE4BA59F4706}"/>
                  </a:ext>
                </a:extLst>
              </p:cNvPr>
              <p:cNvSpPr txBox="1"/>
              <p:nvPr/>
            </p:nvSpPr>
            <p:spPr>
              <a:xfrm>
                <a:off x="6360480" y="1301319"/>
                <a:ext cx="12208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59FEE-8C58-4ECE-8791-BE4BA59F47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0480" y="1301319"/>
                <a:ext cx="1220859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5689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4" grpId="0"/>
      <p:bldP spid="30" grpId="0"/>
      <p:bldP spid="41" grpId="0"/>
      <p:bldP spid="42" grpId="0"/>
      <p:bldP spid="43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209200-FC51-844C-D102-DF40860B1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71C3EA-0F08-73EE-30D3-229A25CDBB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</a:t>
            </a:r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41E3143-7002-5D6F-E309-1F256CD9C06E}"/>
              </a:ext>
            </a:extLst>
          </p:cNvPr>
          <p:cNvSpPr txBox="1"/>
          <p:nvPr/>
        </p:nvSpPr>
        <p:spPr>
          <a:xfrm>
            <a:off x="149691" y="2437005"/>
            <a:ext cx="7753338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observations are already in ascending order.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DEC1699-7E62-7E13-EB5D-1ED76F6FCB81}"/>
                  </a:ext>
                </a:extLst>
              </p:cNvPr>
              <p:cNvSpPr txBox="1"/>
              <p:nvPr/>
            </p:nvSpPr>
            <p:spPr>
              <a:xfrm>
                <a:off x="555230" y="4107104"/>
                <a:ext cx="4834929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DEC1699-7E62-7E13-EB5D-1ED76F6F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230" y="4107104"/>
                <a:ext cx="4834929" cy="116602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A72604B-6311-200B-FCD6-7405E922027A}"/>
                  </a:ext>
                </a:extLst>
              </p:cNvPr>
              <p:cNvSpPr txBox="1"/>
              <p:nvPr/>
            </p:nvSpPr>
            <p:spPr>
              <a:xfrm>
                <a:off x="550163" y="2947743"/>
                <a:ext cx="5055993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A72604B-6311-200B-FCD6-7405E9220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63" y="2947743"/>
                <a:ext cx="5055993" cy="116602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A872B2B-82E9-9CE1-36E7-6878A4207A42}"/>
                  </a:ext>
                </a:extLst>
              </p:cNvPr>
              <p:cNvSpPr txBox="1"/>
              <p:nvPr/>
            </p:nvSpPr>
            <p:spPr>
              <a:xfrm>
                <a:off x="154938" y="445390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A872B2B-82E9-9CE1-36E7-6878A4207A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38" y="4453906"/>
                <a:ext cx="5062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/>
              <p:nvPr/>
            </p:nvSpPr>
            <p:spPr>
              <a:xfrm>
                <a:off x="6451842" y="815867"/>
                <a:ext cx="12208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1842" y="815867"/>
                <a:ext cx="122085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A0BBCBDB-3700-4F46-A3A6-8B3BAEA733CC}"/>
              </a:ext>
            </a:extLst>
          </p:cNvPr>
          <p:cNvSpPr txBox="1"/>
          <p:nvPr/>
        </p:nvSpPr>
        <p:spPr>
          <a:xfrm>
            <a:off x="7670849" y="815867"/>
            <a:ext cx="12208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(Odd)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74E00E7-45C5-4ADA-AEDC-84E44A58AFD3}"/>
              </a:ext>
            </a:extLst>
          </p:cNvPr>
          <p:cNvSpPr txBox="1"/>
          <p:nvPr/>
        </p:nvSpPr>
        <p:spPr>
          <a:xfrm>
            <a:off x="149691" y="1859336"/>
            <a:ext cx="1410793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EF7FBF8-22B7-41AF-8375-0CA95DC29F55}"/>
                  </a:ext>
                </a:extLst>
              </p:cNvPr>
              <p:cNvSpPr txBox="1"/>
              <p:nvPr/>
            </p:nvSpPr>
            <p:spPr>
              <a:xfrm>
                <a:off x="555231" y="5348734"/>
                <a:ext cx="3238094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rd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EF7FBF8-22B7-41AF-8375-0CA95DC29F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231" y="5348734"/>
                <a:ext cx="3238094" cy="54239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810DAF5-845F-42DB-AA4E-1129C9AD0A53}"/>
                  </a:ext>
                </a:extLst>
              </p:cNvPr>
              <p:cNvSpPr txBox="1"/>
              <p:nvPr/>
            </p:nvSpPr>
            <p:spPr>
              <a:xfrm>
                <a:off x="154938" y="53487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810DAF5-845F-42DB-AA4E-1129C9AD0A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38" y="5348733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6DD2E5-D24D-4FAF-B974-1EDA54080748}"/>
                  </a:ext>
                </a:extLst>
              </p:cNvPr>
              <p:cNvSpPr txBox="1"/>
              <p:nvPr/>
            </p:nvSpPr>
            <p:spPr>
              <a:xfrm>
                <a:off x="550163" y="6001391"/>
                <a:ext cx="1142876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6DD2E5-D24D-4FAF-B974-1EDA54080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63" y="6001391"/>
                <a:ext cx="1142876" cy="54239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96521A-3914-4BBA-ACAC-53F428B5340E}"/>
                  </a:ext>
                </a:extLst>
              </p:cNvPr>
              <p:cNvSpPr txBox="1"/>
              <p:nvPr/>
            </p:nvSpPr>
            <p:spPr>
              <a:xfrm>
                <a:off x="149870" y="600139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96521A-3914-4BBA-ACAC-53F428B534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870" y="6001391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B648587F-562E-4CFF-A930-B43A1034E052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81E7E5B-8C0A-449B-8A2D-125C3F89CF25}"/>
                  </a:ext>
                </a:extLst>
              </p:cNvPr>
              <p:cNvSpPr txBox="1"/>
              <p:nvPr/>
            </p:nvSpPr>
            <p:spPr>
              <a:xfrm>
                <a:off x="1915082" y="816548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81E7E5B-8C0A-449B-8A2D-125C3F89CF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15082" y="816548"/>
                <a:ext cx="5548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67B8D71-E89C-4DDB-8002-18C696F2D407}"/>
                  </a:ext>
                </a:extLst>
              </p:cNvPr>
              <p:cNvSpPr txBox="1"/>
              <p:nvPr/>
            </p:nvSpPr>
            <p:spPr>
              <a:xfrm>
                <a:off x="2670084" y="816548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4,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67B8D71-E89C-4DDB-8002-18C696F2D4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0084" y="816548"/>
                <a:ext cx="5548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F1A9F5F-203D-4B83-8F59-34F927232DD7}"/>
                  </a:ext>
                </a:extLst>
              </p:cNvPr>
              <p:cNvSpPr txBox="1"/>
              <p:nvPr/>
            </p:nvSpPr>
            <p:spPr>
              <a:xfrm>
                <a:off x="3417757" y="816548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7,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F1A9F5F-203D-4B83-8F59-34F927232D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7757" y="816548"/>
                <a:ext cx="55481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6540B18-CBF1-4DEC-B6BD-7B704C26B037}"/>
                  </a:ext>
                </a:extLst>
              </p:cNvPr>
              <p:cNvSpPr txBox="1"/>
              <p:nvPr/>
            </p:nvSpPr>
            <p:spPr>
              <a:xfrm>
                <a:off x="4156916" y="816548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8,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6540B18-CBF1-4DEC-B6BD-7B704C26B0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6916" y="816548"/>
                <a:ext cx="55481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F87966D-C264-413B-809C-D01E9B086681}"/>
                  </a:ext>
                </a:extLst>
              </p:cNvPr>
              <p:cNvSpPr txBox="1"/>
              <p:nvPr/>
            </p:nvSpPr>
            <p:spPr>
              <a:xfrm>
                <a:off x="4904194" y="816548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F87966D-C264-413B-809C-D01E9B0866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4194" y="816548"/>
                <a:ext cx="5548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Oval 41">
            <a:extLst>
              <a:ext uri="{FF2B5EF4-FFF2-40B4-BE49-F238E27FC236}">
                <a16:creationId xmlns:a16="http://schemas.microsoft.com/office/drawing/2014/main" id="{EE6542C4-7F8B-44E7-9291-A0E2BE4519C9}"/>
              </a:ext>
            </a:extLst>
          </p:cNvPr>
          <p:cNvSpPr/>
          <p:nvPr/>
        </p:nvSpPr>
        <p:spPr>
          <a:xfrm>
            <a:off x="1961056" y="1282705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DAA48EFC-AA6E-4675-9B0C-7B13D943EEF2}"/>
              </a:ext>
            </a:extLst>
          </p:cNvPr>
          <p:cNvSpPr/>
          <p:nvPr/>
        </p:nvSpPr>
        <p:spPr>
          <a:xfrm>
            <a:off x="2711040" y="1282705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2</a:t>
            </a: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64744B27-8539-4AFB-9037-5780143A2D06}"/>
              </a:ext>
            </a:extLst>
          </p:cNvPr>
          <p:cNvSpPr/>
          <p:nvPr/>
        </p:nvSpPr>
        <p:spPr>
          <a:xfrm>
            <a:off x="4197872" y="1282705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4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074A884F-1D1D-49FE-9F1C-A619B5E16470}"/>
              </a:ext>
            </a:extLst>
          </p:cNvPr>
          <p:cNvSpPr/>
          <p:nvPr/>
        </p:nvSpPr>
        <p:spPr>
          <a:xfrm>
            <a:off x="4945150" y="1282705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5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DA30DB1-6CA3-46B5-9F98-5792E8F30EC2}"/>
              </a:ext>
            </a:extLst>
          </p:cNvPr>
          <p:cNvSpPr txBox="1"/>
          <p:nvPr/>
        </p:nvSpPr>
        <p:spPr>
          <a:xfrm>
            <a:off x="149869" y="816548"/>
            <a:ext cx="22156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000"/>
              </a:spcBef>
            </a:pPr>
            <a:r>
              <a:rPr lang="en-US" sz="2800" dirty="0">
                <a:solidFill>
                  <a:srgbClr val="002060"/>
                </a:solidFill>
              </a:rPr>
              <a:t>Given data: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2EA6FA10-B2E0-4200-8CC1-0369BC499D5B}"/>
              </a:ext>
            </a:extLst>
          </p:cNvPr>
          <p:cNvSpPr/>
          <p:nvPr/>
        </p:nvSpPr>
        <p:spPr>
          <a:xfrm>
            <a:off x="6415649" y="820630"/>
            <a:ext cx="1137547" cy="52328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E01438FA-463A-4102-85B7-F5D216C3AA2F}"/>
              </a:ext>
            </a:extLst>
          </p:cNvPr>
          <p:cNvSpPr/>
          <p:nvPr/>
        </p:nvSpPr>
        <p:spPr>
          <a:xfrm>
            <a:off x="3447433" y="815867"/>
            <a:ext cx="484180" cy="500188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E131DDB2-F768-4097-A6B7-F3BB30F18912}"/>
              </a:ext>
            </a:extLst>
          </p:cNvPr>
          <p:cNvSpPr/>
          <p:nvPr/>
        </p:nvSpPr>
        <p:spPr>
          <a:xfrm>
            <a:off x="3458713" y="1282705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780967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3" grpId="0"/>
      <p:bldP spid="9" grpId="0"/>
      <p:bldP spid="18" grpId="0"/>
      <p:bldP spid="25" grpId="0"/>
      <p:bldP spid="26" grpId="0"/>
      <p:bldP spid="27" grpId="0"/>
      <p:bldP spid="28" grpId="0"/>
      <p:bldP spid="29" grpId="0"/>
      <p:bldP spid="30" grpId="0"/>
      <p:bldP spid="10" grpId="0" animBg="1"/>
      <p:bldP spid="48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B05A6-3284-C939-5F38-548CBC0A8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40F256-43CF-C804-3505-5A58D15AD8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21" t="-1869" r="-1863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26EF5CD-014D-2519-03B6-9D52CEA08E23}"/>
                  </a:ext>
                </a:extLst>
              </p:cNvPr>
              <p:cNvSpPr/>
              <p:nvPr/>
            </p:nvSpPr>
            <p:spPr>
              <a:xfrm>
                <a:off x="2214755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26EF5CD-014D-2519-03B6-9D52CEA08E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4755" y="197396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516D9FB-BE5D-F73F-0E19-BA93B39FCB4F}"/>
                  </a:ext>
                </a:extLst>
              </p:cNvPr>
              <p:cNvSpPr/>
              <p:nvPr/>
            </p:nvSpPr>
            <p:spPr>
              <a:xfrm>
                <a:off x="2214755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516D9FB-BE5D-F73F-0E19-BA93B39FCB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4755" y="2537454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35CD5A-EF5A-92F7-3D5C-7197D31B243A}"/>
                  </a:ext>
                </a:extLst>
              </p:cNvPr>
              <p:cNvSpPr/>
              <p:nvPr/>
            </p:nvSpPr>
            <p:spPr>
              <a:xfrm>
                <a:off x="2214755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35CD5A-EF5A-92F7-3D5C-7197D31B24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4755" y="3100943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0264C60-B218-01B7-FDA6-F011E551AAF0}"/>
                  </a:ext>
                </a:extLst>
              </p:cNvPr>
              <p:cNvSpPr/>
              <p:nvPr/>
            </p:nvSpPr>
            <p:spPr>
              <a:xfrm>
                <a:off x="2214755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0264C60-B218-01B7-FDA6-F011E551AA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4755" y="3664432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D30D864-041E-7049-291C-3D6BE80ECB08}"/>
                  </a:ext>
                </a:extLst>
              </p:cNvPr>
              <p:cNvSpPr/>
              <p:nvPr/>
            </p:nvSpPr>
            <p:spPr>
              <a:xfrm>
                <a:off x="2214755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D30D864-041E-7049-291C-3D6BE80ECB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4755" y="422792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/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/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/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/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/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BCAB6A4-469C-1077-999B-D6ADF2536EC3}"/>
                  </a:ext>
                </a:extLst>
              </p:cNvPr>
              <p:cNvSpPr/>
              <p:nvPr/>
            </p:nvSpPr>
            <p:spPr>
              <a:xfrm>
                <a:off x="1298236" y="4779706"/>
                <a:ext cx="262334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BCAB6A4-469C-1077-999B-D6ADF2536E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8236" y="4779706"/>
                <a:ext cx="2623342" cy="1135696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40E9040E-466C-459D-B279-E199CEF40A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9956079"/>
                  </p:ext>
                </p:extLst>
              </p:nvPr>
            </p:nvGraphicFramePr>
            <p:xfrm>
              <a:off x="1203745" y="1301319"/>
              <a:ext cx="2916000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916000">
                      <a:extLst>
                        <a:ext uri="{9D8B030D-6E8A-4147-A177-3AD203B41FA5}">
                          <a16:colId xmlns:a16="http://schemas.microsoft.com/office/drawing/2014/main" val="311392150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M</m:t>
                                    </m:r>
                                  </m:e>
                                </m:d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=|</m:t>
                                </m:r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−7|</m:t>
                                </m:r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2564430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2300778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148108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7918367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9077273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5319438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882488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40E9040E-466C-459D-B279-E199CEF40A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9956079"/>
                  </p:ext>
                </p:extLst>
              </p:nvPr>
            </p:nvGraphicFramePr>
            <p:xfrm>
              <a:off x="1203745" y="1301319"/>
              <a:ext cx="2916000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916000">
                      <a:extLst>
                        <a:ext uri="{9D8B030D-6E8A-4147-A177-3AD203B41FA5}">
                          <a16:colId xmlns:a16="http://schemas.microsoft.com/office/drawing/2014/main" val="311392150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5"/>
                          <a:stretch>
                            <a:fillRect l="-418" t="-1869" r="-626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2564430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2300778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148108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7918367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9077273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5319438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88248875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64C2AFC1-7DF3-4CBF-BC39-EEAEAABE560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90E96C4-1793-42C7-96E0-E10887BA5F1C}"/>
              </a:ext>
            </a:extLst>
          </p:cNvPr>
          <p:cNvSpPr txBox="1"/>
          <p:nvPr/>
        </p:nvSpPr>
        <p:spPr>
          <a:xfrm>
            <a:off x="174766" y="749470"/>
            <a:ext cx="4752000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7CAA90F-A957-4C5C-AB66-5E45FEB9FBF7}"/>
                  </a:ext>
                </a:extLst>
              </p:cNvPr>
              <p:cNvSpPr txBox="1"/>
              <p:nvPr/>
            </p:nvSpPr>
            <p:spPr>
              <a:xfrm>
                <a:off x="4926766" y="1272755"/>
                <a:ext cx="1142876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7CAA90F-A957-4C5C-AB66-5E45FEB9FB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6766" y="1272755"/>
                <a:ext cx="1142876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75EFF140-3E76-4036-A3D9-3A213DCA1AD3}"/>
                  </a:ext>
                </a:extLst>
              </p:cNvPr>
              <p:cNvSpPr txBox="1"/>
              <p:nvPr/>
            </p:nvSpPr>
            <p:spPr>
              <a:xfrm>
                <a:off x="4926766" y="1949719"/>
                <a:ext cx="3410240" cy="9317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75EFF140-3E76-4036-A3D9-3A213DCA1A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6766" y="1949719"/>
                <a:ext cx="3410240" cy="93179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E2F31D88-5E93-4124-A007-2DEF29DDE800}"/>
                  </a:ext>
                </a:extLst>
              </p:cNvPr>
              <p:cNvSpPr txBox="1"/>
              <p:nvPr/>
            </p:nvSpPr>
            <p:spPr>
              <a:xfrm>
                <a:off x="6131926" y="3103825"/>
                <a:ext cx="142130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11 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E2F31D88-5E93-4124-A007-2DEF29DDE8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1926" y="3103825"/>
                <a:ext cx="1421309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EBDE1F6-0A29-469B-97BF-F2DC9B1D8549}"/>
                  </a:ext>
                </a:extLst>
              </p:cNvPr>
              <p:cNvSpPr txBox="1"/>
              <p:nvPr/>
            </p:nvSpPr>
            <p:spPr>
              <a:xfrm>
                <a:off x="6131926" y="4227922"/>
                <a:ext cx="12154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=2.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EBDE1F6-0A29-469B-97BF-F2DC9B1D85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1926" y="4227922"/>
                <a:ext cx="121542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BCE6445E-DCAE-484D-8CE6-A16A9CFA1BA5}"/>
                  </a:ext>
                </a:extLst>
              </p:cNvPr>
              <p:cNvSpPr txBox="1"/>
              <p:nvPr/>
            </p:nvSpPr>
            <p:spPr>
              <a:xfrm>
                <a:off x="6365926" y="1272755"/>
                <a:ext cx="12208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BCE6445E-DCAE-484D-8CE6-A16A9CFA1B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5926" y="1272755"/>
                <a:ext cx="122085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566096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  <p:bldP spid="37" grpId="0"/>
      <p:bldP spid="53" grpId="0"/>
      <p:bldP spid="55" grpId="0"/>
      <p:bldP spid="57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C3F8A-3654-FB82-4B41-B09C706580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87305F2-2AC5-265D-0DAB-60E202CE7BF2}"/>
              </a:ext>
            </a:extLst>
          </p:cNvPr>
          <p:cNvSpPr txBox="1">
            <a:spLocks/>
          </p:cNvSpPr>
          <p:nvPr/>
        </p:nvSpPr>
        <p:spPr>
          <a:xfrm>
            <a:off x="131176" y="867838"/>
            <a:ext cx="11929645" cy="18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spcAft>
                <a:spcPts val="300"/>
              </a:spcAft>
            </a:pPr>
            <a:r>
              <a:rPr lang="en-US" dirty="0"/>
              <a:t>Find mean deviation about the mean, median and mode for the following data: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901A2F-FA66-C1F5-6BCF-9FE593CAD5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8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70E86F0-9E7A-E46A-1102-D71049B16DDF}"/>
              </a:ext>
            </a:extLst>
          </p:cNvPr>
          <p:cNvSpPr txBox="1">
            <a:spLocks/>
          </p:cNvSpPr>
          <p:nvPr/>
        </p:nvSpPr>
        <p:spPr>
          <a:xfrm>
            <a:off x="131176" y="28244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174E9BD-B41B-3373-D030-F4CA1DE77A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9266696"/>
              </p:ext>
            </p:extLst>
          </p:nvPr>
        </p:nvGraphicFramePr>
        <p:xfrm>
          <a:off x="293352" y="1384857"/>
          <a:ext cx="1021694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282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17349FC-2751-402A-97DA-A9AF45F3A18D}"/>
                  </a:ext>
                </a:extLst>
              </p:cNvPr>
              <p:cNvSpPr/>
              <p:nvPr/>
            </p:nvSpPr>
            <p:spPr>
              <a:xfrm>
                <a:off x="2441566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17349FC-2751-402A-97DA-A9AF45F3A1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566" y="1985015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EB465E1-3F4E-4E64-881D-37952CE5EAE5}"/>
                  </a:ext>
                </a:extLst>
              </p:cNvPr>
              <p:cNvSpPr/>
              <p:nvPr/>
            </p:nvSpPr>
            <p:spPr>
              <a:xfrm>
                <a:off x="4142211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EB465E1-3F4E-4E64-881D-37952CE5EA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211" y="198501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3EDFDD2-706E-4C04-892D-D0A1D607131B}"/>
                  </a:ext>
                </a:extLst>
              </p:cNvPr>
              <p:cNvSpPr/>
              <p:nvPr/>
            </p:nvSpPr>
            <p:spPr>
              <a:xfrm>
                <a:off x="5842856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3EDFDD2-706E-4C04-892D-D0A1D60713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2856" y="198501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03D4900-083B-4013-8945-5AB12E6E2E29}"/>
                  </a:ext>
                </a:extLst>
              </p:cNvPr>
              <p:cNvSpPr/>
              <p:nvPr/>
            </p:nvSpPr>
            <p:spPr>
              <a:xfrm>
                <a:off x="7543501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03D4900-083B-4013-8945-5AB12E6E2E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3501" y="198501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49AD5-DD77-4349-9B34-0B205148BBE0}"/>
                  </a:ext>
                </a:extLst>
              </p:cNvPr>
              <p:cNvSpPr/>
              <p:nvPr/>
            </p:nvSpPr>
            <p:spPr>
              <a:xfrm>
                <a:off x="9244148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49AD5-DD77-4349-9B34-0B205148BB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148" y="1985015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29CD3FA-6B3C-4627-AB21-9BA269A1139E}"/>
                  </a:ext>
                </a:extLst>
              </p:cNvPr>
              <p:cNvSpPr/>
              <p:nvPr/>
            </p:nvSpPr>
            <p:spPr>
              <a:xfrm>
                <a:off x="2441567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29CD3FA-6B3C-4627-AB21-9BA269A113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567" y="140337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0CA3F4-E857-44EB-99E3-1DD3232165B5}"/>
                  </a:ext>
                </a:extLst>
              </p:cNvPr>
              <p:cNvSpPr/>
              <p:nvPr/>
            </p:nvSpPr>
            <p:spPr>
              <a:xfrm>
                <a:off x="4142212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0CA3F4-E857-44EB-99E3-1DD3232165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212" y="1403372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BE68AC-AD3C-4B1B-BE6C-91ABA084ECAD}"/>
                  </a:ext>
                </a:extLst>
              </p:cNvPr>
              <p:cNvSpPr/>
              <p:nvPr/>
            </p:nvSpPr>
            <p:spPr>
              <a:xfrm>
                <a:off x="5842857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BE68AC-AD3C-4B1B-BE6C-91ABA084EC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2857" y="1403372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132AF11-8B7A-4B6C-BD2F-B7B7F00AAFCC}"/>
                  </a:ext>
                </a:extLst>
              </p:cNvPr>
              <p:cNvSpPr/>
              <p:nvPr/>
            </p:nvSpPr>
            <p:spPr>
              <a:xfrm>
                <a:off x="7543502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132AF11-8B7A-4B6C-BD2F-B7B7F00AAF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3502" y="1403372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786ECED-39D6-4977-8C59-262A25BC4C25}"/>
                  </a:ext>
                </a:extLst>
              </p:cNvPr>
              <p:cNvSpPr/>
              <p:nvPr/>
            </p:nvSpPr>
            <p:spPr>
              <a:xfrm>
                <a:off x="9244148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786ECED-39D6-4977-8C59-262A25BC4C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148" y="140337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DEF4862A-A3F9-4C69-97F3-438CFDE7A5C9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458549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286985-C73D-90BD-0FFB-3FC113FF1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12B27BF1-D202-481F-818E-4D8270AE6C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5782418"/>
                  </p:ext>
                </p:extLst>
              </p:nvPr>
            </p:nvGraphicFramePr>
            <p:xfrm>
              <a:off x="2973939" y="1186705"/>
              <a:ext cx="2377440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77440">
                      <a:extLst>
                        <a:ext uri="{9D8B030D-6E8A-4147-A177-3AD203B41FA5}">
                          <a16:colId xmlns:a16="http://schemas.microsoft.com/office/drawing/2014/main" val="692738498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82724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004640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497468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8184749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8990042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33534813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74932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12B27BF1-D202-481F-818E-4D8270AE6C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5782418"/>
                  </p:ext>
                </p:extLst>
              </p:nvPr>
            </p:nvGraphicFramePr>
            <p:xfrm>
              <a:off x="2973939" y="1186705"/>
              <a:ext cx="2377440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77440">
                      <a:extLst>
                        <a:ext uri="{9D8B030D-6E8A-4147-A177-3AD203B41FA5}">
                          <a16:colId xmlns:a16="http://schemas.microsoft.com/office/drawing/2014/main" val="692738498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56" t="-1163" r="-767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82724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004640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497468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8184749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8990042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33534813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749325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01DAA19C-DE05-4329-9218-F3391A6FB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6317127"/>
                  </p:ext>
                </p:extLst>
              </p:nvPr>
            </p:nvGraphicFramePr>
            <p:xfrm>
              <a:off x="5355928" y="1189034"/>
              <a:ext cx="4526280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7800">
                      <a:extLst>
                        <a:ext uri="{9D8B030D-6E8A-4147-A177-3AD203B41FA5}">
                          <a16:colId xmlns:a16="http://schemas.microsoft.com/office/drawing/2014/main" val="1391981047"/>
                        </a:ext>
                      </a:extLst>
                    </a:gridCol>
                    <a:gridCol w="3078480">
                      <a:extLst>
                        <a:ext uri="{9D8B030D-6E8A-4147-A177-3AD203B41FA5}">
                          <a16:colId xmlns:a16="http://schemas.microsoft.com/office/drawing/2014/main" val="1291747413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613630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0560446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690576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6158263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39631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3925215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203359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01DAA19C-DE05-4329-9218-F3391A6FB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6317127"/>
                  </p:ext>
                </p:extLst>
              </p:nvPr>
            </p:nvGraphicFramePr>
            <p:xfrm>
              <a:off x="5355928" y="1189034"/>
              <a:ext cx="4526280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7800">
                      <a:extLst>
                        <a:ext uri="{9D8B030D-6E8A-4147-A177-3AD203B41FA5}">
                          <a16:colId xmlns:a16="http://schemas.microsoft.com/office/drawing/2014/main" val="1391981047"/>
                        </a:ext>
                      </a:extLst>
                    </a:gridCol>
                    <a:gridCol w="3078480">
                      <a:extLst>
                        <a:ext uri="{9D8B030D-6E8A-4147-A177-3AD203B41FA5}">
                          <a16:colId xmlns:a16="http://schemas.microsoft.com/office/drawing/2014/main" val="1291747413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20" t="-2326" r="-213866" b="-7395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7233" t="-2326" r="-593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613630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0560446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690576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6158263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39631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3925215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2033598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38BD59F-7789-80A6-04CC-7D97A3EBC4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E72D161F-039C-0BBB-0885-F407139F5A6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95949825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E72D161F-039C-0BBB-0885-F407139F5A6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95949825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1342" t="-2326" r="-212081" b="-7395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48243" t="-2326" r="-958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3B4BC1A-E593-2EA3-C376-8AB834A75A8D}"/>
                  </a:ext>
                </a:extLst>
              </p:cNvPr>
              <p:cNvSpPr/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3B4BC1A-E593-2EA3-C376-8AB834A75A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646FDEC-6086-58F5-B851-918CDA5F6F7D}"/>
                  </a:ext>
                </a:extLst>
              </p:cNvPr>
              <p:cNvSpPr/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646FDEC-6086-58F5-B851-918CDA5F6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CD9C3E0-4DEA-794D-4975-61B353E90189}"/>
                  </a:ext>
                </a:extLst>
              </p:cNvPr>
              <p:cNvSpPr/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CD9C3E0-4DEA-794D-4975-61B353E901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C9B4AE1-AEA1-2D47-D5A3-B7D8E95F5716}"/>
                  </a:ext>
                </a:extLst>
              </p:cNvPr>
              <p:cNvSpPr/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C9B4AE1-AEA1-2D47-D5A3-B7D8E95F57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16DD19-6659-9FF4-AF5E-6047D670628B}"/>
                  </a:ext>
                </a:extLst>
              </p:cNvPr>
              <p:cNvSpPr/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16DD19-6659-9FF4-AF5E-6047D67062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6246F01-1902-C78D-C910-A5C91B03C1B1}"/>
                  </a:ext>
                </a:extLst>
              </p:cNvPr>
              <p:cNvSpPr/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6246F01-1902-C78D-C910-A5C91B03C1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563C9A0-816C-2CA2-6FF2-3591D07A891A}"/>
                  </a:ext>
                </a:extLst>
              </p:cNvPr>
              <p:cNvSpPr/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563C9A0-816C-2CA2-6FF2-3591D07A8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E6A461B0-D9AE-2510-23A9-2AF0A7113C7E}"/>
                  </a:ext>
                </a:extLst>
              </p:cNvPr>
              <p:cNvSpPr/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E6A461B0-D9AE-2510-23A9-2AF0A7113C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6A99C46-81FB-B964-D5CA-E2E8E4811BFA}"/>
                  </a:ext>
                </a:extLst>
              </p:cNvPr>
              <p:cNvSpPr/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6A99C46-81FB-B964-D5CA-E2E8E4811B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F810D578-1F40-7DCB-32A9-06F2E2D9DD45}"/>
                  </a:ext>
                </a:extLst>
              </p:cNvPr>
              <p:cNvSpPr/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F810D578-1F40-7DCB-32A9-06F2E2D9D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244ADA5-1507-7319-E898-C3196F125033}"/>
                  </a:ext>
                </a:extLst>
              </p:cNvPr>
              <p:cNvSpPr/>
              <p:nvPr/>
            </p:nvSpPr>
            <p:spPr>
              <a:xfrm>
                <a:off x="3757220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244ADA5-1507-7319-E898-C3196F125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7220" y="1761089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300958D-08AE-CF2B-6805-8B5A6097C3A7}"/>
                  </a:ext>
                </a:extLst>
              </p:cNvPr>
              <p:cNvSpPr/>
              <p:nvPr/>
            </p:nvSpPr>
            <p:spPr>
              <a:xfrm>
                <a:off x="3757220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300958D-08AE-CF2B-6805-8B5A6097C3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7220" y="2329472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7867FAF-8823-E1C4-C719-69387166B6BE}"/>
                  </a:ext>
                </a:extLst>
              </p:cNvPr>
              <p:cNvSpPr/>
              <p:nvPr/>
            </p:nvSpPr>
            <p:spPr>
              <a:xfrm>
                <a:off x="3757220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7867FAF-8823-E1C4-C719-69387166B6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7220" y="2897855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502ADA9-BD42-CC1E-7042-74133E0757D4}"/>
                  </a:ext>
                </a:extLst>
              </p:cNvPr>
              <p:cNvSpPr/>
              <p:nvPr/>
            </p:nvSpPr>
            <p:spPr>
              <a:xfrm>
                <a:off x="3757220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502ADA9-BD42-CC1E-7042-74133E0757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7220" y="3466238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70359140-BC0E-E779-6892-8888C6E9F08D}"/>
                  </a:ext>
                </a:extLst>
              </p:cNvPr>
              <p:cNvSpPr/>
              <p:nvPr/>
            </p:nvSpPr>
            <p:spPr>
              <a:xfrm>
                <a:off x="3757220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70359140-BC0E-E779-6892-8888C6E9F0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7220" y="4034623"/>
                <a:ext cx="79030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360B7F-9BEB-87A3-0062-97497D86C790}"/>
                  </a:ext>
                </a:extLst>
              </p:cNvPr>
              <p:cNvSpPr/>
              <p:nvPr/>
            </p:nvSpPr>
            <p:spPr>
              <a:xfrm>
                <a:off x="5685449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360B7F-9BEB-87A3-0062-97497D86C7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5449" y="1761089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98248AF-28A3-4109-79D5-45C6ED8C43A0}"/>
                  </a:ext>
                </a:extLst>
              </p:cNvPr>
              <p:cNvSpPr/>
              <p:nvPr/>
            </p:nvSpPr>
            <p:spPr>
              <a:xfrm>
                <a:off x="5685449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98248AF-28A3-4109-79D5-45C6ED8C43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5449" y="2329472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249F3B7-7036-BBB4-4C19-81EFCC23DC3D}"/>
                  </a:ext>
                </a:extLst>
              </p:cNvPr>
              <p:cNvSpPr/>
              <p:nvPr/>
            </p:nvSpPr>
            <p:spPr>
              <a:xfrm>
                <a:off x="5685449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249F3B7-7036-BBB4-4C19-81EFCC23DC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5449" y="2897855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F71B577-871D-7836-E7A2-51D97B65600C}"/>
                  </a:ext>
                </a:extLst>
              </p:cNvPr>
              <p:cNvSpPr/>
              <p:nvPr/>
            </p:nvSpPr>
            <p:spPr>
              <a:xfrm>
                <a:off x="5685449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F71B577-871D-7836-E7A2-51D97B6560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5449" y="3466238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B557AE1-EB61-EB05-D895-E3FF3E0013DB}"/>
                  </a:ext>
                </a:extLst>
              </p:cNvPr>
              <p:cNvSpPr/>
              <p:nvPr/>
            </p:nvSpPr>
            <p:spPr>
              <a:xfrm>
                <a:off x="5685449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B557AE1-EB61-EB05-D895-E3FF3E0013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5449" y="4034623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A250B18-1204-569B-3CAD-ED59492BC257}"/>
                  </a:ext>
                </a:extLst>
              </p:cNvPr>
              <p:cNvSpPr/>
              <p:nvPr/>
            </p:nvSpPr>
            <p:spPr>
              <a:xfrm>
                <a:off x="7890318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A250B18-1204-569B-3CAD-ED59492BC2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0318" y="1761089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65E7209-D25D-E88B-6A79-B3766734FA80}"/>
                  </a:ext>
                </a:extLst>
              </p:cNvPr>
              <p:cNvSpPr/>
              <p:nvPr/>
            </p:nvSpPr>
            <p:spPr>
              <a:xfrm>
                <a:off x="7890318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65E7209-D25D-E88B-6A79-B3766734FA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0318" y="2329472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3D49C6B-03C7-4E7F-7503-E4C5B663FF55}"/>
                  </a:ext>
                </a:extLst>
              </p:cNvPr>
              <p:cNvSpPr/>
              <p:nvPr/>
            </p:nvSpPr>
            <p:spPr>
              <a:xfrm>
                <a:off x="7890318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3D49C6B-03C7-4E7F-7503-E4C5B663FF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0318" y="2897855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A630F01-C363-AB32-5B3C-AF412726FE60}"/>
                  </a:ext>
                </a:extLst>
              </p:cNvPr>
              <p:cNvSpPr/>
              <p:nvPr/>
            </p:nvSpPr>
            <p:spPr>
              <a:xfrm>
                <a:off x="7890318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A630F01-C363-AB32-5B3C-AF412726FE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0318" y="3466238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BB17E80-B1FF-B864-5F12-53CED03C0C5A}"/>
                  </a:ext>
                </a:extLst>
              </p:cNvPr>
              <p:cNvSpPr/>
              <p:nvPr/>
            </p:nvSpPr>
            <p:spPr>
              <a:xfrm>
                <a:off x="7890318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BB17E80-B1FF-B864-5F12-53CED03C0C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0318" y="4034623"/>
                <a:ext cx="790303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C5BAE01-FCF4-AE94-C205-86A3F8781506}"/>
                  </a:ext>
                </a:extLst>
              </p:cNvPr>
              <p:cNvSpPr/>
              <p:nvPr/>
            </p:nvSpPr>
            <p:spPr>
              <a:xfrm>
                <a:off x="3014147" y="4540864"/>
                <a:ext cx="2377807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C5BAE01-FCF4-AE94-C205-86A3F87815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4147" y="4540864"/>
                <a:ext cx="2377807" cy="1135696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923593-6219-61CB-9BC2-FDD2AAF8ED58}"/>
                  </a:ext>
                </a:extLst>
              </p:cNvPr>
              <p:cNvSpPr/>
              <p:nvPr/>
            </p:nvSpPr>
            <p:spPr>
              <a:xfrm>
                <a:off x="6804135" y="4540864"/>
                <a:ext cx="3370431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923593-6219-61CB-9BC2-FDD2AAF8E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4135" y="4540864"/>
                <a:ext cx="3370431" cy="1135696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819C6D6-5356-96D3-FE62-B4B744D1B8A8}"/>
                  </a:ext>
                </a:extLst>
              </p:cNvPr>
              <p:cNvSpPr/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819C6D6-5356-96D3-FE62-B4B744D1B8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6BF8AA8-89FD-500B-13D5-ABD88DE66875}"/>
                  </a:ext>
                </a:extLst>
              </p:cNvPr>
              <p:cNvSpPr txBox="1"/>
              <p:nvPr/>
            </p:nvSpPr>
            <p:spPr>
              <a:xfrm>
                <a:off x="10394455" y="3147686"/>
                <a:ext cx="2079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6BF8AA8-89FD-500B-13D5-ABD88DE668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3147686"/>
                <a:ext cx="2079461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4654A-99AE-C1F4-E157-88A4270EB9BD}"/>
                  </a:ext>
                </a:extLst>
              </p:cNvPr>
              <p:cNvSpPr txBox="1"/>
              <p:nvPr/>
            </p:nvSpPr>
            <p:spPr>
              <a:xfrm>
                <a:off x="9951720" y="22694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4654A-99AE-C1F4-E157-88A4270EB9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1720" y="2269453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3FC5BA6-0B3E-D234-9A07-6DB4683AF8EF}"/>
                  </a:ext>
                </a:extLst>
              </p:cNvPr>
              <p:cNvSpPr txBox="1"/>
              <p:nvPr/>
            </p:nvSpPr>
            <p:spPr>
              <a:xfrm>
                <a:off x="10002948" y="313291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3FC5BA6-0B3E-D234-9A07-6DB4683AF8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02948" y="3132916"/>
                <a:ext cx="506235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2724460-3479-AE4B-EED8-0A6F07E22D51}"/>
                  </a:ext>
                </a:extLst>
              </p:cNvPr>
              <p:cNvSpPr txBox="1"/>
              <p:nvPr/>
            </p:nvSpPr>
            <p:spPr>
              <a:xfrm>
                <a:off x="10394455" y="2033770"/>
                <a:ext cx="1456469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350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2724460-3479-AE4B-EED8-0A6F07E22D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2033770"/>
                <a:ext cx="1456469" cy="907941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E2975F4-4314-E82C-AF68-E5C21EDBF251}"/>
                  </a:ext>
                </a:extLst>
              </p:cNvPr>
              <p:cNvSpPr txBox="1"/>
              <p:nvPr/>
            </p:nvSpPr>
            <p:spPr>
              <a:xfrm>
                <a:off x="10394455" y="908514"/>
                <a:ext cx="1898356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E2975F4-4314-E82C-AF68-E5C21EDBF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908514"/>
                <a:ext cx="1898356" cy="995978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F55ED19-0B78-2638-C19F-8F10B8AE42ED}"/>
                  </a:ext>
                </a:extLst>
              </p:cNvPr>
              <p:cNvSpPr txBox="1"/>
              <p:nvPr/>
            </p:nvSpPr>
            <p:spPr>
              <a:xfrm>
                <a:off x="190591" y="5606447"/>
                <a:ext cx="3626145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F55ED19-0B78-2638-C19F-8F10B8AE4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91" y="5606447"/>
                <a:ext cx="3626145" cy="1005019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05F6D20-5DE1-7BBF-1C4E-65A988749A58}"/>
                  </a:ext>
                </a:extLst>
              </p:cNvPr>
              <p:cNvSpPr txBox="1"/>
              <p:nvPr/>
            </p:nvSpPr>
            <p:spPr>
              <a:xfrm>
                <a:off x="4639099" y="5904079"/>
                <a:ext cx="133717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05F6D20-5DE1-7BBF-1C4E-65A988749A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9099" y="5904079"/>
                <a:ext cx="1337171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F93486C-4451-4B46-8EC5-BC0A6BCB4B04}"/>
                  </a:ext>
                </a:extLst>
              </p:cNvPr>
              <p:cNvSpPr txBox="1"/>
              <p:nvPr/>
            </p:nvSpPr>
            <p:spPr>
              <a:xfrm>
                <a:off x="3478753" y="5670355"/>
                <a:ext cx="1337170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158 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F93486C-4451-4B46-8EC5-BC0A6BCB4B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8753" y="5670355"/>
                <a:ext cx="1337170" cy="91057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4" name="TextBox 53">
            <a:extLst>
              <a:ext uri="{FF2B5EF4-FFF2-40B4-BE49-F238E27FC236}">
                <a16:creationId xmlns:a16="http://schemas.microsoft.com/office/drawing/2014/main" id="{532D34ED-3EEF-4F00-A412-3AF1E00603D9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46EBFDB-8C10-4633-B9FE-7B1F5220BF9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6434781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8" grpId="0"/>
      <p:bldP spid="3" grpId="0"/>
      <p:bldP spid="31" grpId="0"/>
      <p:bldP spid="32" grpId="0"/>
      <p:bldP spid="35" grpId="0"/>
      <p:bldP spid="47" grpId="0"/>
      <p:bldP spid="49" grpId="0"/>
      <p:bldP spid="50" grpId="0"/>
      <p:bldP spid="51" grpId="0"/>
      <p:bldP spid="53" grpId="0"/>
      <p:bldP spid="58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7D74B-826A-F2E2-95D6-2A0237ED2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6" name="Table 55">
                <a:extLst>
                  <a:ext uri="{FF2B5EF4-FFF2-40B4-BE49-F238E27FC236}">
                    <a16:creationId xmlns:a16="http://schemas.microsoft.com/office/drawing/2014/main" id="{BA17020D-84D9-4EF2-89E7-0D4A25BBC4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76887124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6" name="Table 55">
                <a:extLst>
                  <a:ext uri="{FF2B5EF4-FFF2-40B4-BE49-F238E27FC236}">
                    <a16:creationId xmlns:a16="http://schemas.microsoft.com/office/drawing/2014/main" id="{BA17020D-84D9-4EF2-89E7-0D4A25BBC4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76887124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42" t="-2326" r="-212081" b="-7395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243" t="-2326" r="-958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D036A1C-FB94-4CC3-B9F2-DC8712D6B1B0}"/>
                  </a:ext>
                </a:extLst>
              </p:cNvPr>
              <p:cNvSpPr/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D036A1C-FB94-4CC3-B9F2-DC8712D6B1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9D690DE-3EC9-459F-93E2-A3994ABECF2A}"/>
                  </a:ext>
                </a:extLst>
              </p:cNvPr>
              <p:cNvSpPr/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9D690DE-3EC9-459F-93E2-A3994ABECF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43FB7E4-DAEE-4347-A6C7-B685F7E67BA9}"/>
                  </a:ext>
                </a:extLst>
              </p:cNvPr>
              <p:cNvSpPr/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43FB7E4-DAEE-4347-A6C7-B685F7E67B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7C9C1AFD-90FC-473B-9830-F1BD20B69F76}"/>
                  </a:ext>
                </a:extLst>
              </p:cNvPr>
              <p:cNvSpPr/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7C9C1AFD-90FC-473B-9830-F1BD20B69F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82D38771-07C5-4A5E-8C65-FF46D200CE80}"/>
                  </a:ext>
                </a:extLst>
              </p:cNvPr>
              <p:cNvSpPr/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82D38771-07C5-4A5E-8C65-FF46D200CE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15E57EE3-F414-491F-95D6-82DA079D0E74}"/>
                  </a:ext>
                </a:extLst>
              </p:cNvPr>
              <p:cNvSpPr/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15E57EE3-F414-491F-95D6-82DA079D0E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830B1E-698B-4F93-8DBD-3BEF16F51044}"/>
                  </a:ext>
                </a:extLst>
              </p:cNvPr>
              <p:cNvSpPr/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830B1E-698B-4F93-8DBD-3BEF16F510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D46E1CD4-A1B4-4944-9BF1-16F299CD68D8}"/>
                  </a:ext>
                </a:extLst>
              </p:cNvPr>
              <p:cNvSpPr/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D46E1CD4-A1B4-4944-9BF1-16F299CD68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7859761B-07BA-4CAA-BD7B-5A115D0BA129}"/>
                  </a:ext>
                </a:extLst>
              </p:cNvPr>
              <p:cNvSpPr/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7859761B-07BA-4CAA-BD7B-5A115D0BA1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C78875E-9134-460B-9CC5-DBC94FE04618}"/>
                  </a:ext>
                </a:extLst>
              </p:cNvPr>
              <p:cNvSpPr/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C78875E-9134-460B-9CC5-DBC94FE046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B9E9F0E5-F76D-E585-1405-CD6B0238C8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11B1B0C-875A-48C9-A2A6-7AAC7D9A109D}"/>
                  </a:ext>
                </a:extLst>
              </p:cNvPr>
              <p:cNvSpPr/>
              <p:nvPr/>
            </p:nvSpPr>
            <p:spPr>
              <a:xfrm>
                <a:off x="3212545" y="175926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11B1B0C-875A-48C9-A2A6-7AAC7D9A10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2545" y="1759262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91FDC1-B7E7-4B43-F1D0-7D57AA47ECFB}"/>
                  </a:ext>
                </a:extLst>
              </p:cNvPr>
              <p:cNvSpPr/>
              <p:nvPr/>
            </p:nvSpPr>
            <p:spPr>
              <a:xfrm>
                <a:off x="3212545" y="232929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91FDC1-B7E7-4B43-F1D0-7D57AA47E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2545" y="2329296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84B3EA-5412-3329-95AC-D2812C3507A6}"/>
                  </a:ext>
                </a:extLst>
              </p:cNvPr>
              <p:cNvSpPr/>
              <p:nvPr/>
            </p:nvSpPr>
            <p:spPr>
              <a:xfrm>
                <a:off x="3212545" y="289933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84B3EA-5412-3329-95AC-D2812C3507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2545" y="2899330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D90C8FC-0F1A-1432-5643-1C08E0354326}"/>
                  </a:ext>
                </a:extLst>
              </p:cNvPr>
              <p:cNvSpPr/>
              <p:nvPr/>
            </p:nvSpPr>
            <p:spPr>
              <a:xfrm>
                <a:off x="3212545" y="346936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D90C8FC-0F1A-1432-5643-1C08E03543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2545" y="3469364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A211141-CF1F-8C8E-25DF-47F9A1E33592}"/>
                  </a:ext>
                </a:extLst>
              </p:cNvPr>
              <p:cNvSpPr/>
              <p:nvPr/>
            </p:nvSpPr>
            <p:spPr>
              <a:xfrm>
                <a:off x="3212545" y="403939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A211141-CF1F-8C8E-25DF-47F9A1E335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2545" y="4039398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E13FA0C7-572E-453C-89FD-6775C4E7F1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4698970"/>
                  </p:ext>
                </p:extLst>
              </p:nvPr>
            </p:nvGraphicFramePr>
            <p:xfrm>
              <a:off x="2978488" y="1189034"/>
              <a:ext cx="1199535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99535">
                      <a:extLst>
                        <a:ext uri="{9D8B030D-6E8A-4147-A177-3AD203B41FA5}">
                          <a16:colId xmlns:a16="http://schemas.microsoft.com/office/drawing/2014/main" val="249788515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70505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00557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4893873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095291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954213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5630394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0830378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E13FA0C7-572E-453C-89FD-6775C4E7F1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4698970"/>
                  </p:ext>
                </p:extLst>
              </p:nvPr>
            </p:nvGraphicFramePr>
            <p:xfrm>
              <a:off x="2978488" y="1189034"/>
              <a:ext cx="1199535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99535">
                      <a:extLst>
                        <a:ext uri="{9D8B030D-6E8A-4147-A177-3AD203B41FA5}">
                          <a16:colId xmlns:a16="http://schemas.microsoft.com/office/drawing/2014/main" val="249788515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505" t="-2326" r="-1515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70505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00557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4893873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095291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954213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5630394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0830378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BE78AC3-2444-4520-8A09-95F6A86DBD8D}"/>
                  </a:ext>
                </a:extLst>
              </p:cNvPr>
              <p:cNvSpPr txBox="1"/>
              <p:nvPr/>
            </p:nvSpPr>
            <p:spPr>
              <a:xfrm>
                <a:off x="5545751" y="1916719"/>
                <a:ext cx="14907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BE78AC3-2444-4520-8A09-95F6A86DBD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5751" y="1916719"/>
                <a:ext cx="149073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419C7BF-552B-486C-9D9C-4AC3E8991214}"/>
                  </a:ext>
                </a:extLst>
              </p:cNvPr>
              <p:cNvSpPr txBox="1"/>
              <p:nvPr/>
            </p:nvSpPr>
            <p:spPr>
              <a:xfrm>
                <a:off x="5529002" y="247259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419C7BF-552B-486C-9D9C-4AC3E89912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9002" y="2472597"/>
                <a:ext cx="4748312" cy="116602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176C0B9-82AA-4D2A-BB1E-065578839F43}"/>
                  </a:ext>
                </a:extLst>
              </p:cNvPr>
              <p:cNvSpPr txBox="1"/>
              <p:nvPr/>
            </p:nvSpPr>
            <p:spPr>
              <a:xfrm>
                <a:off x="5529002" y="3641002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25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176C0B9-82AA-4D2A-BB1E-065578839F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9002" y="3641002"/>
                <a:ext cx="4748312" cy="116602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BFD76F17-7A1F-4D42-9E1D-5E850E0D4FE5}"/>
                  </a:ext>
                </a:extLst>
              </p:cNvPr>
              <p:cNvSpPr txBox="1"/>
              <p:nvPr/>
            </p:nvSpPr>
            <p:spPr>
              <a:xfrm>
                <a:off x="5529002" y="4989245"/>
                <a:ext cx="407638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BFD76F17-7A1F-4D42-9E1D-5E850E0D4F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9002" y="4989245"/>
                <a:ext cx="4076383" cy="54239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B2FE8F5-7A6E-402C-8580-91EC3874B254}"/>
                  </a:ext>
                </a:extLst>
              </p:cNvPr>
              <p:cNvSpPr txBox="1"/>
              <p:nvPr/>
            </p:nvSpPr>
            <p:spPr>
              <a:xfrm>
                <a:off x="5529002" y="5768867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B2FE8F5-7A6E-402C-8580-91EC3874B2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9002" y="5768867"/>
                <a:ext cx="1439047" cy="54239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257BB9C-4633-4587-9434-F20B5E847ED6}"/>
                  </a:ext>
                </a:extLst>
              </p:cNvPr>
              <p:cNvSpPr txBox="1"/>
              <p:nvPr/>
            </p:nvSpPr>
            <p:spPr>
              <a:xfrm>
                <a:off x="5130158" y="39957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257BB9C-4633-4587-9434-F20B5E847E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158" y="3995703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D2DEB7D3-4785-4C96-8614-8B590ED0BB5C}"/>
                  </a:ext>
                </a:extLst>
              </p:cNvPr>
              <p:cNvSpPr txBox="1"/>
              <p:nvPr/>
            </p:nvSpPr>
            <p:spPr>
              <a:xfrm>
                <a:off x="5130389" y="499883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D2DEB7D3-4785-4C96-8614-8B590ED0B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389" y="4998831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A4FD5CA-81C8-4951-81B6-8CE115F281D5}"/>
                  </a:ext>
                </a:extLst>
              </p:cNvPr>
              <p:cNvSpPr txBox="1"/>
              <p:nvPr/>
            </p:nvSpPr>
            <p:spPr>
              <a:xfrm>
                <a:off x="5130388" y="574874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A4FD5CA-81C8-4951-81B6-8CE115F281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388" y="5748744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7" name="TextBox 96">
            <a:extLst>
              <a:ext uri="{FF2B5EF4-FFF2-40B4-BE49-F238E27FC236}">
                <a16:creationId xmlns:a16="http://schemas.microsoft.com/office/drawing/2014/main" id="{695A086F-FD0E-41F8-8184-7CB577DF8FEE}"/>
              </a:ext>
            </a:extLst>
          </p:cNvPr>
          <p:cNvSpPr txBox="1"/>
          <p:nvPr/>
        </p:nvSpPr>
        <p:spPr>
          <a:xfrm>
            <a:off x="6782452" y="1916719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D79B16A1-9B16-4697-A347-7CD1FE87C463}"/>
              </a:ext>
            </a:extLst>
          </p:cNvPr>
          <p:cNvSpPr txBox="1"/>
          <p:nvPr/>
        </p:nvSpPr>
        <p:spPr>
          <a:xfrm>
            <a:off x="4625463" y="1916719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9" name="Rectangle: Rounded Corners 98">
            <a:extLst>
              <a:ext uri="{FF2B5EF4-FFF2-40B4-BE49-F238E27FC236}">
                <a16:creationId xmlns:a16="http://schemas.microsoft.com/office/drawing/2014/main" id="{84E5D44F-4F9C-47F9-8DAC-83B94FE24DBF}"/>
              </a:ext>
            </a:extLst>
          </p:cNvPr>
          <p:cNvSpPr/>
          <p:nvPr/>
        </p:nvSpPr>
        <p:spPr>
          <a:xfrm>
            <a:off x="3294907" y="2910089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72AE01EA-995B-49F1-B9E0-AC8F3F8E8A91}"/>
              </a:ext>
            </a:extLst>
          </p:cNvPr>
          <p:cNvSpPr/>
          <p:nvPr/>
        </p:nvSpPr>
        <p:spPr>
          <a:xfrm>
            <a:off x="300358" y="2921344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012C9C99-A8A1-4A7B-A73F-DBBA38FB1224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6C30A20-49ED-48D5-864F-B62C344187DA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F774BF9-CE94-44B6-ABA2-ED70EBB368F7}"/>
              </a:ext>
            </a:extLst>
          </p:cNvPr>
          <p:cNvSpPr txBox="1"/>
          <p:nvPr/>
        </p:nvSpPr>
        <p:spPr>
          <a:xfrm>
            <a:off x="4625463" y="1209416"/>
            <a:ext cx="7753338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observations are already in ascending order.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4E59C05-C07C-4576-8A04-8C5C6335D411}"/>
                  </a:ext>
                </a:extLst>
              </p:cNvPr>
              <p:cNvSpPr/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4E59C05-C07C-4576-8A04-8C5C6335D4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62713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87" grpId="0"/>
      <p:bldP spid="88" grpId="0"/>
      <p:bldP spid="89" grpId="0"/>
      <p:bldP spid="90" grpId="0"/>
      <p:bldP spid="91" grpId="0"/>
      <p:bldP spid="94" grpId="0"/>
      <p:bldP spid="95" grpId="0"/>
      <p:bldP spid="96" grpId="0"/>
      <p:bldP spid="97" grpId="0"/>
      <p:bldP spid="98" grpId="0"/>
      <p:bldP spid="99" grpId="0" animBg="1"/>
      <p:bldP spid="100" grpId="0" animBg="1"/>
      <p:bldP spid="3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7D74B-826A-F2E2-95D6-2A0237ED2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E84A979A-1BF6-46A0-9CFA-1EBDDE743A1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2648884"/>
                  </p:ext>
                </p:extLst>
              </p:nvPr>
            </p:nvGraphicFramePr>
            <p:xfrm>
              <a:off x="2978488" y="1187951"/>
              <a:ext cx="4678751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E84A979A-1BF6-46A0-9CFA-1EBDDE743A1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2648884"/>
                  </p:ext>
                </p:extLst>
              </p:nvPr>
            </p:nvGraphicFramePr>
            <p:xfrm>
              <a:off x="2978488" y="1187951"/>
              <a:ext cx="4678751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385" t="-1163" r="-196923" b="-74069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51277" t="-1163" r="-589" b="-74069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B9E9F0E5-F76D-E585-1405-CD6B0238C8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A5C7E8F-655C-7058-7D4D-D094E2E23061}"/>
                  </a:ext>
                </a:extLst>
              </p:cNvPr>
              <p:cNvSpPr/>
              <p:nvPr/>
            </p:nvSpPr>
            <p:spPr>
              <a:xfrm>
                <a:off x="3367550" y="175797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A5C7E8F-655C-7058-7D4D-D094E2E230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7550" y="1757971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3222641-8393-6171-A572-C6EC02EE538E}"/>
                  </a:ext>
                </a:extLst>
              </p:cNvPr>
              <p:cNvSpPr/>
              <p:nvPr/>
            </p:nvSpPr>
            <p:spPr>
              <a:xfrm>
                <a:off x="3367550" y="232713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3222641-8393-6171-A572-C6EC02EE53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7550" y="2327134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4D5AC58-45D0-85F3-1606-9B161682EF1D}"/>
                  </a:ext>
                </a:extLst>
              </p:cNvPr>
              <p:cNvSpPr/>
              <p:nvPr/>
            </p:nvSpPr>
            <p:spPr>
              <a:xfrm>
                <a:off x="3367550" y="289629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4D5AC58-45D0-85F3-1606-9B161682EF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7550" y="2896297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83ACD54-9455-7A60-F191-1816AA4581BA}"/>
                  </a:ext>
                </a:extLst>
              </p:cNvPr>
              <p:cNvSpPr/>
              <p:nvPr/>
            </p:nvSpPr>
            <p:spPr>
              <a:xfrm>
                <a:off x="3367550" y="346546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83ACD54-9455-7A60-F191-1816AA4581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7550" y="3465460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784BE34-3107-877B-FD90-2A01FD326AF3}"/>
                  </a:ext>
                </a:extLst>
              </p:cNvPr>
              <p:cNvSpPr/>
              <p:nvPr/>
            </p:nvSpPr>
            <p:spPr>
              <a:xfrm>
                <a:off x="3367550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784BE34-3107-877B-FD90-2A01FD326A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7550" y="4034623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D3DDE9-CEC9-3C93-9B82-A7BAA74B1EDC}"/>
                  </a:ext>
                </a:extLst>
              </p:cNvPr>
              <p:cNvSpPr/>
              <p:nvPr/>
            </p:nvSpPr>
            <p:spPr>
              <a:xfrm>
                <a:off x="5797237" y="175644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D3DDE9-CEC9-3C93-9B82-A7BAA74B1E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237" y="1756448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BA14186-7440-173E-8E9C-9C4F6A86122D}"/>
                  </a:ext>
                </a:extLst>
              </p:cNvPr>
              <p:cNvSpPr/>
              <p:nvPr/>
            </p:nvSpPr>
            <p:spPr>
              <a:xfrm>
                <a:off x="5797237" y="232599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BA14186-7440-173E-8E9C-9C4F6A8612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237" y="2325992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8B668B-3D62-4085-88A8-2E4AED5570BA}"/>
                  </a:ext>
                </a:extLst>
              </p:cNvPr>
              <p:cNvSpPr/>
              <p:nvPr/>
            </p:nvSpPr>
            <p:spPr>
              <a:xfrm>
                <a:off x="5797237" y="289553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8B668B-3D62-4085-88A8-2E4AED5570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237" y="2895536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C258FC2-78ED-6DA0-A487-5BBB46D95BAF}"/>
                  </a:ext>
                </a:extLst>
              </p:cNvPr>
              <p:cNvSpPr/>
              <p:nvPr/>
            </p:nvSpPr>
            <p:spPr>
              <a:xfrm>
                <a:off x="5797237" y="346508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C258FC2-78ED-6DA0-A487-5BBB46D95B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237" y="3465080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13A9DD6-514C-4ADA-FA2E-4E2C1B97D350}"/>
                  </a:ext>
                </a:extLst>
              </p:cNvPr>
              <p:cNvSpPr/>
              <p:nvPr/>
            </p:nvSpPr>
            <p:spPr>
              <a:xfrm>
                <a:off x="5797237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13A9DD6-514C-4ADA-FA2E-4E2C1B97D3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237" y="4034623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FA852B-3B22-0959-1ACE-4EFB5D3FB48F}"/>
                  </a:ext>
                </a:extLst>
              </p:cNvPr>
              <p:cNvSpPr txBox="1"/>
              <p:nvPr/>
            </p:nvSpPr>
            <p:spPr>
              <a:xfrm>
                <a:off x="8550706" y="3406186"/>
                <a:ext cx="2810666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FA852B-3B22-0959-1ACE-4EFB5D3FB4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0706" y="3406186"/>
                <a:ext cx="2810666" cy="90794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DB0A2D-F4DB-1525-12E0-32F408E13865}"/>
                  </a:ext>
                </a:extLst>
              </p:cNvPr>
              <p:cNvSpPr txBox="1"/>
              <p:nvPr/>
            </p:nvSpPr>
            <p:spPr>
              <a:xfrm>
                <a:off x="8550706" y="4750249"/>
                <a:ext cx="2228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)=6.2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DB0A2D-F4DB-1525-12E0-32F408E138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0706" y="4750249"/>
                <a:ext cx="222832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3C8CF1-425B-09CC-3B9A-7D31C7349E65}"/>
                  </a:ext>
                </a:extLst>
              </p:cNvPr>
              <p:cNvSpPr txBox="1"/>
              <p:nvPr/>
            </p:nvSpPr>
            <p:spPr>
              <a:xfrm>
                <a:off x="8150526" y="475024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3C8CF1-425B-09CC-3B9A-7D31C7349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526" y="4750249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BA8DEFF-50C1-E82E-5E45-21EF4501D32F}"/>
                  </a:ext>
                </a:extLst>
              </p:cNvPr>
              <p:cNvSpPr/>
              <p:nvPr/>
            </p:nvSpPr>
            <p:spPr>
              <a:xfrm>
                <a:off x="4529924" y="4540864"/>
                <a:ext cx="3314259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BA8DEFF-50C1-E82E-5E45-21EF4501D3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9924" y="4540864"/>
                <a:ext cx="3314259" cy="1135696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A7827723-941F-2139-8232-142E2059A177}"/>
                  </a:ext>
                </a:extLst>
              </p:cNvPr>
              <p:cNvSpPr txBox="1"/>
              <p:nvPr/>
            </p:nvSpPr>
            <p:spPr>
              <a:xfrm>
                <a:off x="8550706" y="1974085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A7827723-941F-2139-8232-142E2059A1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0706" y="1974085"/>
                <a:ext cx="3738960" cy="995978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B0B55DE-CD5E-712E-B8F2-EF8AA18E5BBB}"/>
                  </a:ext>
                </a:extLst>
              </p:cNvPr>
              <p:cNvSpPr txBox="1"/>
              <p:nvPr/>
            </p:nvSpPr>
            <p:spPr>
              <a:xfrm>
                <a:off x="8150527" y="36041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B0B55DE-CD5E-712E-B8F2-EF8AA18E5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527" y="3604181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F3FF40-88F5-4196-ADDC-30C77B3E0DA7}"/>
                  </a:ext>
                </a:extLst>
              </p:cNvPr>
              <p:cNvSpPr txBox="1"/>
              <p:nvPr/>
            </p:nvSpPr>
            <p:spPr>
              <a:xfrm>
                <a:off x="8534377" y="1187951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F3FF40-88F5-4196-ADDC-30C77B3E0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4377" y="1187951"/>
                <a:ext cx="1439047" cy="54239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AD4E7708-D719-4E32-A7F1-C915851AF5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504089812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AD4E7708-D719-4E32-A7F1-C915851AF5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504089812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3"/>
                          <a:stretch>
                            <a:fillRect l="-1342" t="-2326" r="-212081" b="-7395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3"/>
                          <a:stretch>
                            <a:fillRect l="-48243" t="-2326" r="-958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3BB1A026-F242-4E89-B1D6-094F4B53D167}"/>
                  </a:ext>
                </a:extLst>
              </p:cNvPr>
              <p:cNvSpPr/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3BB1A026-F242-4E89-B1D6-094F4B53D1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A16A932-CF2F-4BCF-9F6E-5C0B5F718CA8}"/>
                  </a:ext>
                </a:extLst>
              </p:cNvPr>
              <p:cNvSpPr/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A16A932-CF2F-4BCF-9F6E-5C0B5F718C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10C934E-B904-4786-A03A-3B1CF4CF65EC}"/>
                  </a:ext>
                </a:extLst>
              </p:cNvPr>
              <p:cNvSpPr/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10C934E-B904-4786-A03A-3B1CF4CF65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32898F6-F1C9-40C5-B07F-BC997124DBC7}"/>
                  </a:ext>
                </a:extLst>
              </p:cNvPr>
              <p:cNvSpPr/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32898F6-F1C9-40C5-B07F-BC997124DB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F3CF110-28F9-47C7-9F07-08092D31C1B7}"/>
                  </a:ext>
                </a:extLst>
              </p:cNvPr>
              <p:cNvSpPr/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F3CF110-28F9-47C7-9F07-08092D31C1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CBAD282-9425-4813-9E40-9BD7012ABE01}"/>
                  </a:ext>
                </a:extLst>
              </p:cNvPr>
              <p:cNvSpPr/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CBAD282-9425-4813-9E40-9BD7012ABE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989741C-2726-4411-9BCD-A76D5EB24438}"/>
                  </a:ext>
                </a:extLst>
              </p:cNvPr>
              <p:cNvSpPr/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989741C-2726-4411-9BCD-A76D5EB244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E228CEA-6246-4B98-8E7B-B1EE83ACC3F2}"/>
                  </a:ext>
                </a:extLst>
              </p:cNvPr>
              <p:cNvSpPr/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E228CEA-6246-4B98-8E7B-B1EE83ACC3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E69C4DAD-D17E-4AA1-B2F6-D5407B87FBA6}"/>
                  </a:ext>
                </a:extLst>
              </p:cNvPr>
              <p:cNvSpPr/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E69C4DAD-D17E-4AA1-B2F6-D5407B87FB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41665EF-50DF-435C-8475-2C7E36F8100A}"/>
                  </a:ext>
                </a:extLst>
              </p:cNvPr>
              <p:cNvSpPr/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41665EF-50DF-435C-8475-2C7E36F810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1" name="TextBox 70">
            <a:extLst>
              <a:ext uri="{FF2B5EF4-FFF2-40B4-BE49-F238E27FC236}">
                <a16:creationId xmlns:a16="http://schemas.microsoft.com/office/drawing/2014/main" id="{03D2441D-FCE3-4B0A-A463-84E05B043D98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4139DB3-A582-4F2B-B2D4-7C83E0967CB1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553B821B-D766-42FF-817B-D78B9E574EE8}"/>
                  </a:ext>
                </a:extLst>
              </p:cNvPr>
              <p:cNvSpPr/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553B821B-D766-42FF-817B-D78B9E574E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6585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15" grpId="0"/>
      <p:bldP spid="27" grpId="0"/>
      <p:bldP spid="31" grpId="0"/>
      <p:bldP spid="33" grpId="0"/>
      <p:bldP spid="67" grpId="0"/>
      <p:bldP spid="68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E8F73-2A05-95F7-50C2-8B7E311AEC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402D17BC-ADBC-4E85-8E59-AB1689A4E6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73020879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402D17BC-ADBC-4E85-8E59-AB1689A4E6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73020879"/>
                  </p:ext>
                </p:extLst>
              </p:nvPr>
            </p:nvGraphicFramePr>
            <p:xfrm>
              <a:off x="165484" y="1189034"/>
              <a:ext cx="2813004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42" t="-2326" r="-212081" b="-7395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243" t="-2326" r="-958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EC93CB8-07E5-4490-8AE1-AEE6797E13FC}"/>
                  </a:ext>
                </a:extLst>
              </p:cNvPr>
              <p:cNvSpPr/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EC93CB8-07E5-4490-8AE1-AEE6797E13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1761089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FEB16655-C974-473A-A71A-70F8D285953E}"/>
                  </a:ext>
                </a:extLst>
              </p:cNvPr>
              <p:cNvSpPr/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FEB16655-C974-473A-A71A-70F8D28595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329472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E3ECE9F0-F6F0-4B1C-805A-5386353BB635}"/>
                  </a:ext>
                </a:extLst>
              </p:cNvPr>
              <p:cNvSpPr/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E3ECE9F0-F6F0-4B1C-805A-5386353BB6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289785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842DB511-378E-4AC6-B858-4FECFC50ACED}"/>
                  </a:ext>
                </a:extLst>
              </p:cNvPr>
              <p:cNvSpPr/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842DB511-378E-4AC6-B858-4FECFC50AC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3466238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EF3CE5B-46BC-4BF6-A96B-0BEA6AC4874B}"/>
                  </a:ext>
                </a:extLst>
              </p:cNvPr>
              <p:cNvSpPr/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EF3CE5B-46BC-4BF6-A96B-0BEA6AC487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169" y="4034623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9C178CC-92BB-43EA-A64C-C71677261704}"/>
                  </a:ext>
                </a:extLst>
              </p:cNvPr>
              <p:cNvSpPr/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9C178CC-92BB-43EA-A64C-C716772617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1761089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31AB954-C173-473A-A23D-016495F981DE}"/>
                  </a:ext>
                </a:extLst>
              </p:cNvPr>
              <p:cNvSpPr/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31AB954-C173-473A-A23D-016495F981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329472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DE2A295-EA35-405B-9235-F33F229B5F98}"/>
                  </a:ext>
                </a:extLst>
              </p:cNvPr>
              <p:cNvSpPr/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DE2A295-EA35-405B-9235-F33F229B5F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2897855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F3D7F6D-77A1-4B99-A866-A6DF8CD0369F}"/>
                  </a:ext>
                </a:extLst>
              </p:cNvPr>
              <p:cNvSpPr/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F3D7F6D-77A1-4B99-A866-A6DF8CD036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3466238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C5E5C040-9CE2-4AA2-A66E-57150E39DB0B}"/>
                  </a:ext>
                </a:extLst>
              </p:cNvPr>
              <p:cNvSpPr/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C5E5C040-9CE2-4AA2-A66E-57150E39DB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996" y="4034623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7" name="Table 56">
                <a:extLst>
                  <a:ext uri="{FF2B5EF4-FFF2-40B4-BE49-F238E27FC236}">
                    <a16:creationId xmlns:a16="http://schemas.microsoft.com/office/drawing/2014/main" id="{E0DB43D7-4351-441C-90D3-194C0192B23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45988235"/>
                  </p:ext>
                </p:extLst>
              </p:nvPr>
            </p:nvGraphicFramePr>
            <p:xfrm>
              <a:off x="2978488" y="1189034"/>
              <a:ext cx="4678751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7" name="Table 56">
                <a:extLst>
                  <a:ext uri="{FF2B5EF4-FFF2-40B4-BE49-F238E27FC236}">
                    <a16:creationId xmlns:a16="http://schemas.microsoft.com/office/drawing/2014/main" id="{E0DB43D7-4351-441C-90D3-194C0192B23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45988235"/>
                  </p:ext>
                </p:extLst>
              </p:nvPr>
            </p:nvGraphicFramePr>
            <p:xfrm>
              <a:off x="2978488" y="1189034"/>
              <a:ext cx="4678751" cy="437776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4"/>
                          <a:stretch>
                            <a:fillRect l="-385" t="-2326" r="-196923" b="-7395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4"/>
                          <a:stretch>
                            <a:fillRect l="-51277" t="-2326" r="-589" b="-7395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27C7B38-BB83-DF24-5E4D-C3FAC2806C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8C9C7C-7EB8-7737-F27C-E356C7FDFA06}"/>
                  </a:ext>
                </a:extLst>
              </p:cNvPr>
              <p:cNvSpPr/>
              <p:nvPr/>
            </p:nvSpPr>
            <p:spPr>
              <a:xfrm>
                <a:off x="3390550" y="17550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8C9C7C-7EB8-7737-F27C-E356C7FDFA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0550" y="1755022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BAA207E-60BD-4458-1A60-04677F088114}"/>
                  </a:ext>
                </a:extLst>
              </p:cNvPr>
              <p:cNvSpPr/>
              <p:nvPr/>
            </p:nvSpPr>
            <p:spPr>
              <a:xfrm>
                <a:off x="3390550" y="232519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BAA207E-60BD-4458-1A60-04677F0881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0550" y="2325193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E4CC50B-8BE2-604C-5E1A-6E7F3CAEB6C1}"/>
                  </a:ext>
                </a:extLst>
              </p:cNvPr>
              <p:cNvSpPr/>
              <p:nvPr/>
            </p:nvSpPr>
            <p:spPr>
              <a:xfrm>
                <a:off x="3390550" y="289536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E4CC50B-8BE2-604C-5E1A-6E7F3CAEB6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0550" y="2895364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AC03DC8-77F1-BA52-BBB2-580CD22106C9}"/>
                  </a:ext>
                </a:extLst>
              </p:cNvPr>
              <p:cNvSpPr/>
              <p:nvPr/>
            </p:nvSpPr>
            <p:spPr>
              <a:xfrm>
                <a:off x="3390550" y="346553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AC03DC8-77F1-BA52-BBB2-580CD22106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0550" y="3465535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770ABA8-6086-454D-EF01-BC1A1259267A}"/>
                  </a:ext>
                </a:extLst>
              </p:cNvPr>
              <p:cNvSpPr/>
              <p:nvPr/>
            </p:nvSpPr>
            <p:spPr>
              <a:xfrm>
                <a:off x="3390550" y="403570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770ABA8-6086-454D-EF01-BC1A125926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0550" y="4035706"/>
                <a:ext cx="79030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3EDF249-7FD2-AB98-7F77-EB2991E01133}"/>
                  </a:ext>
                </a:extLst>
              </p:cNvPr>
              <p:cNvSpPr/>
              <p:nvPr/>
            </p:nvSpPr>
            <p:spPr>
              <a:xfrm>
                <a:off x="5754406" y="173942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3EDF249-7FD2-AB98-7F77-EB2991E011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406" y="1739427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FFC7630-DB76-5F52-2B7B-BFDFD31C4BA2}"/>
                  </a:ext>
                </a:extLst>
              </p:cNvPr>
              <p:cNvSpPr/>
              <p:nvPr/>
            </p:nvSpPr>
            <p:spPr>
              <a:xfrm>
                <a:off x="5754406" y="231349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FFC7630-DB76-5F52-2B7B-BFDFD31C4B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406" y="2313497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CF35B578-9C05-FA24-8F39-2E8D593E5939}"/>
                  </a:ext>
                </a:extLst>
              </p:cNvPr>
              <p:cNvSpPr/>
              <p:nvPr/>
            </p:nvSpPr>
            <p:spPr>
              <a:xfrm>
                <a:off x="5754406" y="288756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CF35B578-9C05-FA24-8F39-2E8D593E59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406" y="2887567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41DF4D48-ED26-3DFC-8BF9-C97A0091C72D}"/>
                  </a:ext>
                </a:extLst>
              </p:cNvPr>
              <p:cNvSpPr/>
              <p:nvPr/>
            </p:nvSpPr>
            <p:spPr>
              <a:xfrm>
                <a:off x="5754406" y="346163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41DF4D48-ED26-3DFC-8BF9-C97A0091C7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406" y="3461637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AC0BC74-444D-881B-C3DA-5947445236A8}"/>
                  </a:ext>
                </a:extLst>
              </p:cNvPr>
              <p:cNvSpPr/>
              <p:nvPr/>
            </p:nvSpPr>
            <p:spPr>
              <a:xfrm>
                <a:off x="5754406" y="403570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AC0BC74-444D-881B-C3DA-5947445236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406" y="4035706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82EC31AB-9F38-FD83-11CF-A6288D289A14}"/>
                  </a:ext>
                </a:extLst>
              </p:cNvPr>
              <p:cNvSpPr/>
              <p:nvPr/>
            </p:nvSpPr>
            <p:spPr>
              <a:xfrm>
                <a:off x="4533709" y="4557843"/>
                <a:ext cx="3365045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Z</m:t>
                              </m:r>
                            </m:e>
                          </m:d>
                          <m:r>
                            <m:rPr>
                              <m:nor/>
                            </m:rPr>
                            <a:rPr lang="pt-BR" sz="280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=225</m:t>
                      </m:r>
                    </m:oMath>
                  </m:oMathPara>
                </a14:m>
                <a:endParaRPr lang="pt-BR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82EC31AB-9F38-FD83-11CF-A6288D289A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3709" y="4557843"/>
                <a:ext cx="3365045" cy="1135696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E46A8C-1646-4CA1-813F-6BBC6087A6C4}"/>
                  </a:ext>
                </a:extLst>
              </p:cNvPr>
              <p:cNvSpPr txBox="1"/>
              <p:nvPr/>
            </p:nvSpPr>
            <p:spPr>
              <a:xfrm>
                <a:off x="7898754" y="1191878"/>
                <a:ext cx="9404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E46A8C-1646-4CA1-813F-6BBC6087A6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8754" y="1191878"/>
                <a:ext cx="940446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C006EC3-0D88-44E5-BF74-1E25CA458F38}"/>
                  </a:ext>
                </a:extLst>
              </p:cNvPr>
              <p:cNvSpPr txBox="1"/>
              <p:nvPr/>
            </p:nvSpPr>
            <p:spPr>
              <a:xfrm>
                <a:off x="7898754" y="2201377"/>
                <a:ext cx="128965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C006EC3-0D88-44E5-BF74-1E25CA458F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8754" y="2201377"/>
                <a:ext cx="1289652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Oval 54">
            <a:extLst>
              <a:ext uri="{FF2B5EF4-FFF2-40B4-BE49-F238E27FC236}">
                <a16:creationId xmlns:a16="http://schemas.microsoft.com/office/drawing/2014/main" id="{9DC6EE45-E5E5-41E5-87F5-62338DCD2AF6}"/>
              </a:ext>
            </a:extLst>
          </p:cNvPr>
          <p:cNvSpPr/>
          <p:nvPr/>
        </p:nvSpPr>
        <p:spPr>
          <a:xfrm>
            <a:off x="1740642" y="1747450"/>
            <a:ext cx="561724" cy="519351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/>
            <a:endParaRPr lang="en-IN"/>
          </a:p>
        </p:txBody>
      </p:sp>
      <p:sp>
        <p:nvSpPr>
          <p:cNvPr id="56" name="Rectangle: Diagonal Corners Rounded 55">
            <a:extLst>
              <a:ext uri="{FF2B5EF4-FFF2-40B4-BE49-F238E27FC236}">
                <a16:creationId xmlns:a16="http://schemas.microsoft.com/office/drawing/2014/main" id="{EBE42CF7-C3AC-4D3B-972E-9F285708D6E7}"/>
              </a:ext>
            </a:extLst>
          </p:cNvPr>
          <p:cNvSpPr/>
          <p:nvPr/>
        </p:nvSpPr>
        <p:spPr>
          <a:xfrm>
            <a:off x="247042" y="1820725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/>
            <a:endParaRPr lang="en-IN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408DF21-6F8A-4B1E-A8F3-81CB6EA8FF77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4499257-71F2-4BAE-8748-45E0FD1AE2B4}"/>
                  </a:ext>
                </a:extLst>
              </p:cNvPr>
              <p:cNvSpPr txBox="1"/>
              <p:nvPr/>
            </p:nvSpPr>
            <p:spPr>
              <a:xfrm>
                <a:off x="8534377" y="4517305"/>
                <a:ext cx="2810666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4499257-71F2-4BAE-8748-45E0FD1AE2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4377" y="4517305"/>
                <a:ext cx="2810666" cy="90794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41307FA-2D24-40D7-BD82-EFB5605CACAD}"/>
                  </a:ext>
                </a:extLst>
              </p:cNvPr>
              <p:cNvSpPr txBox="1"/>
              <p:nvPr/>
            </p:nvSpPr>
            <p:spPr>
              <a:xfrm>
                <a:off x="8534377" y="5861368"/>
                <a:ext cx="2228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Z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41307FA-2D24-40D7-BD82-EFB5605CAC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4377" y="5861368"/>
                <a:ext cx="222832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6E9A8E35-A795-48CE-B8D1-8DD26A74DAAD}"/>
                  </a:ext>
                </a:extLst>
              </p:cNvPr>
              <p:cNvSpPr txBox="1"/>
              <p:nvPr/>
            </p:nvSpPr>
            <p:spPr>
              <a:xfrm>
                <a:off x="8150526" y="586136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6E9A8E35-A795-48CE-B8D1-8DD26A74DA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526" y="5861368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0179802-CE69-4F88-B7F7-C2FE0906B69E}"/>
                  </a:ext>
                </a:extLst>
              </p:cNvPr>
              <p:cNvSpPr txBox="1"/>
              <p:nvPr/>
            </p:nvSpPr>
            <p:spPr>
              <a:xfrm>
                <a:off x="8534377" y="3085204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Z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30179802-CE69-4F88-B7F7-C2FE0906B6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4377" y="3085204"/>
                <a:ext cx="3738960" cy="995978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8238EC2-32A3-47FF-B487-3D8C342865EC}"/>
                  </a:ext>
                </a:extLst>
              </p:cNvPr>
              <p:cNvSpPr txBox="1"/>
              <p:nvPr/>
            </p:nvSpPr>
            <p:spPr>
              <a:xfrm>
                <a:off x="8150527" y="471530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8238EC2-32A3-47FF-B487-3D8C34286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527" y="4715300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2DB5C611-6058-4BCA-A06D-E66D986EABE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06016086-96B2-484C-9AB3-740DBAC15927}"/>
                  </a:ext>
                </a:extLst>
              </p:cNvPr>
              <p:cNvSpPr txBox="1"/>
              <p:nvPr/>
            </p:nvSpPr>
            <p:spPr>
              <a:xfrm>
                <a:off x="8656760" y="1191878"/>
                <a:ext cx="3288197" cy="9441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Observation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against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highest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freq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06016086-96B2-484C-9AB3-740DBAC159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56760" y="1191878"/>
                <a:ext cx="3288197" cy="944169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1F708D4E-B533-4522-ACC7-702DC64014C3}"/>
                  </a:ext>
                </a:extLst>
              </p:cNvPr>
              <p:cNvSpPr/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1F708D4E-B533-4522-ACC7-702DC64014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324" y="4540864"/>
                <a:ext cx="1912823" cy="1135696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97556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" grpId="0"/>
      <p:bldP spid="53" grpId="0"/>
      <p:bldP spid="54" grpId="0"/>
      <p:bldP spid="55" grpId="0" animBg="1"/>
      <p:bldP spid="55" grpId="1" animBg="1"/>
      <p:bldP spid="56" grpId="0" animBg="1"/>
      <p:bldP spid="56" grpId="1" animBg="1"/>
      <p:bldP spid="42" grpId="0"/>
      <p:bldP spid="43" grpId="0"/>
      <p:bldP spid="44" grpId="0"/>
      <p:bldP spid="45" grpId="0"/>
      <p:bldP spid="46" grpId="0"/>
      <p:bldP spid="48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3A24E-F3C2-AD7C-ABF7-3B47BEDBC7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F3DDFB5F-CDB8-9964-A118-DD906EAC00A9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206628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mean deviation about the mean, median and mode for the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1C5397-57E2-8361-5EC9-6B494234A1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5F6BF6F-B9C1-DBAD-33DD-B49BF65A6794}"/>
              </a:ext>
            </a:extLst>
          </p:cNvPr>
          <p:cNvSpPr txBox="1">
            <a:spLocks/>
          </p:cNvSpPr>
          <p:nvPr/>
        </p:nvSpPr>
        <p:spPr>
          <a:xfrm>
            <a:off x="131176" y="305654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EEDC2EF-769C-BE94-CB60-CEA0E04AE4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0811559"/>
              </p:ext>
            </p:extLst>
          </p:nvPr>
        </p:nvGraphicFramePr>
        <p:xfrm>
          <a:off x="283303" y="1585824"/>
          <a:ext cx="11151722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3497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453B8B5-D4CA-487C-B724-0A5A1969CDA9}"/>
                  </a:ext>
                </a:extLst>
              </p:cNvPr>
              <p:cNvSpPr/>
              <p:nvPr/>
            </p:nvSpPr>
            <p:spPr>
              <a:xfrm>
                <a:off x="2849274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453B8B5-D4CA-487C-B724-0A5A1969CD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9274" y="2190825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F62EE4D-D89D-4BFE-8134-7E9DCD2FEA51}"/>
                  </a:ext>
                </a:extLst>
              </p:cNvPr>
              <p:cNvSpPr/>
              <p:nvPr/>
            </p:nvSpPr>
            <p:spPr>
              <a:xfrm>
                <a:off x="4669269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F62EE4D-D89D-4BFE-8134-7E9DCD2FEA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9269" y="219082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CCD6F1F-D9B5-42F8-A7A2-2CFE5784D3FD}"/>
                  </a:ext>
                </a:extLst>
              </p:cNvPr>
              <p:cNvSpPr/>
              <p:nvPr/>
            </p:nvSpPr>
            <p:spPr>
              <a:xfrm>
                <a:off x="6489264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CCD6F1F-D9B5-42F8-A7A2-2CFE5784D3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89264" y="219082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EA53601-3D99-4E3E-A576-6A1166461496}"/>
                  </a:ext>
                </a:extLst>
              </p:cNvPr>
              <p:cNvSpPr/>
              <p:nvPr/>
            </p:nvSpPr>
            <p:spPr>
              <a:xfrm>
                <a:off x="8309259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EA53601-3D99-4E3E-A576-6A11664614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9259" y="219082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5454D04-8E4A-4F95-945D-5BA2D8606093}"/>
                  </a:ext>
                </a:extLst>
              </p:cNvPr>
              <p:cNvSpPr/>
              <p:nvPr/>
            </p:nvSpPr>
            <p:spPr>
              <a:xfrm>
                <a:off x="10129253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5454D04-8E4A-4F95-945D-5BA2D86060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9253" y="2190825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99C348C-2E04-49ED-9ECA-A83CC35831CB}"/>
                  </a:ext>
                </a:extLst>
              </p:cNvPr>
              <p:cNvSpPr/>
              <p:nvPr/>
            </p:nvSpPr>
            <p:spPr>
              <a:xfrm>
                <a:off x="2362426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99C348C-2E04-49ED-9ECA-A83CC3583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2426" y="1616095"/>
                <a:ext cx="1764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B1E3CFE-53B9-4B27-A018-E2B84F106844}"/>
                  </a:ext>
                </a:extLst>
              </p:cNvPr>
              <p:cNvSpPr/>
              <p:nvPr/>
            </p:nvSpPr>
            <p:spPr>
              <a:xfrm>
                <a:off x="4181919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B1E3CFE-53B9-4B27-A018-E2B84F1068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1919" y="1616095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8551AC3-C765-48CB-898D-548B9BF671FB}"/>
                  </a:ext>
                </a:extLst>
              </p:cNvPr>
              <p:cNvSpPr/>
              <p:nvPr/>
            </p:nvSpPr>
            <p:spPr>
              <a:xfrm>
                <a:off x="6001412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8551AC3-C765-48CB-898D-548B9BF671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01412" y="1616095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D670DFF-6ABB-42B8-B501-05AC9F6A9737}"/>
                  </a:ext>
                </a:extLst>
              </p:cNvPr>
              <p:cNvSpPr/>
              <p:nvPr/>
            </p:nvSpPr>
            <p:spPr>
              <a:xfrm>
                <a:off x="7820906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D670DFF-6ABB-42B8-B501-05AC9F6A9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20906" y="1616095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FB55CDE-DFAF-42A4-B3CC-0F706AC1526C}"/>
                  </a:ext>
                </a:extLst>
              </p:cNvPr>
              <p:cNvSpPr/>
              <p:nvPr/>
            </p:nvSpPr>
            <p:spPr>
              <a:xfrm>
                <a:off x="9640400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FB55CDE-DFAF-42A4-B3CC-0F706AC152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40400" y="1616095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D23D716-2003-4C77-A8BD-E7CA962C7535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815382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A9F67-443A-E357-0108-355445FC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DA4AC-25BB-9D19-5662-04D5DA0D9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61902121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61902121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46" t="-1942" r="-107090" b="-59611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070" t="-1942" r="-1056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/>
              <p:nvPr/>
            </p:nvSpPr>
            <p:spPr>
              <a:xfrm>
                <a:off x="2284491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1822032"/>
                <a:ext cx="7920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/>
              <p:nvPr/>
            </p:nvSpPr>
            <p:spPr>
              <a:xfrm>
                <a:off x="2284491" y="235560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235560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/>
              <p:nvPr/>
            </p:nvSpPr>
            <p:spPr>
              <a:xfrm>
                <a:off x="2284491" y="289651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2896511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/>
              <p:nvPr/>
            </p:nvSpPr>
            <p:spPr>
              <a:xfrm>
                <a:off x="2284491" y="3437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3437420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/>
              <p:nvPr/>
            </p:nvSpPr>
            <p:spPr>
              <a:xfrm>
                <a:off x="2284491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3971584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/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/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/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/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/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8BE35AF-3662-B3BC-9FA0-E9C75C524FA3}"/>
                  </a:ext>
                </a:extLst>
              </p:cNvPr>
              <p:cNvSpPr/>
              <p:nvPr/>
            </p:nvSpPr>
            <p:spPr>
              <a:xfrm>
                <a:off x="5434972" y="1822032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8BE35AF-3662-B3BC-9FA0-E9C75C524F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1822032"/>
                <a:ext cx="126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A29E9EA-0AE0-C2DD-5325-648552B7E39F}"/>
                  </a:ext>
                </a:extLst>
              </p:cNvPr>
              <p:cNvSpPr/>
              <p:nvPr/>
            </p:nvSpPr>
            <p:spPr>
              <a:xfrm>
                <a:off x="5434972" y="2359420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A29E9EA-0AE0-C2DD-5325-648552B7E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2359420"/>
                <a:ext cx="126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4CFEAB3-8E12-4C73-8CD0-9621848FF8F6}"/>
                  </a:ext>
                </a:extLst>
              </p:cNvPr>
              <p:cNvSpPr/>
              <p:nvPr/>
            </p:nvSpPr>
            <p:spPr>
              <a:xfrm>
                <a:off x="5434972" y="2896808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4CFEAB3-8E12-4C73-8CD0-9621848FF8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2896808"/>
                <a:ext cx="126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9F2CD35-8FA1-5B42-14B0-3CD5017C3E2A}"/>
                  </a:ext>
                </a:extLst>
              </p:cNvPr>
              <p:cNvSpPr/>
              <p:nvPr/>
            </p:nvSpPr>
            <p:spPr>
              <a:xfrm>
                <a:off x="5434972" y="3434196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9F2CD35-8FA1-5B42-14B0-3CD5017C3E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3434196"/>
                <a:ext cx="126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BE3907A-5632-183D-489B-674BD75B3271}"/>
                  </a:ext>
                </a:extLst>
              </p:cNvPr>
              <p:cNvSpPr/>
              <p:nvPr/>
            </p:nvSpPr>
            <p:spPr>
              <a:xfrm>
                <a:off x="5434972" y="3971584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BE3907A-5632-183D-489B-674BD75B32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3971584"/>
                <a:ext cx="126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6585FF9-855F-F80A-DA58-F5DD6212E473}"/>
                  </a:ext>
                </a:extLst>
              </p:cNvPr>
              <p:cNvSpPr/>
              <p:nvPr/>
            </p:nvSpPr>
            <p:spPr>
              <a:xfrm>
                <a:off x="4826338" y="4492777"/>
                <a:ext cx="2610010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6585FF9-855F-F80A-DA58-F5DD6212E4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6338" y="4492777"/>
                <a:ext cx="2610010" cy="1135696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1D4B20F-DB95-4AD9-EC1C-609DFE24F7E8}"/>
                  </a:ext>
                </a:extLst>
              </p:cNvPr>
              <p:cNvSpPr txBox="1"/>
              <p:nvPr/>
            </p:nvSpPr>
            <p:spPr>
              <a:xfrm>
                <a:off x="9024286" y="3850794"/>
                <a:ext cx="1301125" cy="523220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1D4B20F-DB95-4AD9-EC1C-609DFE24F7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3850794"/>
                <a:ext cx="130112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F07C4E1-54AD-C6C7-B0E6-68AE89E6DF89}"/>
                  </a:ext>
                </a:extLst>
              </p:cNvPr>
              <p:cNvSpPr txBox="1"/>
              <p:nvPr/>
            </p:nvSpPr>
            <p:spPr>
              <a:xfrm>
                <a:off x="9024286" y="2620485"/>
                <a:ext cx="1698670" cy="901785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3300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F07C4E1-54AD-C6C7-B0E6-68AE89E6DF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2620485"/>
                <a:ext cx="1698670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21243-598C-5488-8B36-27A6A129E48E}"/>
                  </a:ext>
                </a:extLst>
              </p:cNvPr>
              <p:cNvSpPr txBox="1"/>
              <p:nvPr/>
            </p:nvSpPr>
            <p:spPr>
              <a:xfrm>
                <a:off x="9024286" y="1295984"/>
                <a:ext cx="1766446" cy="995978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21243-598C-5488-8B36-27A6A129E4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1295984"/>
                <a:ext cx="1766446" cy="995978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0B5EB51-8585-A218-3C47-531A6B095ECC}"/>
                  </a:ext>
                </a:extLst>
              </p:cNvPr>
              <p:cNvSpPr/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0B5EB51-8585-A218-3C47-531A6B095E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3A373135-774E-4D70-2559-72DF05531E09}"/>
                  </a:ext>
                </a:extLst>
              </p:cNvPr>
              <p:cNvSpPr/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3A373135-774E-4D70-2559-72DF05531E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71D141A-E560-27E3-D4C4-FA3DB80EBE46}"/>
                  </a:ext>
                </a:extLst>
              </p:cNvPr>
              <p:cNvSpPr/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71D141A-E560-27E3-D4C4-FA3DB80EBE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799A817-7CEA-B601-FCC0-7FE42FB504BC}"/>
                  </a:ext>
                </a:extLst>
              </p:cNvPr>
              <p:cNvSpPr/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799A817-7CEA-B601-FCC0-7FE42FB504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1A55157-4144-CDF2-DC4D-0421EDA54B25}"/>
                  </a:ext>
                </a:extLst>
              </p:cNvPr>
              <p:cNvSpPr/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1A55157-4144-CDF2-DC4D-0421EDA54B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/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5BBAC0-7F28-41C2-A479-426DB681A6D4}"/>
                  </a:ext>
                </a:extLst>
              </p:cNvPr>
              <p:cNvSpPr txBox="1"/>
              <p:nvPr/>
            </p:nvSpPr>
            <p:spPr>
              <a:xfrm>
                <a:off x="8414051" y="385079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5BBAC0-7F28-41C2-A479-426DB681A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4051" y="3850794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DF005C4-4DD3-44AC-92C6-5D76AF4DF022}"/>
                  </a:ext>
                </a:extLst>
              </p:cNvPr>
              <p:cNvSpPr txBox="1"/>
              <p:nvPr/>
            </p:nvSpPr>
            <p:spPr>
              <a:xfrm>
                <a:off x="8414051" y="285672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DF005C4-4DD3-44AC-92C6-5D76AF4DF0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4051" y="2856727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D4D29DC7-87B4-4278-820B-E7F5E90B41A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30043633"/>
                  </p:ext>
                </p:extLst>
              </p:nvPr>
            </p:nvGraphicFramePr>
            <p:xfrm>
              <a:off x="4791075" y="1182992"/>
              <a:ext cx="260985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09850">
                      <a:extLst>
                        <a:ext uri="{9D8B030D-6E8A-4147-A177-3AD203B41FA5}">
                          <a16:colId xmlns:a16="http://schemas.microsoft.com/office/drawing/2014/main" val="865333735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259288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99294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3615702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7386262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4109075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78433375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630688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D4D29DC7-87B4-4278-820B-E7F5E90B41A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30043633"/>
                  </p:ext>
                </p:extLst>
              </p:nvPr>
            </p:nvGraphicFramePr>
            <p:xfrm>
              <a:off x="4791075" y="1182992"/>
              <a:ext cx="260985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09850">
                      <a:extLst>
                        <a:ext uri="{9D8B030D-6E8A-4147-A177-3AD203B41FA5}">
                          <a16:colId xmlns:a16="http://schemas.microsoft.com/office/drawing/2014/main" val="865333735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233" t="-1942" r="-698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259288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99294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3615702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7386262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4109075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78433375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630688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EEE08C6E-BF3A-4297-A113-FFF2787878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40574126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EEE08C6E-BF3A-4297-A113-FFF2787878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40574126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957" t="-1942" r="-143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42C78380-A72C-4B4A-BE36-C64414B1F323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FAE569A-DC7C-4055-8632-F07D34DC2D5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009609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48" grpId="0"/>
      <p:bldP spid="4" grpId="0"/>
      <p:bldP spid="9" grpId="0"/>
      <p:bldP spid="12" grpId="0"/>
      <p:bldP spid="13" grpId="0"/>
      <p:bldP spid="14" grpId="0"/>
      <p:bldP spid="15" grpId="0"/>
      <p:bldP spid="27" grpId="0"/>
      <p:bldP spid="28" grpId="0"/>
      <p:bldP spid="29" grpId="0"/>
      <p:bldP spid="47" grpId="0"/>
      <p:bldP spid="49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A9F67-443A-E357-0108-355445FC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DA4AC-25BB-9D19-5662-04D5DA0D9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3895306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3895306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46" t="-1942" r="-107090" b="-59611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070" t="-1942" r="-1056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/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/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/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/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/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/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/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/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/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/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2DC1D14-9AFE-5340-F51A-01DC29ED555C}"/>
                  </a:ext>
                </a:extLst>
              </p:cNvPr>
              <p:cNvSpPr/>
              <p:nvPr/>
            </p:nvSpPr>
            <p:spPr>
              <a:xfrm>
                <a:off x="5193444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2DC1D14-9AFE-5340-F51A-01DC29ED55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1822032"/>
                <a:ext cx="792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7E8418B-25E4-D2B8-87C1-68248BAB15A3}"/>
                  </a:ext>
                </a:extLst>
              </p:cNvPr>
              <p:cNvSpPr/>
              <p:nvPr/>
            </p:nvSpPr>
            <p:spPr>
              <a:xfrm>
                <a:off x="5193444" y="2359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7E8418B-25E4-D2B8-87C1-68248BAB15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2359420"/>
                <a:ext cx="792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58FA618E-AE93-B224-4E7F-DD8AC0045903}"/>
                  </a:ext>
                </a:extLst>
              </p:cNvPr>
              <p:cNvSpPr/>
              <p:nvPr/>
            </p:nvSpPr>
            <p:spPr>
              <a:xfrm>
                <a:off x="5193444" y="2896808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58FA618E-AE93-B224-4E7F-DD8AC00459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2896808"/>
                <a:ext cx="792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F4B58D5-DF96-2790-C718-E51CC34BD931}"/>
                  </a:ext>
                </a:extLst>
              </p:cNvPr>
              <p:cNvSpPr/>
              <p:nvPr/>
            </p:nvSpPr>
            <p:spPr>
              <a:xfrm>
                <a:off x="5193444" y="3434196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F4B58D5-DF96-2790-C718-E51CC34BD9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3434196"/>
                <a:ext cx="792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597FB2C-C46D-2DA9-466D-56794F7D41B5}"/>
                  </a:ext>
                </a:extLst>
              </p:cNvPr>
              <p:cNvSpPr/>
              <p:nvPr/>
            </p:nvSpPr>
            <p:spPr>
              <a:xfrm>
                <a:off x="5193444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597FB2C-C46D-2DA9-466D-56794F7D4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3971584"/>
                <a:ext cx="792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E50B3FB-6F17-E8CC-4447-DED74D9CBA8E}"/>
                  </a:ext>
                </a:extLst>
              </p:cNvPr>
              <p:cNvSpPr/>
              <p:nvPr/>
            </p:nvSpPr>
            <p:spPr>
              <a:xfrm>
                <a:off x="7509193" y="18220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E50B3FB-6F17-E8CC-4447-DED74D9CBA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1822032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76A6142-7435-051C-61EC-6A1D5A864AEA}"/>
                  </a:ext>
                </a:extLst>
              </p:cNvPr>
              <p:cNvSpPr/>
              <p:nvPr/>
            </p:nvSpPr>
            <p:spPr>
              <a:xfrm>
                <a:off x="7509193" y="235942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76A6142-7435-051C-61EC-6A1D5A864A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235942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C6279ACB-4024-2B89-F2AD-AD0FC4357233}"/>
                  </a:ext>
                </a:extLst>
              </p:cNvPr>
              <p:cNvSpPr/>
              <p:nvPr/>
            </p:nvSpPr>
            <p:spPr>
              <a:xfrm>
                <a:off x="7509193" y="289680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C6279ACB-4024-2B89-F2AD-AD0FC43572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2896808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2244295-BB7B-4BF1-2FE2-84E2D6CF6A73}"/>
                  </a:ext>
                </a:extLst>
              </p:cNvPr>
              <p:cNvSpPr/>
              <p:nvPr/>
            </p:nvSpPr>
            <p:spPr>
              <a:xfrm>
                <a:off x="7509193" y="343419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2244295-BB7B-4BF1-2FE2-84E2D6CF6A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343419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64792CF-94FE-CC8B-E3F7-233851F6E0E0}"/>
                  </a:ext>
                </a:extLst>
              </p:cNvPr>
              <p:cNvSpPr/>
              <p:nvPr/>
            </p:nvSpPr>
            <p:spPr>
              <a:xfrm>
                <a:off x="7509193" y="397158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64792CF-94FE-CC8B-E3F7-233851F6E0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3971584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A4D3B53-3838-49C1-8E8A-99BE30C34C81}"/>
                  </a:ext>
                </a:extLst>
              </p:cNvPr>
              <p:cNvSpPr/>
              <p:nvPr/>
            </p:nvSpPr>
            <p:spPr>
              <a:xfrm>
                <a:off x="6337731" y="4527978"/>
                <a:ext cx="3613425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acc>
                                <m:accPr>
                                  <m:chr m:val="̅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acc>
                            </m:e>
                          </m:d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A4D3B53-3838-49C1-8E8A-99BE30C34C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7731" y="4527978"/>
                <a:ext cx="3613425" cy="1135696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/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ECF101C-8E3C-4005-8ACA-1403D08DFD4C}"/>
                  </a:ext>
                </a:extLst>
              </p:cNvPr>
              <p:cNvSpPr txBox="1"/>
              <p:nvPr/>
            </p:nvSpPr>
            <p:spPr>
              <a:xfrm>
                <a:off x="10408741" y="1298812"/>
                <a:ext cx="1301125" cy="523220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ECF101C-8E3C-4005-8ACA-1403D08DFD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08741" y="1298812"/>
                <a:ext cx="130112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C1EBBE2-12A2-41A0-9220-AFFDCC502C3A}"/>
                  </a:ext>
                </a:extLst>
              </p:cNvPr>
              <p:cNvSpPr txBox="1"/>
              <p:nvPr/>
            </p:nvSpPr>
            <p:spPr>
              <a:xfrm>
                <a:off x="172936" y="5584298"/>
                <a:ext cx="409918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acc>
                                </m:e>
                              </m:d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C1EBBE2-12A2-41A0-9220-AFFDCC502C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584298"/>
                <a:ext cx="4099180" cy="995978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8700D5E1-85DB-4024-854A-27E5DB1716CA}"/>
                  </a:ext>
                </a:extLst>
              </p:cNvPr>
              <p:cNvSpPr txBox="1"/>
              <p:nvPr/>
            </p:nvSpPr>
            <p:spPr>
              <a:xfrm>
                <a:off x="3632674" y="5626169"/>
                <a:ext cx="160607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1280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8700D5E1-85DB-4024-854A-27E5DB1716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2674" y="5626169"/>
                <a:ext cx="1606076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BB3B8D5-B7F5-4D4F-8A8A-F5F82E44F3C2}"/>
                  </a:ext>
                </a:extLst>
              </p:cNvPr>
              <p:cNvSpPr txBox="1"/>
              <p:nvPr/>
            </p:nvSpPr>
            <p:spPr>
              <a:xfrm>
                <a:off x="5074275" y="5832666"/>
                <a:ext cx="24349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21.33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BB3B8D5-B7F5-4D4F-8A8A-F5F82E44F3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4275" y="5832666"/>
                <a:ext cx="2434917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8B877009-FE2B-4B5A-9CE0-288B3A4711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98112340"/>
                  </p:ext>
                </p:extLst>
              </p:nvPr>
            </p:nvGraphicFramePr>
            <p:xfrm>
              <a:off x="4794931" y="1182285"/>
              <a:ext cx="5102116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557095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8B877009-FE2B-4B5A-9CE0-288B3A4711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98112340"/>
                  </p:ext>
                </p:extLst>
              </p:nvPr>
            </p:nvGraphicFramePr>
            <p:xfrm>
              <a:off x="4794931" y="1182285"/>
              <a:ext cx="5102116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557095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394" t="-971" r="-231102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43664" t="-971" r="-514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6B210C4-0FB3-433C-B195-437C1273ED0B}"/>
                  </a:ext>
                </a:extLst>
              </p:cNvPr>
              <p:cNvSpPr/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6B210C4-0FB3-433C-B195-437C1273ED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8933681A-EF1F-4D99-97E2-0979C2450BE7}"/>
                  </a:ext>
                </a:extLst>
              </p:cNvPr>
              <p:cNvSpPr/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8933681A-EF1F-4D99-97E2-0979C2450B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21AE16-37F8-453A-B4EF-530A0E1EDEE2}"/>
                  </a:ext>
                </a:extLst>
              </p:cNvPr>
              <p:cNvSpPr/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21AE16-37F8-453A-B4EF-530A0E1EDE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2646E94-48E0-4CDA-83A2-E6849F09FE6A}"/>
                  </a:ext>
                </a:extLst>
              </p:cNvPr>
              <p:cNvSpPr/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2646E94-48E0-4CDA-83A2-E6849F09FE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6735D7B-A402-4818-B417-879EDB71FD69}"/>
                  </a:ext>
                </a:extLst>
              </p:cNvPr>
              <p:cNvSpPr/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6735D7B-A402-4818-B417-879EDB71FD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04ED95D5-ED04-42E6-AA1F-2C4338B6C3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08759717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04ED95D5-ED04-42E6-AA1F-2C4338B6C3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08759717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957" t="-1942" r="-143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48" name="TextBox 47">
            <a:extLst>
              <a:ext uri="{FF2B5EF4-FFF2-40B4-BE49-F238E27FC236}">
                <a16:creationId xmlns:a16="http://schemas.microsoft.com/office/drawing/2014/main" id="{7B392622-66E8-4E41-978E-12836A63378D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9CAE723-29A6-411E-9363-0B9EC0CA298A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355241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3" grpId="0"/>
      <p:bldP spid="49" grpId="0"/>
      <p:bldP spid="50" grpId="0"/>
      <p:bldP spid="51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A41F46B7-0988-41CE-A4E9-B42D50103C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52867309"/>
                  </p:ext>
                </p:extLst>
              </p:nvPr>
            </p:nvGraphicFramePr>
            <p:xfrm>
              <a:off x="4788254" y="1182992"/>
              <a:ext cx="1545021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4032716289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9320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2877539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27479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4129204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3840859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9394909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128503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A41F46B7-0988-41CE-A4E9-B42D50103C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52867309"/>
                  </p:ext>
                </p:extLst>
              </p:nvPr>
            </p:nvGraphicFramePr>
            <p:xfrm>
              <a:off x="4788254" y="1182992"/>
              <a:ext cx="1545021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4032716289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87" t="-1942" r="-157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9320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2877539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27479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4129204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3840859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9394909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1285038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99421918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99421918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7" t="-1942" r="-143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17578317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17578317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746" t="-1942" r="-107090" b="-59611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95070" t="-1942" r="-1056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3DCB367-989D-3449-6635-A142990D3B3C}"/>
                  </a:ext>
                </a:extLst>
              </p:cNvPr>
              <p:cNvSpPr/>
              <p:nvPr/>
            </p:nvSpPr>
            <p:spPr>
              <a:xfrm>
                <a:off x="5173496" y="182551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3DCB367-989D-3449-6635-A142990D3B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1825516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16911EB-5CEF-E57A-8A94-26750E6AA0C3}"/>
                  </a:ext>
                </a:extLst>
              </p:cNvPr>
              <p:cNvSpPr/>
              <p:nvPr/>
            </p:nvSpPr>
            <p:spPr>
              <a:xfrm>
                <a:off x="5173496" y="236203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16911EB-5CEF-E57A-8A94-26750E6AA0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2362033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9EA7CA9-C4E0-377E-0FBA-6E32039A98F0}"/>
                  </a:ext>
                </a:extLst>
              </p:cNvPr>
              <p:cNvSpPr/>
              <p:nvPr/>
            </p:nvSpPr>
            <p:spPr>
              <a:xfrm>
                <a:off x="5173496" y="289855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9EA7CA9-C4E0-377E-0FBA-6E32039A98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2898550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683E2E-E3E7-07D2-D2D3-2D5AC395A142}"/>
                  </a:ext>
                </a:extLst>
              </p:cNvPr>
              <p:cNvSpPr/>
              <p:nvPr/>
            </p:nvSpPr>
            <p:spPr>
              <a:xfrm>
                <a:off x="5173496" y="343506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683E2E-E3E7-07D2-D2D3-2D5AC395A1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3435067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707141-54CE-DFF0-1E24-20A20E649299}"/>
                  </a:ext>
                </a:extLst>
              </p:cNvPr>
              <p:cNvSpPr/>
              <p:nvPr/>
            </p:nvSpPr>
            <p:spPr>
              <a:xfrm>
                <a:off x="5173496" y="397158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707141-54CE-DFF0-1E24-20A20E6492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3971584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B38920-3944-1226-840A-3BB4B1CBFD14}"/>
                  </a:ext>
                </a:extLst>
              </p:cNvPr>
              <p:cNvSpPr txBox="1"/>
              <p:nvPr/>
            </p:nvSpPr>
            <p:spPr>
              <a:xfrm>
                <a:off x="7590053" y="3687920"/>
                <a:ext cx="3066413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B38920-3944-1226-840A-3BB4B1CBFD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3687920"/>
                <a:ext cx="3066413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/>
              <p:nvPr/>
            </p:nvSpPr>
            <p:spPr>
              <a:xfrm>
                <a:off x="7590053" y="4890487"/>
                <a:ext cx="2455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=59.2857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4890487"/>
                <a:ext cx="245513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A315713-762A-ADBA-18C3-6859DA2915A2}"/>
                  </a:ext>
                </a:extLst>
              </p:cNvPr>
              <p:cNvSpPr txBox="1"/>
              <p:nvPr/>
            </p:nvSpPr>
            <p:spPr>
              <a:xfrm>
                <a:off x="7590053" y="843191"/>
                <a:ext cx="361964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A315713-762A-ADBA-18C3-6859DA2915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843191"/>
                <a:ext cx="3619648" cy="11340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999C0B3-2E13-235C-58FE-3AD8AA82504B}"/>
                  </a:ext>
                </a:extLst>
              </p:cNvPr>
              <p:cNvSpPr txBox="1"/>
              <p:nvPr/>
            </p:nvSpPr>
            <p:spPr>
              <a:xfrm>
                <a:off x="7590053" y="2350746"/>
                <a:ext cx="420020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30−20</m:t>
                              </m:r>
                            </m:e>
                          </m:d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999C0B3-2E13-235C-58FE-3AD8AA8250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2350746"/>
                <a:ext cx="4200206" cy="92570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59B5A4-A07A-ED46-C908-12656ED934C2}"/>
                  </a:ext>
                </a:extLst>
              </p:cNvPr>
              <p:cNvSpPr txBox="1"/>
              <p:nvPr/>
            </p:nvSpPr>
            <p:spPr>
              <a:xfrm>
                <a:off x="7109307" y="257563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59B5A4-A07A-ED46-C908-12656ED934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09307" y="2575632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6D46AEA-6C77-5EA5-40A5-BCA7EF4665AB}"/>
                  </a:ext>
                </a:extLst>
              </p:cNvPr>
              <p:cNvSpPr txBox="1"/>
              <p:nvPr/>
            </p:nvSpPr>
            <p:spPr>
              <a:xfrm>
                <a:off x="7082995" y="389162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6D46AEA-6C77-5EA5-40A5-BCA7EF4665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2995" y="3891621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ED26C59-3093-5E73-683B-F51A48FA17AC}"/>
                  </a:ext>
                </a:extLst>
              </p:cNvPr>
              <p:cNvSpPr txBox="1"/>
              <p:nvPr/>
            </p:nvSpPr>
            <p:spPr>
              <a:xfrm>
                <a:off x="7126653" y="489048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ED26C59-3093-5E73-683B-F51A48FA17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653" y="4890487"/>
                <a:ext cx="5062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35AE96CC-F6F9-4E7C-8D22-A484912D317A}"/>
              </a:ext>
            </a:extLst>
          </p:cNvPr>
          <p:cNvSpPr/>
          <p:nvPr/>
        </p:nvSpPr>
        <p:spPr>
          <a:xfrm>
            <a:off x="275588" y="2911952"/>
            <a:ext cx="1431084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1CA1A0-035A-4C5F-A4E3-84F158CC8A8E}"/>
                  </a:ext>
                </a:extLst>
              </p:cNvPr>
              <p:cNvSpPr txBox="1"/>
              <p:nvPr/>
            </p:nvSpPr>
            <p:spPr>
              <a:xfrm>
                <a:off x="5133445" y="5896523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1CA1A0-035A-4C5F-A4E3-84F158CC8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3445" y="5896523"/>
                <a:ext cx="42833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08E8DC58-957D-40F2-B5C8-C3F12C500BEC}"/>
                  </a:ext>
                </a:extLst>
              </p:cNvPr>
              <p:cNvSpPr txBox="1"/>
              <p:nvPr/>
            </p:nvSpPr>
            <p:spPr>
              <a:xfrm>
                <a:off x="3475698" y="5896523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08E8DC58-957D-40F2-B5C8-C3F12C500B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5698" y="5896523"/>
                <a:ext cx="416584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D391381-21E0-4F82-82ED-C28B06167340}"/>
                  </a:ext>
                </a:extLst>
              </p:cNvPr>
              <p:cNvSpPr txBox="1"/>
              <p:nvPr/>
            </p:nvSpPr>
            <p:spPr>
              <a:xfrm>
                <a:off x="129280" y="5743788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D391381-21E0-4F82-82ED-C28B061673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280" y="5743788"/>
                <a:ext cx="1577391" cy="8274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7C2F7E36-F146-4D1F-933E-B0F04F153C36}"/>
                  </a:ext>
                </a:extLst>
              </p:cNvPr>
              <p:cNvSpPr txBox="1"/>
              <p:nvPr/>
            </p:nvSpPr>
            <p:spPr>
              <a:xfrm>
                <a:off x="1808463" y="5895913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7C2F7E36-F146-4D1F-933E-B0F04F153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8463" y="5895913"/>
                <a:ext cx="1467946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07E1EFE-7FBA-4098-9321-D83C86B9690C}"/>
                  </a:ext>
                </a:extLst>
              </p:cNvPr>
              <p:cNvSpPr txBox="1"/>
              <p:nvPr/>
            </p:nvSpPr>
            <p:spPr>
              <a:xfrm>
                <a:off x="3793231" y="5896523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07E1EFE-7FBA-4098-9321-D83C86B969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231" y="5896523"/>
                <a:ext cx="1068477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B255A8D-178D-494B-B6A4-2C6CA20EBF72}"/>
                  </a:ext>
                </a:extLst>
              </p:cNvPr>
              <p:cNvSpPr txBox="1"/>
              <p:nvPr/>
            </p:nvSpPr>
            <p:spPr>
              <a:xfrm>
                <a:off x="5450978" y="5896523"/>
                <a:ext cx="10256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B255A8D-178D-494B-B6A4-2C6CA20EB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0978" y="5896523"/>
                <a:ext cx="1025642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Diagonal Corners Rounded 84">
            <a:extLst>
              <a:ext uri="{FF2B5EF4-FFF2-40B4-BE49-F238E27FC236}">
                <a16:creationId xmlns:a16="http://schemas.microsoft.com/office/drawing/2014/main" id="{B87ACA0A-43C8-4D31-8722-7E89ACF015DD}"/>
              </a:ext>
            </a:extLst>
          </p:cNvPr>
          <p:cNvSpPr/>
          <p:nvPr/>
        </p:nvSpPr>
        <p:spPr>
          <a:xfrm>
            <a:off x="2320314" y="2955351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6" name="Rectangle: Diagonal Corners Rounded 85">
            <a:extLst>
              <a:ext uri="{FF2B5EF4-FFF2-40B4-BE49-F238E27FC236}">
                <a16:creationId xmlns:a16="http://schemas.microsoft.com/office/drawing/2014/main" id="{6DD0560D-B0FA-4691-9554-C3990ADF1622}"/>
              </a:ext>
            </a:extLst>
          </p:cNvPr>
          <p:cNvSpPr/>
          <p:nvPr/>
        </p:nvSpPr>
        <p:spPr>
          <a:xfrm>
            <a:off x="5185497" y="2413281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1185232-5F9D-42C1-AC22-4F206BDCA38A}"/>
                  </a:ext>
                </a:extLst>
              </p:cNvPr>
              <p:cNvSpPr txBox="1"/>
              <p:nvPr/>
            </p:nvSpPr>
            <p:spPr>
              <a:xfrm>
                <a:off x="6569776" y="5895913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1185232-5F9D-42C1-AC22-4F206BDCA3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9776" y="5895913"/>
                <a:ext cx="1315968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TextBox 43">
            <a:extLst>
              <a:ext uri="{FF2B5EF4-FFF2-40B4-BE49-F238E27FC236}">
                <a16:creationId xmlns:a16="http://schemas.microsoft.com/office/drawing/2014/main" id="{59D2B3D4-2674-4C34-8602-B18FCD22F568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4208D44-9B7C-4670-AC7C-19F3589BC43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295094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14" grpId="0"/>
      <p:bldP spid="15" grpId="0"/>
      <p:bldP spid="28" grpId="0"/>
      <p:bldP spid="29" grpId="0"/>
      <p:bldP spid="30" grpId="0"/>
      <p:bldP spid="37" grpId="0"/>
      <p:bldP spid="38" grpId="0"/>
      <p:bldP spid="71" grpId="0" animBg="1"/>
      <p:bldP spid="72" grpId="0"/>
      <p:bldP spid="73" grpId="0"/>
      <p:bldP spid="78" grpId="0"/>
      <p:bldP spid="82" grpId="0"/>
      <p:bldP spid="83" grpId="0"/>
      <p:bldP spid="84" grpId="0"/>
      <p:bldP spid="85" grpId="0" animBg="1"/>
      <p:bldP spid="86" grpId="0" animBg="1"/>
      <p:bldP spid="87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84872127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84872127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1942" r="-143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561938525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561938525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1942" r="-107090" b="-59611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1942" r="-1056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/>
              <p:nvPr/>
            </p:nvSpPr>
            <p:spPr>
              <a:xfrm>
                <a:off x="9157649" y="685133"/>
                <a:ext cx="2455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=59.2857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57649" y="685133"/>
                <a:ext cx="245513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51755C17-48C3-4B1B-8CD5-490945A97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41626023"/>
                  </p:ext>
                </p:extLst>
              </p:nvPr>
            </p:nvGraphicFramePr>
            <p:xfrm>
              <a:off x="4794931" y="1182285"/>
              <a:ext cx="6444569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7349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4427220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51755C17-48C3-4B1B-8CD5-490945A97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41626023"/>
                  </p:ext>
                </p:extLst>
              </p:nvPr>
            </p:nvGraphicFramePr>
            <p:xfrm>
              <a:off x="4794931" y="1182285"/>
              <a:ext cx="6444569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7349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4427220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302" t="-971" r="-220544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5667" t="-971" r="-413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EDE2982-1E62-4993-8C37-95D2AAAD2746}"/>
                  </a:ext>
                </a:extLst>
              </p:cNvPr>
              <p:cNvSpPr/>
              <p:nvPr/>
            </p:nvSpPr>
            <p:spPr>
              <a:xfrm>
                <a:off x="4902961" y="1820129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EDE2982-1E62-4993-8C37-95D2AAAD27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1820129"/>
                <a:ext cx="180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DDF9C13-6239-4932-81CF-21DB4BCE61D3}"/>
                  </a:ext>
                </a:extLst>
              </p:cNvPr>
              <p:cNvSpPr/>
              <p:nvPr/>
            </p:nvSpPr>
            <p:spPr>
              <a:xfrm>
                <a:off x="4902961" y="2357993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DDF9C13-6239-4932-81CF-21DB4BCE61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2357993"/>
                <a:ext cx="180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6EB5D0A-45A9-48F3-B15F-A421855F5302}"/>
                  </a:ext>
                </a:extLst>
              </p:cNvPr>
              <p:cNvSpPr/>
              <p:nvPr/>
            </p:nvSpPr>
            <p:spPr>
              <a:xfrm>
                <a:off x="4902961" y="2895857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6EB5D0A-45A9-48F3-B15F-A421855F53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2895857"/>
                <a:ext cx="180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01FA0D5-EA06-455C-9054-3415AB913FEF}"/>
                  </a:ext>
                </a:extLst>
              </p:cNvPr>
              <p:cNvSpPr/>
              <p:nvPr/>
            </p:nvSpPr>
            <p:spPr>
              <a:xfrm>
                <a:off x="4902961" y="3433721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15.7143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01FA0D5-EA06-455C-9054-3415AB913F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3433721"/>
                <a:ext cx="180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F64588C-ABD3-4728-AF8E-6FE00594D756}"/>
                  </a:ext>
                </a:extLst>
              </p:cNvPr>
              <p:cNvSpPr/>
              <p:nvPr/>
            </p:nvSpPr>
            <p:spPr>
              <a:xfrm>
                <a:off x="4902961" y="3971584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35.7143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F64588C-ABD3-4728-AF8E-6FE00594D7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3971584"/>
                <a:ext cx="180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71838494-E450-458C-9864-6483B7B85E3B}"/>
                  </a:ext>
                </a:extLst>
              </p:cNvPr>
              <p:cNvSpPr/>
              <p:nvPr/>
            </p:nvSpPr>
            <p:spPr>
              <a:xfrm>
                <a:off x="7865218" y="182012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531.428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71838494-E450-458C-9864-6483B7B85E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1820129"/>
                <a:ext cx="252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65F299A-1B31-4B1F-A48E-1BD46A36F3DE}"/>
                  </a:ext>
                </a:extLst>
              </p:cNvPr>
              <p:cNvSpPr/>
              <p:nvPr/>
            </p:nvSpPr>
            <p:spPr>
              <a:xfrm>
                <a:off x="7865218" y="235879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194.285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65F299A-1B31-4B1F-A48E-1BD46A36F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2358799"/>
                <a:ext cx="252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F618B30-37A8-469F-A808-620F51987CC9}"/>
                  </a:ext>
                </a:extLst>
              </p:cNvPr>
              <p:cNvSpPr/>
              <p:nvPr/>
            </p:nvSpPr>
            <p:spPr>
              <a:xfrm>
                <a:off x="7865218" y="289746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59.9998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F618B30-37A8-469F-A808-620F51987C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2897469"/>
                <a:ext cx="252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2BF01D7A-3841-4C6F-B6C2-5053E1000944}"/>
                  </a:ext>
                </a:extLst>
              </p:cNvPr>
              <p:cNvSpPr/>
              <p:nvPr/>
            </p:nvSpPr>
            <p:spPr>
              <a:xfrm>
                <a:off x="7865218" y="343613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314.28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2BF01D7A-3841-4C6F-B6C2-5053E1000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3436139"/>
                <a:ext cx="252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252E238-ACF3-41B3-A167-E13A12A410F7}"/>
                  </a:ext>
                </a:extLst>
              </p:cNvPr>
              <p:cNvSpPr/>
              <p:nvPr/>
            </p:nvSpPr>
            <p:spPr>
              <a:xfrm>
                <a:off x="7865218" y="3974808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214.285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252E238-ACF3-41B3-A167-E13A12A410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3974808"/>
                <a:ext cx="252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AA5FDD2-A913-4046-8AA8-AE0831A97BB3}"/>
                  </a:ext>
                </a:extLst>
              </p:cNvPr>
              <p:cNvSpPr txBox="1"/>
              <p:nvPr/>
            </p:nvSpPr>
            <p:spPr>
              <a:xfrm>
                <a:off x="6809054" y="4515296"/>
                <a:ext cx="4544746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1314.285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AA5FDD2-A913-4046-8AA8-AE0831A97B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54" y="4515296"/>
                <a:ext cx="4544746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065B23-C933-403C-962F-463A0DCD4B46}"/>
                  </a:ext>
                </a:extLst>
              </p:cNvPr>
              <p:cNvSpPr txBox="1"/>
              <p:nvPr/>
            </p:nvSpPr>
            <p:spPr>
              <a:xfrm>
                <a:off x="3684341" y="5616860"/>
                <a:ext cx="241165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1314.285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065B23-C933-403C-962F-463A0DCD4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4341" y="5616860"/>
                <a:ext cx="2411659" cy="901785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1CA0650-2416-452C-8E1B-04F459869325}"/>
                  </a:ext>
                </a:extLst>
              </p:cNvPr>
              <p:cNvSpPr txBox="1"/>
              <p:nvPr/>
            </p:nvSpPr>
            <p:spPr>
              <a:xfrm>
                <a:off x="172936" y="5574382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M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1CA0650-2416-452C-8E1B-04F4598693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574382"/>
                <a:ext cx="3738960" cy="995978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10512CA-2FFE-48D9-A59E-1C8C57EA79B5}"/>
                  </a:ext>
                </a:extLst>
              </p:cNvPr>
              <p:cNvSpPr txBox="1"/>
              <p:nvPr/>
            </p:nvSpPr>
            <p:spPr>
              <a:xfrm>
                <a:off x="6096000" y="5852198"/>
                <a:ext cx="2411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21.9048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10512CA-2FFE-48D9-A59E-1C8C57EA79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852198"/>
                <a:ext cx="2411659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TextBox 36">
            <a:extLst>
              <a:ext uri="{FF2B5EF4-FFF2-40B4-BE49-F238E27FC236}">
                <a16:creationId xmlns:a16="http://schemas.microsoft.com/office/drawing/2014/main" id="{BA7E3919-6D9E-4E65-BBA8-A1BDB4CE379F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D9EE985-DD7F-44A8-8047-87A17C830A5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388663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9" grpId="0"/>
      <p:bldP spid="75" grpId="0"/>
      <p:bldP spid="76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9E9BCF9B-E039-48F9-8BA9-4D38A9F2528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8781080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9E9BCF9B-E039-48F9-8BA9-4D38A9F2528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8781080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1942" r="-143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A90D905-D573-4CA4-A738-B6F0A226B3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9139029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A90D905-D573-4CA4-A738-B6F0A226B3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9139029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1942" r="-107090" b="-59611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1942" r="-1056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E7A1A677-E354-417E-B690-86EB468D9F3A}"/>
                  </a:ext>
                </a:extLst>
              </p:cNvPr>
              <p:cNvSpPr/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E7A1A677-E354-417E-B690-86EB468D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51C8AC0B-7704-4903-844B-105A5A257A6A}"/>
                  </a:ext>
                </a:extLst>
              </p:cNvPr>
              <p:cNvSpPr/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51C8AC0B-7704-4903-844B-105A5A257A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37EF89A-CEF5-4B43-A448-2D140C174D59}"/>
                  </a:ext>
                </a:extLst>
              </p:cNvPr>
              <p:cNvSpPr/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37EF89A-CEF5-4B43-A448-2D140C174D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F7BE873-988B-45C1-ABD5-7460BF71D194}"/>
                  </a:ext>
                </a:extLst>
              </p:cNvPr>
              <p:cNvSpPr/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F7BE873-988B-45C1-ABD5-7460BF71D1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00593A05-B98D-4BBF-ACC6-F08574E9A650}"/>
                  </a:ext>
                </a:extLst>
              </p:cNvPr>
              <p:cNvSpPr/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00593A05-B98D-4BBF-ACC6-F08574E9A6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2662F8EB-4274-4B6C-A0F9-E706C50F9DFA}"/>
                  </a:ext>
                </a:extLst>
              </p:cNvPr>
              <p:cNvSpPr/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2662F8EB-4274-4B6C-A0F9-E706C50F9D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CFF86271-B3B9-43CA-AF54-F5F8A7A251B9}"/>
                  </a:ext>
                </a:extLst>
              </p:cNvPr>
              <p:cNvSpPr/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CFF86271-B3B9-43CA-AF54-F5F8A7A251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B58912B3-AAE2-4F25-BBF2-B39B54A18CCF}"/>
                  </a:ext>
                </a:extLst>
              </p:cNvPr>
              <p:cNvSpPr/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B58912B3-AAE2-4F25-BBF2-B39B54A18C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43DD70C-1E57-402D-8A05-6ED4776BF750}"/>
                  </a:ext>
                </a:extLst>
              </p:cNvPr>
              <p:cNvSpPr/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43DD70C-1E57-402D-8A05-6ED4776BF7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C2130D5-D601-45EE-AC08-E47CFD6FBFC7}"/>
                  </a:ext>
                </a:extLst>
              </p:cNvPr>
              <p:cNvSpPr/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C2130D5-D601-45EE-AC08-E47CFD6FBF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39C6998E-FD5E-4E6A-9F16-71A5BA957220}"/>
                  </a:ext>
                </a:extLst>
              </p:cNvPr>
              <p:cNvSpPr/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39C6998E-FD5E-4E6A-9F16-71A5BA9572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472818"/>
                <a:ext cx="1872692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E3D8F68-1AF3-4DE5-B9A5-25B21614A1F8}"/>
                  </a:ext>
                </a:extLst>
              </p:cNvPr>
              <p:cNvSpPr/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E3D8F68-1AF3-4DE5-B9A5-25B21614A1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A7D89496-D659-44EE-B76F-BDAB780D6A6C}"/>
                  </a:ext>
                </a:extLst>
              </p:cNvPr>
              <p:cNvSpPr/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A7D89496-D659-44EE-B76F-BDAB780D6A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43DAA84A-E8D0-42E9-B543-0F1BD474C090}"/>
                  </a:ext>
                </a:extLst>
              </p:cNvPr>
              <p:cNvSpPr/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43DAA84A-E8D0-42E9-B543-0F1BD474C0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B2E2581-6973-4963-95DB-B2D954490FBE}"/>
                  </a:ext>
                </a:extLst>
              </p:cNvPr>
              <p:cNvSpPr/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B2E2581-6973-4963-95DB-B2D954490F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E1905D98-8527-4385-BE21-268BA7A3F423}"/>
                  </a:ext>
                </a:extLst>
              </p:cNvPr>
              <p:cNvSpPr/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E1905D98-8527-4385-BE21-268BA7A3F4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E975432-A261-4748-BD74-011559C901F5}"/>
                  </a:ext>
                </a:extLst>
              </p:cNvPr>
              <p:cNvSpPr txBox="1"/>
              <p:nvPr/>
            </p:nvSpPr>
            <p:spPr>
              <a:xfrm>
                <a:off x="6757530" y="946085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E975432-A261-4748-BD74-011559C901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30" y="946085"/>
                <a:ext cx="5157684" cy="106048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F31A0D-933C-4C46-9976-0361B788A9A2}"/>
                  </a:ext>
                </a:extLst>
              </p:cNvPr>
              <p:cNvSpPr/>
              <p:nvPr/>
            </p:nvSpPr>
            <p:spPr>
              <a:xfrm>
                <a:off x="186206" y="6112124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F31A0D-933C-4C46-9976-0361B788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206" y="6112124"/>
                <a:ext cx="1476661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9029D3DE-DFB2-4E2F-83AE-84048B447B1E}"/>
              </a:ext>
            </a:extLst>
          </p:cNvPr>
          <p:cNvSpPr/>
          <p:nvPr/>
        </p:nvSpPr>
        <p:spPr>
          <a:xfrm>
            <a:off x="327661" y="3444103"/>
            <a:ext cx="1368000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AE8C456-3287-4431-82EA-EB4B9C6131DA}"/>
                  </a:ext>
                </a:extLst>
              </p:cNvPr>
              <p:cNvSpPr/>
              <p:nvPr/>
            </p:nvSpPr>
            <p:spPr>
              <a:xfrm>
                <a:off x="172936" y="5640570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AE8C456-3287-4431-82EA-EB4B9C6131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640570"/>
                <a:ext cx="1476661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: Diagonal Corners Rounded 41">
            <a:extLst>
              <a:ext uri="{FF2B5EF4-FFF2-40B4-BE49-F238E27FC236}">
                <a16:creationId xmlns:a16="http://schemas.microsoft.com/office/drawing/2014/main" id="{5C278134-0639-4AB9-9654-9EE3CC5F670B}"/>
              </a:ext>
            </a:extLst>
          </p:cNvPr>
          <p:cNvSpPr/>
          <p:nvPr/>
        </p:nvSpPr>
        <p:spPr>
          <a:xfrm>
            <a:off x="2319296" y="3500177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387E358-6988-4D8C-8E27-FE07043BED82}"/>
                  </a:ext>
                </a:extLst>
              </p:cNvPr>
              <p:cNvSpPr/>
              <p:nvPr/>
            </p:nvSpPr>
            <p:spPr>
              <a:xfrm>
                <a:off x="1533739" y="6112124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387E358-6988-4D8C-8E27-FE07043BE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739" y="6112124"/>
                <a:ext cx="577921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ectangle: Diagonal Corners Rounded 66">
            <a:extLst>
              <a:ext uri="{FF2B5EF4-FFF2-40B4-BE49-F238E27FC236}">
                <a16:creationId xmlns:a16="http://schemas.microsoft.com/office/drawing/2014/main" id="{F171CE96-0CD0-423C-8865-FC579164841A}"/>
              </a:ext>
            </a:extLst>
          </p:cNvPr>
          <p:cNvSpPr/>
          <p:nvPr/>
        </p:nvSpPr>
        <p:spPr>
          <a:xfrm>
            <a:off x="2319296" y="2957644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8" name="Rectangle: Diagonal Corners Rounded 67">
            <a:extLst>
              <a:ext uri="{FF2B5EF4-FFF2-40B4-BE49-F238E27FC236}">
                <a16:creationId xmlns:a16="http://schemas.microsoft.com/office/drawing/2014/main" id="{0CE52AE0-E293-419F-AFAD-93600FCA5D02}"/>
              </a:ext>
            </a:extLst>
          </p:cNvPr>
          <p:cNvSpPr/>
          <p:nvPr/>
        </p:nvSpPr>
        <p:spPr>
          <a:xfrm>
            <a:off x="2319296" y="404045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B31360E7-B534-40AE-8948-DA26D60D4268}"/>
                  </a:ext>
                </a:extLst>
              </p:cNvPr>
              <p:cNvSpPr/>
              <p:nvPr/>
            </p:nvSpPr>
            <p:spPr>
              <a:xfrm>
                <a:off x="1973799" y="6112124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B31360E7-B534-40AE-8948-DA26D60D42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3799" y="6112124"/>
                <a:ext cx="1036602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580899E-3FD2-44C2-A2B8-61254F02D616}"/>
                  </a:ext>
                </a:extLst>
              </p:cNvPr>
              <p:cNvSpPr/>
              <p:nvPr/>
            </p:nvSpPr>
            <p:spPr>
              <a:xfrm>
                <a:off x="3073597" y="6112124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580899E-3FD2-44C2-A2B8-61254F02D6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3597" y="6112124"/>
                <a:ext cx="577921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E7A3D5C1-6CC0-4CA5-96D7-6E4F6675CDEE}"/>
                  </a:ext>
                </a:extLst>
              </p:cNvPr>
              <p:cNvSpPr/>
              <p:nvPr/>
            </p:nvSpPr>
            <p:spPr>
              <a:xfrm>
                <a:off x="3513657" y="6112124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E7A3D5C1-6CC0-4CA5-96D7-6E4F6675C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3657" y="6112124"/>
                <a:ext cx="1036602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B871235-DCCD-443A-860E-84BBA730DC45}"/>
                  </a:ext>
                </a:extLst>
              </p:cNvPr>
              <p:cNvSpPr/>
              <p:nvPr/>
            </p:nvSpPr>
            <p:spPr>
              <a:xfrm>
                <a:off x="4691696" y="6112124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B871235-DCCD-443A-860E-84BBA730DC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91696" y="6112124"/>
                <a:ext cx="577921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A63A8C7-0536-4E14-9B05-7BE89A228D2D}"/>
                  </a:ext>
                </a:extLst>
              </p:cNvPr>
              <p:cNvSpPr/>
              <p:nvPr/>
            </p:nvSpPr>
            <p:spPr>
              <a:xfrm>
                <a:off x="5131756" y="6112124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A63A8C7-0536-4E14-9B05-7BE89A228D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1756" y="6112124"/>
                <a:ext cx="103660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FA3DF1A-0E91-4C5B-9538-ABE7CA3DCB23}"/>
                  </a:ext>
                </a:extLst>
              </p:cNvPr>
              <p:cNvSpPr txBox="1"/>
              <p:nvPr/>
            </p:nvSpPr>
            <p:spPr>
              <a:xfrm>
                <a:off x="6760597" y="2567979"/>
                <a:ext cx="525846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20−14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20</m:t>
                                  </m:r>
                                </m:e>
                              </m:d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−14−6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FA3DF1A-0E91-4C5B-9538-ABE7CA3DCB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597" y="2567979"/>
                <a:ext cx="5258467" cy="106048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CA705DF-293C-4B78-8A96-8F11B3278944}"/>
                  </a:ext>
                </a:extLst>
              </p:cNvPr>
              <p:cNvSpPr txBox="1"/>
              <p:nvPr/>
            </p:nvSpPr>
            <p:spPr>
              <a:xfrm>
                <a:off x="6757529" y="3943846"/>
                <a:ext cx="430579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=65+</m:t>
                      </m:r>
                      <m:d>
                        <m:d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num>
                            <m:den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20</m:t>
                              </m:r>
                            </m:den>
                          </m:f>
                        </m:e>
                      </m:d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CA705DF-293C-4B78-8A96-8F11B3278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29" y="3943846"/>
                <a:ext cx="4305795" cy="106048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38EBA84-48E6-4F5A-96D9-71F0AFB8268C}"/>
                  </a:ext>
                </a:extLst>
              </p:cNvPr>
              <p:cNvSpPr txBox="1"/>
              <p:nvPr/>
            </p:nvSpPr>
            <p:spPr>
              <a:xfrm>
                <a:off x="6241847" y="282970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38EBA84-48E6-4F5A-96D9-71F0AFB826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7" y="2829708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CD56E5AA-B1B8-4D3D-9B37-D07D3AC24C3B}"/>
                  </a:ext>
                </a:extLst>
              </p:cNvPr>
              <p:cNvSpPr txBox="1"/>
              <p:nvPr/>
            </p:nvSpPr>
            <p:spPr>
              <a:xfrm>
                <a:off x="6241848" y="420545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CD56E5AA-B1B8-4D3D-9B37-D07D3AC24C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8" y="4205456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/>
              <p:nvPr/>
            </p:nvSpPr>
            <p:spPr>
              <a:xfrm>
                <a:off x="6757530" y="5218912"/>
                <a:ext cx="2285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30" y="5218912"/>
                <a:ext cx="2285078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2F31B97-3B51-427F-9B06-22449E096B9C}"/>
                  </a:ext>
                </a:extLst>
              </p:cNvPr>
              <p:cNvSpPr txBox="1"/>
              <p:nvPr/>
            </p:nvSpPr>
            <p:spPr>
              <a:xfrm>
                <a:off x="6241848" y="521891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2F31B97-3B51-427F-9B06-22449E096B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8" y="5218912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TextBox 39">
            <a:extLst>
              <a:ext uri="{FF2B5EF4-FFF2-40B4-BE49-F238E27FC236}">
                <a16:creationId xmlns:a16="http://schemas.microsoft.com/office/drawing/2014/main" id="{32D2C6BC-E4E9-4FF8-AEF4-C4686B3FE203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Mode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B3E752B-4EC6-49F6-B41F-B94752752EC9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27283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 animBg="1"/>
      <p:bldP spid="41" grpId="0"/>
      <p:bldP spid="42" grpId="0" animBg="1"/>
      <p:bldP spid="43" grpId="0"/>
      <p:bldP spid="67" grpId="0" animBg="1"/>
      <p:bldP spid="68" grpId="0" animBg="1"/>
      <p:bldP spid="71" grpId="0"/>
      <p:bldP spid="72" grpId="0"/>
      <p:bldP spid="73" grpId="0"/>
      <p:bldP spid="74" grpId="0"/>
      <p:bldP spid="77" grpId="0"/>
      <p:bldP spid="78" grpId="0"/>
      <p:bldP spid="79" grpId="0"/>
      <p:bldP spid="80" grpId="0"/>
      <p:bldP spid="81" grpId="0"/>
      <p:bldP spid="82" grpId="0"/>
      <p:bldP spid="83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043341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043341"/>
                  </p:ext>
                </p:extLst>
              </p:nvPr>
            </p:nvGraphicFramePr>
            <p:xfrm>
              <a:off x="3526714" y="118299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1942" r="-1435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115534259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115534259"/>
                  </p:ext>
                </p:extLst>
              </p:nvPr>
            </p:nvGraphicFramePr>
            <p:xfrm>
              <a:off x="172936" y="118299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1942" r="-107090" b="-59611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1942" r="-1056" b="-59611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82203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35560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896511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437420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971584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822032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359420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896808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434196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971584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37091" y="4472818"/>
                <a:ext cx="1918474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091" y="4472818"/>
                <a:ext cx="1918474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822032"/>
                <a:ext cx="66075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359420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896808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434196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971584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/>
              <p:nvPr/>
            </p:nvSpPr>
            <p:spPr>
              <a:xfrm>
                <a:off x="9924320" y="1209416"/>
                <a:ext cx="2285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24320" y="1209416"/>
                <a:ext cx="228507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C881B178-D6C0-4A34-9C14-8406BCD14D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8062580"/>
                  </p:ext>
                </p:extLst>
              </p:nvPr>
            </p:nvGraphicFramePr>
            <p:xfrm>
              <a:off x="4794931" y="1182285"/>
              <a:ext cx="48280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1698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396342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C881B178-D6C0-4A34-9C14-8406BCD14D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8062580"/>
                  </p:ext>
                </p:extLst>
              </p:nvPr>
            </p:nvGraphicFramePr>
            <p:xfrm>
              <a:off x="4794931" y="1182285"/>
              <a:ext cx="48280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1698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396342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26" t="-971" r="-238723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2294" t="-971" r="-538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DE9791-7E20-43A4-8426-BC06839F6B27}"/>
                  </a:ext>
                </a:extLst>
              </p:cNvPr>
              <p:cNvSpPr/>
              <p:nvPr/>
            </p:nvSpPr>
            <p:spPr>
              <a:xfrm>
                <a:off x="5099759" y="1822032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DE9791-7E20-43A4-8426-BC06839F6B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1822032"/>
                <a:ext cx="81284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DFA10A1-DF3A-4BC8-9B8B-216955A518E1}"/>
                  </a:ext>
                </a:extLst>
              </p:cNvPr>
              <p:cNvSpPr/>
              <p:nvPr/>
            </p:nvSpPr>
            <p:spPr>
              <a:xfrm>
                <a:off x="5099759" y="2362223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DFA10A1-DF3A-4BC8-9B8B-216955A518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2362223"/>
                <a:ext cx="81284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DA55D6D-8940-4CB8-B74C-3532ABF74E90}"/>
                  </a:ext>
                </a:extLst>
              </p:cNvPr>
              <p:cNvSpPr/>
              <p:nvPr/>
            </p:nvSpPr>
            <p:spPr>
              <a:xfrm>
                <a:off x="5099759" y="2902414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DA55D6D-8940-4CB8-B74C-3532ABF74E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2902414"/>
                <a:ext cx="81284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7A9B314-5F56-4AD0-B46D-A62549DEFE94}"/>
                  </a:ext>
                </a:extLst>
              </p:cNvPr>
              <p:cNvSpPr/>
              <p:nvPr/>
            </p:nvSpPr>
            <p:spPr>
              <a:xfrm>
                <a:off x="5099759" y="3442605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7A9B314-5F56-4AD0-B46D-A62549DEFE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3442605"/>
                <a:ext cx="81284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E2EE0AB-03DE-4E69-9B54-00263CFFE2D7}"/>
                  </a:ext>
                </a:extLst>
              </p:cNvPr>
              <p:cNvSpPr/>
              <p:nvPr/>
            </p:nvSpPr>
            <p:spPr>
              <a:xfrm>
                <a:off x="5099759" y="3982797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E2EE0AB-03DE-4E69-9B54-00263CFFE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3982797"/>
                <a:ext cx="81284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6765E9-4929-4446-B557-D08FE6DAC490}"/>
                  </a:ext>
                </a:extLst>
              </p:cNvPr>
              <p:cNvSpPr/>
              <p:nvPr/>
            </p:nvSpPr>
            <p:spPr>
              <a:xfrm>
                <a:off x="7136046" y="1822032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6765E9-4929-4446-B557-D08FE6DAC4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1822032"/>
                <a:ext cx="144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3B86992-DCE9-42F5-84BF-6E3925A60704}"/>
                  </a:ext>
                </a:extLst>
              </p:cNvPr>
              <p:cNvSpPr/>
              <p:nvPr/>
            </p:nvSpPr>
            <p:spPr>
              <a:xfrm>
                <a:off x="7136046" y="2362223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3B86992-DCE9-42F5-84BF-6E3925A607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2362223"/>
                <a:ext cx="144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51330649-1DE6-4D4B-BF2D-ACF543AEDE00}"/>
                  </a:ext>
                </a:extLst>
              </p:cNvPr>
              <p:cNvSpPr/>
              <p:nvPr/>
            </p:nvSpPr>
            <p:spPr>
              <a:xfrm>
                <a:off x="7136046" y="2902414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51330649-1DE6-4D4B-BF2D-ACF543AEDE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2902414"/>
                <a:ext cx="144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FEC9608-9537-49BE-ABC1-CF99EF4A3377}"/>
                  </a:ext>
                </a:extLst>
              </p:cNvPr>
              <p:cNvSpPr/>
              <p:nvPr/>
            </p:nvSpPr>
            <p:spPr>
              <a:xfrm>
                <a:off x="7136046" y="3442605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FEC9608-9537-49BE-ABC1-CF99EF4A3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3442605"/>
                <a:ext cx="144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F20F69B-49A4-45CC-A6C6-78BCB61462DE}"/>
                  </a:ext>
                </a:extLst>
              </p:cNvPr>
              <p:cNvSpPr/>
              <p:nvPr/>
            </p:nvSpPr>
            <p:spPr>
              <a:xfrm>
                <a:off x="7136046" y="3982797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F20F69B-49A4-45CC-A6C6-78BCB6146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3982797"/>
                <a:ext cx="144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90D449D-969B-428D-A41B-9841A62D8C73}"/>
                  </a:ext>
                </a:extLst>
              </p:cNvPr>
              <p:cNvSpPr txBox="1"/>
              <p:nvPr/>
            </p:nvSpPr>
            <p:spPr>
              <a:xfrm>
                <a:off x="6279084" y="4487445"/>
                <a:ext cx="347626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Z</m:t>
                              </m:r>
                            </m:e>
                          </m:d>
                        </m:e>
                      </m:nary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m:rPr>
                          <m:nor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90D449D-969B-428D-A41B-9841A62D8C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9084" y="4487445"/>
                <a:ext cx="3476262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8330DB85-29B3-4ACC-8C6E-0077A5F436D9}"/>
                  </a:ext>
                </a:extLst>
              </p:cNvPr>
              <p:cNvSpPr txBox="1"/>
              <p:nvPr/>
            </p:nvSpPr>
            <p:spPr>
              <a:xfrm>
                <a:off x="438133" y="5571295"/>
                <a:ext cx="343940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Z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8330DB85-29B3-4ACC-8C6E-0077A5F43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133" y="5571295"/>
                <a:ext cx="3439403" cy="99597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92099F5-1276-482C-AC1A-B4EBC8693E82}"/>
                  </a:ext>
                </a:extLst>
              </p:cNvPr>
              <p:cNvSpPr txBox="1"/>
              <p:nvPr/>
            </p:nvSpPr>
            <p:spPr>
              <a:xfrm>
                <a:off x="3655565" y="5605115"/>
                <a:ext cx="144419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1408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92099F5-1276-482C-AC1A-B4EBC8693E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5565" y="5605115"/>
                <a:ext cx="1444194" cy="901785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D52C23BE-F8BB-4212-8CAC-6C03F6310211}"/>
                  </a:ext>
                </a:extLst>
              </p:cNvPr>
              <p:cNvSpPr txBox="1"/>
              <p:nvPr/>
            </p:nvSpPr>
            <p:spPr>
              <a:xfrm>
                <a:off x="5029505" y="5829180"/>
                <a:ext cx="19083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=23.4667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D52C23BE-F8BB-4212-8CAC-6C03F63102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9505" y="5829180"/>
                <a:ext cx="1908324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TextBox 36">
            <a:extLst>
              <a:ext uri="{FF2B5EF4-FFF2-40B4-BE49-F238E27FC236}">
                <a16:creationId xmlns:a16="http://schemas.microsoft.com/office/drawing/2014/main" id="{393EF23F-85E3-4657-8B9F-8609E05DCF43}"/>
              </a:ext>
            </a:extLst>
          </p:cNvPr>
          <p:cNvSpPr txBox="1"/>
          <p:nvPr/>
        </p:nvSpPr>
        <p:spPr>
          <a:xfrm>
            <a:off x="70719" y="686131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Mode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C205A42-0F1B-4F25-B231-27B2FFF8D486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75433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9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9" grpId="0"/>
      <p:bldP spid="7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4</a:t>
            </a:r>
            <a:br>
              <a:rPr lang="en-IN" dirty="0"/>
            </a:br>
            <a:r>
              <a:rPr lang="en-US" dirty="0"/>
              <a:t>Moments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A16C8453-3CAC-4C8B-9ABF-B933E3C8FF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3946394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Moments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6CB9492A-E923-46D8-9496-CC97B9EE6E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Moment is the arithmetic mean of the various powers of the deviations of items from their assumed mean or actual mean or zero.</a:t>
            </a:r>
            <a:endParaRPr lang="en-IN" dirty="0"/>
          </a:p>
          <a:p>
            <a:pPr lvl="0"/>
            <a:r>
              <a:rPr lang="en-US" dirty="0"/>
              <a:t>There are </a:t>
            </a:r>
            <a:r>
              <a:rPr lang="en-US" b="1" dirty="0"/>
              <a:t>three</a:t>
            </a:r>
            <a:r>
              <a:rPr lang="en-US" dirty="0"/>
              <a:t> types of moments which is </a:t>
            </a:r>
            <a:endParaRPr lang="en-IN" dirty="0"/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mean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assumed mean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09337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from </a:t>
                </a:r>
                <a:r>
                  <a:rPr lang="en-US" b="1" dirty="0">
                    <a:solidFill>
                      <a:srgbClr val="FF0000"/>
                    </a:solidFill>
                  </a:rPr>
                  <a:t>mean</a:t>
                </a:r>
                <a:r>
                  <a:rPr lang="en-US" dirty="0"/>
                  <a:t>, then it is known as moment about mean. </a:t>
                </a:r>
                <a:endParaRPr lang="en-IN" dirty="0"/>
              </a:p>
              <a:p>
                <a:r>
                  <a:rPr lang="en-US" dirty="0"/>
                  <a:t>It is also known as </a:t>
                </a:r>
                <a:r>
                  <a:rPr lang="en-US" b="1" dirty="0">
                    <a:solidFill>
                      <a:srgbClr val="0070C0"/>
                    </a:solidFill>
                  </a:rPr>
                  <a:t>central moment 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It is denoted by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𝛍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</m:sSub>
                  </m:oMath>
                </a14:m>
                <a:r>
                  <a:rPr lang="en-US" dirty="0"/>
                  <a:t>".</a:t>
                </a:r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6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81EA320-3837-467A-9792-4874B6539AC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41770092"/>
                  </p:ext>
                </p:extLst>
              </p:nvPr>
            </p:nvGraphicFramePr>
            <p:xfrm>
              <a:off x="131179" y="2945127"/>
              <a:ext cx="11929643" cy="2362969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31687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 Mean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1" i="1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𝛍</m:t>
                                    </m:r>
                                  </m:e>
                                  <m:sub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𝐫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81EA320-3837-467A-9792-4874B6539AC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41770092"/>
                  </p:ext>
                </p:extLst>
              </p:nvPr>
            </p:nvGraphicFramePr>
            <p:xfrm>
              <a:off x="131179" y="2945127"/>
              <a:ext cx="11929643" cy="2362969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31687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 Mean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8" t="-57895" r="-260478" b="-121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3AC68F1C-02C3-4D37-B890-C330D022E6AA}"/>
                  </a:ext>
                </a:extLst>
              </p:cNvPr>
              <p:cNvSpPr txBox="1"/>
              <p:nvPr/>
            </p:nvSpPr>
            <p:spPr>
              <a:xfrm>
                <a:off x="4285522" y="41151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3AC68F1C-02C3-4D37-B890-C330D022E6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5522" y="4115182"/>
                <a:ext cx="2767578" cy="9225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1D51DE5-1CD5-4CE8-9254-B99E0F10BFE9}"/>
                  </a:ext>
                </a:extLst>
              </p:cNvPr>
              <p:cNvSpPr txBox="1"/>
              <p:nvPr/>
            </p:nvSpPr>
            <p:spPr>
              <a:xfrm>
                <a:off x="8610600" y="4078473"/>
                <a:ext cx="2767578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1D51DE5-1CD5-4CE8-9254-B99E0F10BF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0600" y="4078473"/>
                <a:ext cx="2767578" cy="9991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049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  <p:bldP spid="6" grpId="0"/>
      <p:bldP spid="9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about any </a:t>
                </a:r>
                <a:r>
                  <a:rPr lang="en-US" b="1" dirty="0">
                    <a:solidFill>
                      <a:srgbClr val="FF0000"/>
                    </a:solidFill>
                  </a:rPr>
                  <a:t>assumed value</a:t>
                </a:r>
                <a14:m>
                  <m:oMath xmlns:m="http://schemas.openxmlformats.org/officeDocument/2006/math"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/>
                  <a:t> from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, then it is known as moment about assumed mean. </a:t>
                </a:r>
                <a:endParaRPr lang="en-IN" dirty="0"/>
              </a:p>
              <a:p>
                <a:r>
                  <a:rPr lang="en-US" dirty="0"/>
                  <a:t>It is denoted by “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𝛍</m:t>
                        </m:r>
                      </m:e>
                      <m:sub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  <m: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lang="en-US" dirty="0"/>
                  <a:t>’’.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ADF4CB3A-8FFA-444D-8ACC-1243394CE0C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94186429"/>
                  </p:ext>
                </p:extLst>
              </p:nvPr>
            </p:nvGraphicFramePr>
            <p:xfrm>
              <a:off x="131179" y="2945127"/>
              <a:ext cx="11929643" cy="2362969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31687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 Assumed Mean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IN" sz="2800" b="1" i="1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Sup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𝛍</m:t>
                                    </m:r>
                                  </m:e>
                                  <m:sub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𝐫</m:t>
                                    </m:r>
                                  </m:sub>
                                  <m:sup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′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ADF4CB3A-8FFA-444D-8ACC-1243394CE0C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94186429"/>
                  </p:ext>
                </p:extLst>
              </p:nvPr>
            </p:nvGraphicFramePr>
            <p:xfrm>
              <a:off x="131179" y="2945127"/>
              <a:ext cx="11929643" cy="2362969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31687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 Assumed Mean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8" t="-63968" r="-260478" b="-121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FEC0DD-5DEC-4661-AD2F-4F3A658F7DF3}"/>
                  </a:ext>
                </a:extLst>
              </p:cNvPr>
              <p:cNvSpPr txBox="1"/>
              <p:nvPr/>
            </p:nvSpPr>
            <p:spPr>
              <a:xfrm>
                <a:off x="4285522" y="41151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FEC0DD-5DEC-4661-AD2F-4F3A658F7D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5522" y="4115182"/>
                <a:ext cx="2767578" cy="9225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FF04009-8333-4E35-8925-9D6BF0F28176}"/>
                  </a:ext>
                </a:extLst>
              </p:cNvPr>
              <p:cNvSpPr txBox="1"/>
              <p:nvPr/>
            </p:nvSpPr>
            <p:spPr>
              <a:xfrm>
                <a:off x="8610600" y="4078473"/>
                <a:ext cx="2767578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FF04009-8333-4E35-8925-9D6BF0F281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0600" y="4078473"/>
                <a:ext cx="2767578" cy="9991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4290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" grpId="0"/>
      <p:bldP spid="8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about </a:t>
                </a:r>
                <a:r>
                  <a:rPr lang="en-US" b="1" dirty="0">
                    <a:solidFill>
                      <a:srgbClr val="FF0000"/>
                    </a:solidFill>
                  </a:rPr>
                  <a:t>zero</a:t>
                </a:r>
                <a:r>
                  <a:rPr lang="en-US" dirty="0"/>
                  <a:t>, it is known as moment about zero. </a:t>
                </a:r>
                <a:endParaRPr lang="en-IN" dirty="0"/>
              </a:p>
              <a:p>
                <a:r>
                  <a:rPr lang="en-US" dirty="0"/>
                  <a:t>It is denoted by 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l-GR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𝛎</m:t>
                        </m:r>
                      </m:e>
                      <m:sub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</m:sSub>
                  </m:oMath>
                </a14:m>
                <a:r>
                  <a:rPr lang="en-US" dirty="0"/>
                  <a:t>”.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95F2EC2A-EFEF-448E-8272-2D7C40F8E28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098607662"/>
                  </p:ext>
                </p:extLst>
              </p:nvPr>
            </p:nvGraphicFramePr>
            <p:xfrm>
              <a:off x="131179" y="2945127"/>
              <a:ext cx="11929643" cy="2362969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31687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 Zero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1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l-GR" sz="2800" b="1" i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𝛎</m:t>
                                    </m:r>
                                  </m:e>
                                  <m:sub>
                                    <m:r>
                                      <a:rPr lang="en-US" sz="2800" b="1" i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𝐫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95F2EC2A-EFEF-448E-8272-2D7C40F8E28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098607662"/>
                  </p:ext>
                </p:extLst>
              </p:nvPr>
            </p:nvGraphicFramePr>
            <p:xfrm>
              <a:off x="131179" y="2945127"/>
              <a:ext cx="11929643" cy="2362969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3316871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4306386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 Zero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8" t="-57895" r="-260478" b="-121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3DC6DE9-FF95-44D7-A061-E3C45B2A6C87}"/>
                  </a:ext>
                </a:extLst>
              </p:cNvPr>
              <p:cNvSpPr txBox="1"/>
              <p:nvPr/>
            </p:nvSpPr>
            <p:spPr>
              <a:xfrm>
                <a:off x="4285522" y="41151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43DC6DE9-FF95-44D7-A061-E3C45B2A6C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5522" y="4115182"/>
                <a:ext cx="2767578" cy="9225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05B0860-B02C-450D-B3BD-974FCF67B0DE}"/>
                  </a:ext>
                </a:extLst>
              </p:cNvPr>
              <p:cNvSpPr txBox="1"/>
              <p:nvPr/>
            </p:nvSpPr>
            <p:spPr>
              <a:xfrm>
                <a:off x="8610600" y="4078473"/>
                <a:ext cx="2767578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05B0860-B02C-450D-B3BD-974FCF67B0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0600" y="4078473"/>
                <a:ext cx="2767578" cy="9991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61460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" grpId="0"/>
      <p:bldP spid="8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F9448D-3CF7-46B1-A589-101B93D1001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5"/>
            <a:ext cx="11929641" cy="1975006"/>
          </a:xfrm>
        </p:spPr>
        <p:txBody>
          <a:bodyPr/>
          <a:lstStyle/>
          <a:p>
            <a:r>
              <a:rPr lang="en-IN" b="1" dirty="0"/>
              <a:t>Remarks</a:t>
            </a:r>
          </a:p>
          <a:p>
            <a:pPr lvl="1"/>
            <a:r>
              <a:rPr lang="en-IN" b="1" dirty="0"/>
              <a:t>Moments about </a:t>
            </a:r>
            <a:r>
              <a:rPr lang="en-IN" b="1" dirty="0">
                <a:solidFill>
                  <a:srgbClr val="0070C0"/>
                </a:solidFill>
              </a:rPr>
              <a:t>mean</a:t>
            </a:r>
          </a:p>
          <a:p>
            <a:pPr lvl="2"/>
            <a:r>
              <a:rPr lang="en-IN" dirty="0"/>
              <a:t>The </a:t>
            </a:r>
            <a:r>
              <a:rPr lang="en-IN" b="1" dirty="0">
                <a:solidFill>
                  <a:srgbClr val="FF0000"/>
                </a:solidFill>
              </a:rPr>
              <a:t>first moment</a:t>
            </a:r>
            <a:r>
              <a:rPr lang="en-IN" dirty="0">
                <a:solidFill>
                  <a:srgbClr val="FF0000"/>
                </a:solidFill>
              </a:rPr>
              <a:t> </a:t>
            </a:r>
            <a:r>
              <a:rPr lang="en-IN" dirty="0"/>
              <a:t>about the mean is always </a:t>
            </a:r>
            <a:r>
              <a:rPr lang="en-IN" b="1" dirty="0">
                <a:solidFill>
                  <a:srgbClr val="FF0000"/>
                </a:solidFill>
              </a:rPr>
              <a:t>zero</a:t>
            </a:r>
            <a:r>
              <a:rPr lang="en-IN" dirty="0"/>
              <a:t>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8E744B0-59C7-4701-AACE-EE05CDBA2345}"/>
                  </a:ext>
                </a:extLst>
              </p:cNvPr>
              <p:cNvSpPr txBox="1"/>
              <p:nvPr/>
            </p:nvSpPr>
            <p:spPr>
              <a:xfrm>
                <a:off x="785850" y="4338996"/>
                <a:ext cx="5759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8E744B0-59C7-4701-AACE-EE05CDBA23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850" y="4338996"/>
                <a:ext cx="57594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C1675BD-C49D-4B62-97CA-FCD6D10D42FD}"/>
                  </a:ext>
                </a:extLst>
              </p:cNvPr>
              <p:cNvSpPr txBox="1"/>
              <p:nvPr/>
            </p:nvSpPr>
            <p:spPr>
              <a:xfrm>
                <a:off x="1183379" y="2838451"/>
                <a:ext cx="3462542" cy="9532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C1675BD-C49D-4B62-97CA-FCD6D10D42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3379" y="2838451"/>
                <a:ext cx="3462542" cy="95321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7AC227C-1E90-4F00-9F03-DBB6878FB847}"/>
                  </a:ext>
                </a:extLst>
              </p:cNvPr>
              <p:cNvSpPr txBox="1"/>
              <p:nvPr/>
            </p:nvSpPr>
            <p:spPr>
              <a:xfrm>
                <a:off x="1183379" y="4087424"/>
                <a:ext cx="3462542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  <m:r>
                            <a:rPr lang="en-US" sz="2800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acc>
                                <m:accPr>
                                  <m:chr m:val="̅"/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800" i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 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lang="en-IN" sz="2800" i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 </m:t>
                                  </m:r>
                                </m:e>
                              </m:acc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7AC227C-1E90-4F00-9F03-DBB6878FB8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3379" y="4087424"/>
                <a:ext cx="3462542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734AD8F3-75EE-4B2F-8292-6EF3FD059130}"/>
                  </a:ext>
                </a:extLst>
              </p:cNvPr>
              <p:cNvSpPr txBox="1"/>
              <p:nvPr/>
            </p:nvSpPr>
            <p:spPr>
              <a:xfrm>
                <a:off x="1253229" y="5578573"/>
                <a:ext cx="1069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734AD8F3-75EE-4B2F-8292-6EF3FD05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53229" y="5578573"/>
                <a:ext cx="106907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D3E1B15-990D-4663-93E6-7CE61DDFF7B1}"/>
                  </a:ext>
                </a:extLst>
              </p:cNvPr>
              <p:cNvSpPr txBox="1"/>
              <p:nvPr/>
            </p:nvSpPr>
            <p:spPr>
              <a:xfrm>
                <a:off x="791580" y="5588532"/>
                <a:ext cx="5759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D3E1B15-990D-4663-93E6-7CE61DDFF7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1580" y="5588532"/>
                <a:ext cx="57594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89F324E0-7C8B-4F73-834C-EB8324D8E638}"/>
              </a:ext>
            </a:extLst>
          </p:cNvPr>
          <p:cNvCxnSpPr/>
          <p:nvPr/>
        </p:nvCxnSpPr>
        <p:spPr>
          <a:xfrm>
            <a:off x="4847231" y="2838451"/>
            <a:ext cx="0" cy="354602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7FFDED5D-ABE9-45F1-9309-860FA76801F0}"/>
                  </a:ext>
                </a:extLst>
              </p:cNvPr>
              <p:cNvSpPr txBox="1"/>
              <p:nvPr/>
            </p:nvSpPr>
            <p:spPr>
              <a:xfrm>
                <a:off x="2141044" y="4076840"/>
                <a:ext cx="8418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</m:sSub>
                      </m:e>
                    </m:nary>
                  </m:oMath>
                </a14:m>
                <a:r>
                  <a:rPr lang="en-IN" sz="2800" dirty="0"/>
                  <a:t> </a:t>
                </a: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7FFDED5D-ABE9-45F1-9309-860FA76801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1044" y="4076840"/>
                <a:ext cx="84182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6D6C8E3-7399-4FEC-B10E-B279324AFA35}"/>
                  </a:ext>
                </a:extLst>
              </p:cNvPr>
              <p:cNvSpPr txBox="1"/>
              <p:nvPr/>
            </p:nvSpPr>
            <p:spPr>
              <a:xfrm>
                <a:off x="2781870" y="4076840"/>
                <a:ext cx="12008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−</m:t>
                    </m:r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naryPr>
                      <m:sub/>
                      <m:sup/>
                      <m:e>
                        <m:acc>
                          <m:accPr>
                            <m:chr m:val="̅"/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acc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 </m:t>
                            </m:r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x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 </m:t>
                            </m:r>
                          </m:e>
                        </m:acc>
                      </m:e>
                    </m:nary>
                  </m:oMath>
                </a14:m>
                <a:r>
                  <a:rPr lang="en-IN" sz="2800" dirty="0"/>
                  <a:t> </a:t>
                </a: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6D6C8E3-7399-4FEC-B10E-B279324AFA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870" y="4076840"/>
                <a:ext cx="120083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52EAB91-76A4-419C-8606-BC503D1476EE}"/>
                  </a:ext>
                </a:extLst>
              </p:cNvPr>
              <p:cNvSpPr txBox="1"/>
              <p:nvPr/>
            </p:nvSpPr>
            <p:spPr>
              <a:xfrm>
                <a:off x="2070003" y="5334325"/>
                <a:ext cx="1133312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52EAB91-76A4-419C-8606-BC503D147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70003" y="5334325"/>
                <a:ext cx="1133312" cy="9225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D7E6DF0-AA3C-4B3E-970B-E9B4138E613E}"/>
                  </a:ext>
                </a:extLst>
              </p:cNvPr>
              <p:cNvSpPr txBox="1"/>
              <p:nvPr/>
            </p:nvSpPr>
            <p:spPr>
              <a:xfrm>
                <a:off x="2954289" y="5334325"/>
                <a:ext cx="1393190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acc>
                                <m:accPr>
                                  <m:chr m:val="̅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 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 </m:t>
                                  </m:r>
                                </m:e>
                              </m:acc>
                            </m:e>
                          </m:nary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D7E6DF0-AA3C-4B3E-970B-E9B4138E61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4289" y="5334325"/>
                <a:ext cx="1393190" cy="92256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B89B7C43-C8C3-4983-80EE-4AE9B0EC527D}"/>
                  </a:ext>
                </a:extLst>
              </p:cNvPr>
              <p:cNvSpPr txBox="1"/>
              <p:nvPr/>
            </p:nvSpPr>
            <p:spPr>
              <a:xfrm>
                <a:off x="5308880" y="3142287"/>
                <a:ext cx="1069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B89B7C43-C8C3-4983-80EE-4AE9B0EC5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8880" y="3142287"/>
                <a:ext cx="106907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9C3FF62-13B1-48DA-A362-3C38FA300313}"/>
                  </a:ext>
                </a:extLst>
              </p:cNvPr>
              <p:cNvSpPr txBox="1"/>
              <p:nvPr/>
            </p:nvSpPr>
            <p:spPr>
              <a:xfrm>
                <a:off x="4847231" y="3142287"/>
                <a:ext cx="5759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9C3FF62-13B1-48DA-A362-3C38FA3003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7231" y="3142287"/>
                <a:ext cx="57594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AE47478A-B227-4174-BC0B-39625F0F724D}"/>
                  </a:ext>
                </a:extLst>
              </p:cNvPr>
              <p:cNvSpPr txBox="1"/>
              <p:nvPr/>
            </p:nvSpPr>
            <p:spPr>
              <a:xfrm>
                <a:off x="6117667" y="3142287"/>
                <a:ext cx="55736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acc>
                        <m:accPr>
                          <m:chr m:val="̅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acc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acc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AE47478A-B227-4174-BC0B-39625F0F72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7667" y="3142287"/>
                <a:ext cx="55736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26655D93-BF75-4AD0-9E32-1BDC6CC1E049}"/>
                  </a:ext>
                </a:extLst>
              </p:cNvPr>
              <p:cNvSpPr txBox="1"/>
              <p:nvPr/>
            </p:nvSpPr>
            <p:spPr>
              <a:xfrm>
                <a:off x="6486516" y="2950022"/>
                <a:ext cx="1613544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⋅</m:t>
                          </m:r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acc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acc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26655D93-BF75-4AD0-9E32-1BDC6CC1E0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86516" y="2950022"/>
                <a:ext cx="1613544" cy="90774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677317E-969D-4870-A48E-F4FE1C5F3BD3}"/>
                  </a:ext>
                </a:extLst>
              </p:cNvPr>
              <p:cNvSpPr txBox="1"/>
              <p:nvPr/>
            </p:nvSpPr>
            <p:spPr>
              <a:xfrm>
                <a:off x="5308880" y="4296851"/>
                <a:ext cx="1069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677317E-969D-4870-A48E-F4FE1C5F3B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8880" y="4296851"/>
                <a:ext cx="1069078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9F6D0DE-1C41-4767-A952-FDA22F345914}"/>
                  </a:ext>
                </a:extLst>
              </p:cNvPr>
              <p:cNvSpPr txBox="1"/>
              <p:nvPr/>
            </p:nvSpPr>
            <p:spPr>
              <a:xfrm>
                <a:off x="4847231" y="4296851"/>
                <a:ext cx="5759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9F6D0DE-1C41-4767-A952-FDA22F3459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7231" y="4296851"/>
                <a:ext cx="57594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B39154E-219D-45BC-B9C0-AE31BED1397F}"/>
                  </a:ext>
                </a:extLst>
              </p:cNvPr>
              <p:cNvSpPr txBox="1"/>
              <p:nvPr/>
            </p:nvSpPr>
            <p:spPr>
              <a:xfrm>
                <a:off x="6183888" y="4296851"/>
                <a:ext cx="55736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B39154E-219D-45BC-B9C0-AE31BED139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3888" y="4296851"/>
                <a:ext cx="55736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70405A46-F342-414D-8617-91028E2B0516}"/>
              </a:ext>
            </a:extLst>
          </p:cNvPr>
          <p:cNvCxnSpPr>
            <a:cxnSpLocks/>
          </p:cNvCxnSpPr>
          <p:nvPr/>
        </p:nvCxnSpPr>
        <p:spPr>
          <a:xfrm>
            <a:off x="7043879" y="3060051"/>
            <a:ext cx="255005" cy="255005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DCE18A37-0B72-462B-B61E-A2BAA01E76B3}"/>
              </a:ext>
            </a:extLst>
          </p:cNvPr>
          <p:cNvCxnSpPr>
            <a:cxnSpLocks/>
          </p:cNvCxnSpPr>
          <p:nvPr/>
        </p:nvCxnSpPr>
        <p:spPr>
          <a:xfrm>
            <a:off x="7298680" y="3585156"/>
            <a:ext cx="255005" cy="255005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781839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13" grpId="0"/>
      <p:bldP spid="14" grpId="0"/>
      <p:bldP spid="16" grpId="0"/>
      <p:bldP spid="18" grpId="0"/>
      <p:bldP spid="19" grpId="0"/>
      <p:bldP spid="23" grpId="0"/>
      <p:bldP spid="24" grpId="0"/>
      <p:bldP spid="25" grpId="0"/>
      <p:bldP spid="26" grpId="0"/>
      <p:bldP spid="30" grpId="0"/>
      <p:bldP spid="31" grpId="0"/>
      <p:bldP spid="32" grpId="0"/>
      <p:bldP spid="33" grpId="0"/>
      <p:bldP spid="35" grpId="0"/>
      <p:bldP spid="36" grpId="0"/>
      <p:bldP spid="37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F9448D-3CF7-46B1-A589-101B93D1001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IN" b="1" dirty="0"/>
              <a:t>Remarks</a:t>
            </a:r>
          </a:p>
          <a:p>
            <a:pPr lvl="1"/>
            <a:r>
              <a:rPr lang="en-IN" b="1" dirty="0"/>
              <a:t>Moments about </a:t>
            </a:r>
            <a:r>
              <a:rPr lang="en-IN" b="1" dirty="0">
                <a:solidFill>
                  <a:srgbClr val="0070C0"/>
                </a:solidFill>
              </a:rPr>
              <a:t>mean</a:t>
            </a:r>
          </a:p>
          <a:p>
            <a:pPr lvl="2"/>
            <a:r>
              <a:rPr lang="en-IN" dirty="0"/>
              <a:t>The </a:t>
            </a:r>
            <a:r>
              <a:rPr lang="en-IN" b="1" dirty="0">
                <a:solidFill>
                  <a:srgbClr val="FF0000"/>
                </a:solidFill>
              </a:rPr>
              <a:t>second moment</a:t>
            </a:r>
            <a:r>
              <a:rPr lang="en-IN" dirty="0"/>
              <a:t> about the mean is </a:t>
            </a:r>
            <a:r>
              <a:rPr lang="en-IN" b="1" dirty="0">
                <a:solidFill>
                  <a:srgbClr val="FF0000"/>
                </a:solidFill>
              </a:rPr>
              <a:t>variance</a:t>
            </a:r>
            <a:r>
              <a:rPr lang="en-IN" dirty="0"/>
              <a:t>.</a:t>
            </a:r>
          </a:p>
          <a:p>
            <a:pPr marL="895350" lvl="2" indent="0">
              <a:buNone/>
            </a:pPr>
            <a:r>
              <a:rPr lang="en-IN" dirty="0"/>
              <a:t>i.e.,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5A7353F-2D81-473F-93EF-B7EC73FB1151}"/>
                  </a:ext>
                </a:extLst>
              </p:cNvPr>
              <p:cNvSpPr txBox="1"/>
              <p:nvPr/>
            </p:nvSpPr>
            <p:spPr>
              <a:xfrm>
                <a:off x="1770921" y="3558812"/>
                <a:ext cx="4286249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V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5A7353F-2D81-473F-93EF-B7EC73FB11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0921" y="3558812"/>
                <a:ext cx="4286249" cy="95410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4D2F27A9-831E-48E0-8CA4-3DF893850A69}"/>
              </a:ext>
            </a:extLst>
          </p:cNvPr>
          <p:cNvSpPr txBox="1"/>
          <p:nvPr/>
        </p:nvSpPr>
        <p:spPr>
          <a:xfrm>
            <a:off x="2971072" y="4642981"/>
            <a:ext cx="112467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4057EB3-06B3-4248-91DA-243CE6D2EBDF}"/>
                  </a:ext>
                </a:extLst>
              </p:cNvPr>
              <p:cNvSpPr txBox="1"/>
              <p:nvPr/>
            </p:nvSpPr>
            <p:spPr>
              <a:xfrm>
                <a:off x="1770921" y="5285235"/>
                <a:ext cx="428625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V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4057EB3-06B3-4248-91DA-243CE6D2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0921" y="5285235"/>
                <a:ext cx="4286250" cy="95410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A0B0B25-B36D-453B-A805-61A1D5CBA4D6}"/>
                  </a:ext>
                </a:extLst>
              </p:cNvPr>
              <p:cNvSpPr txBox="1"/>
              <p:nvPr/>
            </p:nvSpPr>
            <p:spPr>
              <a:xfrm>
                <a:off x="5450375" y="3818411"/>
                <a:ext cx="1124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A0B0B25-B36D-453B-A805-61A1D5CBA4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0375" y="3818411"/>
                <a:ext cx="1124678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3C91869-4615-4BAC-A293-2C4A129B5118}"/>
                  </a:ext>
                </a:extLst>
              </p:cNvPr>
              <p:cNvSpPr txBox="1"/>
              <p:nvPr/>
            </p:nvSpPr>
            <p:spPr>
              <a:xfrm>
                <a:off x="6545117" y="3298893"/>
                <a:ext cx="3714750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σ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 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−</m:t>
                                          </m:r>
                                          <m:acc>
                                            <m:accPr>
                                              <m:chr m:val="̅"/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accPr>
                                            <m:e>
                                              <m: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 </m:t>
                                              </m:r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  <m: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 </m:t>
                                              </m:r>
                                            </m:e>
                                          </m:acc>
                                          <m: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 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nary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3C91869-4615-4BAC-A293-2C4A129B51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5117" y="3298893"/>
                <a:ext cx="3714750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C8F25F-5337-46F4-9AD6-B2F458A16D9D}"/>
                  </a:ext>
                </a:extLst>
              </p:cNvPr>
              <p:cNvSpPr txBox="1"/>
              <p:nvPr/>
            </p:nvSpPr>
            <p:spPr>
              <a:xfrm>
                <a:off x="5450375" y="5589103"/>
                <a:ext cx="1124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C8F25F-5337-46F4-9AD6-B2F458A16D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0375" y="5589103"/>
                <a:ext cx="1124678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D34B222-AAEE-4938-BF65-500AC51D3346}"/>
                  </a:ext>
                </a:extLst>
              </p:cNvPr>
              <p:cNvSpPr txBox="1"/>
              <p:nvPr/>
            </p:nvSpPr>
            <p:spPr>
              <a:xfrm>
                <a:off x="6545117" y="5069585"/>
                <a:ext cx="4286250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σ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 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−</m:t>
                                          </m:r>
                                          <m:acc>
                                            <m:accPr>
                                              <m:chr m:val="̅"/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accPr>
                                            <m:e>
                                              <m:r>
                                                <a:rPr lang="en-IN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 </m:t>
                                              </m:r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  <m:r>
                                                <a:rPr lang="en-IN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 </m:t>
                                              </m:r>
                                            </m:e>
                                          </m:acc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 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nary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D34B222-AAEE-4938-BF65-500AC51D33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5117" y="5069585"/>
                <a:ext cx="4286250" cy="136537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34827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  <p:bldP spid="6" grpId="0"/>
      <p:bldP spid="7" grpId="0"/>
      <p:bldP spid="8" grpId="0"/>
      <p:bldP spid="10" grpId="0"/>
      <p:bldP spid="11" grpId="0"/>
      <p:bldP spid="12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F9448D-3CF7-46B1-A589-101B93D1001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IN" b="1" dirty="0"/>
              <a:t>Remarks</a:t>
            </a:r>
          </a:p>
          <a:p>
            <a:pPr lvl="1"/>
            <a:r>
              <a:rPr lang="en-IN" b="1" dirty="0"/>
              <a:t>Moments about </a:t>
            </a:r>
            <a:r>
              <a:rPr lang="en-IN" b="1" dirty="0">
                <a:solidFill>
                  <a:srgbClr val="0070C0"/>
                </a:solidFill>
              </a:rPr>
              <a:t>zero</a:t>
            </a:r>
          </a:p>
          <a:p>
            <a:pPr lvl="2"/>
            <a:r>
              <a:rPr lang="en-IN" dirty="0"/>
              <a:t>The </a:t>
            </a:r>
            <a:r>
              <a:rPr lang="en-IN" b="1" dirty="0">
                <a:solidFill>
                  <a:srgbClr val="FF0000"/>
                </a:solidFill>
              </a:rPr>
              <a:t>first moment</a:t>
            </a:r>
            <a:r>
              <a:rPr lang="en-IN" dirty="0"/>
              <a:t> about zero is </a:t>
            </a:r>
            <a:r>
              <a:rPr lang="en-IN" b="1" dirty="0">
                <a:solidFill>
                  <a:srgbClr val="FF0000"/>
                </a:solidFill>
              </a:rPr>
              <a:t>mean</a:t>
            </a:r>
            <a:r>
              <a:rPr lang="en-IN" dirty="0"/>
              <a:t>.</a:t>
            </a:r>
            <a:endParaRPr lang="en-IN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58C0AF2-FE9E-4BB7-A59D-296A3EE77610}"/>
                  </a:ext>
                </a:extLst>
              </p:cNvPr>
              <p:cNvSpPr txBox="1"/>
              <p:nvPr/>
            </p:nvSpPr>
            <p:spPr>
              <a:xfrm>
                <a:off x="1183379" y="2838451"/>
                <a:ext cx="1940821" cy="9532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58C0AF2-FE9E-4BB7-A59D-296A3EE776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3379" y="2838451"/>
                <a:ext cx="1940821" cy="95321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1EDEE56-FF3F-4EAD-8F1E-43645B15753C}"/>
                  </a:ext>
                </a:extLst>
              </p:cNvPr>
              <p:cNvSpPr txBox="1"/>
              <p:nvPr/>
            </p:nvSpPr>
            <p:spPr>
              <a:xfrm>
                <a:off x="2946401" y="3053446"/>
                <a:ext cx="9271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acc>
                        <m:accPr>
                          <m:chr m:val="̅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acc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acc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1EDEE56-FF3F-4EAD-8F1E-43645B1575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6401" y="3053446"/>
                <a:ext cx="92710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58525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  <p:bldP spid="6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D248256-BBC3-F6C7-B701-2E1C19E7E23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213985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3000"/>
                  </a:lnSpc>
                  <a:spcBef>
                    <a:spcPts val="1000"/>
                  </a:spcBef>
                </a:pPr>
                <a:r>
                  <a:rPr lang="en-US" dirty="0"/>
                  <a:t>Find the first four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, actual mean and zero for the data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10.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D248256-BBC3-F6C7-B701-2E1C19E7E2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13985"/>
              </a:xfrm>
              <a:prstGeom prst="rect">
                <a:avLst/>
              </a:prstGeom>
              <a:blipFill>
                <a:blip r:embed="rId2"/>
                <a:stretch>
                  <a:fillRect l="-1074" r="-1074" b="-45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79B986D-46FA-FF04-33C1-1BE98195125D}"/>
              </a:ext>
            </a:extLst>
          </p:cNvPr>
          <p:cNvSpPr txBox="1">
            <a:spLocks/>
          </p:cNvSpPr>
          <p:nvPr/>
        </p:nvSpPr>
        <p:spPr>
          <a:xfrm>
            <a:off x="131176" y="223846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492AB6B-13E4-4229-AB8D-DE3069FC2D50}"/>
              </a:ext>
            </a:extLst>
          </p:cNvPr>
          <p:cNvSpPr txBox="1"/>
          <p:nvPr/>
        </p:nvSpPr>
        <p:spPr>
          <a:xfrm>
            <a:off x="1594216" y="2238462"/>
            <a:ext cx="9203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2514600" y="2238462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4600" y="2238462"/>
                <a:ext cx="132588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594216" y="317136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DE56513-E0E0-4E12-AF72-7F32A19996BB}"/>
                  </a:ext>
                </a:extLst>
              </p:cNvPr>
              <p:cNvSpPr txBox="1"/>
              <p:nvPr/>
            </p:nvSpPr>
            <p:spPr>
              <a:xfrm>
                <a:off x="6388611" y="4158258"/>
                <a:ext cx="3346699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DE56513-E0E0-4E12-AF72-7F32A19996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158258"/>
                <a:ext cx="3346699" cy="92570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DD765A7-D578-4609-9301-32766FA9253D}"/>
                  </a:ext>
                </a:extLst>
              </p:cNvPr>
              <p:cNvSpPr txBox="1"/>
              <p:nvPr/>
            </p:nvSpPr>
            <p:spPr>
              <a:xfrm>
                <a:off x="6388613" y="2925957"/>
                <a:ext cx="3578347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DD765A7-D578-4609-9301-32766FA925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2925957"/>
                <a:ext cx="3578347" cy="92570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2D9006-B225-4EAC-8152-117646EC20C0}"/>
                  </a:ext>
                </a:extLst>
              </p:cNvPr>
              <p:cNvSpPr txBox="1"/>
              <p:nvPr/>
            </p:nvSpPr>
            <p:spPr>
              <a:xfrm>
                <a:off x="6388612" y="5359653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2D9006-B225-4EAC-8152-117646EC20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359653"/>
                <a:ext cx="2660138" cy="9225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FEDB0F7F-5B91-4C8D-84E6-7B8032BA3300}"/>
              </a:ext>
            </a:extLst>
          </p:cNvPr>
          <p:cNvSpPr txBox="1"/>
          <p:nvPr/>
        </p:nvSpPr>
        <p:spPr>
          <a:xfrm>
            <a:off x="9503553" y="314108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DF831-3A79-40B7-8F08-A949CDC6847E}"/>
                  </a:ext>
                </a:extLst>
              </p:cNvPr>
              <p:cNvSpPr txBox="1"/>
              <p:nvPr/>
            </p:nvSpPr>
            <p:spPr>
              <a:xfrm>
                <a:off x="10597784" y="314108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DF831-3A79-40B7-8F08-A949CDC684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14108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13B9B2B5-6919-4285-8F61-3E91705EC449}"/>
              </a:ext>
            </a:extLst>
          </p:cNvPr>
          <p:cNvSpPr txBox="1"/>
          <p:nvPr/>
        </p:nvSpPr>
        <p:spPr>
          <a:xfrm>
            <a:off x="1594216" y="4357928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6357CC0-C014-44CC-B108-5441B09ED7AE}"/>
              </a:ext>
            </a:extLst>
          </p:cNvPr>
          <p:cNvSpPr txBox="1"/>
          <p:nvPr/>
        </p:nvSpPr>
        <p:spPr>
          <a:xfrm>
            <a:off x="1594216" y="5559323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7314EBF-FD36-49A7-8AC1-75AD1EF12D9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020681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7268192"/>
                  </p:ext>
                </p:extLst>
              </p:nvPr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54" t="-1124" r="-763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01995987"/>
                  </p:ext>
                </p:extLst>
              </p:nvPr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0" t="-1124" r="-676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65395558"/>
                  </p:ext>
                </p:extLst>
              </p:nvPr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8715655"/>
                  </p:ext>
                </p:extLst>
              </p:nvPr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16" t="-1124" r="-647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37719472"/>
                  </p:ext>
                </p:extLst>
              </p:nvPr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00" t="-1124" r="-60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76300" y="5540367"/>
                <a:ext cx="30759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00" y="5540367"/>
                <a:ext cx="3075940" cy="953466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6932BCE9-F9DD-4969-B702-41EB454E4A38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548069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288131" y="2914983"/>
                <a:ext cx="2910840" cy="86626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31" y="2914983"/>
                <a:ext cx="2910840" cy="86626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301415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415" y="4159928"/>
                <a:ext cx="1640840" cy="90774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301415" y="5373382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415" y="5373382"/>
                <a:ext cx="14820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216118" y="2901806"/>
                <a:ext cx="3075940" cy="89261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118" y="2901806"/>
                <a:ext cx="3075940" cy="89261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246898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65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46898" y="4158517"/>
                <a:ext cx="1845256" cy="91057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246898" y="5373382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46898" y="5373382"/>
                <a:ext cx="148209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179450" y="2901806"/>
                <a:ext cx="3075940" cy="89261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9450" y="2901806"/>
                <a:ext cx="3075940" cy="89261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292058" y="4159928"/>
                <a:ext cx="1982416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2058" y="4159928"/>
                <a:ext cx="1982416" cy="90774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292058" y="5373382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2058" y="5373382"/>
                <a:ext cx="148209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362900" y="2902639"/>
                <a:ext cx="3075940" cy="8909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2900" y="2902639"/>
                <a:ext cx="3075940" cy="89095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362900" y="4159928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1169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2900" y="4159928"/>
                <a:ext cx="2352040" cy="90774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362900" y="5373382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233.8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2900" y="5373382"/>
                <a:ext cx="1905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70599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BFDB72E-2CF0-485E-8CAE-861D3F6C3C9A}"/>
                  </a:ext>
                </a:extLst>
              </p:cNvPr>
              <p:cNvSpPr txBox="1"/>
              <p:nvPr/>
            </p:nvSpPr>
            <p:spPr>
              <a:xfrm>
                <a:off x="-35994" y="435219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BFDB72E-2CF0-485E-8CAE-861D3F6C3C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4352192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DA2F0344-FF1C-4C5D-BF2C-EF7EC2F530E5}"/>
                  </a:ext>
                </a:extLst>
              </p:cNvPr>
              <p:cNvSpPr txBox="1"/>
              <p:nvPr/>
            </p:nvSpPr>
            <p:spPr>
              <a:xfrm>
                <a:off x="-35994" y="537338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DA2F0344-FF1C-4C5D-BF2C-EF7EC2F530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5373382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1EB17F-4FB7-4E99-91D2-D13D3AD27F81}"/>
                  </a:ext>
                </a:extLst>
              </p:cNvPr>
              <p:cNvSpPr txBox="1"/>
              <p:nvPr/>
            </p:nvSpPr>
            <p:spPr>
              <a:xfrm>
                <a:off x="2837634" y="435219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1EB17F-4FB7-4E99-91D2-D13D3AD27F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7634" y="4352192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45C08A2-8B84-439D-B2BF-2CD026C12D2B}"/>
                  </a:ext>
                </a:extLst>
              </p:cNvPr>
              <p:cNvSpPr txBox="1"/>
              <p:nvPr/>
            </p:nvSpPr>
            <p:spPr>
              <a:xfrm>
                <a:off x="2837634" y="537338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45C08A2-8B84-439D-B2BF-2CD026C12D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7634" y="5373382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955832E-21FA-4B4B-89F9-F0B3DAB4DC8C}"/>
                  </a:ext>
                </a:extLst>
              </p:cNvPr>
              <p:cNvSpPr txBox="1"/>
              <p:nvPr/>
            </p:nvSpPr>
            <p:spPr>
              <a:xfrm>
                <a:off x="5926333" y="435219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955832E-21FA-4B4B-89F9-F0B3DAB4DC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6333" y="4352192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522B253-A8F7-4888-B75A-D25F8C04B8A2}"/>
                  </a:ext>
                </a:extLst>
              </p:cNvPr>
              <p:cNvSpPr txBox="1"/>
              <p:nvPr/>
            </p:nvSpPr>
            <p:spPr>
              <a:xfrm>
                <a:off x="5926333" y="537338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522B253-A8F7-4888-B75A-D25F8C04B8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6333" y="5373382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C1E9A785-9744-4EE7-BCCC-B089AFAD8F5B}"/>
                  </a:ext>
                </a:extLst>
              </p:cNvPr>
              <p:cNvSpPr txBox="1"/>
              <p:nvPr/>
            </p:nvSpPr>
            <p:spPr>
              <a:xfrm>
                <a:off x="8973820" y="435219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C1E9A785-9744-4EE7-BCCC-B089AFAD8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3820" y="4352192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AC198D67-43C8-49E6-9062-09E8420FDB00}"/>
                  </a:ext>
                </a:extLst>
              </p:cNvPr>
              <p:cNvSpPr txBox="1"/>
              <p:nvPr/>
            </p:nvSpPr>
            <p:spPr>
              <a:xfrm>
                <a:off x="8973820" y="537338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AC198D67-43C8-49E6-9062-09E8420FDB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3820" y="5373382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TextBox 60">
            <a:extLst>
              <a:ext uri="{FF2B5EF4-FFF2-40B4-BE49-F238E27FC236}">
                <a16:creationId xmlns:a16="http://schemas.microsoft.com/office/drawing/2014/main" id="{F2188AAE-0920-4E4B-9F96-34DD8CACD066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143034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34" grpId="0"/>
      <p:bldP spid="35" grpId="0"/>
      <p:bldP spid="36" grpId="0"/>
      <p:bldP spid="37" grpId="0"/>
      <p:bldP spid="38" grpId="0"/>
      <p:bldP spid="39" grpId="0"/>
      <p:bldP spid="59" grpId="0"/>
      <p:bldP spid="60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82562237"/>
                  </p:ext>
                </p:extLst>
              </p:nvPr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54" t="-1124" r="-763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02578537"/>
                  </p:ext>
                </p:extLst>
              </p:nvPr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0" t="-1124" r="-676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79760807"/>
                  </p:ext>
                </p:extLst>
              </p:nvPr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16" t="-1124" r="-647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12306199"/>
                  </p:ext>
                </p:extLst>
              </p:nvPr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00" t="-1124" r="-60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3656333" y="5755488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6333" y="5755488"/>
                <a:ext cx="40143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F79C06-83F5-457F-A5A5-B32B78F1FA38}"/>
                  </a:ext>
                </a:extLst>
              </p:cNvPr>
              <p:cNvSpPr txBox="1"/>
              <p:nvPr/>
            </p:nvSpPr>
            <p:spPr>
              <a:xfrm>
                <a:off x="5097209" y="5555820"/>
                <a:ext cx="157098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F79C06-83F5-457F-A5A5-B32B78F1F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7209" y="5555820"/>
                <a:ext cx="1570988" cy="92256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D9CBC16-2EB9-4A85-9F34-DB302EFF177A}"/>
                  </a:ext>
                </a:extLst>
              </p:cNvPr>
              <p:cNvSpPr txBox="1"/>
              <p:nvPr/>
            </p:nvSpPr>
            <p:spPr>
              <a:xfrm>
                <a:off x="6136646" y="5755488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D9CBC16-2EB9-4A85-9F34-DB302EFF17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646" y="5755488"/>
                <a:ext cx="1570988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8077D4E-2D18-4FA6-A612-5D7E6EBCDA3A}"/>
                  </a:ext>
                </a:extLst>
              </p:cNvPr>
              <p:cNvSpPr txBox="1"/>
              <p:nvPr/>
            </p:nvSpPr>
            <p:spPr>
              <a:xfrm>
                <a:off x="4017209" y="5555820"/>
                <a:ext cx="157098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8077D4E-2D18-4FA6-A612-5D7E6EBCDA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5555820"/>
                <a:ext cx="1570988" cy="92256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TextBox 44">
            <a:extLst>
              <a:ext uri="{FF2B5EF4-FFF2-40B4-BE49-F238E27FC236}">
                <a16:creationId xmlns:a16="http://schemas.microsoft.com/office/drawing/2014/main" id="{09DF07D9-357E-4891-A0E1-AD8A574804B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1914497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42" grpId="0"/>
      <p:bldP spid="43" grpId="0"/>
      <p:bldP spid="44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353506" y="4118992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506" y="4118992"/>
                <a:ext cx="1640840" cy="90774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353506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506" y="5371179"/>
                <a:ext cx="14820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293731" y="4117581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3731" y="4117581"/>
                <a:ext cx="1845256" cy="9105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293731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3731" y="5371179"/>
                <a:ext cx="148209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366500" y="4118735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500" y="4118735"/>
                <a:ext cx="1982416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366499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9" y="5371179"/>
                <a:ext cx="18035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425047" y="4118286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1044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25047" y="4118286"/>
                <a:ext cx="2352040" cy="90774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425047" y="5371179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208.8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25047" y="5371179"/>
                <a:ext cx="1905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/>
              <p:nvPr/>
            </p:nvSpPr>
            <p:spPr>
              <a:xfrm>
                <a:off x="6108192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8192" y="782453"/>
                <a:ext cx="401439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/>
              <p:nvPr/>
            </p:nvSpPr>
            <p:spPr>
              <a:xfrm>
                <a:off x="6521822" y="782453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1822" y="782453"/>
                <a:ext cx="1570988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9E98D98-A285-4585-A79C-69EF750C3402}"/>
                  </a:ext>
                </a:extLst>
              </p:cNvPr>
              <p:cNvSpPr txBox="1"/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9E98D98-A285-4585-A79C-69EF750C34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FFB3D10-20A3-44C9-B93D-38CAD747F98E}"/>
                  </a:ext>
                </a:extLst>
              </p:cNvPr>
              <p:cNvSpPr txBox="1"/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FFB3D10-20A3-44C9-B93D-38CAD747F9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DE9583D-8210-4479-A75C-7AEDAE544782}"/>
                  </a:ext>
                </a:extLst>
              </p:cNvPr>
              <p:cNvSpPr txBox="1"/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DE9583D-8210-4479-A75C-7AEDAE5447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ACAB2CD-0FCB-44AB-A7B8-EF414853F80D}"/>
                  </a:ext>
                </a:extLst>
              </p:cNvPr>
              <p:cNvSpPr txBox="1"/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ACAB2CD-0FCB-44AB-A7B8-EF414853F8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E65A5A5-647A-4E8E-BBA2-06665879A119}"/>
                  </a:ext>
                </a:extLst>
              </p:cNvPr>
              <p:cNvSpPr txBox="1"/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E65A5A5-647A-4E8E-BBA2-06665879A1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E4FE84A-A367-4593-80C6-F964193C424B}"/>
                  </a:ext>
                </a:extLst>
              </p:cNvPr>
              <p:cNvSpPr txBox="1"/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E4FE84A-A367-4593-80C6-F964193C42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69B536D-AC86-4CB5-B02E-8FCF26FF0751}"/>
                  </a:ext>
                </a:extLst>
              </p:cNvPr>
              <p:cNvSpPr txBox="1"/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69B536D-AC86-4CB5-B02E-8FCF26FF07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D9C0CF96-B5A8-427A-9DBD-42C0853926FB}"/>
                  </a:ext>
                </a:extLst>
              </p:cNvPr>
              <p:cNvSpPr txBox="1"/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D9C0CF96-B5A8-427A-9DBD-42C085392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2" name="TextBox 61">
            <a:extLst>
              <a:ext uri="{FF2B5EF4-FFF2-40B4-BE49-F238E27FC236}">
                <a16:creationId xmlns:a16="http://schemas.microsoft.com/office/drawing/2014/main" id="{4A727600-0AB6-4FDD-A23E-0EEF437C0271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9533538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35" grpId="0"/>
      <p:bldP spid="36" grpId="0"/>
      <p:bldP spid="38" grpId="0"/>
      <p:bldP spid="39" grpId="0"/>
      <p:bldP spid="58" grpId="0"/>
      <p:bldP spid="59" grpId="0"/>
      <p:bldP spid="60" grpId="0"/>
      <p:bldP spid="61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905000" y="1363821"/>
              <a:ext cx="2121453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1453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44901047"/>
                  </p:ext>
                </p:extLst>
              </p:nvPr>
            </p:nvGraphicFramePr>
            <p:xfrm>
              <a:off x="1905000" y="1363821"/>
              <a:ext cx="2121453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1453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73" t="-1124" r="-86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176784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6784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42184861"/>
                  </p:ext>
                </p:extLst>
              </p:nvPr>
            </p:nvGraphicFramePr>
            <p:xfrm>
              <a:off x="137160" y="1363821"/>
              <a:ext cx="176784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6784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87" t="-1124" r="-1031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6454" y="1363820"/>
              <a:ext cx="233995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995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22543665"/>
                  </p:ext>
                </p:extLst>
              </p:nvPr>
            </p:nvGraphicFramePr>
            <p:xfrm>
              <a:off x="4026454" y="1363820"/>
              <a:ext cx="233995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995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19" t="-1124" r="-779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366405" y="1363821"/>
              <a:ext cx="2366032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66032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92199349"/>
                  </p:ext>
                </p:extLst>
              </p:nvPr>
            </p:nvGraphicFramePr>
            <p:xfrm>
              <a:off x="6366405" y="1363821"/>
              <a:ext cx="2366032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66032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514" t="-1124" r="-771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62949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1919835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62949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244483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62949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296982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62949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34948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62949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400429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2370724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1922657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2370724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2442990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2370724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2963323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2370724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3483656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2370724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4003683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4651015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1919835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4651015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2440797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4651015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2961759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4651015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3482721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4651015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400368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7009253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1919842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7009253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2443714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7009253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2967586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7009253" y="34914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349145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7009253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401532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73724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24" y="4471931"/>
                <a:ext cx="3040275" cy="106125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1905698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698" y="4471931"/>
                <a:ext cx="2968618" cy="106125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4061911" y="4471931"/>
                <a:ext cx="236603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61911" y="4471931"/>
                <a:ext cx="2366032" cy="106125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6366404" y="4471931"/>
                <a:ext cx="256889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04" y="4471931"/>
                <a:ext cx="2568895" cy="106125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B0854E0-29B5-4FC5-8D6B-C935D0064F5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566401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470241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241" y="2902126"/>
                <a:ext cx="2910840" cy="95346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470241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241" y="4159928"/>
                <a:ext cx="1640840" cy="90774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470241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241" y="5371179"/>
                <a:ext cx="14820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358242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8242" y="2901806"/>
                <a:ext cx="3075940" cy="95410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358242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240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8242" y="4158517"/>
                <a:ext cx="1845256" cy="9105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358242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8242" y="5371179"/>
                <a:ext cx="148209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405607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5607" y="2901806"/>
                <a:ext cx="3075940" cy="95410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405607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2100 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5607" y="4159671"/>
                <a:ext cx="1982416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405606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5606" y="5371179"/>
                <a:ext cx="18035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489272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9272" y="2902703"/>
                <a:ext cx="3075940" cy="95231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489272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19044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9272" y="4159222"/>
                <a:ext cx="2352040" cy="90774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489271" y="5371179"/>
                <a:ext cx="23520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3808.8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9271" y="5371179"/>
                <a:ext cx="235203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D203631-0133-4508-904C-58B9CA0EAF59}"/>
                  </a:ext>
                </a:extLst>
              </p:cNvPr>
              <p:cNvSpPr txBox="1"/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D203631-0133-4508-904C-58B9CA0EAF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57AA7A6-6B39-4B4F-A8B0-2C1D9B15792B}"/>
                  </a:ext>
                </a:extLst>
              </p:cNvPr>
              <p:cNvSpPr txBox="1"/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57AA7A6-6B39-4B4F-A8B0-2C1D9B1579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91DBC64-4946-4666-AE86-3CEDEBB51B2F}"/>
                  </a:ext>
                </a:extLst>
              </p:cNvPr>
              <p:cNvSpPr txBox="1"/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91DBC64-4946-4666-AE86-3CEDEBB51B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47FE3985-63B9-4265-899C-E57F76F62AD6}"/>
                  </a:ext>
                </a:extLst>
              </p:cNvPr>
              <p:cNvSpPr txBox="1"/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47FE3985-63B9-4265-899C-E57F76F62A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EA888A4-16C1-4564-8462-1FBB63B1932E}"/>
                  </a:ext>
                </a:extLst>
              </p:cNvPr>
              <p:cNvSpPr txBox="1"/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EA888A4-16C1-4564-8462-1FBB63B193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38ADBF3-DFA6-4F10-AC01-0AFC7F3B778A}"/>
                  </a:ext>
                </a:extLst>
              </p:cNvPr>
              <p:cNvSpPr txBox="1"/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38ADBF3-DFA6-4F10-AC01-0AFC7F3B77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30E7655-48AD-48A4-A1F0-E84CE2F86500}"/>
                  </a:ext>
                </a:extLst>
              </p:cNvPr>
              <p:cNvSpPr txBox="1"/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30E7655-48AD-48A4-A1F0-E84CE2F865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84700A8-A3B4-43E2-A692-18114318DEA0}"/>
                  </a:ext>
                </a:extLst>
              </p:cNvPr>
              <p:cNvSpPr txBox="1"/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84700A8-A3B4-43E2-A692-18114318D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2F95B723-62FF-4E29-9D40-BEA2C8069AE2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29610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C00424-78DE-6010-6155-97F65CCEB3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0429B4CA-93D2-E6ED-8F41-F9BE2005E5E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en-US" dirty="0"/>
                  <a:t>Calculate the four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, actual mean and zero for following distribution </a:t>
                </a:r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0429B4CA-93D2-E6ED-8F41-F9BE2005E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blipFill>
                <a:blip r:embed="rId3"/>
                <a:stretch>
                  <a:fillRect l="-1074" t="-2419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57CB6442-D442-0E0D-8479-CBCB86B5F0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DCA42E5D-759D-DEC2-EF7C-9D5D702A1B1F}"/>
              </a:ext>
            </a:extLst>
          </p:cNvPr>
          <p:cNvSpPr txBox="1">
            <a:spLocks/>
          </p:cNvSpPr>
          <p:nvPr/>
        </p:nvSpPr>
        <p:spPr>
          <a:xfrm>
            <a:off x="131176" y="328872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8ECCA91-B53C-1113-3FF8-3B5915EDF1DB}"/>
              </a:ext>
            </a:extLst>
          </p:cNvPr>
          <p:cNvGraphicFramePr>
            <a:graphicFrameLocks noGrp="1"/>
          </p:cNvGraphicFramePr>
          <p:nvPr/>
        </p:nvGraphicFramePr>
        <p:xfrm>
          <a:off x="251065" y="1865788"/>
          <a:ext cx="1115172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586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916B871F-8CB5-44FB-8288-86B7959216EE}"/>
              </a:ext>
            </a:extLst>
          </p:cNvPr>
          <p:cNvSpPr txBox="1"/>
          <p:nvPr/>
        </p:nvSpPr>
        <p:spPr>
          <a:xfrm>
            <a:off x="1594216" y="348544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E1A139A-BC8A-4D03-932A-8C41A7EEF608}"/>
                  </a:ext>
                </a:extLst>
              </p:cNvPr>
              <p:cNvSpPr txBox="1"/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E1A139A-BC8A-4D03-932A-8C41A7EEF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7F75BD-BA8B-40C3-844A-4C6EFFA2764B}"/>
                  </a:ext>
                </a:extLst>
              </p:cNvPr>
              <p:cNvSpPr txBox="1"/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7F75BD-BA8B-40C3-844A-4C6EFFA276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36D1BB-E17B-445F-83B4-E7BC6E0FE5E9}"/>
                  </a:ext>
                </a:extLst>
              </p:cNvPr>
              <p:cNvSpPr txBox="1"/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36D1BB-E17B-445F-83B4-E7BC6E0FE5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A28E77E3-4B31-419F-A6B6-DA6A9CD5641D}"/>
              </a:ext>
            </a:extLst>
          </p:cNvPr>
          <p:cNvSpPr txBox="1"/>
          <p:nvPr/>
        </p:nvSpPr>
        <p:spPr>
          <a:xfrm>
            <a:off x="9503553" y="345516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B02AB-DCC9-4615-ABE4-564746B35935}"/>
                  </a:ext>
                </a:extLst>
              </p:cNvPr>
              <p:cNvSpPr txBox="1"/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B02AB-DCC9-4615-ABE4-564746B35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437623F2-6E98-4D60-8082-551BE33E6B85}"/>
              </a:ext>
            </a:extLst>
          </p:cNvPr>
          <p:cNvSpPr txBox="1"/>
          <p:nvPr/>
        </p:nvSpPr>
        <p:spPr>
          <a:xfrm>
            <a:off x="1594216" y="4602326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54BCD62-ADA3-4E5C-B61C-693B7F9A10EA}"/>
              </a:ext>
            </a:extLst>
          </p:cNvPr>
          <p:cNvSpPr txBox="1"/>
          <p:nvPr/>
        </p:nvSpPr>
        <p:spPr>
          <a:xfrm>
            <a:off x="1594216" y="5758084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7DE00BC-8ADD-4E50-A2B9-C1FA18656AC6}"/>
                  </a:ext>
                </a:extLst>
              </p:cNvPr>
              <p:cNvSpPr/>
              <p:nvPr/>
            </p:nvSpPr>
            <p:spPr>
              <a:xfrm>
                <a:off x="2665323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7DE00BC-8ADD-4E50-A2B9-C1FA18656A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5323" y="1892788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DA85600-41FB-4C6C-A078-6239B608850D}"/>
                  </a:ext>
                </a:extLst>
              </p:cNvPr>
              <p:cNvSpPr/>
              <p:nvPr/>
            </p:nvSpPr>
            <p:spPr>
              <a:xfrm>
                <a:off x="4515908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DA85600-41FB-4C6C-A078-6239B60885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5908" y="1892788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0AB62C2-0168-4A3A-91C8-6864337DCB94}"/>
                  </a:ext>
                </a:extLst>
              </p:cNvPr>
              <p:cNvSpPr/>
              <p:nvPr/>
            </p:nvSpPr>
            <p:spPr>
              <a:xfrm>
                <a:off x="6366493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0AB62C2-0168-4A3A-91C8-6864337DCB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3" y="1892788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F89489-4FC5-4E08-8333-1CDEA5A5D681}"/>
                  </a:ext>
                </a:extLst>
              </p:cNvPr>
              <p:cNvSpPr/>
              <p:nvPr/>
            </p:nvSpPr>
            <p:spPr>
              <a:xfrm>
                <a:off x="8217078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F89489-4FC5-4E08-8333-1CDEA5A5D6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7078" y="1892788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4AC965D-F2C3-483B-B1EC-5493E467DFEB}"/>
                  </a:ext>
                </a:extLst>
              </p:cNvPr>
              <p:cNvSpPr/>
              <p:nvPr/>
            </p:nvSpPr>
            <p:spPr>
              <a:xfrm>
                <a:off x="10067665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4AC965D-F2C3-483B-B1EC-5493E467DF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665" y="1892788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DA7F92D-1799-43B2-BBCC-90F7CBB6A1C7}"/>
                  </a:ext>
                </a:extLst>
              </p:cNvPr>
              <p:cNvSpPr/>
              <p:nvPr/>
            </p:nvSpPr>
            <p:spPr>
              <a:xfrm>
                <a:off x="2665323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DA7F92D-1799-43B2-BBCC-90F7CBB6A1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5323" y="2480622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511D8DD-1818-4C26-B60D-8AEC291887E2}"/>
                  </a:ext>
                </a:extLst>
              </p:cNvPr>
              <p:cNvSpPr/>
              <p:nvPr/>
            </p:nvSpPr>
            <p:spPr>
              <a:xfrm>
                <a:off x="4515909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511D8DD-1818-4C26-B60D-8AEC291887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5909" y="2480622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CA3888D-D2B6-4175-B4C9-F64D400BF24E}"/>
                  </a:ext>
                </a:extLst>
              </p:cNvPr>
              <p:cNvSpPr/>
              <p:nvPr/>
            </p:nvSpPr>
            <p:spPr>
              <a:xfrm>
                <a:off x="6366494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CA3888D-D2B6-4175-B4C9-F64D400BF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4" y="2480622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C2838CF-76B3-49E7-91A9-F25FFD5E1BEE}"/>
                  </a:ext>
                </a:extLst>
              </p:cNvPr>
              <p:cNvSpPr/>
              <p:nvPr/>
            </p:nvSpPr>
            <p:spPr>
              <a:xfrm>
                <a:off x="8217080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C2838CF-76B3-49E7-91A9-F25FFD5E1B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7080" y="2480622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AEBD342-5781-44DD-AD55-E78105862E4F}"/>
                  </a:ext>
                </a:extLst>
              </p:cNvPr>
              <p:cNvSpPr/>
              <p:nvPr/>
            </p:nvSpPr>
            <p:spPr>
              <a:xfrm>
                <a:off x="10067665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AEBD342-5781-44DD-AD55-E78105862E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665" y="2480622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B2051F4-F8AC-467D-92A7-4E0AE4EBE12B}"/>
                  </a:ext>
                </a:extLst>
              </p:cNvPr>
              <p:cNvSpPr txBox="1"/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B2051F4-F8AC-467D-92A7-4E0AE4EBE1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23DDBAB9-8BAF-478B-9456-045E9371B92C}"/>
              </a:ext>
            </a:extLst>
          </p:cNvPr>
          <p:cNvSpPr txBox="1"/>
          <p:nvPr/>
        </p:nvSpPr>
        <p:spPr>
          <a:xfrm>
            <a:off x="9523363" y="5966724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F685D1D-ADBD-4054-8076-6A4358B77DF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787273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7" grpId="0"/>
      <p:bldP spid="28" grpId="0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8268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79381388"/>
                  </p:ext>
                </p:extLst>
              </p:nvPr>
            </p:nvGraphicFramePr>
            <p:xfrm>
              <a:off x="1428268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24" t="-1124" r="-168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49788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43217627"/>
                  </p:ext>
                </p:extLst>
              </p:nvPr>
            </p:nvGraphicFramePr>
            <p:xfrm>
              <a:off x="449788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06518428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472870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0740759"/>
                  </p:ext>
                </p:extLst>
              </p:nvPr>
            </p:nvGraphicFramePr>
            <p:xfrm>
              <a:off x="6472870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45287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08660281"/>
                  </p:ext>
                </p:extLst>
              </p:nvPr>
            </p:nvGraphicFramePr>
            <p:xfrm>
              <a:off x="845287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583954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1921612"/>
                <a:ext cx="7376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583954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2445111"/>
                <a:ext cx="7376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583954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2968610"/>
                <a:ext cx="7376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583954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3492109"/>
                <a:ext cx="7376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583954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4003683"/>
                <a:ext cx="7376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918988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1922657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918988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2442990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918988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2963323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918988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3483655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918988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4003683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48248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1919835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48248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2440797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48248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2961759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48248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3482721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48248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4003683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8920655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1919842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8920655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2443714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8920655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2967586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8920655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3491458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8920655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4015329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4321496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1496" y="4450398"/>
                <a:ext cx="2376000" cy="135601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286352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−57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86352" y="4450398"/>
                <a:ext cx="2376000" cy="135601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290223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137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0223" y="4450398"/>
                <a:ext cx="2376000" cy="1356012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9478223" y="5789218"/>
                <a:ext cx="3309850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8223" y="5789218"/>
                <a:ext cx="3309850" cy="869662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2685798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8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C73ABC5-8A25-4965-92A1-E0852722CF94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C73ABC5-8A25-4965-92A1-E0852722CF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509884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a</m:t>
                                    </m: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503443"/>
                  </p:ext>
                </p:extLst>
              </p:nvPr>
            </p:nvGraphicFramePr>
            <p:xfrm>
              <a:off x="2509884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/>
              <p:nvPr/>
            </p:nvSpPr>
            <p:spPr>
              <a:xfrm>
                <a:off x="3137560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1921612"/>
                <a:ext cx="737655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/>
              <p:nvPr/>
            </p:nvSpPr>
            <p:spPr>
              <a:xfrm>
                <a:off x="3137560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2445111"/>
                <a:ext cx="737655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/>
              <p:nvPr/>
            </p:nvSpPr>
            <p:spPr>
              <a:xfrm>
                <a:off x="3137560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2968610"/>
                <a:ext cx="737655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/>
              <p:nvPr/>
            </p:nvSpPr>
            <p:spPr>
              <a:xfrm>
                <a:off x="3137560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3492109"/>
                <a:ext cx="737655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7930B7-AF93-434C-A486-51DF18F8A671}"/>
                  </a:ext>
                </a:extLst>
              </p:cNvPr>
              <p:cNvSpPr/>
              <p:nvPr/>
            </p:nvSpPr>
            <p:spPr>
              <a:xfrm>
                <a:off x="3137560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7930B7-AF93-434C-A486-51DF18F8A6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4003683"/>
                <a:ext cx="737655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2338510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8510" y="4450398"/>
                <a:ext cx="2376000" cy="1356012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TextBox 81">
            <a:extLst>
              <a:ext uri="{FF2B5EF4-FFF2-40B4-BE49-F238E27FC236}">
                <a16:creationId xmlns:a16="http://schemas.microsoft.com/office/drawing/2014/main" id="{5749695A-0071-4A3C-BB0C-C610C345813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931948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3" grpId="0"/>
      <p:bldP spid="74" grpId="0"/>
      <p:bldP spid="75" grpId="0"/>
      <p:bldP spid="50" grpId="0"/>
      <p:bldP spid="51" grpId="0"/>
      <p:bldP spid="79" grpId="0"/>
      <p:bldP spid="80" grpId="0"/>
      <p:bldP spid="81" grpId="0"/>
      <p:bldP spid="72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37160" y="1524107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1524107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136307" y="1524106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=29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1524106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295072" y="1486821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=−57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2" y="1486821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329342" y="1486821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=137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1486821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7160" y="2914983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2914983"/>
                <a:ext cx="3146597" cy="93442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309240" y="4159928"/>
                <a:ext cx="22251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−15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240" y="4159928"/>
                <a:ext cx="2225195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309241" y="5371179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241" y="5371179"/>
                <a:ext cx="17487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136307" y="2901806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2901806"/>
                <a:ext cx="3325069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308387" y="4158517"/>
                <a:ext cx="19534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29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8387" y="4158517"/>
                <a:ext cx="1953455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308388" y="5371179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8388" y="5371179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295072" y="2901806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2" y="2901806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582777" y="4159671"/>
                <a:ext cx="2125027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−57 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2777" y="4159671"/>
                <a:ext cx="2125027" cy="91057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582777" y="5371179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−3.8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2777" y="5371179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329342" y="2902639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2902639"/>
                <a:ext cx="3325069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712459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137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2459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712458" y="5371179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9.1333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2458" y="5371179"/>
                <a:ext cx="272549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6141616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3004663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329342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C5900665-84F4-4DD8-B597-63E1A87B7CC0}"/>
                  </a:ext>
                </a:extLst>
              </p:cNvPr>
              <p:cNvSpPr txBox="1"/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C5900665-84F4-4DD8-B597-63E1A87B7C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3204509-4D1D-4C90-8960-DEC63AD8A7A0}"/>
                  </a:ext>
                </a:extLst>
              </p:cNvPr>
              <p:cNvSpPr txBox="1"/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3204509-4D1D-4C90-8960-DEC63AD8A7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0EF7E3-6C0D-407B-8366-6BC3FD43435A}"/>
                  </a:ext>
                </a:extLst>
              </p:cNvPr>
              <p:cNvSpPr txBox="1"/>
              <p:nvPr/>
            </p:nvSpPr>
            <p:spPr>
              <a:xfrm>
                <a:off x="2939590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0EF7E3-6C0D-407B-8366-6BC3FD4343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9590" y="4348953"/>
                <a:ext cx="506235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F6DF5BB-BBF4-4BCB-A343-AB07F41C5246}"/>
                  </a:ext>
                </a:extLst>
              </p:cNvPr>
              <p:cNvSpPr txBox="1"/>
              <p:nvPr/>
            </p:nvSpPr>
            <p:spPr>
              <a:xfrm>
                <a:off x="2939590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F6DF5BB-BBF4-4BCB-A343-AB07F41C52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9590" y="5377519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EA4F41D-E07F-4ADB-BB18-696BE43AB86F}"/>
                  </a:ext>
                </a:extLst>
              </p:cNvPr>
              <p:cNvSpPr txBox="1"/>
              <p:nvPr/>
            </p:nvSpPr>
            <p:spPr>
              <a:xfrm>
                <a:off x="615544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EA4F41D-E07F-4ADB-BB18-696BE43AB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444" y="4348953"/>
                <a:ext cx="506235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5995A004-95E5-456D-A494-62CD50137BB3}"/>
                  </a:ext>
                </a:extLst>
              </p:cNvPr>
              <p:cNvSpPr txBox="1"/>
              <p:nvPr/>
            </p:nvSpPr>
            <p:spPr>
              <a:xfrm>
                <a:off x="615544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5995A004-95E5-456D-A494-62CD50137B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444" y="5377519"/>
                <a:ext cx="506235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B148CD2-292C-4BA2-BF0D-3184AD48987E}"/>
                  </a:ext>
                </a:extLst>
              </p:cNvPr>
              <p:cNvSpPr txBox="1"/>
              <p:nvPr/>
            </p:nvSpPr>
            <p:spPr>
              <a:xfrm>
                <a:off x="931921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B148CD2-292C-4BA2-BF0D-3184AD4898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9214" y="4348953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63FCC57A-A402-426D-BB3D-FCA5FBA623C2}"/>
                  </a:ext>
                </a:extLst>
              </p:cNvPr>
              <p:cNvSpPr txBox="1"/>
              <p:nvPr/>
            </p:nvSpPr>
            <p:spPr>
              <a:xfrm>
                <a:off x="931921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63FCC57A-A402-426D-BB3D-FCA5FBA623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9214" y="5377519"/>
                <a:ext cx="506235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TextBox 60">
            <a:extLst>
              <a:ext uri="{FF2B5EF4-FFF2-40B4-BE49-F238E27FC236}">
                <a16:creationId xmlns:a16="http://schemas.microsoft.com/office/drawing/2014/main" id="{BF62F108-6D65-4411-9E94-4F6CA9BE8DC1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453963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9" grpId="0"/>
      <p:bldP spid="60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75747C3-40CA-4123-B9D6-A21D4E86033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03969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75747C3-40CA-4123-B9D6-A21D4E86033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59063615"/>
                  </p:ext>
                </p:extLst>
              </p:nvPr>
            </p:nvGraphicFramePr>
            <p:xfrm>
              <a:off x="2903969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2"/>
                          <a:stretch>
                            <a:fillRect l="-1124" t="-1124" r="-168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AD480A3F-53E0-4FB7-93C6-7E0C0F5102A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7358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AD480A3F-53E0-4FB7-93C6-7E0C0F5102A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3131545"/>
                  </p:ext>
                </p:extLst>
              </p:nvPr>
            </p:nvGraphicFramePr>
            <p:xfrm>
              <a:off x="597358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3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01879D05-2D93-470E-A654-6DDC46C392F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01879D05-2D93-470E-A654-6DDC46C392F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03176061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F80B7BED-3B84-4BA0-9A7C-74345FE63D1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48571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F80B7BED-3B84-4BA0-9A7C-74345FE63D1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92893535"/>
                  </p:ext>
                </p:extLst>
              </p:nvPr>
            </p:nvGraphicFramePr>
            <p:xfrm>
              <a:off x="7948571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5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3B0A65D0-915F-41CD-9754-59F3BECA87D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2857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3B0A65D0-915F-41CD-9754-59F3BECA87D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61541158"/>
                  </p:ext>
                </p:extLst>
              </p:nvPr>
            </p:nvGraphicFramePr>
            <p:xfrm>
              <a:off x="992857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6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8CEE5B9-4C58-44CF-9058-8A19A311C965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8CEE5B9-4C58-44CF-9058-8A19A311C9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57B7CA99-98EE-47C9-82EB-9AE5A263ECAE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57B7CA99-98EE-47C9-82EB-9AE5A263E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4FE0B23F-8C5A-4823-9359-F4CA8BBB7875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4FE0B23F-8C5A-4823-9359-F4CA8BBB78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3774B07-C9BD-4F7B-BFE1-7318F1E9E198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3774B07-C9BD-4F7B-BFE1-7318F1E9E1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446E282-31A2-49A6-AA45-7E7181B40456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446E282-31A2-49A6-AA45-7E7181B404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21B2108-04CC-49E1-980E-2B9BDAC9DCCF}"/>
                  </a:ext>
                </a:extLst>
              </p:cNvPr>
              <p:cNvSpPr/>
              <p:nvPr/>
            </p:nvSpPr>
            <p:spPr>
              <a:xfrm>
                <a:off x="3059655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21B2108-04CC-49E1-980E-2B9BDAC9DC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1921612"/>
                <a:ext cx="737655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321FCEE9-B05C-42D9-A406-B466511931F1}"/>
                  </a:ext>
                </a:extLst>
              </p:cNvPr>
              <p:cNvSpPr/>
              <p:nvPr/>
            </p:nvSpPr>
            <p:spPr>
              <a:xfrm>
                <a:off x="3059655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321FCEE9-B05C-42D9-A406-B466511931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2445111"/>
                <a:ext cx="737655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A2254CC-8BFE-46B0-A20E-33FDB5E9CC08}"/>
                  </a:ext>
                </a:extLst>
              </p:cNvPr>
              <p:cNvSpPr/>
              <p:nvPr/>
            </p:nvSpPr>
            <p:spPr>
              <a:xfrm>
                <a:off x="3059655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A2254CC-8BFE-46B0-A20E-33FDB5E9CC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2968610"/>
                <a:ext cx="737655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343CAB1-0829-4DCA-A83A-39A5DA33272F}"/>
                  </a:ext>
                </a:extLst>
              </p:cNvPr>
              <p:cNvSpPr/>
              <p:nvPr/>
            </p:nvSpPr>
            <p:spPr>
              <a:xfrm>
                <a:off x="3059655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343CAB1-0829-4DCA-A83A-39A5DA3327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3492109"/>
                <a:ext cx="737655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654D49C-21D5-4C11-9F8E-0FD4699C2C06}"/>
                  </a:ext>
                </a:extLst>
              </p:cNvPr>
              <p:cNvSpPr/>
              <p:nvPr/>
            </p:nvSpPr>
            <p:spPr>
              <a:xfrm>
                <a:off x="3059655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654D49C-21D5-4C11-9F8E-0FD4699C2C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4003683"/>
                <a:ext cx="737655" cy="523220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80C9437-DBB8-477C-8C9E-3E7144EDDFB9}"/>
                  </a:ext>
                </a:extLst>
              </p:cNvPr>
              <p:cNvSpPr/>
              <p:nvPr/>
            </p:nvSpPr>
            <p:spPr>
              <a:xfrm>
                <a:off x="639468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80C9437-DBB8-477C-8C9E-3E7144EDDF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1922657"/>
                <a:ext cx="1080000" cy="523220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EE3A55-526C-4A1E-84B6-09E73F283CF6}"/>
                  </a:ext>
                </a:extLst>
              </p:cNvPr>
              <p:cNvSpPr/>
              <p:nvPr/>
            </p:nvSpPr>
            <p:spPr>
              <a:xfrm>
                <a:off x="639468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EE3A55-526C-4A1E-84B6-09E73F283C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2442990"/>
                <a:ext cx="1080000" cy="523220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70876A3-E962-4CD7-8C39-EA39380B5728}"/>
                  </a:ext>
                </a:extLst>
              </p:cNvPr>
              <p:cNvSpPr/>
              <p:nvPr/>
            </p:nvSpPr>
            <p:spPr>
              <a:xfrm>
                <a:off x="639468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70876A3-E962-4CD7-8C39-EA39380B57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2963323"/>
                <a:ext cx="1080000" cy="523220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44A05FA0-828D-469E-A4E3-E6E0FDE86028}"/>
                  </a:ext>
                </a:extLst>
              </p:cNvPr>
              <p:cNvSpPr/>
              <p:nvPr/>
            </p:nvSpPr>
            <p:spPr>
              <a:xfrm>
                <a:off x="6394689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44A05FA0-828D-469E-A4E3-E6E0FDE860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3483655"/>
                <a:ext cx="1080000" cy="52322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A5629FCF-9288-4063-B6C7-A0B249CFE5C8}"/>
                  </a:ext>
                </a:extLst>
              </p:cNvPr>
              <p:cNvSpPr/>
              <p:nvPr/>
            </p:nvSpPr>
            <p:spPr>
              <a:xfrm>
                <a:off x="639468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A5629FCF-9288-4063-B6C7-A0B249CFE5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4003683"/>
                <a:ext cx="1080000" cy="52322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0D26199-05E0-4335-8A0F-50955807572B}"/>
                  </a:ext>
                </a:extLst>
              </p:cNvPr>
              <p:cNvSpPr/>
              <p:nvPr/>
            </p:nvSpPr>
            <p:spPr>
              <a:xfrm>
                <a:off x="8323949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0D26199-05E0-4335-8A0F-509558075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1919835"/>
                <a:ext cx="1080000" cy="52322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2AA2360D-88FE-4B3E-8DA1-1EB3E3859678}"/>
                  </a:ext>
                </a:extLst>
              </p:cNvPr>
              <p:cNvSpPr/>
              <p:nvPr/>
            </p:nvSpPr>
            <p:spPr>
              <a:xfrm>
                <a:off x="8323949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2AA2360D-88FE-4B3E-8DA1-1EB3E38596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2440797"/>
                <a:ext cx="1080000" cy="52322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E76BADF-CE3D-47EC-9EB0-0361298D24A0}"/>
                  </a:ext>
                </a:extLst>
              </p:cNvPr>
              <p:cNvSpPr/>
              <p:nvPr/>
            </p:nvSpPr>
            <p:spPr>
              <a:xfrm>
                <a:off x="8323949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E76BADF-CE3D-47EC-9EB0-0361298D24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2961759"/>
                <a:ext cx="1080000" cy="52322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180FC348-5609-44DA-AF79-F7B96FA0F0A2}"/>
                  </a:ext>
                </a:extLst>
              </p:cNvPr>
              <p:cNvSpPr/>
              <p:nvPr/>
            </p:nvSpPr>
            <p:spPr>
              <a:xfrm>
                <a:off x="8323949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180FC348-5609-44DA-AF79-F7B96FA0F0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3482721"/>
                <a:ext cx="1080000" cy="523220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49999280-88B6-4058-8530-F1C94388B1EE}"/>
                  </a:ext>
                </a:extLst>
              </p:cNvPr>
              <p:cNvSpPr/>
              <p:nvPr/>
            </p:nvSpPr>
            <p:spPr>
              <a:xfrm>
                <a:off x="832394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49999280-88B6-4058-8530-F1C94388B1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4003683"/>
                <a:ext cx="1080000" cy="52322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A355D6C-BFE9-4ECD-9615-4D34D514F885}"/>
                  </a:ext>
                </a:extLst>
              </p:cNvPr>
              <p:cNvSpPr/>
              <p:nvPr/>
            </p:nvSpPr>
            <p:spPr>
              <a:xfrm>
                <a:off x="10396356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A355D6C-BFE9-4ECD-9615-4D34D514F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1919842"/>
                <a:ext cx="1080000" cy="52322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D4BE9FC-B1BE-41C9-A69A-3829D337FD58}"/>
                  </a:ext>
                </a:extLst>
              </p:cNvPr>
              <p:cNvSpPr/>
              <p:nvPr/>
            </p:nvSpPr>
            <p:spPr>
              <a:xfrm>
                <a:off x="10396356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D4BE9FC-B1BE-41C9-A69A-3829D337F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2443714"/>
                <a:ext cx="1080000" cy="52322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65ED79EB-D63A-4964-B0FE-850F8878B85B}"/>
                  </a:ext>
                </a:extLst>
              </p:cNvPr>
              <p:cNvSpPr/>
              <p:nvPr/>
            </p:nvSpPr>
            <p:spPr>
              <a:xfrm>
                <a:off x="10396356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65ED79EB-D63A-4964-B0FE-850F8878B8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2967586"/>
                <a:ext cx="1080000" cy="523220"/>
              </a:xfrm>
              <a:prstGeom prst="rect">
                <a:avLst/>
              </a:prstGeom>
              <a:blipFill>
                <a:blip r:embed="rId6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33A85584-891D-4A39-851D-FBE00C388696}"/>
                  </a:ext>
                </a:extLst>
              </p:cNvPr>
              <p:cNvSpPr/>
              <p:nvPr/>
            </p:nvSpPr>
            <p:spPr>
              <a:xfrm>
                <a:off x="10396356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33A85584-891D-4A39-851D-FBE00C3886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3491458"/>
                <a:ext cx="1080000" cy="523220"/>
              </a:xfrm>
              <a:prstGeom prst="rect">
                <a:avLst/>
              </a:prstGeom>
              <a:blipFill>
                <a:blip r:embed="rId7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54BB1FA2-36BF-4EA9-8E88-EE6A91D49D10}"/>
                  </a:ext>
                </a:extLst>
              </p:cNvPr>
              <p:cNvSpPr/>
              <p:nvPr/>
            </p:nvSpPr>
            <p:spPr>
              <a:xfrm>
                <a:off x="10396356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54BB1FA2-36BF-4EA9-8E88-EE6A91D49D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4015329"/>
                <a:ext cx="1080000" cy="523220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35A620C6-2F24-4B60-B9F0-A32430F00375}"/>
                  </a:ext>
                </a:extLst>
              </p:cNvPr>
              <p:cNvSpPr txBox="1"/>
              <p:nvPr/>
            </p:nvSpPr>
            <p:spPr>
              <a:xfrm>
                <a:off x="5797197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35A620C6-2F24-4B60-B9F0-A32430F00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197" y="4450398"/>
                <a:ext cx="2376000" cy="1356012"/>
              </a:xfrm>
              <a:prstGeom prst="rect">
                <a:avLst/>
              </a:prstGeom>
              <a:blipFill>
                <a:blip r:embed="rId7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E61EF12-9D9A-4F94-BD6B-858D2AADAA4F}"/>
                  </a:ext>
                </a:extLst>
              </p:cNvPr>
              <p:cNvSpPr txBox="1"/>
              <p:nvPr/>
            </p:nvSpPr>
            <p:spPr>
              <a:xfrm>
                <a:off x="7762053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E61EF12-9D9A-4F94-BD6B-858D2AADAA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2053" y="4450398"/>
                <a:ext cx="2376000" cy="1356012"/>
              </a:xfrm>
              <a:prstGeom prst="rect">
                <a:avLst/>
              </a:prstGeom>
              <a:blipFill>
                <a:blip r:embed="rId7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4E795CD-B05C-49BA-8394-10C8284EB736}"/>
                  </a:ext>
                </a:extLst>
              </p:cNvPr>
              <p:cNvSpPr txBox="1"/>
              <p:nvPr/>
            </p:nvSpPr>
            <p:spPr>
              <a:xfrm>
                <a:off x="9765924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4E795CD-B05C-49BA-8394-10C8284EB7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65924" y="4450398"/>
                <a:ext cx="2376000" cy="1356012"/>
              </a:xfrm>
              <a:prstGeom prst="rect">
                <a:avLst/>
              </a:prstGeom>
              <a:blipFill>
                <a:blip r:embed="rId7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ACE29F68-C70D-4DD4-B4B1-7DC85FFF10A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ACE29F68-C70D-4DD4-B4B1-7DC85FFF10A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00514873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5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03623442-2110-4587-B518-5B46FA0CE8E3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03623442-2110-4587-B518-5B46FA0CE8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7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A79AA2E-69B7-4BB9-A0F0-275EAEB8C75B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A79AA2E-69B7-4BB9-A0F0-275EAEB8C7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7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1C683598-A7A8-477F-BA56-AD9293B63570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1C683598-A7A8-477F-BA56-AD9293B635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7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405A1A8-FA4B-4FC4-9A6F-E27981B4CA5D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405A1A8-FA4B-4FC4-9A6F-E27981B4CA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7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AC41B4D-B223-40B9-8520-036575275629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AC41B4D-B223-40B9-8520-0365752756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8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2" name="Table 111">
                <a:extLst>
                  <a:ext uri="{FF2B5EF4-FFF2-40B4-BE49-F238E27FC236}">
                    <a16:creationId xmlns:a16="http://schemas.microsoft.com/office/drawing/2014/main" id="{34F7B5B1-4249-4ECC-B5FC-DB3BD9B0BFF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85585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2" name="Table 111">
                <a:extLst>
                  <a:ext uri="{FF2B5EF4-FFF2-40B4-BE49-F238E27FC236}">
                    <a16:creationId xmlns:a16="http://schemas.microsoft.com/office/drawing/2014/main" id="{34F7B5B1-4249-4ECC-B5FC-DB3BD9B0BFF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20915019"/>
                  </p:ext>
                </p:extLst>
              </p:nvPr>
            </p:nvGraphicFramePr>
            <p:xfrm>
              <a:off x="3985585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1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BB32BA5B-C9CB-4324-886A-E12061C7726A}"/>
                  </a:ext>
                </a:extLst>
              </p:cNvPr>
              <p:cNvSpPr/>
              <p:nvPr/>
            </p:nvSpPr>
            <p:spPr>
              <a:xfrm>
                <a:off x="4613261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BB32BA5B-C9CB-4324-886A-E12061C77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1921612"/>
                <a:ext cx="737655" cy="523220"/>
              </a:xfrm>
              <a:prstGeom prst="rect">
                <a:avLst/>
              </a:prstGeom>
              <a:blipFill>
                <a:blip r:embed="rId8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04B5613-A2AF-4BE5-BDE3-63DAE543C446}"/>
                  </a:ext>
                </a:extLst>
              </p:cNvPr>
              <p:cNvSpPr/>
              <p:nvPr/>
            </p:nvSpPr>
            <p:spPr>
              <a:xfrm>
                <a:off x="4613261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04B5613-A2AF-4BE5-BDE3-63DAE543C4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2445111"/>
                <a:ext cx="737655" cy="523220"/>
              </a:xfrm>
              <a:prstGeom prst="rect">
                <a:avLst/>
              </a:prstGeom>
              <a:blipFill>
                <a:blip r:embed="rId8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880BEFA-1719-46D3-B876-A21DBD7C343D}"/>
                  </a:ext>
                </a:extLst>
              </p:cNvPr>
              <p:cNvSpPr/>
              <p:nvPr/>
            </p:nvSpPr>
            <p:spPr>
              <a:xfrm>
                <a:off x="4613261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880BEFA-1719-46D3-B876-A21DBD7C34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2968610"/>
                <a:ext cx="737655" cy="523220"/>
              </a:xfrm>
              <a:prstGeom prst="rect">
                <a:avLst/>
              </a:prstGeom>
              <a:blipFill>
                <a:blip r:embed="rId8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5941810-5587-4BDF-BCF8-967E0402590C}"/>
                  </a:ext>
                </a:extLst>
              </p:cNvPr>
              <p:cNvSpPr/>
              <p:nvPr/>
            </p:nvSpPr>
            <p:spPr>
              <a:xfrm>
                <a:off x="4613261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5941810-5587-4BDF-BCF8-967E040259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3492109"/>
                <a:ext cx="737655" cy="523220"/>
              </a:xfrm>
              <a:prstGeom prst="rect">
                <a:avLst/>
              </a:prstGeom>
              <a:blipFill>
                <a:blip r:embed="rId8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8380D72A-975C-4FBF-8ADA-F0C65A8FF19F}"/>
                  </a:ext>
                </a:extLst>
              </p:cNvPr>
              <p:cNvSpPr/>
              <p:nvPr/>
            </p:nvSpPr>
            <p:spPr>
              <a:xfrm>
                <a:off x="4613261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8380D72A-975C-4FBF-8ADA-F0C65A8FF1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4003683"/>
                <a:ext cx="737655" cy="523220"/>
              </a:xfrm>
              <a:prstGeom prst="rect">
                <a:avLst/>
              </a:prstGeom>
              <a:blipFill>
                <a:blip r:embed="rId8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6606BB-6F5F-4779-9BA2-8E3C4B8320DD}"/>
                  </a:ext>
                </a:extLst>
              </p:cNvPr>
              <p:cNvSpPr txBox="1"/>
              <p:nvPr/>
            </p:nvSpPr>
            <p:spPr>
              <a:xfrm>
                <a:off x="3814211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6606BB-6F5F-4779-9BA2-8E3C4B832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4211" y="4450398"/>
                <a:ext cx="2376000" cy="1356012"/>
              </a:xfrm>
              <a:prstGeom prst="rect">
                <a:avLst/>
              </a:prstGeom>
              <a:blipFill>
                <a:blip r:embed="rId8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9" name="Table 118">
                <a:extLst>
                  <a:ext uri="{FF2B5EF4-FFF2-40B4-BE49-F238E27FC236}">
                    <a16:creationId xmlns:a16="http://schemas.microsoft.com/office/drawing/2014/main" id="{F1DCF4F1-1D69-4B37-A9A2-8DA338293E2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5041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9" name="Table 118">
                <a:extLst>
                  <a:ext uri="{FF2B5EF4-FFF2-40B4-BE49-F238E27FC236}">
                    <a16:creationId xmlns:a16="http://schemas.microsoft.com/office/drawing/2014/main" id="{F1DCF4F1-1D69-4B37-A9A2-8DA338293E2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35826618"/>
                  </p:ext>
                </p:extLst>
              </p:nvPr>
            </p:nvGraphicFramePr>
            <p:xfrm>
              <a:off x="1425041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8"/>
                          <a:stretch>
                            <a:fillRect l="-410" t="-1124" r="-123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48020F1-03D1-41BE-8A1A-9D0B4B84D04C}"/>
                  </a:ext>
                </a:extLst>
              </p:cNvPr>
              <p:cNvSpPr/>
              <p:nvPr/>
            </p:nvSpPr>
            <p:spPr>
              <a:xfrm>
                <a:off x="176315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48020F1-03D1-41BE-8A1A-9D0B4B84D0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1919835"/>
                <a:ext cx="792000" cy="522000"/>
              </a:xfrm>
              <a:prstGeom prst="rect">
                <a:avLst/>
              </a:prstGeom>
              <a:blipFill>
                <a:blip r:embed="rId8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EF24375E-39D8-4117-BD81-80566CB902DE}"/>
                  </a:ext>
                </a:extLst>
              </p:cNvPr>
              <p:cNvSpPr/>
              <p:nvPr/>
            </p:nvSpPr>
            <p:spPr>
              <a:xfrm>
                <a:off x="176315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EF24375E-39D8-4117-BD81-80566CB90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2444832"/>
                <a:ext cx="792000" cy="522000"/>
              </a:xfrm>
              <a:prstGeom prst="rect">
                <a:avLst/>
              </a:prstGeom>
              <a:blipFill>
                <a:blip r:embed="rId9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FF4DE7F2-C0B4-406E-A79E-B67442BDB653}"/>
                  </a:ext>
                </a:extLst>
              </p:cNvPr>
              <p:cNvSpPr/>
              <p:nvPr/>
            </p:nvSpPr>
            <p:spPr>
              <a:xfrm>
                <a:off x="176315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FF4DE7F2-C0B4-406E-A79E-B67442BDB6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2969829"/>
                <a:ext cx="792000" cy="522000"/>
              </a:xfrm>
              <a:prstGeom prst="rect">
                <a:avLst/>
              </a:prstGeom>
              <a:blipFill>
                <a:blip r:embed="rId9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2105B00A-A389-4C98-BEDB-76F505C00D57}"/>
                  </a:ext>
                </a:extLst>
              </p:cNvPr>
              <p:cNvSpPr/>
              <p:nvPr/>
            </p:nvSpPr>
            <p:spPr>
              <a:xfrm>
                <a:off x="176315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2105B00A-A389-4C98-BEDB-76F505C00D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3494826"/>
                <a:ext cx="792000" cy="522000"/>
              </a:xfrm>
              <a:prstGeom prst="rect">
                <a:avLst/>
              </a:prstGeom>
              <a:blipFill>
                <a:blip r:embed="rId9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8AF16FE1-B2CE-4DA3-B07E-6F5857D1452C}"/>
                  </a:ext>
                </a:extLst>
              </p:cNvPr>
              <p:cNvSpPr/>
              <p:nvPr/>
            </p:nvSpPr>
            <p:spPr>
              <a:xfrm>
                <a:off x="176315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8AF16FE1-B2CE-4DA3-B07E-6F5857D145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4004293"/>
                <a:ext cx="792000" cy="522000"/>
              </a:xfrm>
              <a:prstGeom prst="rect">
                <a:avLst/>
              </a:prstGeom>
              <a:blipFill>
                <a:blip r:embed="rId9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E34602-C06B-47E3-88C6-98654F5707F8}"/>
                  </a:ext>
                </a:extLst>
              </p:cNvPr>
              <p:cNvSpPr txBox="1"/>
              <p:nvPr/>
            </p:nvSpPr>
            <p:spPr>
              <a:xfrm>
                <a:off x="1321183" y="445039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E34602-C06B-47E3-88C6-98654F5707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1183" y="4450398"/>
                <a:ext cx="1691654" cy="1356012"/>
              </a:xfrm>
              <a:prstGeom prst="rect">
                <a:avLst/>
              </a:prstGeom>
              <a:blipFill>
                <a:blip r:embed="rId9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3656333" y="5931205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6333" y="5931205"/>
                <a:ext cx="401439" cy="523220"/>
              </a:xfrm>
              <a:prstGeom prst="rect">
                <a:avLst/>
              </a:prstGeom>
              <a:blipFill>
                <a:blip r:embed="rId9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5188087" y="5731537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8087" y="5731537"/>
                <a:ext cx="1570988" cy="872868"/>
              </a:xfrm>
              <a:prstGeom prst="rect">
                <a:avLst/>
              </a:prstGeom>
              <a:blipFill>
                <a:blip r:embed="rId9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6136646" y="5931205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646" y="5931205"/>
                <a:ext cx="988054" cy="523220"/>
              </a:xfrm>
              <a:prstGeom prst="rect">
                <a:avLst/>
              </a:prstGeom>
              <a:blipFill>
                <a:blip r:embed="rId9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4017209" y="5731537"/>
                <a:ext cx="15709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5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5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5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5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5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5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5731537"/>
                <a:ext cx="1570988" cy="899157"/>
              </a:xfrm>
              <a:prstGeom prst="rect">
                <a:avLst/>
              </a:prstGeom>
              <a:blipFill>
                <a:blip r:embed="rId9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blipFill>
                <a:blip r:embed="rId9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TextBox 62">
            <a:extLst>
              <a:ext uri="{FF2B5EF4-FFF2-40B4-BE49-F238E27FC236}">
                <a16:creationId xmlns:a16="http://schemas.microsoft.com/office/drawing/2014/main" id="{03A72F74-E9A7-411D-A5EE-F8DCF6222662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917175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13" grpId="0"/>
      <p:bldP spid="114" grpId="0"/>
      <p:bldP spid="115" grpId="0"/>
      <p:bldP spid="116" grpId="0"/>
      <p:bldP spid="117" grpId="0"/>
      <p:bldP spid="118" grpId="0"/>
      <p:bldP spid="120" grpId="0"/>
      <p:bldP spid="121" grpId="0"/>
      <p:bldP spid="122" grpId="0"/>
      <p:bldP spid="123" grpId="0"/>
      <p:bldP spid="124" grpId="0"/>
      <p:bldP spid="57" grpId="0"/>
      <p:bldP spid="58" grpId="0"/>
      <p:bldP spid="59" grpId="0"/>
      <p:bldP spid="60" grpId="0"/>
      <p:bldP spid="61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8" y="1524107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1524107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69" y="1524107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1524107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4" y="1486821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1486821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3999" y="1486821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1486821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8" y="2902126"/>
                <a:ext cx="3146609" cy="9399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2902126"/>
                <a:ext cx="3146609" cy="93993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353128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128" y="4159928"/>
                <a:ext cx="1640840" cy="907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353128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128" y="5371179"/>
                <a:ext cx="14820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69" y="2901806"/>
                <a:ext cx="3325081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2901806"/>
                <a:ext cx="3325081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280292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0292" y="4158517"/>
                <a:ext cx="1845256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280291" y="5371179"/>
                <a:ext cx="23400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0291" y="5371179"/>
                <a:ext cx="234007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4" y="2901806"/>
                <a:ext cx="3325081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2901806"/>
                <a:ext cx="3325081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341020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41020" y="4159671"/>
                <a:ext cx="1982416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341020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41020" y="5371179"/>
                <a:ext cx="18035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3999" y="2902703"/>
                <a:ext cx="3325081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2902703"/>
                <a:ext cx="3325081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41117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38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11170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411169" y="5371179"/>
                <a:ext cx="23520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2.5333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11169" y="5371179"/>
                <a:ext cx="235203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/>
              <p:nvPr/>
            </p:nvSpPr>
            <p:spPr>
              <a:xfrm>
                <a:off x="7138465" y="782453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465" y="782453"/>
                <a:ext cx="1570988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964C3A8E-F2F3-47BC-ABBB-33C7D4968577}"/>
                  </a:ext>
                </a:extLst>
              </p:cNvPr>
              <p:cNvSpPr txBox="1"/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964C3A8E-F2F3-47BC-ABBB-33C7D49685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59007F7-5793-4888-96A7-91684DDBC732}"/>
                  </a:ext>
                </a:extLst>
              </p:cNvPr>
              <p:cNvSpPr txBox="1"/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59007F7-5793-4888-96A7-91684DDBC7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732E0331-311C-4AC6-91CB-DCAD63E7FD39}"/>
                  </a:ext>
                </a:extLst>
              </p:cNvPr>
              <p:cNvSpPr txBox="1"/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732E0331-311C-4AC6-91CB-DCAD63E7FD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33AA301-1003-4C49-B22E-101A26371356}"/>
                  </a:ext>
                </a:extLst>
              </p:cNvPr>
              <p:cNvSpPr txBox="1"/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33AA301-1003-4C49-B22E-101A263713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7155192-16D9-4F83-99FA-E07EEEE961AB}"/>
                  </a:ext>
                </a:extLst>
              </p:cNvPr>
              <p:cNvSpPr txBox="1"/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7155192-16D9-4F83-99FA-E07EEEE961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94C62BE-721C-49D2-87C5-E9B5EE8C34BD}"/>
                  </a:ext>
                </a:extLst>
              </p:cNvPr>
              <p:cNvSpPr txBox="1"/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94C62BE-721C-49D2-87C5-E9B5EE8C34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F5D0B201-E0B2-4E60-B7E1-D97078F0FB65}"/>
                  </a:ext>
                </a:extLst>
              </p:cNvPr>
              <p:cNvSpPr txBox="1"/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F5D0B201-E0B2-4E60-B7E1-D97078F0FB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5B108B7-E80E-4E11-9A65-BCFA9CFE9ECD}"/>
                  </a:ext>
                </a:extLst>
              </p:cNvPr>
              <p:cNvSpPr txBox="1"/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5B108B7-E80E-4E11-9A65-BCFA9CFE9E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TextBox 59">
            <a:extLst>
              <a:ext uri="{FF2B5EF4-FFF2-40B4-BE49-F238E27FC236}">
                <a16:creationId xmlns:a16="http://schemas.microsoft.com/office/drawing/2014/main" id="{A5E4CCD4-F3D1-4D6E-887E-6263F57A428E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794733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8" grpId="0"/>
      <p:bldP spid="59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0189921" y="5618922"/>
                <a:ext cx="307594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9921" y="5618922"/>
                <a:ext cx="3075940" cy="9959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609A817-3FDE-49B7-8498-64EB507D6E2B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609A817-3FDE-49B7-8498-64EB507D6E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7E18D7D9-4158-4AB7-81DA-688BA1AFF0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8284961"/>
                  </p:ext>
                </p:extLst>
              </p:nvPr>
            </p:nvGraphicFramePr>
            <p:xfrm>
              <a:off x="3337365" y="1363821"/>
              <a:ext cx="224101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41017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7E18D7D9-4158-4AB7-81DA-688BA1AFF0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8284961"/>
                  </p:ext>
                </p:extLst>
              </p:nvPr>
            </p:nvGraphicFramePr>
            <p:xfrm>
              <a:off x="3337365" y="1363821"/>
              <a:ext cx="224101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41017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542" t="-1124" r="-813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7" name="Table 36">
                <a:extLst>
                  <a:ext uri="{FF2B5EF4-FFF2-40B4-BE49-F238E27FC236}">
                    <a16:creationId xmlns:a16="http://schemas.microsoft.com/office/drawing/2014/main" id="{02BCEB7A-DE54-4136-8C40-444483B46B2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7" name="Table 36">
                <a:extLst>
                  <a:ext uri="{FF2B5EF4-FFF2-40B4-BE49-F238E27FC236}">
                    <a16:creationId xmlns:a16="http://schemas.microsoft.com/office/drawing/2014/main" id="{02BCEB7A-DE54-4136-8C40-444483B46B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64396180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3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06197A16-556E-4CAA-8228-D04123D290D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578383" y="1363820"/>
              <a:ext cx="2335386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5386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06197A16-556E-4CAA-8228-D04123D290D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3033266"/>
                  </p:ext>
                </p:extLst>
              </p:nvPr>
            </p:nvGraphicFramePr>
            <p:xfrm>
              <a:off x="5578383" y="1363820"/>
              <a:ext cx="2335386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5386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4"/>
                          <a:stretch>
                            <a:fillRect l="-521" t="-1124" r="-781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933C0AD4-0D71-45B7-AD20-609FFF08DB7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13769" y="1363821"/>
              <a:ext cx="2307461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746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933C0AD4-0D71-45B7-AD20-609FFF08DB7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43092793"/>
                  </p:ext>
                </p:extLst>
              </p:nvPr>
            </p:nvGraphicFramePr>
            <p:xfrm>
              <a:off x="7913769" y="1363821"/>
              <a:ext cx="2307461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746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5"/>
                          <a:stretch>
                            <a:fillRect l="-528" t="-1124" r="-79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8E30E4F-BA58-459D-A83F-1144C36C5143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8E30E4F-BA58-459D-A83F-1144C36C51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8688619-2EB8-4D42-801B-BD2F3BF5259D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8688619-2EB8-4D42-801B-BD2F3BF525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729728F9-8E9C-49C6-AB65-7405E3C041AE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729728F9-8E9C-49C6-AB65-7405E3C041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489A02C-0F35-4345-95DF-499D268FDCB5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489A02C-0F35-4345-95DF-499D268FDC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CD4045C-30C4-4CD2-B1EF-FE412A7F054B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CD4045C-30C4-4CD2-B1EF-FE412A7F0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712663-C653-48B8-8203-B359F11497E2}"/>
                  </a:ext>
                </a:extLst>
              </p:cNvPr>
              <p:cNvSpPr/>
              <p:nvPr/>
            </p:nvSpPr>
            <p:spPr>
              <a:xfrm>
                <a:off x="3917873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712663-C653-48B8-8203-B359F11497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7873" y="1922657"/>
                <a:ext cx="1080000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28973F6-4750-42E7-B436-67F7481884F6}"/>
                  </a:ext>
                </a:extLst>
              </p:cNvPr>
              <p:cNvSpPr/>
              <p:nvPr/>
            </p:nvSpPr>
            <p:spPr>
              <a:xfrm>
                <a:off x="3917873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28973F6-4750-42E7-B436-67F7481884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7873" y="2442990"/>
                <a:ext cx="1080000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4C99B13-C7EF-45F4-AFB3-49335FEA53C1}"/>
                  </a:ext>
                </a:extLst>
              </p:cNvPr>
              <p:cNvSpPr/>
              <p:nvPr/>
            </p:nvSpPr>
            <p:spPr>
              <a:xfrm>
                <a:off x="3917873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4C99B13-C7EF-45F4-AFB3-49335FEA53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7873" y="2963323"/>
                <a:ext cx="1080000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3BC96DD-2FA3-4313-8CD9-3F2336FFAB57}"/>
                  </a:ext>
                </a:extLst>
              </p:cNvPr>
              <p:cNvSpPr/>
              <p:nvPr/>
            </p:nvSpPr>
            <p:spPr>
              <a:xfrm>
                <a:off x="3917873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3BC96DD-2FA3-4313-8CD9-3F2336FFAB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7873" y="3483655"/>
                <a:ext cx="1080000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107F8F7-7862-448E-8E5E-67894BCAC842}"/>
                  </a:ext>
                </a:extLst>
              </p:cNvPr>
              <p:cNvSpPr/>
              <p:nvPr/>
            </p:nvSpPr>
            <p:spPr>
              <a:xfrm>
                <a:off x="3917873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107F8F7-7862-448E-8E5E-67894BCAC8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7873" y="4003683"/>
                <a:ext cx="1080000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5F46A16-0821-46C0-8D49-6F7FD369D131}"/>
                  </a:ext>
                </a:extLst>
              </p:cNvPr>
              <p:cNvSpPr/>
              <p:nvPr/>
            </p:nvSpPr>
            <p:spPr>
              <a:xfrm>
                <a:off x="6208241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5F46A16-0821-46C0-8D49-6F7FD369D1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1919835"/>
                <a:ext cx="1080000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F1574B-FB26-4566-8874-ED8D7E0CA944}"/>
                  </a:ext>
                </a:extLst>
              </p:cNvPr>
              <p:cNvSpPr/>
              <p:nvPr/>
            </p:nvSpPr>
            <p:spPr>
              <a:xfrm>
                <a:off x="6208241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F1574B-FB26-4566-8874-ED8D7E0CA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2440797"/>
                <a:ext cx="1080000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E7A4CBF-EB2D-4A2A-AF13-57FCBA9248F2}"/>
                  </a:ext>
                </a:extLst>
              </p:cNvPr>
              <p:cNvSpPr/>
              <p:nvPr/>
            </p:nvSpPr>
            <p:spPr>
              <a:xfrm>
                <a:off x="6208241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E7A4CBF-EB2D-4A2A-AF13-57FCBA9248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2961759"/>
                <a:ext cx="1080000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E05F07-D046-4F5D-A0A2-D2C6611667D5}"/>
                  </a:ext>
                </a:extLst>
              </p:cNvPr>
              <p:cNvSpPr/>
              <p:nvPr/>
            </p:nvSpPr>
            <p:spPr>
              <a:xfrm>
                <a:off x="6208241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E05F07-D046-4F5D-A0A2-D2C6611667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3482721"/>
                <a:ext cx="1080000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65994DD-4998-45A3-9E17-C66803547600}"/>
                  </a:ext>
                </a:extLst>
              </p:cNvPr>
              <p:cNvSpPr/>
              <p:nvPr/>
            </p:nvSpPr>
            <p:spPr>
              <a:xfrm>
                <a:off x="6208241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65994DD-4998-45A3-9E17-C668035476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4003683"/>
                <a:ext cx="1080000" cy="52322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486FAE6-98EC-47BC-94E6-57015167C710}"/>
                  </a:ext>
                </a:extLst>
              </p:cNvPr>
              <p:cNvSpPr/>
              <p:nvPr/>
            </p:nvSpPr>
            <p:spPr>
              <a:xfrm>
                <a:off x="8539296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486FAE6-98EC-47BC-94E6-57015167C7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1919842"/>
                <a:ext cx="1080000" cy="52322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067FCF7-4A98-4A02-BD80-C7051BC0AAD6}"/>
                  </a:ext>
                </a:extLst>
              </p:cNvPr>
              <p:cNvSpPr/>
              <p:nvPr/>
            </p:nvSpPr>
            <p:spPr>
              <a:xfrm>
                <a:off x="8539296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067FCF7-4A98-4A02-BD80-C7051BC0AA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2443714"/>
                <a:ext cx="1080000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0A4102A-93E9-46CC-B6C4-840B02D2F499}"/>
                  </a:ext>
                </a:extLst>
              </p:cNvPr>
              <p:cNvSpPr/>
              <p:nvPr/>
            </p:nvSpPr>
            <p:spPr>
              <a:xfrm>
                <a:off x="8539296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1792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0A4102A-93E9-46CC-B6C4-840B02D2F4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2967586"/>
                <a:ext cx="1080000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A779BD2-3755-4891-86DF-9BA4AFB0FC4C}"/>
                  </a:ext>
                </a:extLst>
              </p:cNvPr>
              <p:cNvSpPr/>
              <p:nvPr/>
            </p:nvSpPr>
            <p:spPr>
              <a:xfrm>
                <a:off x="8539296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A779BD2-3755-4891-86DF-9BA4AFB0FC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3491458"/>
                <a:ext cx="1080000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4D2FA11E-D27D-45E4-BA79-9766CE93ACF2}"/>
                  </a:ext>
                </a:extLst>
              </p:cNvPr>
              <p:cNvSpPr/>
              <p:nvPr/>
            </p:nvSpPr>
            <p:spPr>
              <a:xfrm>
                <a:off x="8539296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4D2FA11E-D27D-45E4-BA79-9766CE93AC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4015329"/>
                <a:ext cx="1080000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6A94CB4-B829-4954-A2E0-3ACCD6DC2C5A}"/>
                  </a:ext>
                </a:extLst>
              </p:cNvPr>
              <p:cNvSpPr txBox="1"/>
              <p:nvPr/>
            </p:nvSpPr>
            <p:spPr>
              <a:xfrm>
                <a:off x="3389723" y="4597777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6A94CB4-B829-4954-A2E0-3ACCD6DC2C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9723" y="4597777"/>
                <a:ext cx="2630815" cy="1061253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7AC4672-63B9-4648-B5B7-A16954E4F753}"/>
                  </a:ext>
                </a:extLst>
              </p:cNvPr>
              <p:cNvSpPr txBox="1"/>
              <p:nvPr/>
            </p:nvSpPr>
            <p:spPr>
              <a:xfrm>
                <a:off x="5448453" y="4632242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7AC4672-63B9-4648-B5B7-A16954E4F7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8453" y="4632242"/>
                <a:ext cx="2630815" cy="1061253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474B5B-EAB8-4E3D-AE92-F47AA2CAC148}"/>
                  </a:ext>
                </a:extLst>
              </p:cNvPr>
              <p:cNvSpPr txBox="1"/>
              <p:nvPr/>
            </p:nvSpPr>
            <p:spPr>
              <a:xfrm>
                <a:off x="7752092" y="4638069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5222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474B5B-EAB8-4E3D-AE92-F47AA2CAC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2092" y="4638069"/>
                <a:ext cx="2630815" cy="106125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1" name="Table 90">
                <a:extLst>
                  <a:ext uri="{FF2B5EF4-FFF2-40B4-BE49-F238E27FC236}">
                    <a16:creationId xmlns:a16="http://schemas.microsoft.com/office/drawing/2014/main" id="{14189262-DAAC-4CF5-8531-BEA5CCA05AD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1" name="Table 90">
                <a:extLst>
                  <a:ext uri="{FF2B5EF4-FFF2-40B4-BE49-F238E27FC236}">
                    <a16:creationId xmlns:a16="http://schemas.microsoft.com/office/drawing/2014/main" id="{14189262-DAAC-4CF5-8531-BEA5CCA05A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5442657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9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148BD56-6A30-4987-9BE5-911AECC07C75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148BD56-6A30-4987-9BE5-911AECC07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046468BC-0D04-447C-8DA7-483980BC4362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046468BC-0D04-447C-8DA7-483980BC43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59FD3B6-BD0F-4993-895C-45B5DD09E65B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59FD3B6-BD0F-4993-895C-45B5DD09E6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15588479-D8F8-4469-BD93-AFCA8D30AE65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15588479-D8F8-4469-BD93-AFCA8D30A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E0A9E298-CC56-433D-9603-63B062422232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E0A9E298-CC56-433D-9603-63B0624222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4" name="Table 103">
                <a:extLst>
                  <a:ext uri="{FF2B5EF4-FFF2-40B4-BE49-F238E27FC236}">
                    <a16:creationId xmlns:a16="http://schemas.microsoft.com/office/drawing/2014/main" id="{3807CB89-678F-49C3-BBE0-5CC973200B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5041" y="1363821"/>
              <a:ext cx="1919428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19428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4" name="Table 103">
                <a:extLst>
                  <a:ext uri="{FF2B5EF4-FFF2-40B4-BE49-F238E27FC236}">
                    <a16:creationId xmlns:a16="http://schemas.microsoft.com/office/drawing/2014/main" id="{3807CB89-678F-49C3-BBE0-5CC973200B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90558866"/>
                  </p:ext>
                </p:extLst>
              </p:nvPr>
            </p:nvGraphicFramePr>
            <p:xfrm>
              <a:off x="1425041" y="1363821"/>
              <a:ext cx="1919428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19428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5"/>
                          <a:stretch>
                            <a:fillRect l="-316" t="-1124" r="-94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C58D47ED-FD74-404E-9CF3-EBC66D8966A8}"/>
                  </a:ext>
                </a:extLst>
              </p:cNvPr>
              <p:cNvSpPr/>
              <p:nvPr/>
            </p:nvSpPr>
            <p:spPr>
              <a:xfrm>
                <a:off x="1990671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C58D47ED-FD74-404E-9CF3-EBC66D8966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1919835"/>
                <a:ext cx="792000" cy="52200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E60F86C-C7D8-4BBF-AD78-237DE25E095E}"/>
                  </a:ext>
                </a:extLst>
              </p:cNvPr>
              <p:cNvSpPr/>
              <p:nvPr/>
            </p:nvSpPr>
            <p:spPr>
              <a:xfrm>
                <a:off x="1990671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E60F86C-C7D8-4BBF-AD78-237DE25E09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2444832"/>
                <a:ext cx="792000" cy="52200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DC2C2E93-6DCE-4A27-A7E0-94F03312A36E}"/>
                  </a:ext>
                </a:extLst>
              </p:cNvPr>
              <p:cNvSpPr/>
              <p:nvPr/>
            </p:nvSpPr>
            <p:spPr>
              <a:xfrm>
                <a:off x="1990671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DC2C2E93-6DCE-4A27-A7E0-94F03312A3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2969829"/>
                <a:ext cx="792000" cy="52200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848BDF09-7388-4A9D-AEC0-1B94C4950979}"/>
                  </a:ext>
                </a:extLst>
              </p:cNvPr>
              <p:cNvSpPr/>
              <p:nvPr/>
            </p:nvSpPr>
            <p:spPr>
              <a:xfrm>
                <a:off x="1990671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848BDF09-7388-4A9D-AEC0-1B94C49509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3494826"/>
                <a:ext cx="792000" cy="522000"/>
              </a:xfrm>
              <a:prstGeom prst="rect">
                <a:avLst/>
              </a:prstGeom>
              <a:blipFill>
                <a:blip r:embed="rId6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D003D5A-3613-44AC-872E-9FAC209FA67B}"/>
                  </a:ext>
                </a:extLst>
              </p:cNvPr>
              <p:cNvSpPr/>
              <p:nvPr/>
            </p:nvSpPr>
            <p:spPr>
              <a:xfrm>
                <a:off x="1990671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D003D5A-3613-44AC-872E-9FAC209FA6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4004293"/>
                <a:ext cx="792000" cy="522000"/>
              </a:xfrm>
              <a:prstGeom prst="rect">
                <a:avLst/>
              </a:prstGeom>
              <a:blipFill>
                <a:blip r:embed="rId7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4C5CB7F2-B3A4-4876-B28B-1233AC7E9F6A}"/>
                  </a:ext>
                </a:extLst>
              </p:cNvPr>
              <p:cNvSpPr txBox="1"/>
              <p:nvPr/>
            </p:nvSpPr>
            <p:spPr>
              <a:xfrm>
                <a:off x="1379308" y="4597778"/>
                <a:ext cx="2175914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4C5CB7F2-B3A4-4876-B28B-1233AC7E9F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9308" y="4597778"/>
                <a:ext cx="2175914" cy="1061253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TextBox 45">
            <a:extLst>
              <a:ext uri="{FF2B5EF4-FFF2-40B4-BE49-F238E27FC236}">
                <a16:creationId xmlns:a16="http://schemas.microsoft.com/office/drawing/2014/main" id="{D9F1F976-8771-43C0-B436-07B3C6C04F3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857278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4" grpId="0"/>
      <p:bldP spid="55" grpId="0"/>
      <p:bldP spid="56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5222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470241" y="2902126"/>
                <a:ext cx="291084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241" y="2902126"/>
                <a:ext cx="2910840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470241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241" y="4159928"/>
                <a:ext cx="1640840" cy="907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470241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241" y="5371179"/>
                <a:ext cx="14820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358242" y="2901806"/>
                <a:ext cx="3075940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8242" y="2901806"/>
                <a:ext cx="3075940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358242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254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8242" y="4158517"/>
                <a:ext cx="1845256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358241" y="5371179"/>
                <a:ext cx="25692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8241" y="5371179"/>
                <a:ext cx="25692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405607" y="2901806"/>
                <a:ext cx="3075940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5607" y="2901806"/>
                <a:ext cx="3075940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405607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1128 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5607" y="4159671"/>
                <a:ext cx="1982416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405606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75.2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5606" y="5371179"/>
                <a:ext cx="18035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489272" y="2902703"/>
                <a:ext cx="3075940" cy="10257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9272" y="2902703"/>
                <a:ext cx="3075940" cy="102573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489272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5222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9272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489271" y="5371179"/>
                <a:ext cx="27682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348.1333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9271" y="5371179"/>
                <a:ext cx="276821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CE2BF59-FBB1-489E-BAA1-B2C990D8036D}"/>
                  </a:ext>
                </a:extLst>
              </p:cNvPr>
              <p:cNvSpPr txBox="1"/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CE2BF59-FBB1-489E-BAA1-B2C990D803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4348953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F71A6FC-8E59-44D4-9139-29E532BE6016}"/>
                  </a:ext>
                </a:extLst>
              </p:cNvPr>
              <p:cNvSpPr txBox="1"/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F71A6FC-8E59-44D4-9139-29E532BE60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994" y="5377519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F2ECA68-842E-4BAF-B3C1-25E23C5B4FE8}"/>
                  </a:ext>
                </a:extLst>
              </p:cNvPr>
              <p:cNvSpPr txBox="1"/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F2ECA68-842E-4BAF-B3C1-25E23C5B4F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4348953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4EFB9FF-2E92-47FE-8DFB-3FEDE0D12FDC}"/>
                  </a:ext>
                </a:extLst>
              </p:cNvPr>
              <p:cNvSpPr txBox="1"/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4EFB9FF-2E92-47FE-8DFB-3FEDE0D12F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2949" y="5377519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6CC8109-DC31-4C3A-BC8C-945433D3B348}"/>
                  </a:ext>
                </a:extLst>
              </p:cNvPr>
              <p:cNvSpPr txBox="1"/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6CC8109-DC31-4C3A-BC8C-945433D3B3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4348953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BC22822-103C-4938-8680-EA7C59D44D52}"/>
                  </a:ext>
                </a:extLst>
              </p:cNvPr>
              <p:cNvSpPr txBox="1"/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BC22822-103C-4938-8680-EA7C59D44D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4708" y="5377519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E15102C-0AEF-43A3-8194-AD62BA36C731}"/>
                  </a:ext>
                </a:extLst>
              </p:cNvPr>
              <p:cNvSpPr txBox="1"/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E15102C-0AEF-43A3-8194-AD62BA36C7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4348953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123072C7-F486-4699-80D8-F2E124E92128}"/>
                  </a:ext>
                </a:extLst>
              </p:cNvPr>
              <p:cNvSpPr txBox="1"/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123072C7-F486-4699-80D8-F2E124E921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187" y="5377519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E6EE4B10-409C-40F5-9C03-D77B91F50BE5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878614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27" grpId="0"/>
      <p:bldP spid="28" grpId="0"/>
      <p:bldP spid="29" grpId="0"/>
      <p:bldP spid="30" grpId="0"/>
      <p:bldP spid="31" grpId="0"/>
      <p:bldP spid="33" grpId="0"/>
      <p:bldP spid="34" grpId="0"/>
      <p:bldP spid="35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0A0E01-985C-B944-2125-B6963AACD4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D88B11-FCF3-719C-2822-B0FAD9DB613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Calculate the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lang="en-US" dirty="0"/>
                  <a:t>, actual mean and zero for following distribution: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D88B11-FCF3-719C-2822-B0FAD9DB61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blipFill>
                <a:blip r:embed="rId3"/>
                <a:stretch>
                  <a:fillRect l="-1074" t="-2419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2E83D61-B71B-EE2F-CBB2-613A11CD0F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A14311C-9330-B35A-8EF2-7B9F0DC9BEF6}"/>
              </a:ext>
            </a:extLst>
          </p:cNvPr>
          <p:cNvSpPr txBox="1">
            <a:spLocks/>
          </p:cNvSpPr>
          <p:nvPr/>
        </p:nvSpPr>
        <p:spPr>
          <a:xfrm>
            <a:off x="131176" y="328613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30FFF85-23FB-CA20-0328-B4C49386A399}"/>
              </a:ext>
            </a:extLst>
          </p:cNvPr>
          <p:cNvGraphicFramePr>
            <a:graphicFrameLocks noGrp="1"/>
          </p:cNvGraphicFramePr>
          <p:nvPr/>
        </p:nvGraphicFramePr>
        <p:xfrm>
          <a:off x="283576" y="1830509"/>
          <a:ext cx="11641725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834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F3D2FF1-CA2A-448E-A81C-CD3B665307DE}"/>
              </a:ext>
            </a:extLst>
          </p:cNvPr>
          <p:cNvSpPr txBox="1"/>
          <p:nvPr/>
        </p:nvSpPr>
        <p:spPr>
          <a:xfrm>
            <a:off x="1594216" y="348544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75EC523-3039-49F6-B61E-0361D5DE7B9D}"/>
                  </a:ext>
                </a:extLst>
              </p:cNvPr>
              <p:cNvSpPr txBox="1"/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75EC523-3039-49F6-B61E-0361D5DE7B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AFE9804-2D86-40B8-9DB7-70B4C3DBB6FA}"/>
                  </a:ext>
                </a:extLst>
              </p:cNvPr>
              <p:cNvSpPr txBox="1"/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AFE9804-2D86-40B8-9DB7-70B4C3DBB6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592F31A-B74B-41B8-8F9B-80C8418DB405}"/>
                  </a:ext>
                </a:extLst>
              </p:cNvPr>
              <p:cNvSpPr txBox="1"/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592F31A-B74B-41B8-8F9B-80C8418DB4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94082E29-5AF4-4BC3-9BC6-37BC4746C5F7}"/>
              </a:ext>
            </a:extLst>
          </p:cNvPr>
          <p:cNvSpPr txBox="1"/>
          <p:nvPr/>
        </p:nvSpPr>
        <p:spPr>
          <a:xfrm>
            <a:off x="9503553" y="345516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7EBCBE1-ACDB-4A52-8224-5FA8F0DDCDCC}"/>
                  </a:ext>
                </a:extLst>
              </p:cNvPr>
              <p:cNvSpPr txBox="1"/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7EBCBE1-ACDB-4A52-8224-5FA8F0DDCD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13D2B6BF-D644-41C5-819E-35299E0BC377}"/>
              </a:ext>
            </a:extLst>
          </p:cNvPr>
          <p:cNvSpPr txBox="1"/>
          <p:nvPr/>
        </p:nvSpPr>
        <p:spPr>
          <a:xfrm>
            <a:off x="1594216" y="4602326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D8B7613-3A4E-47F0-999E-6F8DD6988D9E}"/>
              </a:ext>
            </a:extLst>
          </p:cNvPr>
          <p:cNvSpPr txBox="1"/>
          <p:nvPr/>
        </p:nvSpPr>
        <p:spPr>
          <a:xfrm>
            <a:off x="1594216" y="5758084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E74A5E17-60C3-42F2-A9B2-DA333BE32880}"/>
                  </a:ext>
                </a:extLst>
              </p:cNvPr>
              <p:cNvSpPr txBox="1"/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E74A5E17-60C3-42F2-A9B2-DA333BE32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0D7F7AEA-7FD8-4525-9D81-116C09D7CF12}"/>
              </a:ext>
            </a:extLst>
          </p:cNvPr>
          <p:cNvSpPr txBox="1"/>
          <p:nvPr/>
        </p:nvSpPr>
        <p:spPr>
          <a:xfrm>
            <a:off x="9523363" y="5966724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7EB37A6-4CB1-4868-886E-71B3A04EE432}"/>
              </a:ext>
            </a:extLst>
          </p:cNvPr>
          <p:cNvSpPr txBox="1"/>
          <p:nvPr/>
        </p:nvSpPr>
        <p:spPr>
          <a:xfrm>
            <a:off x="3045723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E059B36-118F-4CBD-8AB3-E464B8721BE1}"/>
              </a:ext>
            </a:extLst>
          </p:cNvPr>
          <p:cNvSpPr txBox="1"/>
          <p:nvPr/>
        </p:nvSpPr>
        <p:spPr>
          <a:xfrm>
            <a:off x="5378035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E2C9F57-2431-42F5-999F-64CF93F505F1}"/>
              </a:ext>
            </a:extLst>
          </p:cNvPr>
          <p:cNvSpPr txBox="1"/>
          <p:nvPr/>
        </p:nvSpPr>
        <p:spPr>
          <a:xfrm>
            <a:off x="7710347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2817458-5D6C-4E01-B198-17F773CEB628}"/>
              </a:ext>
            </a:extLst>
          </p:cNvPr>
          <p:cNvSpPr txBox="1"/>
          <p:nvPr/>
        </p:nvSpPr>
        <p:spPr>
          <a:xfrm>
            <a:off x="10042658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AECB3E4-C0CE-4A5A-B18E-46665788E668}"/>
              </a:ext>
            </a:extLst>
          </p:cNvPr>
          <p:cNvSpPr txBox="1"/>
          <p:nvPr/>
        </p:nvSpPr>
        <p:spPr>
          <a:xfrm>
            <a:off x="3453896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AF2D663-F98C-4094-9EB0-427B13C80FCB}"/>
              </a:ext>
            </a:extLst>
          </p:cNvPr>
          <p:cNvSpPr txBox="1"/>
          <p:nvPr/>
        </p:nvSpPr>
        <p:spPr>
          <a:xfrm>
            <a:off x="5786207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65786AA-CE93-4400-8CEB-2E1DDEDD455F}"/>
              </a:ext>
            </a:extLst>
          </p:cNvPr>
          <p:cNvSpPr txBox="1"/>
          <p:nvPr/>
        </p:nvSpPr>
        <p:spPr>
          <a:xfrm>
            <a:off x="8177786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862AD6F-1FD2-4174-AADB-C728F9F8DCB6}"/>
              </a:ext>
            </a:extLst>
          </p:cNvPr>
          <p:cNvSpPr txBox="1"/>
          <p:nvPr/>
        </p:nvSpPr>
        <p:spPr>
          <a:xfrm>
            <a:off x="10450830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1209801-E87C-42AB-8A74-54020568FF34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75397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82561957"/>
                  </p:ext>
                </p:extLst>
              </p:nvPr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62" t="-1124" r="-168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73400840"/>
                  </p:ext>
                </p:extLst>
              </p:nvPr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4954496"/>
                  </p:ext>
                </p:extLst>
              </p:nvPr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8476099"/>
                  </p:ext>
                </p:extLst>
              </p:nvPr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543609"/>
                  </p:ext>
                </p:extLst>
              </p:nvPr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07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−9000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9000129" y="5519814"/>
                <a:ext cx="3309850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0129" y="5519814"/>
                <a:ext cx="3309850" cy="9991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65063265"/>
                  </p:ext>
                </p:extLst>
              </p:nvPr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3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a</m:t>
                                    </m: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04033103"/>
                  </p:ext>
                </p:extLst>
              </p:nvPr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8"/>
                          <a:stretch>
                            <a:fillRect l="-615" t="-1124" r="-923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/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/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/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/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2" name="Table 81">
                <a:extLst>
                  <a:ext uri="{FF2B5EF4-FFF2-40B4-BE49-F238E27FC236}">
                    <a16:creationId xmlns:a16="http://schemas.microsoft.com/office/drawing/2014/main" id="{2FFA7CE1-23FD-4E64-81C5-BB642B27EE0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2" name="Table 81">
                <a:extLst>
                  <a:ext uri="{FF2B5EF4-FFF2-40B4-BE49-F238E27FC236}">
                    <a16:creationId xmlns:a16="http://schemas.microsoft.com/office/drawing/2014/main" id="{2FFA7CE1-23FD-4E64-81C5-BB642B27EE0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24471683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3" name="TextBox 82">
            <a:extLst>
              <a:ext uri="{FF2B5EF4-FFF2-40B4-BE49-F238E27FC236}">
                <a16:creationId xmlns:a16="http://schemas.microsoft.com/office/drawing/2014/main" id="{547169B4-5FF1-4FBB-AB29-8FC1B879E3DE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B2DC1C3-284B-4621-965E-115AFC2041F5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FB26F83-768D-4D4C-8F77-34F3A130AEC4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2C95120-80B3-436D-9DC1-430ADADDCDB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EF834C2-FBD8-4106-8E47-5FD75D59567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025044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7" grpId="0"/>
      <p:bldP spid="58" grpId="0"/>
      <p:bldP spid="59" grpId="0"/>
      <p:bldP spid="60" grpId="0"/>
      <p:bldP spid="62" grpId="0"/>
      <p:bldP spid="63" grpId="0"/>
      <p:bldP spid="64" grpId="0"/>
      <p:bldP spid="65" grpId="0"/>
      <p:bldP spid="67" grpId="0"/>
      <p:bldP spid="68" grpId="0"/>
      <p:bldP spid="69" grpId="0"/>
      <p:bldP spid="70" grpId="0"/>
      <p:bldP spid="73" grpId="0"/>
      <p:bldP spid="74" grpId="0"/>
      <p:bldP spid="75" grpId="0"/>
      <p:bldP spid="50" grpId="0"/>
      <p:bldP spid="51" grpId="0"/>
      <p:bldP spid="79" grpId="0"/>
      <p:bldP spid="80" grpId="0"/>
      <p:bldP spid="72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210000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7322013" y="1402691"/>
                <a:ext cx="22251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−30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1402691"/>
                <a:ext cx="2225195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7322013" y="2580317"/>
                <a:ext cx="19534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900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2580317"/>
                <a:ext cx="1953455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−9000 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−900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7322013" y="4983127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210000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4983127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21000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586726C9-DCC7-4C6B-852B-9F534092B76C}"/>
                  </a:ext>
                </a:extLst>
              </p:cNvPr>
              <p:cNvSpPr txBox="1"/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586726C9-DCC7-4C6B-852B-9F534092B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D38101-B6A0-422A-A9E1-0199E8A11AD3}"/>
                  </a:ext>
                </a:extLst>
              </p:cNvPr>
              <p:cNvSpPr txBox="1"/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D38101-B6A0-422A-A9E1-0199E8A11A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DC69E6-073B-407D-9AE7-D793E5074AF8}"/>
                  </a:ext>
                </a:extLst>
              </p:cNvPr>
              <p:cNvSpPr txBox="1"/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DC69E6-073B-407D-9AE7-D793E507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0461F1-5999-4220-9BF7-05CAAD9D92EE}"/>
                  </a:ext>
                </a:extLst>
              </p:cNvPr>
              <p:cNvSpPr txBox="1"/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0461F1-5999-4220-9BF7-05CAAD9D92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C4A203F-9427-4D1C-90D3-DDAEA56382EF}"/>
                  </a:ext>
                </a:extLst>
              </p:cNvPr>
              <p:cNvSpPr txBox="1"/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C4A203F-9427-4D1C-90D3-DDAEA56382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4F41AD-CA88-4FCE-AE57-DFC542C5DADC}"/>
                  </a:ext>
                </a:extLst>
              </p:cNvPr>
              <p:cNvSpPr txBox="1"/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4F41AD-CA88-4FCE-AE57-DFC542C5DA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645EBED-0E3D-4F83-B940-FBE2A24FED10}"/>
                  </a:ext>
                </a:extLst>
              </p:cNvPr>
              <p:cNvSpPr txBox="1"/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645EBED-0E3D-4F83-B940-FBE2A24FED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5777FBC5-B744-4907-95F0-53D333212EB2}"/>
                  </a:ext>
                </a:extLst>
              </p:cNvPr>
              <p:cNvSpPr txBox="1"/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5777FBC5-B744-4907-95F0-53D333212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EAF820-F6F6-4BA9-9BB4-FD52E4BC2AE8}"/>
                  </a:ext>
                </a:extLst>
              </p:cNvPr>
              <p:cNvSpPr txBox="1"/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EAF820-F6F6-4BA9-9BB4-FD52E4BC2A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3E05E68-402D-406C-9AA7-4B2D5906CEBE}"/>
                  </a:ext>
                </a:extLst>
              </p:cNvPr>
              <p:cNvSpPr txBox="1"/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3E05E68-402D-406C-9AA7-4B2D5906CE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2C4F031-2F36-49C2-BC66-4CBDE5FA8DCC}"/>
                  </a:ext>
                </a:extLst>
              </p:cNvPr>
              <p:cNvSpPr txBox="1"/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2C4F031-2F36-49C2-BC66-4CBDE5FA8D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51A29C2-048F-4411-B02C-D9AB3E338A5C}"/>
                  </a:ext>
                </a:extLst>
              </p:cNvPr>
              <p:cNvSpPr txBox="1"/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51A29C2-048F-4411-B02C-D9AB3E338A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TextBox 64">
            <a:extLst>
              <a:ext uri="{FF2B5EF4-FFF2-40B4-BE49-F238E27FC236}">
                <a16:creationId xmlns:a16="http://schemas.microsoft.com/office/drawing/2014/main" id="{F8EEE644-E610-4519-A95E-77D567B5CC2D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9892126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9" grpId="0"/>
      <p:bldP spid="60" grpId="0"/>
      <p:bldP spid="61" grpId="0"/>
      <p:bldP spid="62" grpId="0"/>
      <p:bldP spid="63" grpId="0"/>
      <p:bldP spid="64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4770121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1868822"/>
                <a:ext cx="4014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5130997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2865936"/>
                <a:ext cx="1570988" cy="8728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5130997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3939608"/>
                <a:ext cx="98805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5130997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1669154"/>
                <a:ext cx="1570988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6110227"/>
                  </p:ext>
                </p:extLst>
              </p:nvPr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51203352"/>
                  </p:ext>
                </p:extLst>
              </p:nvPr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9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89206113"/>
                  </p:ext>
                </p:extLst>
              </p:nvPr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74836507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3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/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TextBox 30">
            <a:extLst>
              <a:ext uri="{FF2B5EF4-FFF2-40B4-BE49-F238E27FC236}">
                <a16:creationId xmlns:a16="http://schemas.microsoft.com/office/drawing/2014/main" id="{D930D344-3DBE-4B38-8A2F-C72CF1C59BAD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224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  <p:bldP spid="72" grpId="0"/>
      <p:bldP spid="73" grpId="0"/>
      <p:bldP spid="74" grpId="0"/>
      <p:bldP spid="75" grpId="0"/>
      <p:bldP spid="153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8914025" y="5494179"/>
                <a:ext cx="3652087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4025" y="5494179"/>
                <a:ext cx="3652087" cy="100501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60765267"/>
                  </p:ext>
                </p:extLst>
              </p:nvPr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2" t="-1124" r="-168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41490492"/>
                  </p:ext>
                </p:extLst>
              </p:nvPr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6" name="Table 65">
                <a:extLst>
                  <a:ext uri="{FF2B5EF4-FFF2-40B4-BE49-F238E27FC236}">
                    <a16:creationId xmlns:a16="http://schemas.microsoft.com/office/drawing/2014/main" id="{D3B9393E-C6E1-4CFE-937F-9E9AC3663DD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6" name="Table 65">
                <a:extLst>
                  <a:ext uri="{FF2B5EF4-FFF2-40B4-BE49-F238E27FC236}">
                    <a16:creationId xmlns:a16="http://schemas.microsoft.com/office/drawing/2014/main" id="{D3B9393E-C6E1-4CFE-937F-9E9AC3663DD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62577604"/>
                  </p:ext>
                </p:extLst>
              </p:nvPr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17716670"/>
                  </p:ext>
                </p:extLst>
              </p:nvPr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07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/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/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/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/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00F3472-8FAD-4E4B-BAA8-4BFBAF2D3897}"/>
                  </a:ext>
                </a:extLst>
              </p:cNvPr>
              <p:cNvSpPr/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−4913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00F3472-8FAD-4E4B-BAA8-4BFBAF2D38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A9322637-1D6D-4BDD-8BB7-D292E148F5A0}"/>
                  </a:ext>
                </a:extLst>
              </p:cNvPr>
              <p:cNvSpPr/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A9322637-1D6D-4BDD-8BB7-D292E148F5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3FD7417-AB19-4C6D-B1BE-7875A065A19B}"/>
                  </a:ext>
                </a:extLst>
              </p:cNvPr>
              <p:cNvSpPr/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3FD7417-AB19-4C6D-B1BE-7875A065A1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1D2A860-4BB8-4D7E-91FD-E4E4D1D1C3B5}"/>
                  </a:ext>
                </a:extLst>
              </p:cNvPr>
              <p:cNvSpPr/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1D2A860-4BB8-4D7E-91FD-E4E4D1D1C3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/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83521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/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7203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/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/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57122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/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95DBC9E4-B040-4681-B72C-7DB170C3A9A8}"/>
                  </a:ext>
                </a:extLst>
              </p:cNvPr>
              <p:cNvSpPr txBox="1"/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95DBC9E4-B040-4681-B72C-7DB170C3A9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/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2" name="Table 141">
                <a:extLst>
                  <a:ext uri="{FF2B5EF4-FFF2-40B4-BE49-F238E27FC236}">
                    <a16:creationId xmlns:a16="http://schemas.microsoft.com/office/drawing/2014/main" id="{06D0E39C-8877-4470-A34D-703D5F43C90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2" name="Table 141">
                <a:extLst>
                  <a:ext uri="{FF2B5EF4-FFF2-40B4-BE49-F238E27FC236}">
                    <a16:creationId xmlns:a16="http://schemas.microsoft.com/office/drawing/2014/main" id="{06D0E39C-8877-4470-A34D-703D5F43C90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18327488"/>
                  </p:ext>
                </p:extLst>
              </p:nvPr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7"/>
                          <a:stretch>
                            <a:fillRect l="-615" t="-1124" r="-923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26BE6D01-A4E8-437B-8A3D-EA39C72FBC33}"/>
                  </a:ext>
                </a:extLst>
              </p:cNvPr>
              <p:cNvSpPr/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26BE6D01-A4E8-437B-8A3D-EA39C72FBC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B1120258-D3A6-4CAB-A109-D22C6904D827}"/>
                  </a:ext>
                </a:extLst>
              </p:cNvPr>
              <p:cNvSpPr/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B1120258-D3A6-4CAB-A109-D22C6904D8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020956B7-8987-48E6-A4A2-6F4692A24B02}"/>
                  </a:ext>
                </a:extLst>
              </p:cNvPr>
              <p:cNvSpPr/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020956B7-8987-48E6-A4A2-6F4692A24B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EBD3CFE2-B85C-4E81-BCE2-C93F8EED3253}"/>
                  </a:ext>
                </a:extLst>
              </p:cNvPr>
              <p:cNvSpPr/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EBD3CFE2-B85C-4E81-BCE2-C93F8EED3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703DE331-2C46-495B-87C4-E4C74E3109FE}"/>
                  </a:ext>
                </a:extLst>
              </p:cNvPr>
              <p:cNvSpPr txBox="1"/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703DE331-2C46-495B-87C4-E4C74E3109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3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/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2" name="TextBox 51">
            <a:extLst>
              <a:ext uri="{FF2B5EF4-FFF2-40B4-BE49-F238E27FC236}">
                <a16:creationId xmlns:a16="http://schemas.microsoft.com/office/drawing/2014/main" id="{F2A24C9E-8886-4AE6-994E-B33852AD49EF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80601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  <p:bldP spid="78" grpId="0"/>
      <p:bldP spid="125" grpId="0"/>
      <p:bldP spid="126" grpId="0"/>
      <p:bldP spid="127" grpId="0"/>
      <p:bldP spid="128" grpId="0"/>
      <p:bldP spid="129" grpId="0"/>
      <p:bldP spid="130" grpId="0"/>
      <p:bldP spid="131" grpId="0"/>
      <p:bldP spid="132" grpId="0"/>
      <p:bldP spid="133" grpId="0"/>
      <p:bldP spid="134" grpId="0"/>
      <p:bldP spid="135" grpId="0"/>
      <p:bldP spid="136" grpId="0"/>
      <p:bldP spid="143" grpId="0"/>
      <p:bldP spid="144" grpId="0"/>
      <p:bldP spid="145" grpId="0"/>
      <p:bldP spid="146" grpId="0"/>
      <p:bldP spid="147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C21DA0D-610B-4529-A251-306B75C2033C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C21DA0D-610B-4529-A251-306B75C203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1166612-6087-4304-8C08-0B19BE647033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1166612-6087-4304-8C08-0B19BE6470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B0079C-7BF6-4297-A7AA-99CC167C8C07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B0079C-7BF6-4297-A7AA-99CC167C8C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039D492-B5E4-4489-B995-8950FDC71815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039D492-B5E4-4489-B995-8950FDC718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AF2539B-071C-4BA4-90C1-69BE34A5D857}"/>
                  </a:ext>
                </a:extLst>
              </p:cNvPr>
              <p:cNvSpPr txBox="1"/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AF2539B-071C-4BA4-90C1-69BE34A5D8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0B668139-E1FD-4728-85DB-4107E0E611FB}"/>
                  </a:ext>
                </a:extLst>
              </p:cNvPr>
              <p:cNvSpPr txBox="1"/>
              <p:nvPr/>
            </p:nvSpPr>
            <p:spPr>
              <a:xfrm>
                <a:off x="7322013" y="1402691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0B668139-E1FD-4728-85DB-4107E0E611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1402691"/>
                <a:ext cx="222519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9FA20-8D7A-489D-93C3-9082769B6E30}"/>
                  </a:ext>
                </a:extLst>
              </p:cNvPr>
              <p:cNvSpPr txBox="1"/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9FA20-8D7A-489D-93C3-9082769B6E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7CFF7961-0747-449D-BBD0-20C0FF5F22FF}"/>
                  </a:ext>
                </a:extLst>
              </p:cNvPr>
              <p:cNvSpPr txBox="1"/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7CFF7961-0747-449D-BBD0-20C0FF5F2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C00E27E-2419-47C3-839D-355036CC3E3D}"/>
                  </a:ext>
                </a:extLst>
              </p:cNvPr>
              <p:cNvSpPr txBox="1"/>
              <p:nvPr/>
            </p:nvSpPr>
            <p:spPr>
              <a:xfrm>
                <a:off x="7322013" y="2580317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810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C00E27E-2419-47C3-839D-355036CC3E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2580317"/>
                <a:ext cx="1953455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D7A8674-E533-4ACF-A0CD-C9936139A235}"/>
                  </a:ext>
                </a:extLst>
              </p:cNvPr>
              <p:cNvSpPr txBox="1"/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D7A8674-E533-4ACF-A0CD-C9936139A2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022709B-5779-4514-B361-87121C097AA1}"/>
                  </a:ext>
                </a:extLst>
              </p:cNvPr>
              <p:cNvSpPr txBox="1"/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022709B-5779-4514-B361-87121C097A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628A065-61F1-4346-9C69-68120F96DFF7}"/>
                  </a:ext>
                </a:extLst>
              </p:cNvPr>
              <p:cNvSpPr txBox="1"/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−1440 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628A065-61F1-4346-9C69-68120F96DF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4090898-F2AF-4C1E-A869-089437827E69}"/>
                  </a:ext>
                </a:extLst>
              </p:cNvPr>
              <p:cNvSpPr txBox="1"/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−144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4090898-F2AF-4C1E-A869-089437827E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EF9A24C-4FFC-4366-B7E0-23650F7BA6EC}"/>
                  </a:ext>
                </a:extLst>
              </p:cNvPr>
              <p:cNvSpPr txBox="1"/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EF9A24C-4FFC-4366-B7E0-23650F7BA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67C6D62-C487-425B-9276-F56747F4F931}"/>
                  </a:ext>
                </a:extLst>
              </p:cNvPr>
              <p:cNvSpPr txBox="1"/>
              <p:nvPr/>
            </p:nvSpPr>
            <p:spPr>
              <a:xfrm>
                <a:off x="7322013" y="4983127"/>
                <a:ext cx="2352040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148170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67C6D62-C487-425B-9276-F56747F4F9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4983127"/>
                <a:ext cx="2352040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E8B0E5B-E4CA-4E55-9D75-593FB4FA2312}"/>
                  </a:ext>
                </a:extLst>
              </p:cNvPr>
              <p:cNvSpPr txBox="1"/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E8B0E5B-E4CA-4E55-9D75-593FB4FA23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89C243D-7B49-4B4D-AAFB-C9F8D9681385}"/>
                  </a:ext>
                </a:extLst>
              </p:cNvPr>
              <p:cNvSpPr txBox="1"/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89C243D-7B49-4B4D-AAFB-C9F8D9681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5F59259-5329-4A09-9A9E-97DF549ED677}"/>
                  </a:ext>
                </a:extLst>
              </p:cNvPr>
              <p:cNvSpPr txBox="1"/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5F59259-5329-4A09-9A9E-97DF549ED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39529FD-CC84-41EE-A61D-F28147265BA9}"/>
                  </a:ext>
                </a:extLst>
              </p:cNvPr>
              <p:cNvSpPr txBox="1"/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39529FD-CC84-41EE-A61D-F28147265B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65FE969-E2EA-403A-A9E6-033A69E6E16F}"/>
                  </a:ext>
                </a:extLst>
              </p:cNvPr>
              <p:cNvSpPr txBox="1"/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65FE969-E2EA-403A-A9E6-033A69E6E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5304E3F-9331-4226-9851-812524C89015}"/>
                  </a:ext>
                </a:extLst>
              </p:cNvPr>
              <p:cNvSpPr txBox="1"/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5304E3F-9331-4226-9851-812524C890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4303400-1C2C-4748-B1E9-A2F94A92B167}"/>
                  </a:ext>
                </a:extLst>
              </p:cNvPr>
              <p:cNvSpPr txBox="1"/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4303400-1C2C-4748-B1E9-A2F94A92B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65EC54-84E2-43AF-AD7D-935AF8C60187}"/>
                  </a:ext>
                </a:extLst>
              </p:cNvPr>
              <p:cNvSpPr txBox="1"/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65EC54-84E2-43AF-AD7D-935AF8C60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3983A8F-773D-4882-ADA2-01425F886C0C}"/>
                  </a:ext>
                </a:extLst>
              </p:cNvPr>
              <p:cNvSpPr txBox="1"/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3983A8F-773D-4882-ADA2-01425F886C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346070C3-9C57-4759-B748-9F5BE04B7018}"/>
                  </a:ext>
                </a:extLst>
              </p:cNvPr>
              <p:cNvSpPr txBox="1"/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346070C3-9C57-4759-B748-9F5BE04B7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1C47663-C64E-4474-8964-652804A3B14F}"/>
                  </a:ext>
                </a:extLst>
              </p:cNvPr>
              <p:cNvSpPr txBox="1"/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1C47663-C64E-4474-8964-652804A3B1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2E0124A-005F-43C8-AEFA-32A6C4F7C31F}"/>
                  </a:ext>
                </a:extLst>
              </p:cNvPr>
              <p:cNvSpPr txBox="1"/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2E0124A-005F-43C8-AEFA-32A6C4F7C3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999554F-DF53-4C03-9D28-E22541359CE9}"/>
                  </a:ext>
                </a:extLst>
              </p:cNvPr>
              <p:cNvSpPr txBox="1"/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999554F-DF53-4C03-9D28-E22541359C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3FD89-E39C-4F9E-9BEE-C54022B0B74C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3FD89-E39C-4F9E-9BEE-C54022B0B7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D4A893-BC93-471D-AE05-8988D0BD68CC}"/>
                  </a:ext>
                </a:extLst>
              </p:cNvPr>
              <p:cNvSpPr txBox="1"/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D4A893-BC93-471D-AE05-8988D0BD6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TextBox 71">
            <a:extLst>
              <a:ext uri="{FF2B5EF4-FFF2-40B4-BE49-F238E27FC236}">
                <a16:creationId xmlns:a16="http://schemas.microsoft.com/office/drawing/2014/main" id="{6E1B6B59-F1AB-439A-8AEF-0A6690933B68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636495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0189921" y="5618922"/>
                <a:ext cx="307594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9921" y="5618922"/>
                <a:ext cx="3075940" cy="9959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EA85902A-3261-4F9E-9238-D49368A0223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52575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EA85902A-3261-4F9E-9238-D49368A0223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2946691"/>
                  </p:ext>
                </p:extLst>
              </p:nvPr>
            </p:nvGraphicFramePr>
            <p:xfrm>
              <a:off x="452575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B0E8F2C-1763-4359-9984-D5D2FAD4BB1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B0E8F2C-1763-4359-9984-D5D2FAD4BB1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3E7AAF4-BA45-4E7C-B7D2-25C85BAC452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500740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3E7AAF4-BA45-4E7C-B7D2-25C85BAC45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70288736"/>
                  </p:ext>
                </p:extLst>
              </p:nvPr>
            </p:nvGraphicFramePr>
            <p:xfrm>
              <a:off x="6500740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97C63938-BFF5-4409-92C3-B445D8DDEE8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48074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97C63938-BFF5-4409-92C3-B445D8DDEE8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94162379"/>
                  </p:ext>
                </p:extLst>
              </p:nvPr>
            </p:nvGraphicFramePr>
            <p:xfrm>
              <a:off x="848074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FCF027A5-50CF-44B5-94DD-101EAEE953CB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FCF027A5-50CF-44B5-94DD-101EAEE953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6FFAB87-8DF3-45C2-B788-E7F5FF7A24BA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6FFAB87-8DF3-45C2-B788-E7F5FF7A2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BCB206B-D461-4BA3-8BFE-186AEEB8F3DA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BCB206B-D461-4BA3-8BFE-186AEEB8F3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A234969-CBD3-4E4F-8F7D-DD2455B00C67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A234969-CBD3-4E4F-8F7D-DD2455B00C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2DB1DF-7111-413C-9159-DFD5155BB20D}"/>
                  </a:ext>
                </a:extLst>
              </p:cNvPr>
              <p:cNvSpPr/>
              <p:nvPr/>
            </p:nvSpPr>
            <p:spPr>
              <a:xfrm>
                <a:off x="4946858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2DB1DF-7111-413C-9159-DFD5155BB2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1911213"/>
                <a:ext cx="1080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74C9D1C-4B81-4A23-A48A-92DFFC6818D0}"/>
                  </a:ext>
                </a:extLst>
              </p:cNvPr>
              <p:cNvSpPr/>
              <p:nvPr/>
            </p:nvSpPr>
            <p:spPr>
              <a:xfrm>
                <a:off x="4946858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74C9D1C-4B81-4A23-A48A-92DFFC6818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2436532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E9368F-EEB2-42D5-8E34-F9FDBD4851C6}"/>
                  </a:ext>
                </a:extLst>
              </p:cNvPr>
              <p:cNvSpPr/>
              <p:nvPr/>
            </p:nvSpPr>
            <p:spPr>
              <a:xfrm>
                <a:off x="4946858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E9368F-EEB2-42D5-8E34-F9FDBD485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2961851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51A1737-E64D-42DC-B7D9-3AF4C0C10F95}"/>
                  </a:ext>
                </a:extLst>
              </p:cNvPr>
              <p:cNvSpPr/>
              <p:nvPr/>
            </p:nvSpPr>
            <p:spPr>
              <a:xfrm>
                <a:off x="4946858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51A1737-E64D-42DC-B7D9-3AF4C0C10F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3487169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CABD75D-6BC5-4C4A-B887-B0EDDB50C83A}"/>
                  </a:ext>
                </a:extLst>
              </p:cNvPr>
              <p:cNvSpPr/>
              <p:nvPr/>
            </p:nvSpPr>
            <p:spPr>
              <a:xfrm>
                <a:off x="6762718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CABD75D-6BC5-4C4A-B887-B0EDDB50C8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1911213"/>
                <a:ext cx="13068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588E56-AA46-4289-8965-4F4134E57952}"/>
                  </a:ext>
                </a:extLst>
              </p:cNvPr>
              <p:cNvSpPr/>
              <p:nvPr/>
            </p:nvSpPr>
            <p:spPr>
              <a:xfrm>
                <a:off x="6762718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588E56-AA46-4289-8965-4F4134E579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2436532"/>
                <a:ext cx="13068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91EA31-C8B4-4C76-B5EB-FE79FD782285}"/>
                  </a:ext>
                </a:extLst>
              </p:cNvPr>
              <p:cNvSpPr/>
              <p:nvPr/>
            </p:nvSpPr>
            <p:spPr>
              <a:xfrm>
                <a:off x="6762718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91EA31-C8B4-4C76-B5EB-FE79FD7822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2961851"/>
                <a:ext cx="13068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B746A0-5973-41D1-88CA-13F9262C36EC}"/>
                  </a:ext>
                </a:extLst>
              </p:cNvPr>
              <p:cNvSpPr/>
              <p:nvPr/>
            </p:nvSpPr>
            <p:spPr>
              <a:xfrm>
                <a:off x="6762718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85750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B746A0-5973-41D1-88CA-13F9262C36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3487169"/>
                <a:ext cx="13068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84518BD-4E48-4907-8D54-89396B115716}"/>
                  </a:ext>
                </a:extLst>
              </p:cNvPr>
              <p:cNvSpPr/>
              <p:nvPr/>
            </p:nvSpPr>
            <p:spPr>
              <a:xfrm>
                <a:off x="8575308" y="191121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84518BD-4E48-4907-8D54-89396B1157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1911213"/>
                <a:ext cx="173935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8BB639F-1EA7-49B2-8197-426078722D4E}"/>
                  </a:ext>
                </a:extLst>
              </p:cNvPr>
              <p:cNvSpPr/>
              <p:nvPr/>
            </p:nvSpPr>
            <p:spPr>
              <a:xfrm>
                <a:off x="8575308" y="2436532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151875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8BB639F-1EA7-49B2-8197-426078722D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2436532"/>
                <a:ext cx="1739351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9DF8043-222A-42F9-9459-F2939294453E}"/>
                  </a:ext>
                </a:extLst>
              </p:cNvPr>
              <p:cNvSpPr/>
              <p:nvPr/>
            </p:nvSpPr>
            <p:spPr>
              <a:xfrm>
                <a:off x="8575308" y="2961851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1562500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9DF8043-222A-42F9-9459-F293929445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2961851"/>
                <a:ext cx="173935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26A3756-759D-458F-889A-944E68B7F761}"/>
                  </a:ext>
                </a:extLst>
              </p:cNvPr>
              <p:cNvSpPr/>
              <p:nvPr/>
            </p:nvSpPr>
            <p:spPr>
              <a:xfrm>
                <a:off x="8575308" y="3487169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3001250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26A3756-759D-458F-889A-944E68B7F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3487169"/>
                <a:ext cx="173935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E4C8426-FC94-45AF-B4F6-54FD06DBCFC9}"/>
                  </a:ext>
                </a:extLst>
              </p:cNvPr>
              <p:cNvSpPr txBox="1"/>
              <p:nvPr/>
            </p:nvSpPr>
            <p:spPr>
              <a:xfrm>
                <a:off x="4423106" y="3923883"/>
                <a:ext cx="2127503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E4C8426-FC94-45AF-B4F6-54FD06DBCF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23106" y="3923883"/>
                <a:ext cx="2127503" cy="1356012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2AFCF29-77A7-46A1-9163-972B9AD9D74B}"/>
                  </a:ext>
                </a:extLst>
              </p:cNvPr>
              <p:cNvSpPr txBox="1"/>
              <p:nvPr/>
            </p:nvSpPr>
            <p:spPr>
              <a:xfrm>
                <a:off x="6314222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2AFCF29-77A7-46A1-9163-972B9AD9D7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4222" y="3923883"/>
                <a:ext cx="2376000" cy="1356012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C4F7488D-328D-4C9E-B497-CCA9B16AE3F0}"/>
                  </a:ext>
                </a:extLst>
              </p:cNvPr>
              <p:cNvSpPr txBox="1"/>
              <p:nvPr/>
            </p:nvSpPr>
            <p:spPr>
              <a:xfrm>
                <a:off x="8318093" y="3939626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C4F7488D-328D-4C9E-B497-CCA9B16AE3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18093" y="3939626"/>
                <a:ext cx="2376000" cy="1356012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9" name="Table 98">
                <a:extLst>
                  <a:ext uri="{FF2B5EF4-FFF2-40B4-BE49-F238E27FC236}">
                    <a16:creationId xmlns:a16="http://schemas.microsoft.com/office/drawing/2014/main" id="{30FC0D8B-E64B-46FC-85DC-CACB71C13E4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9" name="Table 98">
                <a:extLst>
                  <a:ext uri="{FF2B5EF4-FFF2-40B4-BE49-F238E27FC236}">
                    <a16:creationId xmlns:a16="http://schemas.microsoft.com/office/drawing/2014/main" id="{30FC0D8B-E64B-46FC-85DC-CACB71C13E4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6A29039-E684-4E7F-931A-8525C5E1E19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6A29039-E684-4E7F-931A-8525C5E1E1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12CC9587-14F6-4DA5-AC09-282E619D058F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12CC9587-14F6-4DA5-AC09-282E619D05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69F2771-C359-426D-B071-291FFF4F0EC8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69F2771-C359-426D-B071-291FFF4F0E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9416EDF-4F46-4BD8-841B-0475B96CC1F2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9416EDF-4F46-4BD8-841B-0475B96CC1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7" name="Table 116">
                <a:extLst>
                  <a:ext uri="{FF2B5EF4-FFF2-40B4-BE49-F238E27FC236}">
                    <a16:creationId xmlns:a16="http://schemas.microsoft.com/office/drawing/2014/main" id="{6B5E6CB1-782D-439D-9FFD-27694F0F2C6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7" name="Table 116">
                <a:extLst>
                  <a:ext uri="{FF2B5EF4-FFF2-40B4-BE49-F238E27FC236}">
                    <a16:creationId xmlns:a16="http://schemas.microsoft.com/office/drawing/2014/main" id="{6B5E6CB1-782D-439D-9FFD-27694F0F2C6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18" name="TextBox 117">
            <a:extLst>
              <a:ext uri="{FF2B5EF4-FFF2-40B4-BE49-F238E27FC236}">
                <a16:creationId xmlns:a16="http://schemas.microsoft.com/office/drawing/2014/main" id="{AEBEF05D-BCCA-43D7-BD4F-6F9837E7FB37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3CF9A63-32CD-4791-9247-77D1DC7EAFB5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651C149-9C44-4EDA-9BEB-C8F2CBE78BF6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99FA676-6043-49ED-9015-CD075056D533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22" name="Table 121">
                <a:extLst>
                  <a:ext uri="{FF2B5EF4-FFF2-40B4-BE49-F238E27FC236}">
                    <a16:creationId xmlns:a16="http://schemas.microsoft.com/office/drawing/2014/main" id="{2028D751-4180-48BF-A94F-8A956C3938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22" name="Table 121">
                <a:extLst>
                  <a:ext uri="{FF2B5EF4-FFF2-40B4-BE49-F238E27FC236}">
                    <a16:creationId xmlns:a16="http://schemas.microsoft.com/office/drawing/2014/main" id="{2028D751-4180-48BF-A94F-8A956C39384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3603918"/>
                  </p:ext>
                </p:extLst>
              </p:nvPr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A612162F-499A-4F89-863A-81F649FDF3AF}"/>
                  </a:ext>
                </a:extLst>
              </p:cNvPr>
              <p:cNvSpPr/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A612162F-499A-4F89-863A-81F649FDF3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704E5F8-B09A-4307-8443-84A5FCF9FC2A}"/>
                  </a:ext>
                </a:extLst>
              </p:cNvPr>
              <p:cNvSpPr/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704E5F8-B09A-4307-8443-84A5FCF9F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DED21AA5-4A14-453C-A6B6-0E9649DC2296}"/>
                  </a:ext>
                </a:extLst>
              </p:cNvPr>
              <p:cNvSpPr/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DED21AA5-4A14-453C-A6B6-0E9649DC22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40369ECA-B0A0-435F-8B8D-67A63FD8C3E1}"/>
                  </a:ext>
                </a:extLst>
              </p:cNvPr>
              <p:cNvSpPr/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40369ECA-B0A0-435F-8B8D-67A63FD8C3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EFBB49-7968-498C-9DBB-E9B6B6325986}"/>
                  </a:ext>
                </a:extLst>
              </p:cNvPr>
              <p:cNvSpPr txBox="1"/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EFBB49-7968-498C-9DBB-E9B6B63259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ADBA3AA-9402-4A56-A2D0-4355C9F0743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ADBA3AA-9402-4A56-A2D0-4355C9F07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TextBox 44">
            <a:extLst>
              <a:ext uri="{FF2B5EF4-FFF2-40B4-BE49-F238E27FC236}">
                <a16:creationId xmlns:a16="http://schemas.microsoft.com/office/drawing/2014/main" id="{D5301C6B-089C-4C7F-AC1B-405E2AA9222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806606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97" grpId="0"/>
      <p:bldP spid="9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944DF03-6915-4B80-9FDF-C45A7593978D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944DF03-6915-4B80-9FDF-C45A759397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11AE0-9184-411B-9268-39F376049569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11AE0-9184-411B-9268-39F3760495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32EB1DB-3ACD-4A43-8DEB-5F622D2C5EC9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32EB1DB-3ACD-4A43-8DEB-5F622D2C5E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F2D7F4-2F0D-477D-810E-DAD56EA8A0A6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F2D7F4-2F0D-477D-810E-DAD56EA8A0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5DAA582-0373-4485-AE51-468ACDEE5540}"/>
                  </a:ext>
                </a:extLst>
              </p:cNvPr>
              <p:cNvSpPr txBox="1"/>
              <p:nvPr/>
            </p:nvSpPr>
            <p:spPr>
              <a:xfrm>
                <a:off x="3334664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6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5DAA582-0373-4485-AE51-468ACDEE55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1393426"/>
                <a:ext cx="3146597" cy="93442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EFF7625-E34F-4489-9920-65D0E6DC42FA}"/>
                  </a:ext>
                </a:extLst>
              </p:cNvPr>
              <p:cNvSpPr txBox="1"/>
              <p:nvPr/>
            </p:nvSpPr>
            <p:spPr>
              <a:xfrm>
                <a:off x="6263892" y="1402691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220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EFF7625-E34F-4489-9920-65D0E6DC4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1402691"/>
                <a:ext cx="2225195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7866E8-DBB7-45C9-9829-D3D629743289}"/>
                  </a:ext>
                </a:extLst>
              </p:cNvPr>
              <p:cNvSpPr txBox="1"/>
              <p:nvPr/>
            </p:nvSpPr>
            <p:spPr>
              <a:xfrm>
                <a:off x="9617146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7866E8-DBB7-45C9-9829-D3D6297432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1598146"/>
                <a:ext cx="1748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5D7C35-995F-4B55-9F10-B1E3A765EEA1}"/>
                  </a:ext>
                </a:extLst>
              </p:cNvPr>
              <p:cNvSpPr txBox="1"/>
              <p:nvPr/>
            </p:nvSpPr>
            <p:spPr>
              <a:xfrm>
                <a:off x="3334664" y="2555214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6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5D7C35-995F-4B55-9F10-B1E3A765EE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2555214"/>
                <a:ext cx="3325069" cy="101046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4D2AD95-3F7F-46C2-8D03-A6BE017CA0C6}"/>
                  </a:ext>
                </a:extLst>
              </p:cNvPr>
              <p:cNvSpPr txBox="1"/>
              <p:nvPr/>
            </p:nvSpPr>
            <p:spPr>
              <a:xfrm>
                <a:off x="6263892" y="2580317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5650 </m:t>
                          </m:r>
                        </m:num>
                        <m:den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4D2AD95-3F7F-46C2-8D03-A6BE017CA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2580317"/>
                <a:ext cx="2225195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1DB720-B3F0-4ACF-B362-5CBD8CA72967}"/>
                  </a:ext>
                </a:extLst>
              </p:cNvPr>
              <p:cNvSpPr txBox="1"/>
              <p:nvPr/>
            </p:nvSpPr>
            <p:spPr>
              <a:xfrm>
                <a:off x="9617146" y="2810697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=565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1DB720-B3F0-4ACF-B362-5CBD8CA729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2810697"/>
                <a:ext cx="21250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5556532-2D99-475C-A63E-70EC0270BFA0}"/>
                  </a:ext>
                </a:extLst>
              </p:cNvPr>
              <p:cNvSpPr txBox="1"/>
              <p:nvPr/>
            </p:nvSpPr>
            <p:spPr>
              <a:xfrm>
                <a:off x="3334664" y="3774844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6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IN" sz="26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5556532-2D99-475C-A63E-70EC0270BF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3774844"/>
                <a:ext cx="3325069" cy="101046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1235DB7-5A94-4089-9841-E60B5428A501}"/>
                  </a:ext>
                </a:extLst>
              </p:cNvPr>
              <p:cNvSpPr txBox="1"/>
              <p:nvPr/>
            </p:nvSpPr>
            <p:spPr>
              <a:xfrm>
                <a:off x="6263892" y="3812958"/>
                <a:ext cx="256296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158500 </m:t>
                          </m:r>
                        </m:num>
                        <m:den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1235DB7-5A94-4089-9841-E60B5428A5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3812958"/>
                <a:ext cx="2562966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BF32D9A-8E18-479B-81CA-B64C20005F03}"/>
                  </a:ext>
                </a:extLst>
              </p:cNvPr>
              <p:cNvSpPr txBox="1"/>
              <p:nvPr/>
            </p:nvSpPr>
            <p:spPr>
              <a:xfrm>
                <a:off x="9617146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BF32D9A-8E18-479B-81CA-B64C20005F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4015394"/>
                <a:ext cx="212502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EC3252F-C55D-4D47-AE50-B7DD6A0A0F21}"/>
                  </a:ext>
                </a:extLst>
              </p:cNvPr>
              <p:cNvSpPr txBox="1"/>
              <p:nvPr/>
            </p:nvSpPr>
            <p:spPr>
              <a:xfrm>
                <a:off x="3334664" y="5019646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6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  <m:r>
                            <a:rPr lang="en-IN" sz="26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EC3252F-C55D-4D47-AE50-B7DD6A0A0F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5019646"/>
                <a:ext cx="3325069" cy="101046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930A0D0-CEB5-46B5-B3BF-F9DD59E523A7}"/>
                  </a:ext>
                </a:extLst>
              </p:cNvPr>
              <p:cNvSpPr txBox="1"/>
              <p:nvPr/>
            </p:nvSpPr>
            <p:spPr>
              <a:xfrm>
                <a:off x="6263891" y="4983127"/>
                <a:ext cx="27254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4716250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930A0D0-CEB5-46B5-B3BF-F9DD59E523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1" y="4983127"/>
                <a:ext cx="2725495" cy="91057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4B80D9E-9046-404F-91BE-08D3CF1A00C6}"/>
                  </a:ext>
                </a:extLst>
              </p:cNvPr>
              <p:cNvSpPr txBox="1"/>
              <p:nvPr/>
            </p:nvSpPr>
            <p:spPr>
              <a:xfrm>
                <a:off x="9617146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4B80D9E-9046-404F-91BE-08D3CF1A0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5276846"/>
                <a:ext cx="272549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C25CB7-42C0-4C98-BCC7-B656579C05F9}"/>
                  </a:ext>
                </a:extLst>
              </p:cNvPr>
              <p:cNvSpPr txBox="1"/>
              <p:nvPr/>
            </p:nvSpPr>
            <p:spPr>
              <a:xfrm>
                <a:off x="2944778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C25CB7-42C0-4C98-BCC7-B656579C05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1635384"/>
                <a:ext cx="53963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9ABDC306-59C1-401C-AB96-CED1AF37E72B}"/>
                  </a:ext>
                </a:extLst>
              </p:cNvPr>
              <p:cNvSpPr txBox="1"/>
              <p:nvPr/>
            </p:nvSpPr>
            <p:spPr>
              <a:xfrm>
                <a:off x="2944778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9ABDC306-59C1-401C-AB96-CED1AF37E7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2823169"/>
                <a:ext cx="5396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D4383A3-250C-4256-9522-9FFFCC012029}"/>
                  </a:ext>
                </a:extLst>
              </p:cNvPr>
              <p:cNvSpPr txBox="1"/>
              <p:nvPr/>
            </p:nvSpPr>
            <p:spPr>
              <a:xfrm>
                <a:off x="2944778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D4383A3-250C-4256-9522-9FFFCC0120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4054751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842F2C8-FB5A-4BE5-B496-0A94D6001C6B}"/>
                  </a:ext>
                </a:extLst>
              </p:cNvPr>
              <p:cNvSpPr txBox="1"/>
              <p:nvPr/>
            </p:nvSpPr>
            <p:spPr>
              <a:xfrm>
                <a:off x="2944778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842F2C8-FB5A-4BE5-B496-0A94D6001C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5276846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EB19D-F96A-457C-A03E-3D11B3677A3D}"/>
                  </a:ext>
                </a:extLst>
              </p:cNvPr>
              <p:cNvSpPr txBox="1"/>
              <p:nvPr/>
            </p:nvSpPr>
            <p:spPr>
              <a:xfrm>
                <a:off x="5852032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EB19D-F96A-457C-A03E-3D11B3677A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1635384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549A67E-BA16-4214-9F6C-4539313C523A}"/>
                  </a:ext>
                </a:extLst>
              </p:cNvPr>
              <p:cNvSpPr txBox="1"/>
              <p:nvPr/>
            </p:nvSpPr>
            <p:spPr>
              <a:xfrm>
                <a:off x="5852032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549A67E-BA16-4214-9F6C-4539313C52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2823169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C0021CE-DE03-48FA-B844-F7D830764DC9}"/>
                  </a:ext>
                </a:extLst>
              </p:cNvPr>
              <p:cNvSpPr txBox="1"/>
              <p:nvPr/>
            </p:nvSpPr>
            <p:spPr>
              <a:xfrm>
                <a:off x="5852032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C0021CE-DE03-48FA-B844-F7D830764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4054751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E0057-C8F4-4835-8171-73330729B8C3}"/>
                  </a:ext>
                </a:extLst>
              </p:cNvPr>
              <p:cNvSpPr txBox="1"/>
              <p:nvPr/>
            </p:nvSpPr>
            <p:spPr>
              <a:xfrm>
                <a:off x="5852032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E0057-C8F4-4835-8171-73330729B8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5276846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99E69E5-C3F3-4E19-85B5-21546C4E2E74}"/>
                  </a:ext>
                </a:extLst>
              </p:cNvPr>
              <p:cNvSpPr txBox="1"/>
              <p:nvPr/>
            </p:nvSpPr>
            <p:spPr>
              <a:xfrm>
                <a:off x="9213190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99E69E5-C3F3-4E19-85B5-21546C4E2E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1635384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333A2C-06D9-4AB1-AF3C-193AFEC11ED2}"/>
                  </a:ext>
                </a:extLst>
              </p:cNvPr>
              <p:cNvSpPr txBox="1"/>
              <p:nvPr/>
            </p:nvSpPr>
            <p:spPr>
              <a:xfrm>
                <a:off x="9213190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333A2C-06D9-4AB1-AF3C-193AFEC11E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2823169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358B2FB-4C50-4DBF-A54A-3C460F35887F}"/>
                  </a:ext>
                </a:extLst>
              </p:cNvPr>
              <p:cNvSpPr txBox="1"/>
              <p:nvPr/>
            </p:nvSpPr>
            <p:spPr>
              <a:xfrm>
                <a:off x="9213190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358B2FB-4C50-4DBF-A54A-3C460F3588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4054751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01C8D46-E1AF-4957-A742-1AB5A74C98AA}"/>
                  </a:ext>
                </a:extLst>
              </p:cNvPr>
              <p:cNvSpPr txBox="1"/>
              <p:nvPr/>
            </p:nvSpPr>
            <p:spPr>
              <a:xfrm>
                <a:off x="9213190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01C8D46-E1AF-4957-A742-1AB5A74C98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5276846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TextBox 39">
            <a:extLst>
              <a:ext uri="{FF2B5EF4-FFF2-40B4-BE49-F238E27FC236}">
                <a16:creationId xmlns:a16="http://schemas.microsoft.com/office/drawing/2014/main" id="{A88377AB-4F95-4303-8955-CCA6E3E63968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967402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3" grpId="0"/>
      <p:bldP spid="34" grpId="0"/>
      <p:bldP spid="35" grpId="0"/>
      <p:bldP spid="36" grpId="0"/>
      <p:bldP spid="38" grpId="0"/>
      <p:bldP spid="39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5</a:t>
            </a:r>
            <a:br>
              <a:rPr lang="en-IN" dirty="0"/>
            </a:br>
            <a:r>
              <a:rPr lang="en-US" dirty="0"/>
              <a:t>Measures of Skewness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4ECDC4D-794F-4072-859A-AEF905826A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82825165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143FE0B-9C17-38DD-1C96-EA23A04676F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GB" dirty="0"/>
              <a:t>Skewness means </a:t>
            </a:r>
            <a:r>
              <a:rPr lang="en-GB" b="1" dirty="0">
                <a:solidFill>
                  <a:srgbClr val="FF0000"/>
                </a:solidFill>
              </a:rPr>
              <a:t>lack of </a:t>
            </a:r>
            <a:r>
              <a:rPr lang="en-IN" b="1" dirty="0">
                <a:solidFill>
                  <a:srgbClr val="FF0000"/>
                </a:solidFill>
              </a:rPr>
              <a:t>symmetry</a:t>
            </a:r>
            <a:r>
              <a:rPr lang="en-IN" dirty="0"/>
              <a:t>.</a:t>
            </a:r>
            <a:endParaRPr lang="en-GB" dirty="0"/>
          </a:p>
          <a:p>
            <a:r>
              <a:rPr lang="en-GB" dirty="0"/>
              <a:t>Skewness is a statistical measure that describes the </a:t>
            </a:r>
            <a:r>
              <a:rPr lang="en-GB" b="1" dirty="0">
                <a:solidFill>
                  <a:srgbClr val="FF0000"/>
                </a:solidFill>
              </a:rPr>
              <a:t>asymmetry</a:t>
            </a:r>
            <a:r>
              <a:rPr lang="en-GB" dirty="0"/>
              <a:t> of a data distribution.</a:t>
            </a:r>
            <a:endParaRPr lang="en-US" dirty="0"/>
          </a:p>
          <a:p>
            <a:r>
              <a:rPr lang="en-US" dirty="0"/>
              <a:t>A </a:t>
            </a:r>
            <a:r>
              <a:rPr lang="en-IN" dirty="0"/>
              <a:t>distribution is said to be </a:t>
            </a:r>
            <a:r>
              <a:rPr lang="en-IN" b="1" dirty="0">
                <a:solidFill>
                  <a:srgbClr val="FF0000"/>
                </a:solidFill>
              </a:rPr>
              <a:t>symmetrical</a:t>
            </a:r>
            <a:r>
              <a:rPr lang="en-IN" dirty="0"/>
              <a:t> if its </a:t>
            </a:r>
            <a:r>
              <a:rPr lang="en-US" b="1" dirty="0">
                <a:solidFill>
                  <a:srgbClr val="0070C0"/>
                </a:solidFill>
              </a:rPr>
              <a:t>mean</a:t>
            </a:r>
            <a:r>
              <a:rPr lang="en-US" dirty="0"/>
              <a:t>, </a:t>
            </a:r>
            <a:r>
              <a:rPr lang="en-US" b="1" dirty="0">
                <a:solidFill>
                  <a:srgbClr val="0070C0"/>
                </a:solidFill>
              </a:rPr>
              <a:t>median</a:t>
            </a:r>
            <a:r>
              <a:rPr lang="en-US" dirty="0"/>
              <a:t>, and </a:t>
            </a:r>
            <a:r>
              <a:rPr lang="en-US" b="1" dirty="0">
                <a:solidFill>
                  <a:srgbClr val="0070C0"/>
                </a:solidFill>
              </a:rPr>
              <a:t>mode</a:t>
            </a:r>
            <a:r>
              <a:rPr lang="en-US" dirty="0"/>
              <a:t> are </a:t>
            </a:r>
            <a:r>
              <a:rPr lang="en-US" b="1" dirty="0">
                <a:solidFill>
                  <a:srgbClr val="FF0000"/>
                </a:solidFill>
              </a:rPr>
              <a:t>equal</a:t>
            </a:r>
            <a:r>
              <a:rPr lang="en-US" dirty="0"/>
              <a:t>.</a:t>
            </a:r>
          </a:p>
          <a:p>
            <a:r>
              <a:rPr lang="en-US" dirty="0"/>
              <a:t>A </a:t>
            </a:r>
            <a:r>
              <a:rPr lang="en-IN" dirty="0"/>
              <a:t>distribution is said to be </a:t>
            </a:r>
            <a:r>
              <a:rPr lang="en-IN" b="1" dirty="0">
                <a:solidFill>
                  <a:srgbClr val="FF0000"/>
                </a:solidFill>
              </a:rPr>
              <a:t>asymmetrical</a:t>
            </a:r>
            <a:r>
              <a:rPr lang="en-IN" dirty="0"/>
              <a:t> or </a:t>
            </a:r>
            <a:r>
              <a:rPr lang="en-IN" b="1" dirty="0">
                <a:solidFill>
                  <a:srgbClr val="FF0000"/>
                </a:solidFill>
              </a:rPr>
              <a:t>skewed</a:t>
            </a:r>
            <a:r>
              <a:rPr lang="en-IN" dirty="0"/>
              <a:t> if its </a:t>
            </a:r>
            <a:r>
              <a:rPr lang="en-US" b="1" dirty="0">
                <a:solidFill>
                  <a:srgbClr val="0070C0"/>
                </a:solidFill>
              </a:rPr>
              <a:t>mean</a:t>
            </a:r>
            <a:r>
              <a:rPr lang="en-US" dirty="0"/>
              <a:t>, </a:t>
            </a:r>
            <a:r>
              <a:rPr lang="en-US" b="1" dirty="0">
                <a:solidFill>
                  <a:srgbClr val="0070C0"/>
                </a:solidFill>
              </a:rPr>
              <a:t>median</a:t>
            </a:r>
            <a:r>
              <a:rPr lang="en-US" dirty="0"/>
              <a:t>, and </a:t>
            </a:r>
            <a:r>
              <a:rPr lang="en-US" b="1" dirty="0">
                <a:solidFill>
                  <a:srgbClr val="0070C0"/>
                </a:solidFill>
              </a:rPr>
              <a:t>mode</a:t>
            </a:r>
            <a:r>
              <a:rPr lang="en-US" dirty="0"/>
              <a:t> are </a:t>
            </a:r>
            <a:r>
              <a:rPr lang="en-US" b="1" dirty="0">
                <a:solidFill>
                  <a:srgbClr val="FF0000"/>
                </a:solidFill>
              </a:rPr>
              <a:t>not equal</a:t>
            </a:r>
            <a:r>
              <a:rPr lang="en-US" dirty="0"/>
              <a:t>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94165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5922313-FFF2-4DB2-97C8-7B3AB1E7943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</a:extLst>
          </a:blip>
          <a:srcRect l="4139" b="16559"/>
          <a:stretch/>
        </p:blipFill>
        <p:spPr>
          <a:xfrm>
            <a:off x="173860" y="1524573"/>
            <a:ext cx="5922140" cy="372476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AAA73D5F-435A-4395-8264-DBB28B58EBEC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25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</a:extLst>
          </a:blip>
          <a:srcRect b="16559"/>
          <a:stretch/>
        </p:blipFill>
        <p:spPr>
          <a:xfrm>
            <a:off x="6269860" y="1524572"/>
            <a:ext cx="5922140" cy="3724760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405145CE-5B15-4E9F-A072-DEE3228F317C}"/>
              </a:ext>
            </a:extLst>
          </p:cNvPr>
          <p:cNvSpPr txBox="1"/>
          <p:nvPr/>
        </p:nvSpPr>
        <p:spPr>
          <a:xfrm>
            <a:off x="173860" y="6062703"/>
            <a:ext cx="93458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1800" dirty="0">
                <a:hlinkClick r:id="rId7"/>
              </a:rPr>
              <a:t>https://cdn.extendoffice.com/images/stories/excel-functions/skew-function/doc-skew-function-3.png</a:t>
            </a:r>
            <a:endParaRPr lang="en-IN" sz="18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0792D9C-C352-473C-B8ED-218DD7D77D24}"/>
              </a:ext>
            </a:extLst>
          </p:cNvPr>
          <p:cNvSpPr txBox="1"/>
          <p:nvPr/>
        </p:nvSpPr>
        <p:spPr>
          <a:xfrm>
            <a:off x="173860" y="5693371"/>
            <a:ext cx="93458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1800" dirty="0">
                <a:hlinkClick r:id="rId8"/>
              </a:rPr>
              <a:t>https://cdn.extendoffice.com/images/stories/excel-functions/skew-function/doc-skew-function-2.png</a:t>
            </a:r>
            <a:endParaRPr lang="en-IN" sz="1800" dirty="0"/>
          </a:p>
        </p:txBody>
      </p:sp>
    </p:spTree>
    <p:extLst>
      <p:ext uri="{BB962C8B-B14F-4D97-AF65-F5344CB8AC3E}">
        <p14:creationId xmlns:p14="http://schemas.microsoft.com/office/powerpoint/2010/main" val="1131042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D839FF-74AB-8D20-93FE-C2B5EEA72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DD5191-55CE-5E8C-738F-29D494446B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Types of 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8DB5A95-B97B-F65B-F18A-BE3673EBFA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Positive skewness</a:t>
            </a:r>
            <a:endParaRPr lang="en-IN" b="1" dirty="0"/>
          </a:p>
          <a:p>
            <a:pPr lvl="1"/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right</a:t>
            </a:r>
            <a:r>
              <a:rPr lang="en-US" dirty="0"/>
              <a:t> tail is </a:t>
            </a:r>
            <a:r>
              <a:rPr lang="en-US" b="1" dirty="0">
                <a:solidFill>
                  <a:srgbClr val="FF0000"/>
                </a:solidFill>
              </a:rPr>
              <a:t>longer</a:t>
            </a:r>
            <a:r>
              <a:rPr lang="en-US" dirty="0"/>
              <a:t>; the mass of the distribution is concentrated on the left.</a:t>
            </a:r>
            <a:endParaRPr lang="en-IN" dirty="0"/>
          </a:p>
          <a:p>
            <a:pPr lvl="0"/>
            <a:r>
              <a:rPr lang="en-US" b="1" dirty="0"/>
              <a:t>Negative skewness</a:t>
            </a:r>
            <a:endParaRPr lang="en-IN" b="1" dirty="0"/>
          </a:p>
          <a:p>
            <a:pPr lvl="1"/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left</a:t>
            </a:r>
            <a:r>
              <a:rPr lang="en-US" dirty="0"/>
              <a:t> tail is </a:t>
            </a:r>
            <a:r>
              <a:rPr lang="en-US" b="1" dirty="0">
                <a:solidFill>
                  <a:srgbClr val="FF0000"/>
                </a:solidFill>
              </a:rPr>
              <a:t>longer</a:t>
            </a:r>
            <a:r>
              <a:rPr lang="en-US" dirty="0"/>
              <a:t>; the mass of the distribution is concentrated on the right. </a:t>
            </a:r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39783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172A72-4688-56A5-753E-F9D60B478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7F4CE60-208D-24D5-4A5C-7AF0D10B70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89038C0-8A5D-A72B-C40A-A0E511244E7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The skewness value can be either </a:t>
            </a:r>
            <a:r>
              <a:rPr lang="en-US" b="1" dirty="0">
                <a:solidFill>
                  <a:srgbClr val="FF0000"/>
                </a:solidFill>
              </a:rPr>
              <a:t>positive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negative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 or even </a:t>
            </a:r>
            <a:r>
              <a:rPr lang="en-US" b="1" dirty="0">
                <a:solidFill>
                  <a:srgbClr val="FF0000"/>
                </a:solidFill>
              </a:rPr>
              <a:t>undefined</a:t>
            </a:r>
            <a:r>
              <a:rPr lang="en-US" dirty="0"/>
              <a:t>.</a:t>
            </a:r>
            <a:endParaRPr lang="en-IN" dirty="0"/>
          </a:p>
          <a:p>
            <a:r>
              <a:rPr lang="en-US" dirty="0"/>
              <a:t>If </a:t>
            </a:r>
            <a:r>
              <a:rPr lang="en-US" b="1" dirty="0"/>
              <a:t>skewness</a:t>
            </a:r>
            <a:r>
              <a:rPr lang="en-US" dirty="0"/>
              <a:t> value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distribution is known as </a:t>
            </a:r>
            <a:r>
              <a:rPr lang="en-US" b="1" dirty="0">
                <a:solidFill>
                  <a:srgbClr val="FF0000"/>
                </a:solidFill>
              </a:rPr>
              <a:t>symmetric</a:t>
            </a:r>
            <a:r>
              <a:rPr lang="en-US" dirty="0"/>
              <a:t>.</a:t>
            </a:r>
            <a:endParaRPr lang="en-IN" dirty="0"/>
          </a:p>
          <a:p>
            <a:r>
              <a:rPr lang="en-US" dirty="0"/>
              <a:t>If </a:t>
            </a:r>
            <a:r>
              <a:rPr lang="en-US" b="1" dirty="0"/>
              <a:t>standard deviation</a:t>
            </a:r>
            <a:r>
              <a:rPr lang="en-US" dirty="0"/>
              <a:t>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skewness is </a:t>
            </a:r>
            <a:r>
              <a:rPr lang="en-US" b="1" dirty="0">
                <a:solidFill>
                  <a:srgbClr val="FF0000"/>
                </a:solidFill>
              </a:rPr>
              <a:t>not defined</a:t>
            </a:r>
            <a:r>
              <a:rPr lang="en-US" dirty="0"/>
              <a:t>.</a:t>
            </a:r>
            <a:endParaRPr lang="en-IN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60DCD38-205E-442A-A9EB-3D9FA4437BBB}"/>
              </a:ext>
            </a:extLst>
          </p:cNvPr>
          <p:cNvSpPr txBox="1"/>
          <p:nvPr/>
        </p:nvSpPr>
        <p:spPr>
          <a:xfrm>
            <a:off x="9049703" y="2257544"/>
            <a:ext cx="367188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400" b="1" i="0" dirty="0">
                <a:solidFill>
                  <a:srgbClr val="0070C0"/>
                </a:solidFill>
                <a:effectLst/>
                <a:latin typeface="+mj-lt"/>
              </a:rPr>
              <a:t>(Practically not feasible)</a:t>
            </a:r>
            <a:endParaRPr lang="en-IN" sz="2400" b="1" dirty="0">
              <a:solidFill>
                <a:srgbClr val="0070C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6903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6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D839FF-74AB-8D20-93FE-C2B5EEA72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DD5191-55CE-5E8C-738F-29D494446B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Types of Skewness</a:t>
            </a:r>
            <a:endParaRPr lang="en-IN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F2F0CF0F-C345-4D71-B29F-4F9D771AEFF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4948" t="7283" r="33177" b="27221"/>
          <a:stretch/>
        </p:blipFill>
        <p:spPr>
          <a:xfrm>
            <a:off x="4273484" y="1224643"/>
            <a:ext cx="3886200" cy="3418795"/>
          </a:xfrm>
          <a:prstGeom prst="rect">
            <a:avLst/>
          </a:prstGeom>
        </p:spPr>
      </p:pic>
      <p:sp>
        <p:nvSpPr>
          <p:cNvPr id="16" name="Arrow: Left 15">
            <a:extLst>
              <a:ext uri="{FF2B5EF4-FFF2-40B4-BE49-F238E27FC236}">
                <a16:creationId xmlns:a16="http://schemas.microsoft.com/office/drawing/2014/main" id="{7A17561C-BFF4-4C55-BCFF-623A175F3DFB}"/>
              </a:ext>
            </a:extLst>
          </p:cNvPr>
          <p:cNvSpPr/>
          <p:nvPr/>
        </p:nvSpPr>
        <p:spPr>
          <a:xfrm>
            <a:off x="952368" y="4791360"/>
            <a:ext cx="2755900" cy="637890"/>
          </a:xfrm>
          <a:prstGeom prst="leftArrow">
            <a:avLst>
              <a:gd name="adj1" fmla="val 55798"/>
              <a:gd name="adj2" fmla="val 71900"/>
            </a:avLst>
          </a:prstGeom>
          <a:solidFill>
            <a:srgbClr val="0070C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70000" rtlCol="0" anchor="ctr"/>
          <a:lstStyle/>
          <a:p>
            <a:pPr algn="r"/>
            <a:r>
              <a:rPr lang="en-IN" sz="2000" dirty="0"/>
              <a:t>Negative Direction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4B87363-6E44-4A04-8BBE-C75F3A661EC2}"/>
              </a:ext>
            </a:extLst>
          </p:cNvPr>
          <p:cNvSpPr txBox="1"/>
          <p:nvPr/>
        </p:nvSpPr>
        <p:spPr>
          <a:xfrm>
            <a:off x="1104607" y="6151688"/>
            <a:ext cx="1022395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1400" dirty="0">
                <a:hlinkClick r:id="rId4"/>
              </a:rPr>
              <a:t>https://www.biologyforlife.com/uploads/2/2/3/9/22392738/c101b0da6ea1a0dab31f80d9963b0368_orig.png</a:t>
            </a:r>
            <a:endParaRPr lang="en-IN" sz="1400" dirty="0"/>
          </a:p>
        </p:txBody>
      </p:sp>
      <p:sp>
        <p:nvSpPr>
          <p:cNvPr id="6" name="Arrow: Left 5">
            <a:extLst>
              <a:ext uri="{FF2B5EF4-FFF2-40B4-BE49-F238E27FC236}">
                <a16:creationId xmlns:a16="http://schemas.microsoft.com/office/drawing/2014/main" id="{8A94B1D2-FEDD-40FD-83EC-E84E336A3D7A}"/>
              </a:ext>
            </a:extLst>
          </p:cNvPr>
          <p:cNvSpPr/>
          <p:nvPr/>
        </p:nvSpPr>
        <p:spPr>
          <a:xfrm flipH="1">
            <a:off x="8724900" y="4791360"/>
            <a:ext cx="2755899" cy="637890"/>
          </a:xfrm>
          <a:prstGeom prst="leftArrow">
            <a:avLst>
              <a:gd name="adj1" fmla="val 55798"/>
              <a:gd name="adj2" fmla="val 71900"/>
            </a:avLst>
          </a:prstGeom>
          <a:solidFill>
            <a:srgbClr val="0070C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rtlCol="0" anchor="ctr"/>
          <a:lstStyle/>
          <a:p>
            <a:r>
              <a:rPr lang="en-IN" sz="2000" dirty="0"/>
              <a:t>Positive Direction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0E14D0B-AC9F-4012-837E-C6A20934358E}"/>
              </a:ext>
            </a:extLst>
          </p:cNvPr>
          <p:cNvSpPr/>
          <p:nvPr/>
        </p:nvSpPr>
        <p:spPr>
          <a:xfrm>
            <a:off x="4443460" y="4738433"/>
            <a:ext cx="3546248" cy="743743"/>
          </a:xfrm>
          <a:prstGeom prst="rect">
            <a:avLst/>
          </a:prstGeom>
          <a:solidFill>
            <a:srgbClr val="B1444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000" dirty="0"/>
              <a:t>Normal curve represents perfectly symmetrical distribution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186944C-CFC9-432A-B352-78B51D832579}"/>
                  </a:ext>
                </a:extLst>
              </p:cNvPr>
              <p:cNvSpPr txBox="1"/>
              <p:nvPr/>
            </p:nvSpPr>
            <p:spPr>
              <a:xfrm>
                <a:off x="1017298" y="5591003"/>
                <a:ext cx="26260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IN" sz="2000" b="1" dirty="0">
                    <a:solidFill>
                      <a:srgbClr val="FF0000"/>
                    </a:solidFill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0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lang="en-IN" sz="2000" b="1" dirty="0">
                    <a:solidFill>
                      <a:srgbClr val="FF0000"/>
                    </a:solidFill>
                  </a:rPr>
                  <a:t> Median </a:t>
                </a:r>
                <a14:m>
                  <m:oMath xmlns:m="http://schemas.openxmlformats.org/officeDocument/2006/math">
                    <m:r>
                      <a:rPr lang="en-IN" sz="20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lang="en-IN" sz="2000" b="1" dirty="0">
                    <a:solidFill>
                      <a:srgbClr val="FF0000"/>
                    </a:solidFill>
                  </a:rPr>
                  <a:t> Mode</a:t>
                </a: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186944C-CFC9-432A-B352-78B51D8325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7298" y="5591003"/>
                <a:ext cx="2626040" cy="400110"/>
              </a:xfrm>
              <a:prstGeom prst="rect">
                <a:avLst/>
              </a:prstGeom>
              <a:blipFill>
                <a:blip r:embed="rId5"/>
                <a:stretch>
                  <a:fillRect l="-2552" t="-7576" r="-1160" b="-257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9629332-EBD4-497D-810D-2C683AA37543}"/>
                  </a:ext>
                </a:extLst>
              </p:cNvPr>
              <p:cNvSpPr txBox="1"/>
              <p:nvPr/>
            </p:nvSpPr>
            <p:spPr>
              <a:xfrm>
                <a:off x="4903564" y="5591003"/>
                <a:ext cx="26260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IN" sz="2000" b="1" dirty="0">
                    <a:solidFill>
                      <a:srgbClr val="FF0000"/>
                    </a:solidFill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0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000" b="1" dirty="0">
                    <a:solidFill>
                      <a:srgbClr val="FF0000"/>
                    </a:solidFill>
                  </a:rPr>
                  <a:t> Median </a:t>
                </a:r>
                <a14:m>
                  <m:oMath xmlns:m="http://schemas.openxmlformats.org/officeDocument/2006/math">
                    <m:r>
                      <a:rPr lang="en-IN" sz="20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000" b="1" dirty="0">
                    <a:solidFill>
                      <a:srgbClr val="FF0000"/>
                    </a:solidFill>
                  </a:rPr>
                  <a:t> Mode</a:t>
                </a: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9629332-EBD4-497D-810D-2C683AA375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3564" y="5591003"/>
                <a:ext cx="2626040" cy="400110"/>
              </a:xfrm>
              <a:prstGeom prst="rect">
                <a:avLst/>
              </a:prstGeom>
              <a:blipFill>
                <a:blip r:embed="rId6"/>
                <a:stretch>
                  <a:fillRect l="-2320" t="-7576" r="-1392" b="-257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5AEC8ED-5711-4706-95F4-73A01814FCB8}"/>
                  </a:ext>
                </a:extLst>
              </p:cNvPr>
              <p:cNvSpPr txBox="1"/>
              <p:nvPr/>
            </p:nvSpPr>
            <p:spPr>
              <a:xfrm>
                <a:off x="8789829" y="5591003"/>
                <a:ext cx="26260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IN" sz="2000" b="1" dirty="0">
                    <a:solidFill>
                      <a:srgbClr val="FF0000"/>
                    </a:solidFill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0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lang="en-IN" sz="2000" b="1" dirty="0">
                    <a:solidFill>
                      <a:srgbClr val="FF0000"/>
                    </a:solidFill>
                  </a:rPr>
                  <a:t> Median </a:t>
                </a:r>
                <a14:m>
                  <m:oMath xmlns:m="http://schemas.openxmlformats.org/officeDocument/2006/math">
                    <m:r>
                      <a:rPr lang="en-IN" sz="20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lang="en-IN" sz="2000" b="1" dirty="0">
                    <a:solidFill>
                      <a:srgbClr val="FF0000"/>
                    </a:solidFill>
                  </a:rPr>
                  <a:t> Mode</a:t>
                </a: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5AEC8ED-5711-4706-95F4-73A01814FC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9829" y="5591003"/>
                <a:ext cx="2626040" cy="400110"/>
              </a:xfrm>
              <a:prstGeom prst="rect">
                <a:avLst/>
              </a:prstGeom>
              <a:blipFill>
                <a:blip r:embed="rId7"/>
                <a:stretch>
                  <a:fillRect l="-2552" t="-7576" r="-1160" b="-257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Picture 10">
            <a:extLst>
              <a:ext uri="{FF2B5EF4-FFF2-40B4-BE49-F238E27FC236}">
                <a16:creationId xmlns:a16="http://schemas.microsoft.com/office/drawing/2014/main" id="{EBCD87EC-CEFB-4EB2-A5FC-C1996033AC4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47" t="7283" r="63878" b="27221"/>
          <a:stretch/>
        </p:blipFill>
        <p:spPr>
          <a:xfrm>
            <a:off x="387218" y="1224643"/>
            <a:ext cx="3886200" cy="341879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D41EEC3A-62E7-4777-A8BC-2FD0E105009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6927" t="7283" r="1198" b="27221"/>
          <a:stretch/>
        </p:blipFill>
        <p:spPr>
          <a:xfrm>
            <a:off x="8159749" y="1224643"/>
            <a:ext cx="3886200" cy="3418795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EA952FE-28CD-4CD3-BD3F-B46A2300C25C}"/>
              </a:ext>
            </a:extLst>
          </p:cNvPr>
          <p:cNvSpPr txBox="1"/>
          <p:nvPr/>
        </p:nvSpPr>
        <p:spPr>
          <a:xfrm>
            <a:off x="4869901" y="706312"/>
            <a:ext cx="269336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Normal (No skew)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C3F4863-1D0B-49EE-BDD7-C20836CF7FFA}"/>
              </a:ext>
            </a:extLst>
          </p:cNvPr>
          <p:cNvSpPr txBox="1"/>
          <p:nvPr/>
        </p:nvSpPr>
        <p:spPr>
          <a:xfrm>
            <a:off x="8730518" y="706312"/>
            <a:ext cx="274466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Positively Skewed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6BC871C-58DE-4CFC-83BC-2EBFD3FB34AF}"/>
              </a:ext>
            </a:extLst>
          </p:cNvPr>
          <p:cNvSpPr txBox="1"/>
          <p:nvPr/>
        </p:nvSpPr>
        <p:spPr>
          <a:xfrm>
            <a:off x="906691" y="706312"/>
            <a:ext cx="284725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Negatively Skewed</a:t>
            </a:r>
          </a:p>
        </p:txBody>
      </p:sp>
    </p:spTree>
    <p:extLst>
      <p:ext uri="{BB962C8B-B14F-4D97-AF65-F5344CB8AC3E}">
        <p14:creationId xmlns:p14="http://schemas.microsoft.com/office/powerpoint/2010/main" val="3389141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6" grpId="0" animBg="1"/>
      <p:bldP spid="2" grpId="0" animBg="1"/>
      <p:bldP spid="3" grpId="0"/>
      <p:bldP spid="9" grpId="0"/>
      <p:bldP spid="10" grpId="0"/>
      <p:bldP spid="13" grpId="0"/>
      <p:bldP spid="14" grpId="0"/>
      <p:bldP spid="17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49C68E-1314-7263-4C3B-797611EF6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2F5438F-122C-1419-C252-DAC1CC73E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Measures of 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ED0188B-CC9D-3A4E-98E0-2C92F722695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The various measures of skewness are</a:t>
            </a:r>
            <a:endParaRPr lang="en-IN" dirty="0"/>
          </a:p>
          <a:p>
            <a:pPr lvl="1"/>
            <a:r>
              <a:rPr lang="en-GB" dirty="0"/>
              <a:t>Karl Pearson’s Coefficient of Skewness </a:t>
            </a:r>
          </a:p>
          <a:p>
            <a:pPr lvl="1"/>
            <a:r>
              <a:rPr lang="en-US" dirty="0"/>
              <a:t>Method of moments</a:t>
            </a:r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18595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D6E25F-E83F-5937-D287-744BE9484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611385-A670-7FC4-1216-5C499018B0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b="1" dirty="0"/>
                  <a:t>Karl Pearson’s Coefficient of Skewness</a:t>
                </a:r>
                <a:endParaRPr lang="en-US" b="1" dirty="0"/>
              </a:p>
              <a:p>
                <a:pPr lvl="1"/>
                <a:r>
                  <a:rPr lang="en-US" dirty="0"/>
                  <a:t>Karl Pearson’s coefficient of skewness is defined as 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𝐒</m:t>
                          </m:r>
                        </m:e>
                        <m:sub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𝐤</m:t>
                          </m:r>
                        </m:sub>
                      </m:sSub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Mean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Mode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Standard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Deviation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a:rPr lang="en-IN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ba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𝐙</m:t>
                          </m: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𝛔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17257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65738EA-5293-4B1F-1555-CEE37668A11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8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US" dirty="0"/>
                  <a:t>Compute the Karl Pearson’s coefficient of skewness for data:</a:t>
                </a:r>
                <a:endParaRPr lang="en-IN" dirty="0"/>
              </a:p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23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27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23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65738EA-5293-4B1F-1555-CEE37668A1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8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E4FEAF64-B743-0682-5EA4-F7F495F74C15}"/>
              </a:ext>
            </a:extLst>
          </p:cNvPr>
          <p:cNvSpPr txBox="1">
            <a:spLocks/>
          </p:cNvSpPr>
          <p:nvPr/>
        </p:nvSpPr>
        <p:spPr>
          <a:xfrm>
            <a:off x="131174" y="217777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EE3A41C-3624-E208-EFCB-2F1ABBE789BE}"/>
              </a:ext>
            </a:extLst>
          </p:cNvPr>
          <p:cNvSpPr txBox="1"/>
          <p:nvPr/>
        </p:nvSpPr>
        <p:spPr>
          <a:xfrm>
            <a:off x="1594214" y="2177778"/>
            <a:ext cx="5759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597B86B-E72E-C073-3CBC-4E3124B93DC9}"/>
                  </a:ext>
                </a:extLst>
              </p:cNvPr>
              <p:cNvSpPr txBox="1"/>
              <p:nvPr/>
            </p:nvSpPr>
            <p:spPr>
              <a:xfrm>
                <a:off x="1594214" y="3021179"/>
                <a:ext cx="592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597B86B-E72E-C073-3CBC-4E3124B93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021179"/>
                <a:ext cx="59272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1E92F3-8CBA-4B11-B05D-BA483AE32678}"/>
                  </a:ext>
                </a:extLst>
              </p:cNvPr>
              <p:cNvSpPr txBox="1"/>
              <p:nvPr/>
            </p:nvSpPr>
            <p:spPr>
              <a:xfrm>
                <a:off x="5498415" y="2769480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1E92F3-8CBA-4B11-B05D-BA483AE32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8415" y="2769480"/>
                <a:ext cx="1869403" cy="94166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EC4EBF5-55C8-4F1A-981B-6CB4FBDB87AE}"/>
                  </a:ext>
                </a:extLst>
              </p:cNvPr>
              <p:cNvSpPr txBox="1"/>
              <p:nvPr/>
            </p:nvSpPr>
            <p:spPr>
              <a:xfrm>
                <a:off x="4562346" y="4795320"/>
                <a:ext cx="1539746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223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9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EC4EBF5-55C8-4F1A-981B-6CB4FBDB8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2346" y="4795320"/>
                <a:ext cx="1539746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3025980" y="4983192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25980" y="4983192"/>
                <a:ext cx="4862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938CC94C-CEF4-415D-B776-3F69773C795D}"/>
              </a:ext>
            </a:extLst>
          </p:cNvPr>
          <p:cNvSpPr txBox="1"/>
          <p:nvPr/>
        </p:nvSpPr>
        <p:spPr>
          <a:xfrm>
            <a:off x="1594214" y="4055404"/>
            <a:ext cx="55462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D95B23-ABFA-491D-A1F9-9F2AF82768B1}"/>
                  </a:ext>
                </a:extLst>
              </p:cNvPr>
              <p:cNvSpPr txBox="1"/>
              <p:nvPr/>
            </p:nvSpPr>
            <p:spPr>
              <a:xfrm>
                <a:off x="7126888" y="4055404"/>
                <a:ext cx="1293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D95B23-ABFA-491D-A1F9-9F2AF82768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888" y="4055404"/>
                <a:ext cx="129355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5799101" y="5011496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9101" y="5011496"/>
                <a:ext cx="202229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C25CDF4-A9D1-4D51-8061-C4BBBFF8ABE9}"/>
                  </a:ext>
                </a:extLst>
              </p:cNvPr>
              <p:cNvSpPr txBox="1"/>
              <p:nvPr/>
            </p:nvSpPr>
            <p:spPr>
              <a:xfrm>
                <a:off x="3404494" y="4768346"/>
                <a:ext cx="153974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C25CDF4-A9D1-4D51-8061-C4BBBFF8AB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4494" y="4768346"/>
                <a:ext cx="1539746" cy="92275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BA2C1EBD-0FDA-4A7A-9FD5-B3DB8732F864}"/>
              </a:ext>
            </a:extLst>
          </p:cNvPr>
          <p:cNvSpPr txBox="1"/>
          <p:nvPr/>
        </p:nvSpPr>
        <p:spPr>
          <a:xfrm>
            <a:off x="2843709" y="5905945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4B5B119-556F-47F6-A4E1-FDFCC31D046B}"/>
                  </a:ext>
                </a:extLst>
              </p:cNvPr>
              <p:cNvSpPr txBox="1"/>
              <p:nvPr/>
            </p:nvSpPr>
            <p:spPr>
              <a:xfrm>
                <a:off x="3711571" y="5905945"/>
                <a:ext cx="51845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most repeated observation is </a:t>
                </a: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4B5B119-556F-47F6-A4E1-FDFCC31D04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1571" y="5905945"/>
                <a:ext cx="5184596" cy="523220"/>
              </a:xfrm>
              <a:prstGeom prst="rect">
                <a:avLst/>
              </a:prstGeom>
              <a:blipFill>
                <a:blip r:embed="rId11"/>
                <a:stretch>
                  <a:fillRect l="-24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1DBDDC3A-80FC-4815-A65A-8B407A802F2F}"/>
              </a:ext>
            </a:extLst>
          </p:cNvPr>
          <p:cNvSpPr txBox="1"/>
          <p:nvPr/>
        </p:nvSpPr>
        <p:spPr>
          <a:xfrm>
            <a:off x="9193532" y="5905945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9824356" y="5905944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4356" y="5905944"/>
                <a:ext cx="154686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5B0D470-D60D-4F01-AEAE-103DEC180969}"/>
                  </a:ext>
                </a:extLst>
              </p:cNvPr>
              <p:cNvSpPr txBox="1"/>
              <p:nvPr/>
            </p:nvSpPr>
            <p:spPr>
              <a:xfrm>
                <a:off x="1983048" y="2777046"/>
                <a:ext cx="3747996" cy="9341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Mean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Mode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Standard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Deviation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5B0D470-D60D-4F01-AEAE-103DEC1809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3048" y="2777046"/>
                <a:ext cx="3747996" cy="93410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E553FD35-EA73-41EB-838E-90A3B025A41D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222CAAD6-9E68-4529-B63A-A604A6C4EBDF}"/>
              </a:ext>
            </a:extLst>
          </p:cNvPr>
          <p:cNvSpPr/>
          <p:nvPr/>
        </p:nvSpPr>
        <p:spPr>
          <a:xfrm>
            <a:off x="171403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1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F88E81D2-AC83-4031-901F-06A82A995C34}"/>
              </a:ext>
            </a:extLst>
          </p:cNvPr>
          <p:cNvSpPr/>
          <p:nvPr/>
        </p:nvSpPr>
        <p:spPr>
          <a:xfrm>
            <a:off x="963481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2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2C00C98D-9DD0-4A08-9ED8-078B06BCF952}"/>
              </a:ext>
            </a:extLst>
          </p:cNvPr>
          <p:cNvSpPr/>
          <p:nvPr/>
        </p:nvSpPr>
        <p:spPr>
          <a:xfrm>
            <a:off x="1755559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3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EF64564-DC35-4FA8-9C59-7EB190949E13}"/>
              </a:ext>
            </a:extLst>
          </p:cNvPr>
          <p:cNvSpPr/>
          <p:nvPr/>
        </p:nvSpPr>
        <p:spPr>
          <a:xfrm>
            <a:off x="2547637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4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5D1BDBFB-8E42-4381-9C77-A5EC48C69342}"/>
              </a:ext>
            </a:extLst>
          </p:cNvPr>
          <p:cNvSpPr/>
          <p:nvPr/>
        </p:nvSpPr>
        <p:spPr>
          <a:xfrm>
            <a:off x="3339716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5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5BE4B56-9DF9-4810-A846-A5667486B84F}"/>
              </a:ext>
            </a:extLst>
          </p:cNvPr>
          <p:cNvSpPr/>
          <p:nvPr/>
        </p:nvSpPr>
        <p:spPr>
          <a:xfrm>
            <a:off x="4131795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6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A12D5850-9425-4890-AEE6-651C81AA258A}"/>
              </a:ext>
            </a:extLst>
          </p:cNvPr>
          <p:cNvSpPr/>
          <p:nvPr/>
        </p:nvSpPr>
        <p:spPr>
          <a:xfrm>
            <a:off x="4923874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7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6C864F70-966A-4D07-B85C-F7BB1939B15D}"/>
              </a:ext>
            </a:extLst>
          </p:cNvPr>
          <p:cNvSpPr/>
          <p:nvPr/>
        </p:nvSpPr>
        <p:spPr>
          <a:xfrm>
            <a:off x="5715953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8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28F368C2-8145-43F1-852F-2E004DE0B22B}"/>
              </a:ext>
            </a:extLst>
          </p:cNvPr>
          <p:cNvSpPr/>
          <p:nvPr/>
        </p:nvSpPr>
        <p:spPr>
          <a:xfrm>
            <a:off x="6508031" y="1914022"/>
            <a:ext cx="472900" cy="4729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IN" sz="2100" b="1" dirty="0">
                <a:ln w="3175" cmpd="sng">
                  <a:solidFill>
                    <a:srgbClr val="FFFF00">
                      <a:alpha val="58000"/>
                    </a:srgbClr>
                  </a:solidFill>
                </a:ln>
                <a:solidFill>
                  <a:srgbClr val="FFFF00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alibri" panose="020F0502020204030204" pitchFamily="34" charset="0"/>
              </a:rPr>
              <a:t>9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4D58E50-7BC5-4EA1-8AA4-C8AEDC879B8A}"/>
              </a:ext>
            </a:extLst>
          </p:cNvPr>
          <p:cNvSpPr/>
          <p:nvPr/>
        </p:nvSpPr>
        <p:spPr>
          <a:xfrm>
            <a:off x="5696897" y="1464000"/>
            <a:ext cx="570547" cy="458275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7B400CF8-7173-4F0A-9300-A3736E90C348}"/>
              </a:ext>
            </a:extLst>
          </p:cNvPr>
          <p:cNvSpPr/>
          <p:nvPr/>
        </p:nvSpPr>
        <p:spPr>
          <a:xfrm>
            <a:off x="4131794" y="1464000"/>
            <a:ext cx="570547" cy="458275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5D19FB21-9B6A-4299-8038-EE2D697A96F6}"/>
              </a:ext>
            </a:extLst>
          </p:cNvPr>
          <p:cNvSpPr/>
          <p:nvPr/>
        </p:nvSpPr>
        <p:spPr>
          <a:xfrm>
            <a:off x="154570" y="1464000"/>
            <a:ext cx="570547" cy="458275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CFCC68A-F535-4B8C-9931-E19B7ADB35DD}"/>
              </a:ext>
            </a:extLst>
          </p:cNvPr>
          <p:cNvSpPr txBox="1"/>
          <p:nvPr/>
        </p:nvSpPr>
        <p:spPr>
          <a:xfrm>
            <a:off x="1594214" y="4983192"/>
            <a:ext cx="124883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30E6D05-A8FB-4561-B2BC-7E907AD21833}"/>
              </a:ext>
            </a:extLst>
          </p:cNvPr>
          <p:cNvSpPr txBox="1"/>
          <p:nvPr/>
        </p:nvSpPr>
        <p:spPr>
          <a:xfrm>
            <a:off x="1594214" y="5905944"/>
            <a:ext cx="124883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Mode</a:t>
            </a:r>
          </a:p>
        </p:txBody>
      </p:sp>
    </p:spTree>
    <p:extLst>
      <p:ext uri="{BB962C8B-B14F-4D97-AF65-F5344CB8AC3E}">
        <p14:creationId xmlns:p14="http://schemas.microsoft.com/office/powerpoint/2010/main" val="3677326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9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2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5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  <p:bldP spid="9" grpId="0"/>
      <p:bldP spid="10" grpId="0"/>
      <p:bldP spid="13" grpId="0"/>
      <p:bldP spid="14" grpId="0"/>
      <p:bldP spid="15" grpId="0"/>
      <p:bldP spid="16" grpId="0"/>
      <p:bldP spid="17" grpId="0"/>
      <p:bldP spid="18" grpId="0"/>
      <p:bldP spid="20" grpId="0"/>
      <p:bldP spid="21" grpId="0"/>
      <p:bldP spid="22" grpId="0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8" grpId="0" animBg="1"/>
      <p:bldP spid="8" grpId="1" animBg="1"/>
      <p:bldP spid="34" grpId="0" animBg="1"/>
      <p:bldP spid="34" grpId="1" animBg="1"/>
      <p:bldP spid="35" grpId="0" animBg="1"/>
      <p:bldP spid="35" grpId="1" animBg="1"/>
      <p:bldP spid="36" grpId="0"/>
      <p:bldP spid="37" grpId="0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5 ⇝ Example 1 (</a:t>
            </a:r>
            <a:r>
              <a:rPr lang="en-IN"/>
              <a:t>Continue</a:t>
            </a:r>
            <a:r>
              <a:rPr lang="en-GB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869F9A1-86C5-4285-B172-666059F005B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9156950"/>
                  </p:ext>
                </p:extLst>
              </p:nvPr>
            </p:nvGraphicFramePr>
            <p:xfrm>
              <a:off x="874448" y="781857"/>
              <a:ext cx="2124000" cy="569988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4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256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648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158691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869F9A1-86C5-4285-B172-666059F005B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9156950"/>
                  </p:ext>
                </p:extLst>
              </p:nvPr>
            </p:nvGraphicFramePr>
            <p:xfrm>
              <a:off x="874448" y="781857"/>
              <a:ext cx="2124000" cy="569988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4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256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73" t="-2326" r="-860" b="-99186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648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158691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4B25A13-91BA-4388-8230-1C964C0041CD}"/>
                  </a:ext>
                </a:extLst>
              </p:cNvPr>
              <p:cNvSpPr/>
              <p:nvPr/>
            </p:nvSpPr>
            <p:spPr>
              <a:xfrm>
                <a:off x="3467691" y="129343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4B25A13-91BA-4388-8230-1C964C0041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1293439"/>
                <a:ext cx="1159567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7318EED-F24D-4C67-ABF2-73B70B0152D7}"/>
                  </a:ext>
                </a:extLst>
              </p:cNvPr>
              <p:cNvSpPr/>
              <p:nvPr/>
            </p:nvSpPr>
            <p:spPr>
              <a:xfrm>
                <a:off x="3467691" y="1797763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7318EED-F24D-4C67-ABF2-73B70B015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1797763"/>
                <a:ext cx="1159567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C632D6F-8B42-46AF-98E3-9364A936D2E0}"/>
                  </a:ext>
                </a:extLst>
              </p:cNvPr>
              <p:cNvSpPr/>
              <p:nvPr/>
            </p:nvSpPr>
            <p:spPr>
              <a:xfrm>
                <a:off x="3467691" y="2302087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C632D6F-8B42-46AF-98E3-9364A936D2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2302087"/>
                <a:ext cx="1159567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C564E17-94AD-4FD8-B209-A57FE31AE398}"/>
                  </a:ext>
                </a:extLst>
              </p:cNvPr>
              <p:cNvSpPr/>
              <p:nvPr/>
            </p:nvSpPr>
            <p:spPr>
              <a:xfrm>
                <a:off x="3467691" y="2806411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C564E17-94AD-4FD8-B209-A57FE31AE3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2806411"/>
                <a:ext cx="1159567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BB254EDE-3AA1-4F8A-99D5-70BDFB098CFB}"/>
                  </a:ext>
                </a:extLst>
              </p:cNvPr>
              <p:cNvSpPr/>
              <p:nvPr/>
            </p:nvSpPr>
            <p:spPr>
              <a:xfrm>
                <a:off x="3467691" y="3310735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BB254EDE-3AA1-4F8A-99D5-70BDFB098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3310735"/>
                <a:ext cx="1159567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2C794FD-8F71-4940-94C2-F82F85168F5B}"/>
                  </a:ext>
                </a:extLst>
              </p:cNvPr>
              <p:cNvSpPr/>
              <p:nvPr/>
            </p:nvSpPr>
            <p:spPr>
              <a:xfrm>
                <a:off x="3467691" y="381505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2C794FD-8F71-4940-94C2-F82F85168F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3815059"/>
                <a:ext cx="1159567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FB06454-C6C7-42D3-B957-05A4930D144B}"/>
                  </a:ext>
                </a:extLst>
              </p:cNvPr>
              <p:cNvSpPr/>
              <p:nvPr/>
            </p:nvSpPr>
            <p:spPr>
              <a:xfrm>
                <a:off x="3467691" y="4319383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FB06454-C6C7-42D3-B957-05A4930D14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4319383"/>
                <a:ext cx="1159567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5C1817A-F4E4-4831-A8CD-488B9E0FB263}"/>
                  </a:ext>
                </a:extLst>
              </p:cNvPr>
              <p:cNvSpPr/>
              <p:nvPr/>
            </p:nvSpPr>
            <p:spPr>
              <a:xfrm>
                <a:off x="3467691" y="4823707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5C1817A-F4E4-4831-A8CD-488B9E0FB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4823707"/>
                <a:ext cx="1159567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B712775-88FA-4128-9E36-8281F042A021}"/>
                  </a:ext>
                </a:extLst>
              </p:cNvPr>
              <p:cNvSpPr/>
              <p:nvPr/>
            </p:nvSpPr>
            <p:spPr>
              <a:xfrm>
                <a:off x="1539598" y="129848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B712775-88FA-4128-9E36-8281F042A0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1298487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35F1D20B-8426-4D18-B51B-3602C955E0D1}"/>
                  </a:ext>
                </a:extLst>
              </p:cNvPr>
              <p:cNvSpPr/>
              <p:nvPr/>
            </p:nvSpPr>
            <p:spPr>
              <a:xfrm>
                <a:off x="1539598" y="180154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35F1D20B-8426-4D18-B51B-3602C955E0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1801549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6C01805-9C6F-4F20-B1F9-D9365C7DEE22}"/>
                  </a:ext>
                </a:extLst>
              </p:cNvPr>
              <p:cNvSpPr/>
              <p:nvPr/>
            </p:nvSpPr>
            <p:spPr>
              <a:xfrm>
                <a:off x="1539598" y="230461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6C01805-9C6F-4F20-B1F9-D9365C7DEE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2304611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6FB8AA8B-CD94-4B72-9F43-8764A2EDA9A2}"/>
                  </a:ext>
                </a:extLst>
              </p:cNvPr>
              <p:cNvSpPr/>
              <p:nvPr/>
            </p:nvSpPr>
            <p:spPr>
              <a:xfrm>
                <a:off x="1539598" y="280767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6FB8AA8B-CD94-4B72-9F43-8764A2ED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2807673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78E8368-77BD-427E-997A-A6E61A1FD51E}"/>
                  </a:ext>
                </a:extLst>
              </p:cNvPr>
              <p:cNvSpPr/>
              <p:nvPr/>
            </p:nvSpPr>
            <p:spPr>
              <a:xfrm>
                <a:off x="1539598" y="33107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78E8368-77BD-427E-997A-A6E61A1FD5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3310735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08773273-6063-43D6-AAAB-9BEE49E881CD}"/>
                  </a:ext>
                </a:extLst>
              </p:cNvPr>
              <p:cNvSpPr/>
              <p:nvPr/>
            </p:nvSpPr>
            <p:spPr>
              <a:xfrm>
                <a:off x="1539598" y="381379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08773273-6063-43D6-AAAB-9BEE49E881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3813797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F24BE50-CBC0-40F2-A127-E9EB576127CE}"/>
                  </a:ext>
                </a:extLst>
              </p:cNvPr>
              <p:cNvSpPr/>
              <p:nvPr/>
            </p:nvSpPr>
            <p:spPr>
              <a:xfrm>
                <a:off x="1539598" y="431685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F24BE50-CBC0-40F2-A127-E9EB576127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4316859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!!12">
                <a:extLst>
                  <a:ext uri="{FF2B5EF4-FFF2-40B4-BE49-F238E27FC236}">
                    <a16:creationId xmlns:a16="http://schemas.microsoft.com/office/drawing/2014/main" id="{6F4C0ADF-7DF5-46E9-B991-A9D61BEAEB9A}"/>
                  </a:ext>
                </a:extLst>
              </p:cNvPr>
              <p:cNvSpPr/>
              <p:nvPr/>
            </p:nvSpPr>
            <p:spPr>
              <a:xfrm>
                <a:off x="1539598" y="481992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!!12">
                <a:extLst>
                  <a:ext uri="{FF2B5EF4-FFF2-40B4-BE49-F238E27FC236}">
                    <a16:creationId xmlns:a16="http://schemas.microsoft.com/office/drawing/2014/main" id="{6F4C0ADF-7DF5-46E9-B991-A9D61BEAEB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598" y="4819921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/>
              <p:nvPr/>
            </p:nvSpPr>
            <p:spPr>
              <a:xfrm>
                <a:off x="5889056" y="3802745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6.3382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9056" y="3802745"/>
                <a:ext cx="244578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F27AF01-FDF4-4BC9-80BA-DFF3F2C27A9A}"/>
                  </a:ext>
                </a:extLst>
              </p:cNvPr>
              <p:cNvSpPr/>
              <p:nvPr/>
            </p:nvSpPr>
            <p:spPr>
              <a:xfrm>
                <a:off x="992131" y="5571934"/>
                <a:ext cx="2678934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223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F27AF01-FDF4-4BC9-80BA-DFF3F2C27A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2131" y="5571934"/>
                <a:ext cx="2678934" cy="1150719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919F4AD-8AEC-4453-83D2-D62BC252B9A0}"/>
                  </a:ext>
                </a:extLst>
              </p:cNvPr>
              <p:cNvSpPr/>
              <p:nvPr/>
            </p:nvSpPr>
            <p:spPr>
              <a:xfrm>
                <a:off x="3047342" y="5569017"/>
                <a:ext cx="2678934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naryPr>
                      <m:sub/>
                      <m:sup/>
                      <m:e>
                        <m:sSubSup>
                          <m:sSubSup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Sup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  <m:sup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5887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919F4AD-8AEC-4453-83D2-D62BC252B9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7342" y="5569017"/>
                <a:ext cx="2678934" cy="115071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B064E67-A487-4195-966F-5E595C83D36C}"/>
                  </a:ext>
                </a:extLst>
              </p:cNvPr>
              <p:cNvSpPr txBox="1"/>
              <p:nvPr/>
            </p:nvSpPr>
            <p:spPr>
              <a:xfrm>
                <a:off x="5387050" y="28214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B064E67-A487-4195-966F-5E595C83D3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7050" y="2821474"/>
                <a:ext cx="5062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0435F-81DC-429A-84C9-8EABE0EE0F3A}"/>
                  </a:ext>
                </a:extLst>
              </p:cNvPr>
              <p:cNvSpPr txBox="1"/>
              <p:nvPr/>
            </p:nvSpPr>
            <p:spPr>
              <a:xfrm>
                <a:off x="5382821" y="380860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0435F-81DC-429A-84C9-8EABE0EE0F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2821" y="3808609"/>
                <a:ext cx="506235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4BCD92C0-8AD2-4354-8379-5DEEAFC8E9F5}"/>
                  </a:ext>
                </a:extLst>
              </p:cNvPr>
              <p:cNvSpPr txBox="1"/>
              <p:nvPr/>
            </p:nvSpPr>
            <p:spPr>
              <a:xfrm>
                <a:off x="5889056" y="2299737"/>
                <a:ext cx="401801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5887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9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223 </m:t>
                                      </m:r>
                                    </m:num>
                                    <m:den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9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4BCD92C0-8AD2-4354-8379-5DEEAFC8E9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9056" y="2299737"/>
                <a:ext cx="4018011" cy="1365374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E151D7-BACD-4A06-BADD-4FB23A37451C}"/>
                  </a:ext>
                </a:extLst>
              </p:cNvPr>
              <p:cNvSpPr txBox="1"/>
              <p:nvPr/>
            </p:nvSpPr>
            <p:spPr>
              <a:xfrm>
                <a:off x="10800017" y="781857"/>
                <a:ext cx="1376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E151D7-BACD-4A06-BADD-4FB23A3745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0017" y="781857"/>
                <a:ext cx="137616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CB389427-773A-480C-A011-9A71BEA18122}"/>
                  </a:ext>
                </a:extLst>
              </p:cNvPr>
              <p:cNvSpPr/>
              <p:nvPr/>
            </p:nvSpPr>
            <p:spPr>
              <a:xfrm>
                <a:off x="3467691" y="532802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CB389427-773A-480C-A011-9A71BEA181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7691" y="5328029"/>
                <a:ext cx="1159567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12">
                <a:extLst>
                  <a:ext uri="{FF2B5EF4-FFF2-40B4-BE49-F238E27FC236}">
                    <a16:creationId xmlns:a16="http://schemas.microsoft.com/office/drawing/2014/main" id="{118BF683-540F-4B35-9CFA-C592AD7091D5}"/>
                  </a:ext>
                </a:extLst>
              </p:cNvPr>
              <p:cNvSpPr/>
              <p:nvPr/>
            </p:nvSpPr>
            <p:spPr>
              <a:xfrm>
                <a:off x="1558648" y="53229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!!12">
                <a:extLst>
                  <a:ext uri="{FF2B5EF4-FFF2-40B4-BE49-F238E27FC236}">
                    <a16:creationId xmlns:a16="http://schemas.microsoft.com/office/drawing/2014/main" id="{118BF683-540F-4B35-9CFA-C592AD7091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8648" y="5322986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0B71E41-4B5F-41A4-9DF5-687935A3A0AE}"/>
                  </a:ext>
                </a:extLst>
              </p:cNvPr>
              <p:cNvSpPr txBox="1"/>
              <p:nvPr/>
            </p:nvSpPr>
            <p:spPr>
              <a:xfrm>
                <a:off x="5889056" y="796729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0B71E41-4B5F-41A4-9DF5-687935A3A0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9056" y="796729"/>
                <a:ext cx="4531807" cy="1365374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2" name="TextBox 51">
            <a:extLst>
              <a:ext uri="{FF2B5EF4-FFF2-40B4-BE49-F238E27FC236}">
                <a16:creationId xmlns:a16="http://schemas.microsoft.com/office/drawing/2014/main" id="{5021A158-F299-42E9-B9DD-60AD0A13ACF7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Ungrouped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A11BA2C-A5CE-40E8-9B6C-C609A555A48D}"/>
                  </a:ext>
                </a:extLst>
              </p:cNvPr>
              <p:cNvSpPr txBox="1"/>
              <p:nvPr/>
            </p:nvSpPr>
            <p:spPr>
              <a:xfrm>
                <a:off x="10148331" y="1375733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A11BA2C-A5CE-40E8-9B6C-C609A555A4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48331" y="1375733"/>
                <a:ext cx="486298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275081B-6F49-46CF-BF12-89556E90B23E}"/>
                  </a:ext>
                </a:extLst>
              </p:cNvPr>
              <p:cNvSpPr txBox="1"/>
              <p:nvPr/>
            </p:nvSpPr>
            <p:spPr>
              <a:xfrm>
                <a:off x="10153887" y="1384301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275081B-6F49-46CF-BF12-89556E90B2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53887" y="1384301"/>
                <a:ext cx="2022293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C1785D2-4D72-4461-BEBD-74E14149A5E5}"/>
                  </a:ext>
                </a:extLst>
              </p:cNvPr>
              <p:cNvSpPr txBox="1"/>
              <p:nvPr/>
            </p:nvSpPr>
            <p:spPr>
              <a:xfrm>
                <a:off x="10629320" y="1969609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C1785D2-4D72-4461-BEBD-74E14149A5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9320" y="1969609"/>
                <a:ext cx="154686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CCEC7B1-CF5F-4A77-BE27-94BAFE94D3F1}"/>
                  </a:ext>
                </a:extLst>
              </p:cNvPr>
              <p:cNvSpPr txBox="1"/>
              <p:nvPr/>
            </p:nvSpPr>
            <p:spPr>
              <a:xfrm>
                <a:off x="5380837" y="5538541"/>
                <a:ext cx="5414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CCEC7B1-CF5F-4A77-BE27-94BAFE94D3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0837" y="5538541"/>
                <a:ext cx="54149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5BCE2C2-F776-45F4-9BCD-D50E96DB50EA}"/>
                  </a:ext>
                </a:extLst>
              </p:cNvPr>
              <p:cNvSpPr txBox="1"/>
              <p:nvPr/>
            </p:nvSpPr>
            <p:spPr>
              <a:xfrm>
                <a:off x="5819847" y="5286842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5BCE2C2-F776-45F4-9BCD-D50E96DB5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9847" y="5286842"/>
                <a:ext cx="1869403" cy="94166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6DEA00E-128A-44C7-A5C9-CFBB61FCD226}"/>
                  </a:ext>
                </a:extLst>
              </p:cNvPr>
              <p:cNvSpPr txBox="1"/>
              <p:nvPr/>
            </p:nvSpPr>
            <p:spPr>
              <a:xfrm>
                <a:off x="7364239" y="5317940"/>
                <a:ext cx="312480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24.7778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25 </m:t>
                          </m:r>
                        </m:num>
                        <m:den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6.3382</m:t>
                          </m:r>
                          <m:r>
                            <m:rPr>
                              <m:nor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6DEA00E-128A-44C7-A5C9-CFBB61FCD2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64239" y="5317940"/>
                <a:ext cx="3124805" cy="91057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814A89E-F719-4CB1-8D84-FD8B1A122BE1}"/>
                  </a:ext>
                </a:extLst>
              </p:cNvPr>
              <p:cNvSpPr txBox="1"/>
              <p:nvPr/>
            </p:nvSpPr>
            <p:spPr>
              <a:xfrm>
                <a:off x="10212093" y="5511615"/>
                <a:ext cx="21831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0.0351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814A89E-F719-4CB1-8D84-FD8B1A122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2093" y="5511615"/>
                <a:ext cx="2183162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TextBox 59">
            <a:extLst>
              <a:ext uri="{FF2B5EF4-FFF2-40B4-BE49-F238E27FC236}">
                <a16:creationId xmlns:a16="http://schemas.microsoft.com/office/drawing/2014/main" id="{682E8C4A-001B-4F5C-B119-4EB44AB08261}"/>
              </a:ext>
            </a:extLst>
          </p:cNvPr>
          <p:cNvSpPr txBox="1"/>
          <p:nvPr/>
        </p:nvSpPr>
        <p:spPr>
          <a:xfrm>
            <a:off x="5395247" y="4679322"/>
            <a:ext cx="10282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156371D8-DF95-4A53-ACE7-2035B28F0C76}"/>
              </a:ext>
            </a:extLst>
          </p:cNvPr>
          <p:cNvSpPr txBox="1"/>
          <p:nvPr/>
        </p:nvSpPr>
        <p:spPr>
          <a:xfrm>
            <a:off x="0" y="720639"/>
            <a:ext cx="86212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S.D.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DBFF9E37-7B23-4470-8C87-AA28A5C939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9535372"/>
                  </p:ext>
                </p:extLst>
              </p:nvPr>
            </p:nvGraphicFramePr>
            <p:xfrm>
              <a:off x="3003720" y="783709"/>
              <a:ext cx="2124000" cy="56980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4000">
                      <a:extLst>
                        <a:ext uri="{9D8B030D-6E8A-4147-A177-3AD203B41FA5}">
                          <a16:colId xmlns:a16="http://schemas.microsoft.com/office/drawing/2014/main" val="1347393193"/>
                        </a:ext>
                      </a:extLst>
                    </a:gridCol>
                  </a:tblGrid>
                  <a:tr h="504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9153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90667180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5538325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31389051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6195433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34325749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5006723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24862978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7310514"/>
                      </a:ext>
                    </a:extLst>
                  </a:tr>
                  <a:tr h="36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86919099"/>
                      </a:ext>
                    </a:extLst>
                  </a:tr>
                  <a:tr h="648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5520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DBFF9E37-7B23-4470-8C87-AA28A5C939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9535372"/>
                  </p:ext>
                </p:extLst>
              </p:nvPr>
            </p:nvGraphicFramePr>
            <p:xfrm>
              <a:off x="3003720" y="783709"/>
              <a:ext cx="2124000" cy="56980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4000">
                      <a:extLst>
                        <a:ext uri="{9D8B030D-6E8A-4147-A177-3AD203B41FA5}">
                          <a16:colId xmlns:a16="http://schemas.microsoft.com/office/drawing/2014/main" val="1347393193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7"/>
                          <a:stretch>
                            <a:fillRect l="-286" t="-2326" r="-857" b="-99186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915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906671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553832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3138905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619543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3432574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500672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2486297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731051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86919099"/>
                      </a:ext>
                    </a:extLst>
                  </a:tr>
                  <a:tr h="648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55207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043152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40" grpId="0"/>
      <p:bldP spid="41" grpId="0"/>
      <p:bldP spid="42" grpId="0"/>
      <p:bldP spid="43" grpId="0"/>
      <p:bldP spid="44" grpId="0"/>
      <p:bldP spid="45" grpId="0"/>
      <p:bldP spid="47" grpId="0"/>
      <p:bldP spid="49" grpId="0"/>
      <p:bldP spid="56" grpId="0"/>
      <p:bldP spid="57" grpId="0"/>
      <p:bldP spid="58" grpId="0"/>
      <p:bldP spid="59" grpId="0"/>
      <p:bldP spid="60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7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US" dirty="0"/>
                  <a:t>Karl Pearson’s coefficient of skewness of a distribution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0.32</m:t>
                    </m:r>
                  </m:oMath>
                </a14:m>
                <a:r>
                  <a:rPr lang="en-US" dirty="0"/>
                  <a:t>, its standard deviation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lang="en-US" dirty="0"/>
                  <a:t> and mean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29.6</m:t>
                    </m:r>
                  </m:oMath>
                </a14:m>
                <a:r>
                  <a:rPr lang="en-US" dirty="0"/>
                  <a:t>. Find the mode for the distribution.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7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4" y="218105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1594214" y="2698468"/>
                <a:ext cx="77212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Karl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Pearson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’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s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coefficient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skewness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</a:rPr>
                        <m:t>  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sub>
                      </m:sSub>
                      <m:r>
                        <a:rPr lang="en-US" sz="280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2698468"/>
                <a:ext cx="772123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3423059" y="3214523"/>
                <a:ext cx="1645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29.6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3059" y="3214523"/>
                <a:ext cx="164560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1699222" y="3214523"/>
                <a:ext cx="15595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9222" y="3214523"/>
                <a:ext cx="15595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947A0118-48AF-412A-97E8-F24AFE88D174}"/>
              </a:ext>
            </a:extLst>
          </p:cNvPr>
          <p:cNvSpPr txBox="1"/>
          <p:nvPr/>
        </p:nvSpPr>
        <p:spPr>
          <a:xfrm>
            <a:off x="1594214" y="2166723"/>
            <a:ext cx="3272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95873BA-62E6-4B8A-953D-D3CAA1C8AB0B}"/>
                  </a:ext>
                </a:extLst>
              </p:cNvPr>
              <p:cNvSpPr txBox="1"/>
              <p:nvPr/>
            </p:nvSpPr>
            <p:spPr>
              <a:xfrm>
                <a:off x="2220078" y="4271173"/>
                <a:ext cx="5956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95873BA-62E6-4B8A-953D-D3CAA1C8AB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0078" y="4271173"/>
                <a:ext cx="59564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8F8C2F4-C817-4CD0-9D8D-2A85BBCDFA3D}"/>
                  </a:ext>
                </a:extLst>
              </p:cNvPr>
              <p:cNvSpPr txBox="1"/>
              <p:nvPr/>
            </p:nvSpPr>
            <p:spPr>
              <a:xfrm>
                <a:off x="2737846" y="4019474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8F8C2F4-C817-4CD0-9D8D-2A85BBCDFA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7846" y="4019474"/>
                <a:ext cx="1869403" cy="9416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F690C38-BC79-48E3-9450-4275D0998BBA}"/>
                  </a:ext>
                </a:extLst>
              </p:cNvPr>
              <p:cNvSpPr txBox="1"/>
              <p:nvPr/>
            </p:nvSpPr>
            <p:spPr>
              <a:xfrm>
                <a:off x="1397836" y="532065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F690C38-BC79-48E3-9450-4275D0998B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7836" y="5320658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37C9593-960E-4302-80B9-F60965C3B8DA}"/>
                  </a:ext>
                </a:extLst>
              </p:cNvPr>
              <p:cNvSpPr txBox="1"/>
              <p:nvPr/>
            </p:nvSpPr>
            <p:spPr>
              <a:xfrm>
                <a:off x="1904071" y="5333904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37C9593-960E-4302-80B9-F60965C3B8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071" y="5333904"/>
                <a:ext cx="18694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B63C326-0265-4554-ADE4-FBDC6030259B}"/>
                  </a:ext>
                </a:extLst>
              </p:cNvPr>
              <p:cNvSpPr txBox="1"/>
              <p:nvPr/>
            </p:nvSpPr>
            <p:spPr>
              <a:xfrm>
                <a:off x="2766377" y="5082205"/>
                <a:ext cx="2150096" cy="9017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9.6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6.5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B63C326-0265-4554-ADE4-FBDC603025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6377" y="5082205"/>
                <a:ext cx="2150096" cy="90172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5220939" y="3214523"/>
                <a:ext cx="15595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0939" y="3214523"/>
                <a:ext cx="155954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06122A2-ACE7-456B-B8F7-7E2CF12937AD}"/>
              </a:ext>
            </a:extLst>
          </p:cNvPr>
          <p:cNvCxnSpPr/>
          <p:nvPr/>
        </p:nvCxnSpPr>
        <p:spPr>
          <a:xfrm>
            <a:off x="5473880" y="4046608"/>
            <a:ext cx="0" cy="2286076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CEDAA7-FB21-4615-90D5-4B7DF2FC3775}"/>
                  </a:ext>
                </a:extLst>
              </p:cNvPr>
              <p:cNvSpPr txBox="1"/>
              <p:nvPr/>
            </p:nvSpPr>
            <p:spPr>
              <a:xfrm>
                <a:off x="5796813" y="41791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CEDAA7-FB21-4615-90D5-4B7DF2FC37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4179101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9495AEA-7B9E-4257-88A7-B00C62954FB2}"/>
                  </a:ext>
                </a:extLst>
              </p:cNvPr>
              <p:cNvSpPr txBox="1"/>
              <p:nvPr/>
            </p:nvSpPr>
            <p:spPr>
              <a:xfrm>
                <a:off x="6303048" y="4192347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0.32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9495AEA-7B9E-4257-88A7-B00C62954F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4192347"/>
                <a:ext cx="18694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B4AF4DA-9D64-47FD-9188-ED884056BDEA}"/>
                  </a:ext>
                </a:extLst>
              </p:cNvPr>
              <p:cNvSpPr txBox="1"/>
              <p:nvPr/>
            </p:nvSpPr>
            <p:spPr>
              <a:xfrm>
                <a:off x="8048490" y="4181616"/>
                <a:ext cx="21500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</m:t>
                      </m: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B4AF4DA-9D64-47FD-9188-ED884056BD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8490" y="4181616"/>
                <a:ext cx="215009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35516FD-0701-435A-BF3B-754D82D1656E}"/>
                  </a:ext>
                </a:extLst>
              </p:cNvPr>
              <p:cNvSpPr txBox="1"/>
              <p:nvPr/>
            </p:nvSpPr>
            <p:spPr>
              <a:xfrm>
                <a:off x="5796813" y="486942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35516FD-0701-435A-BF3B-754D82D165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4869425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73E55B1-B325-4501-996A-B07BB182AF21}"/>
                  </a:ext>
                </a:extLst>
              </p:cNvPr>
              <p:cNvSpPr txBox="1"/>
              <p:nvPr/>
            </p:nvSpPr>
            <p:spPr>
              <a:xfrm>
                <a:off x="6478308" y="4882671"/>
                <a:ext cx="4774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73E55B1-B325-4501-996A-B07BB182AF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78308" y="4882671"/>
                <a:ext cx="47743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2612B8B-AE97-4FF6-9A36-15088160F438}"/>
                  </a:ext>
                </a:extLst>
              </p:cNvPr>
              <p:cNvSpPr txBox="1"/>
              <p:nvPr/>
            </p:nvSpPr>
            <p:spPr>
              <a:xfrm>
                <a:off x="6809282" y="4871940"/>
                <a:ext cx="26163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</m:t>
                      </m: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2.08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2612B8B-AE97-4FF6-9A36-15088160F4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282" y="4871940"/>
                <a:ext cx="261634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BC645D0-959B-40B4-86B3-563F67D2E057}"/>
                  </a:ext>
                </a:extLst>
              </p:cNvPr>
              <p:cNvSpPr txBox="1"/>
              <p:nvPr/>
            </p:nvSpPr>
            <p:spPr>
              <a:xfrm>
                <a:off x="5796813" y="554398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BC645D0-959B-40B4-86B3-563F67D2E0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5543988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B30E7EF-A0B4-4800-8C35-F46695C9717D}"/>
                  </a:ext>
                </a:extLst>
              </p:cNvPr>
              <p:cNvSpPr txBox="1"/>
              <p:nvPr/>
            </p:nvSpPr>
            <p:spPr>
              <a:xfrm>
                <a:off x="6478308" y="5557234"/>
                <a:ext cx="4774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B30E7EF-A0B4-4800-8C35-F46695C971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78308" y="5557234"/>
                <a:ext cx="47743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FB8CDDE-791E-4024-BF9B-8BD88AED8C81}"/>
                  </a:ext>
                </a:extLst>
              </p:cNvPr>
              <p:cNvSpPr txBox="1"/>
              <p:nvPr/>
            </p:nvSpPr>
            <p:spPr>
              <a:xfrm>
                <a:off x="6809283" y="5546503"/>
                <a:ext cx="152191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7.52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FB8CDDE-791E-4024-BF9B-8BD88AED8C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283" y="5546503"/>
                <a:ext cx="152191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18C90F-3C74-4D2E-9224-CFAF36F8AA8D}"/>
              </a:ext>
            </a:extLst>
          </p:cNvPr>
          <p:cNvCxnSpPr>
            <a:cxnSpLocks/>
          </p:cNvCxnSpPr>
          <p:nvPr/>
        </p:nvCxnSpPr>
        <p:spPr>
          <a:xfrm>
            <a:off x="209550" y="1371600"/>
            <a:ext cx="9718221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23172C45-DFC3-449D-90D5-CA8BB4061504}"/>
              </a:ext>
            </a:extLst>
          </p:cNvPr>
          <p:cNvCxnSpPr>
            <a:cxnSpLocks/>
          </p:cNvCxnSpPr>
          <p:nvPr/>
        </p:nvCxnSpPr>
        <p:spPr>
          <a:xfrm>
            <a:off x="10710220" y="1371600"/>
            <a:ext cx="1313228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A9BDD8F7-3CBB-46CA-83CE-D74FF05896D9}"/>
              </a:ext>
            </a:extLst>
          </p:cNvPr>
          <p:cNvCxnSpPr>
            <a:cxnSpLocks/>
          </p:cNvCxnSpPr>
          <p:nvPr/>
        </p:nvCxnSpPr>
        <p:spPr>
          <a:xfrm>
            <a:off x="209550" y="1910442"/>
            <a:ext cx="2158093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C819321-BDB3-4C0F-86A4-BA2264598E9B}"/>
              </a:ext>
            </a:extLst>
          </p:cNvPr>
          <p:cNvCxnSpPr>
            <a:cxnSpLocks/>
          </p:cNvCxnSpPr>
          <p:nvPr/>
        </p:nvCxnSpPr>
        <p:spPr>
          <a:xfrm>
            <a:off x="3018440" y="1910442"/>
            <a:ext cx="1847850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5F7A8648-1EC1-48D6-954F-CB464673C29D}"/>
              </a:ext>
            </a:extLst>
          </p:cNvPr>
          <p:cNvCxnSpPr>
            <a:cxnSpLocks/>
          </p:cNvCxnSpPr>
          <p:nvPr/>
        </p:nvCxnSpPr>
        <p:spPr>
          <a:xfrm>
            <a:off x="5010150" y="1910442"/>
            <a:ext cx="2019300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2857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7" grpId="0"/>
      <p:bldP spid="8" grpId="0"/>
      <p:bldP spid="9" grpId="0"/>
      <p:bldP spid="11" grpId="0"/>
      <p:bldP spid="12" grpId="0"/>
      <p:bldP spid="13" grpId="0"/>
      <p:bldP spid="14" grpId="0"/>
      <p:bldP spid="15" grpId="0"/>
      <p:bldP spid="16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6"/>
                <a:ext cx="11929645" cy="169723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For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a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group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of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a:rPr lang="en-US" i="1" dirty="0" smtClean="0">
                          <a:latin typeface="Cambria Math" panose="02040503050406030204" pitchFamily="18" charset="0"/>
                        </a:rPr>
                        <m:t>10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items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, 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=452, 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i="1" dirty="0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i="0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=24270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mode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is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 43.7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,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  <a:p>
                <a:r>
                  <a:rPr lang="en-US" i="0" dirty="0">
                    <a:latin typeface="+mj-lt"/>
                  </a:rPr>
                  <a:t>find Karl Pearson’s coefficient of skewness.</a:t>
                </a:r>
                <a:r>
                  <a:rPr lang="en-IN" b="0" i="0" dirty="0">
                    <a:latin typeface="+mj-lt"/>
                  </a:rPr>
                  <a:t> 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6"/>
                <a:ext cx="11929645" cy="1697237"/>
              </a:xfrm>
              <a:prstGeom prst="rect">
                <a:avLst/>
              </a:prstGeom>
              <a:blipFill>
                <a:blip r:embed="rId3"/>
                <a:stretch>
                  <a:fillRect l="-1074" b="-179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66861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1594216" y="3390900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390900"/>
                <a:ext cx="14630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3329112" y="3143716"/>
                <a:ext cx="2131734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9112" y="3143716"/>
                <a:ext cx="2131734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5732702" y="3143716"/>
                <a:ext cx="277254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=24270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2702" y="3143716"/>
                <a:ext cx="2772542" cy="113569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947A0118-48AF-412A-97E8-F24AFE88D174}"/>
              </a:ext>
            </a:extLst>
          </p:cNvPr>
          <p:cNvSpPr txBox="1"/>
          <p:nvPr/>
        </p:nvSpPr>
        <p:spPr>
          <a:xfrm>
            <a:off x="1594216" y="2654288"/>
            <a:ext cx="3272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8777099" y="3400425"/>
                <a:ext cx="18206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43.7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77099" y="3400425"/>
                <a:ext cx="182068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262076C2-DD68-497A-A48F-BB19DEE30D9C}"/>
              </a:ext>
            </a:extLst>
          </p:cNvPr>
          <p:cNvSpPr txBox="1"/>
          <p:nvPr/>
        </p:nvSpPr>
        <p:spPr>
          <a:xfrm>
            <a:off x="1621808" y="4400111"/>
            <a:ext cx="5759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/>
              <p:nvPr/>
            </p:nvSpPr>
            <p:spPr>
              <a:xfrm>
                <a:off x="1621808" y="5307639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1808" y="5307639"/>
                <a:ext cx="18694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/>
              <p:nvPr/>
            </p:nvSpPr>
            <p:spPr>
              <a:xfrm>
                <a:off x="3226122" y="5055940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6122" y="5055940"/>
                <a:ext cx="1869403" cy="9416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5C9AF81-78E0-4042-8AFF-13FF84B23B32}"/>
              </a:ext>
            </a:extLst>
          </p:cNvPr>
          <p:cNvCxnSpPr>
            <a:cxnSpLocks/>
          </p:cNvCxnSpPr>
          <p:nvPr/>
        </p:nvCxnSpPr>
        <p:spPr>
          <a:xfrm>
            <a:off x="217170" y="1563732"/>
            <a:ext cx="3274041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17FA0F0-3619-4EB3-9870-1196521DCD4A}"/>
              </a:ext>
            </a:extLst>
          </p:cNvPr>
          <p:cNvCxnSpPr>
            <a:cxnSpLocks/>
          </p:cNvCxnSpPr>
          <p:nvPr/>
        </p:nvCxnSpPr>
        <p:spPr>
          <a:xfrm>
            <a:off x="8665029" y="1563732"/>
            <a:ext cx="1989906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4182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7" grpId="0"/>
      <p:bldP spid="8" grpId="0"/>
      <p:bldP spid="9" grpId="0"/>
      <p:bldP spid="16" grpId="0"/>
      <p:bldP spid="32" grpId="0"/>
      <p:bldP spid="33" grpId="0"/>
      <p:bldP spid="34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260716" y="95838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16" y="958385"/>
                <a:ext cx="146304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1995612" y="711201"/>
                <a:ext cx="2131734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5612" y="711201"/>
                <a:ext cx="2131734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4399202" y="711201"/>
                <a:ext cx="277254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=24270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9202" y="711201"/>
                <a:ext cx="2772542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7443599" y="967910"/>
                <a:ext cx="18206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43.7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3599" y="967910"/>
                <a:ext cx="18206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/>
              <p:nvPr/>
            </p:nvSpPr>
            <p:spPr>
              <a:xfrm>
                <a:off x="7582447" y="1914252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2447" y="1914252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/>
              <p:nvPr/>
            </p:nvSpPr>
            <p:spPr>
              <a:xfrm>
                <a:off x="9329969" y="1662553"/>
                <a:ext cx="1869403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1662553"/>
                <a:ext cx="1869403" cy="93435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D73BA6-2530-42B8-BBAC-9D0FB7AB2612}"/>
                  </a:ext>
                </a:extLst>
              </p:cNvPr>
              <p:cNvSpPr txBox="1"/>
              <p:nvPr/>
            </p:nvSpPr>
            <p:spPr>
              <a:xfrm>
                <a:off x="502615" y="2104662"/>
                <a:ext cx="4504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D73BA6-2530-42B8-BBAC-9D0FB7AB26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615" y="2104662"/>
                <a:ext cx="45048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EE2A429-C4F0-44BF-9B38-4BDA8B1296FE}"/>
                  </a:ext>
                </a:extLst>
              </p:cNvPr>
              <p:cNvSpPr txBox="1"/>
              <p:nvPr/>
            </p:nvSpPr>
            <p:spPr>
              <a:xfrm>
                <a:off x="822473" y="1879673"/>
                <a:ext cx="1463040" cy="9441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EE2A429-C4F0-44BF-9B38-4BDA8B129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1879673"/>
                <a:ext cx="1463040" cy="94416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212007-C304-4863-B02F-99187BB45AC5}"/>
                  </a:ext>
                </a:extLst>
              </p:cNvPr>
              <p:cNvSpPr txBox="1"/>
              <p:nvPr/>
            </p:nvSpPr>
            <p:spPr>
              <a:xfrm>
                <a:off x="822473" y="3344979"/>
                <a:ext cx="1463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452 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212007-C304-4863-B02F-99187BB45A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3344979"/>
                <a:ext cx="1463040" cy="90774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34F4C3E-C2D5-40E6-A875-86223408D1F2}"/>
                  </a:ext>
                </a:extLst>
              </p:cNvPr>
              <p:cNvSpPr txBox="1"/>
              <p:nvPr/>
            </p:nvSpPr>
            <p:spPr>
              <a:xfrm>
                <a:off x="822473" y="477386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45.2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34F4C3E-C2D5-40E6-A875-86223408D1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4773865"/>
                <a:ext cx="146304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B9B99B3-0C96-4C98-8D65-D8A2C36A959B}"/>
                  </a:ext>
                </a:extLst>
              </p:cNvPr>
              <p:cNvSpPr txBox="1"/>
              <p:nvPr/>
            </p:nvSpPr>
            <p:spPr>
              <a:xfrm>
                <a:off x="2752155" y="2296487"/>
                <a:ext cx="4841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B9B99B3-0C96-4C98-8D65-D8A2C36A95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2155" y="2296487"/>
                <a:ext cx="48418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F0E9F849-3EFF-4D1C-89BC-F28DF6DDFFA2}"/>
              </a:ext>
            </a:extLst>
          </p:cNvPr>
          <p:cNvCxnSpPr>
            <a:cxnSpLocks/>
          </p:cNvCxnSpPr>
          <p:nvPr/>
        </p:nvCxnSpPr>
        <p:spPr>
          <a:xfrm>
            <a:off x="2569995" y="1879673"/>
            <a:ext cx="0" cy="367902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A0D8BA-69E4-45E7-B26C-BDE2C61925EC}"/>
                  </a:ext>
                </a:extLst>
              </p:cNvPr>
              <p:cNvSpPr txBox="1"/>
              <p:nvPr/>
            </p:nvSpPr>
            <p:spPr>
              <a:xfrm>
                <a:off x="3119954" y="1822523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A0D8BA-69E4-45E7-B26C-BDE2C6192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1822523"/>
                <a:ext cx="4531807" cy="136537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608298F-B17D-4D52-92EF-8BA83E08F3C6}"/>
                  </a:ext>
                </a:extLst>
              </p:cNvPr>
              <p:cNvSpPr txBox="1"/>
              <p:nvPr/>
            </p:nvSpPr>
            <p:spPr>
              <a:xfrm>
                <a:off x="3119954" y="3428999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24270 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452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608298F-B17D-4D52-92EF-8BA83E08F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3428999"/>
                <a:ext cx="4531807" cy="136537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F5CC21-EC75-49C2-8DC1-AE8B4D2F4DAF}"/>
                  </a:ext>
                </a:extLst>
              </p:cNvPr>
              <p:cNvSpPr txBox="1"/>
              <p:nvPr/>
            </p:nvSpPr>
            <p:spPr>
              <a:xfrm>
                <a:off x="3119954" y="5035475"/>
                <a:ext cx="45318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9.5948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F5CC21-EC75-49C2-8DC1-AE8B4D2F4D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5035475"/>
                <a:ext cx="453180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0D14F65-4384-429E-9EA7-7E841BEA780C}"/>
                  </a:ext>
                </a:extLst>
              </p:cNvPr>
              <p:cNvSpPr txBox="1"/>
              <p:nvPr/>
            </p:nvSpPr>
            <p:spPr>
              <a:xfrm>
                <a:off x="9329969" y="2821008"/>
                <a:ext cx="2771419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45.2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43.7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19.5948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0D14F65-4384-429E-9EA7-7E841BEA78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2821008"/>
                <a:ext cx="2771419" cy="93435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3BB0846-C56E-47C7-8121-455B73C011F1}"/>
              </a:ext>
            </a:extLst>
          </p:cNvPr>
          <p:cNvCxnSpPr>
            <a:cxnSpLocks/>
          </p:cNvCxnSpPr>
          <p:nvPr/>
        </p:nvCxnSpPr>
        <p:spPr>
          <a:xfrm>
            <a:off x="7355075" y="1879673"/>
            <a:ext cx="0" cy="367902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4F49CF0-49C3-4C12-9C00-F8A0930B7E89}"/>
                  </a:ext>
                </a:extLst>
              </p:cNvPr>
              <p:cNvSpPr txBox="1"/>
              <p:nvPr/>
            </p:nvSpPr>
            <p:spPr>
              <a:xfrm>
                <a:off x="9329969" y="4111686"/>
                <a:ext cx="2771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.7655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4F49CF0-49C3-4C12-9C00-F8A0930B7E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4111686"/>
                <a:ext cx="277141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99906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7" grpId="0"/>
      <p:bldP spid="18" grpId="0"/>
      <p:bldP spid="21" grpId="0"/>
      <p:bldP spid="23" grpId="0"/>
      <p:bldP spid="24" grpId="0"/>
      <p:bldP spid="25" grpId="0"/>
      <p:bldP spid="27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6"/>
                <a:ext cx="11929645" cy="288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US" dirty="0"/>
                  <a:t>From the marks scored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in section A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in section B of a class, the following measures were obtained</a:t>
                </a:r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endParaRPr lang="en-US" dirty="0"/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endParaRPr lang="en-US" dirty="0"/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US" dirty="0"/>
                  <a:t>Determine which distribution of marks is more skewed.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6"/>
                <a:ext cx="11929645" cy="2880000"/>
              </a:xfrm>
              <a:prstGeom prst="rect">
                <a:avLst/>
              </a:prstGeom>
              <a:blipFill>
                <a:blip r:embed="rId3"/>
                <a:stretch>
                  <a:fillRect l="-1074" t="-636" r="-1074" b="-487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383705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600285"/>
              </p:ext>
            </p:extLst>
          </p:nvPr>
        </p:nvGraphicFramePr>
        <p:xfrm>
          <a:off x="290368" y="1958424"/>
          <a:ext cx="11158684" cy="57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8967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FDDC998-92A7-462F-ACCE-11BB0D8C4848}"/>
                  </a:ext>
                </a:extLst>
              </p:cNvPr>
              <p:cNvSpPr txBox="1"/>
              <p:nvPr/>
            </p:nvSpPr>
            <p:spPr>
              <a:xfrm>
                <a:off x="3554902" y="19855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algn="just">
                  <a:spcBef>
                    <a:spcPts val="0"/>
                  </a:spcBef>
                  <a:spcAft>
                    <a:spcPts val="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smtClean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=55</m:t>
                      </m:r>
                    </m:oMath>
                  </m:oMathPara>
                </a14:m>
                <a:endParaRPr lang="en-IN" sz="2800" b="0" i="0" dirty="0">
                  <a:solidFill>
                    <a:schemeClr val="bg1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FDDC998-92A7-462F-ACCE-11BB0D8C48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902" y="1985572"/>
                <a:ext cx="2030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50F73EF-051A-4080-BE1B-17E25D88326F}"/>
                  </a:ext>
                </a:extLst>
              </p:cNvPr>
              <p:cNvSpPr txBox="1"/>
              <p:nvPr/>
            </p:nvSpPr>
            <p:spPr>
              <a:xfrm>
                <a:off x="3554902" y="25614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l-GR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i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=53</m:t>
                      </m:r>
                    </m:oMath>
                  </m:oMathPara>
                </a14:m>
                <a:endParaRPr lang="en-IN" sz="2800" b="0" dirty="0">
                  <a:solidFill>
                    <a:schemeClr val="bg1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50F73EF-051A-4080-BE1B-17E25D883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902" y="2561472"/>
                <a:ext cx="203038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8D15D1C-A310-44B0-A1D3-CB04A80332E9}"/>
                  </a:ext>
                </a:extLst>
              </p:cNvPr>
              <p:cNvSpPr txBox="1"/>
              <p:nvPr/>
            </p:nvSpPr>
            <p:spPr>
              <a:xfrm>
                <a:off x="6328582" y="19855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8D15D1C-A310-44B0-A1D3-CB04A80332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582" y="1985572"/>
                <a:ext cx="203038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6B30A9A-AF5A-499A-BC19-A2AF162DBF40}"/>
                  </a:ext>
                </a:extLst>
              </p:cNvPr>
              <p:cNvSpPr txBox="1"/>
              <p:nvPr/>
            </p:nvSpPr>
            <p:spPr>
              <a:xfrm>
                <a:off x="6328582" y="25614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6B30A9A-AF5A-499A-BC19-A2AF162DBF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582" y="2561472"/>
                <a:ext cx="203038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C96FC24-AAA4-41CC-90BB-DB7D2E8115F8}"/>
                  </a:ext>
                </a:extLst>
              </p:cNvPr>
              <p:cNvSpPr txBox="1"/>
              <p:nvPr/>
            </p:nvSpPr>
            <p:spPr>
              <a:xfrm>
                <a:off x="8816975" y="1985572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=58.72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C96FC24-AAA4-41CC-90BB-DB7D2E8115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6975" y="1985572"/>
                <a:ext cx="26009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AB83A37-7502-4AC0-9060-832FD9FFE8DC}"/>
                  </a:ext>
                </a:extLst>
              </p:cNvPr>
              <p:cNvSpPr txBox="1"/>
              <p:nvPr/>
            </p:nvSpPr>
            <p:spPr>
              <a:xfrm>
                <a:off x="8816975" y="2561472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1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=48.83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AB83A37-7502-4AC0-9060-832FD9FFE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6975" y="2561472"/>
                <a:ext cx="260096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1648690E-34DC-44D6-9250-B515A3C6A8FA}"/>
              </a:ext>
            </a:extLst>
          </p:cNvPr>
          <p:cNvSpPr txBox="1"/>
          <p:nvPr/>
        </p:nvSpPr>
        <p:spPr>
          <a:xfrm>
            <a:off x="1616904" y="4483196"/>
            <a:ext cx="3996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7CB80D-03F5-4B25-81F4-CEC6619AF3BE}"/>
                  </a:ext>
                </a:extLst>
              </p:cNvPr>
              <p:cNvSpPr txBox="1"/>
              <p:nvPr/>
            </p:nvSpPr>
            <p:spPr>
              <a:xfrm>
                <a:off x="1616904" y="5342940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7CB80D-03F5-4B25-81F4-CEC6619AF3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5342940"/>
                <a:ext cx="18694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941285B-5DCB-4758-901A-35EE1E9F4B98}"/>
                  </a:ext>
                </a:extLst>
              </p:cNvPr>
              <p:cNvSpPr txBox="1"/>
              <p:nvPr/>
            </p:nvSpPr>
            <p:spPr>
              <a:xfrm>
                <a:off x="3135790" y="5129341"/>
                <a:ext cx="2731574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58.72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15.4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941285B-5DCB-4758-901A-35EE1E9F4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5790" y="5129341"/>
                <a:ext cx="2731574" cy="93435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/>
              <p:nvPr/>
            </p:nvSpPr>
            <p:spPr>
              <a:xfrm>
                <a:off x="5627432" y="5342940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7432" y="5342940"/>
                <a:ext cx="273157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4" y="3837051"/>
            <a:ext cx="7397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Using 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42948" y="1985572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A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42948" y="2555664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B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BDCCD17-12CB-4BEE-99BC-C8942B97211B}"/>
                  </a:ext>
                </a:extLst>
              </p:cNvPr>
              <p:cNvSpPr txBox="1"/>
              <p:nvPr/>
            </p:nvSpPr>
            <p:spPr>
              <a:xfrm>
                <a:off x="6095998" y="5342940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−0.2416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BDCCD17-12CB-4BEE-99BC-C8942B9721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5998" y="5342940"/>
                <a:ext cx="273157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62F1891B-2A89-4D62-8985-1D01428CB7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3607243"/>
              </p:ext>
            </p:extLst>
          </p:nvPr>
        </p:nvGraphicFramePr>
        <p:xfrm>
          <a:off x="290368" y="2534656"/>
          <a:ext cx="11158684" cy="57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8967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9758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25" grpId="0"/>
      <p:bldP spid="26" grpId="0"/>
      <p:bldP spid="27" grpId="0"/>
      <p:bldP spid="28" grpId="0"/>
      <p:bldP spid="31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4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648690E-34DC-44D6-9250-B515A3C6A8FA}"/>
              </a:ext>
            </a:extLst>
          </p:cNvPr>
          <p:cNvSpPr txBox="1"/>
          <p:nvPr/>
        </p:nvSpPr>
        <p:spPr>
          <a:xfrm>
            <a:off x="8760690" y="831308"/>
            <a:ext cx="3996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CAF6BF4-3452-4B6D-9FE8-45F65EA0FF20}"/>
                  </a:ext>
                </a:extLst>
              </p:cNvPr>
              <p:cNvSpPr txBox="1"/>
              <p:nvPr/>
            </p:nvSpPr>
            <p:spPr>
              <a:xfrm>
                <a:off x="1777624" y="831308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l-GR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i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=53</m:t>
                      </m:r>
                    </m:oMath>
                  </m:oMathPara>
                </a14:m>
                <a:endParaRPr lang="en-IN" sz="2800" b="0" dirty="0">
                  <a:solidFill>
                    <a:srgbClr val="00206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CAF6BF4-3452-4B6D-9FE8-45F65EA0F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7624" y="831308"/>
                <a:ext cx="203038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49B2D65-F58D-4954-AF1F-286DBB96E5D3}"/>
                  </a:ext>
                </a:extLst>
              </p:cNvPr>
              <p:cNvSpPr txBox="1"/>
              <p:nvPr/>
            </p:nvSpPr>
            <p:spPr>
              <a:xfrm>
                <a:off x="3601930" y="831308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49B2D65-F58D-4954-AF1F-286DBB96E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1930" y="831308"/>
                <a:ext cx="2030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DCCB3E9-D59A-4BD0-9707-2A0D19541187}"/>
                  </a:ext>
                </a:extLst>
              </p:cNvPr>
              <p:cNvSpPr txBox="1"/>
              <p:nvPr/>
            </p:nvSpPr>
            <p:spPr>
              <a:xfrm>
                <a:off x="5632316" y="831308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=48.83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DCCB3E9-D59A-4BD0-9707-2A0D19541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2316" y="831308"/>
                <a:ext cx="26009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708B959F-E5AC-49CC-B599-C3C06B302AFC}"/>
              </a:ext>
            </a:extLst>
          </p:cNvPr>
          <p:cNvSpPr txBox="1"/>
          <p:nvPr/>
        </p:nvSpPr>
        <p:spPr>
          <a:xfrm>
            <a:off x="0" y="831308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B</a:t>
            </a:r>
            <a:endParaRPr lang="en-IN" sz="2800" dirty="0">
              <a:solidFill>
                <a:srgbClr val="002060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B5804C3-E288-4780-A154-0F72F5BBA19C}"/>
              </a:ext>
            </a:extLst>
          </p:cNvPr>
          <p:cNvSpPr txBox="1"/>
          <p:nvPr/>
        </p:nvSpPr>
        <p:spPr>
          <a:xfrm>
            <a:off x="138027" y="1505391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75DBD2-1A78-4D2D-AAF4-E16D691CF0E5}"/>
                  </a:ext>
                </a:extLst>
              </p:cNvPr>
              <p:cNvSpPr txBox="1"/>
              <p:nvPr/>
            </p:nvSpPr>
            <p:spPr>
              <a:xfrm>
                <a:off x="138027" y="2365135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75DBD2-1A78-4D2D-AAF4-E16D691CF0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27" y="2365135"/>
                <a:ext cx="18694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6F21856-472C-49AE-8B5A-42674184D07C}"/>
                  </a:ext>
                </a:extLst>
              </p:cNvPr>
              <p:cNvSpPr txBox="1"/>
              <p:nvPr/>
            </p:nvSpPr>
            <p:spPr>
              <a:xfrm>
                <a:off x="1656913" y="2151536"/>
                <a:ext cx="2731574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48.83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15.4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6F21856-472C-49AE-8B5A-42674184D0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6913" y="2151536"/>
                <a:ext cx="2731574" cy="93435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5CF9BC5-82A5-4A39-87DA-7DB2299311DD}"/>
                  </a:ext>
                </a:extLst>
              </p:cNvPr>
              <p:cNvSpPr txBox="1"/>
              <p:nvPr/>
            </p:nvSpPr>
            <p:spPr>
              <a:xfrm>
                <a:off x="4110455" y="2365135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0.2708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5CF9BC5-82A5-4A39-87DA-7DB2299311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10455" y="2365135"/>
                <a:ext cx="27315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B3AC16E8-79D9-473C-8B2E-BF97DAC165D7}"/>
              </a:ext>
            </a:extLst>
          </p:cNvPr>
          <p:cNvSpPr txBox="1"/>
          <p:nvPr/>
        </p:nvSpPr>
        <p:spPr>
          <a:xfrm>
            <a:off x="138027" y="3510497"/>
            <a:ext cx="98511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To compare skewness, we are </a:t>
            </a:r>
            <a:r>
              <a:rPr lang="en-GB" sz="2800" b="1" dirty="0">
                <a:solidFill>
                  <a:srgbClr val="002060"/>
                </a:solidFill>
              </a:rPr>
              <a:t>ignoring the sign</a:t>
            </a:r>
            <a:r>
              <a:rPr lang="en-GB" sz="2800" dirty="0">
                <a:solidFill>
                  <a:srgbClr val="002060"/>
                </a:solidFill>
              </a:rPr>
              <a:t>.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EEE191-2B03-4B1C-ADE8-5A956CC02244}"/>
                  </a:ext>
                </a:extLst>
              </p:cNvPr>
              <p:cNvSpPr txBox="1"/>
              <p:nvPr/>
            </p:nvSpPr>
            <p:spPr>
              <a:xfrm>
                <a:off x="138027" y="4170446"/>
                <a:ext cx="9574126" cy="10254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12000"/>
                  </a:lnSpc>
                </a:pPr>
                <a:r>
                  <a:rPr lang="en-GB" sz="2800" dirty="0">
                    <a:solidFill>
                      <a:srgbClr val="002060"/>
                    </a:solidFill>
                  </a:rPr>
                  <a:t>The magnitude of skewness for </a:t>
                </a:r>
                <a:r>
                  <a:rPr lang="en-GB" sz="2800" b="1" dirty="0">
                    <a:solidFill>
                      <a:srgbClr val="002060"/>
                    </a:solidFill>
                  </a:rPr>
                  <a:t>Section B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GB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  <m:r>
                          <a:rPr lang="en-IN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𝟐𝟕𝟎𝟖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  <a:p>
                <a:pPr>
                  <a:lnSpc>
                    <a:spcPct val="112000"/>
                  </a:lnSpc>
                </a:pPr>
                <a:r>
                  <a:rPr lang="en-GB" sz="2800" dirty="0">
                    <a:solidFill>
                      <a:srgbClr val="002060"/>
                    </a:solidFill>
                  </a:rPr>
                  <a:t>is </a:t>
                </a:r>
                <a:r>
                  <a:rPr lang="en-GB" sz="2800" b="1" dirty="0">
                    <a:solidFill>
                      <a:srgbClr val="FF0000"/>
                    </a:solidFill>
                  </a:rPr>
                  <a:t>greater than</a:t>
                </a:r>
                <a:r>
                  <a:rPr lang="en-GB" sz="2800" dirty="0">
                    <a:solidFill>
                      <a:srgbClr val="002060"/>
                    </a:solidFill>
                  </a:rPr>
                  <a:t> that for </a:t>
                </a:r>
                <a:r>
                  <a:rPr lang="en-GB" sz="2800" b="1" dirty="0">
                    <a:solidFill>
                      <a:srgbClr val="002060"/>
                    </a:solidFill>
                  </a:rPr>
                  <a:t>Section A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GB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  <m:r>
                          <a:rPr lang="en-IN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𝟐𝟒𝟏𝟔</m:t>
                        </m:r>
                      </m:e>
                    </m:d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EEE191-2B03-4B1C-ADE8-5A956CC02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27" y="4170446"/>
                <a:ext cx="9574126" cy="1025409"/>
              </a:xfrm>
              <a:prstGeom prst="rect">
                <a:avLst/>
              </a:prstGeom>
              <a:blipFill>
                <a:blip r:embed="rId9"/>
                <a:stretch>
                  <a:fillRect l="-1338" t="-3571" b="-160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TextBox 42">
            <a:extLst>
              <a:ext uri="{FF2B5EF4-FFF2-40B4-BE49-F238E27FC236}">
                <a16:creationId xmlns:a16="http://schemas.microsoft.com/office/drawing/2014/main" id="{E5AB5185-7970-48D2-BB4F-555BFAC7041B}"/>
              </a:ext>
            </a:extLst>
          </p:cNvPr>
          <p:cNvSpPr txBox="1"/>
          <p:nvPr/>
        </p:nvSpPr>
        <p:spPr>
          <a:xfrm>
            <a:off x="138027" y="5332584"/>
            <a:ext cx="98511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Therefore, the distribution of marks in Section B is more skewed.</a:t>
            </a:r>
            <a:endParaRPr lang="en-IN" sz="2800" b="1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16FABA2-2A8E-4145-ADA3-02791A1B82FF}"/>
                  </a:ext>
                </a:extLst>
              </p:cNvPr>
              <p:cNvSpPr txBox="1"/>
              <p:nvPr/>
            </p:nvSpPr>
            <p:spPr>
              <a:xfrm>
                <a:off x="9712153" y="1326019"/>
                <a:ext cx="180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−0.2416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16FABA2-2A8E-4145-ADA3-02791A1B8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2153" y="1326019"/>
                <a:ext cx="1800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F38EE21-42E7-424F-BD88-088287F18CCA}"/>
              </a:ext>
            </a:extLst>
          </p:cNvPr>
          <p:cNvSpPr/>
          <p:nvPr/>
        </p:nvSpPr>
        <p:spPr>
          <a:xfrm>
            <a:off x="4449447" y="2365135"/>
            <a:ext cx="1359170" cy="50203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D5A88B7F-0BC5-4F18-A6C1-F848254754CB}"/>
              </a:ext>
            </a:extLst>
          </p:cNvPr>
          <p:cNvSpPr/>
          <p:nvPr/>
        </p:nvSpPr>
        <p:spPr>
          <a:xfrm>
            <a:off x="9712153" y="1350866"/>
            <a:ext cx="1608990" cy="50203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008854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" grpId="0" animBg="1"/>
      <p:bldP spid="20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D6E25F-E83F-5937-D287-744BE9484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611385-A670-7FC4-1216-5C499018B0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Method of Moments</a:t>
                </a:r>
                <a:endParaRPr lang="en-IN" b="1" dirty="0"/>
              </a:p>
              <a:p>
                <a:pPr lvl="1"/>
                <a:r>
                  <a:rPr lang="en-US" dirty="0"/>
                  <a:t>Measure of skewness can also be obtained from moment about mean and defined as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i="0" smtClean="0">
                          <a:solidFill>
                            <a:srgbClr val="FF0000"/>
                          </a:solidFill>
                          <a:latin typeface="+mj-lt"/>
                        </a:rPr>
                        <m:t>Skewness</m:t>
                      </m:r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𝛃</m:t>
                          </m:r>
                        </m:e>
                        <m:sub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𝟑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p>
                          </m:sSup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18034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7"/>
                <a:ext cx="11929645" cy="20202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GB" dirty="0"/>
                  <a:t>Prove that the skewness of the following data is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0.0390</m:t>
                    </m:r>
                  </m:oMath>
                </a14:m>
                <a:r>
                  <a:rPr lang="en-GB" dirty="0"/>
                  <a:t> using method of moment.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7"/>
                <a:ext cx="11929645" cy="2020256"/>
              </a:xfrm>
              <a:prstGeom prst="rect">
                <a:avLst/>
              </a:prstGeom>
              <a:blipFill>
                <a:blip r:embed="rId3"/>
                <a:stretch>
                  <a:fillRect l="-1074" t="-90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5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38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3004399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3327953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Using </a:t>
            </a:r>
            <a:r>
              <a:rPr lang="en-US" sz="2800" dirty="0">
                <a:solidFill>
                  <a:srgbClr val="002060"/>
                </a:solidFill>
              </a:rPr>
              <a:t>Method of Moments to </a:t>
            </a:r>
            <a:r>
              <a:rPr lang="en-IN" sz="2800" dirty="0">
                <a:solidFill>
                  <a:srgbClr val="002060"/>
                </a:solidFill>
              </a:rPr>
              <a:t>calculate skewness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429727" y="1482652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Class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429727" y="2052744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Frequency 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5292907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7529318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9884565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5587145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7852872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10208119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102739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773680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third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3680" y="4776385"/>
                <a:ext cx="4755637" cy="523220"/>
              </a:xfrm>
              <a:prstGeom prst="rect">
                <a:avLst/>
              </a:prstGeom>
              <a:blipFill>
                <a:blip r:embed="rId6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221364" y="4776385"/>
            <a:ext cx="475563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C68B495-8C5F-4097-8DA3-7F3EDADB410B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289116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7427546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7546" y="18688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E85B59A-194F-4B04-B858-E90A57CE136F}"/>
                  </a:ext>
                </a:extLst>
              </p:cNvPr>
              <p:cNvSpPr txBox="1"/>
              <p:nvPr/>
            </p:nvSpPr>
            <p:spPr>
              <a:xfrm>
                <a:off x="7788422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E85B59A-194F-4B04-B858-E90A57CE1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2865936"/>
                <a:ext cx="1570988" cy="8728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7788422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3939608"/>
                <a:ext cx="98805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4F91E9-AD21-47E2-B7F3-CDC96EFEE0B3}"/>
                  </a:ext>
                </a:extLst>
              </p:cNvPr>
              <p:cNvSpPr txBox="1"/>
              <p:nvPr/>
            </p:nvSpPr>
            <p:spPr>
              <a:xfrm>
                <a:off x="7788422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4F91E9-AD21-47E2-B7F3-CDC96EFEE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1669154"/>
                <a:ext cx="1570988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569C4232-E98A-485B-9D41-DCF11096908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688968" y="1363820"/>
              <a:ext cx="2302382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2382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569C4232-E98A-485B-9D41-DCF1109690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8247520"/>
                  </p:ext>
                </p:extLst>
              </p:nvPr>
            </p:nvGraphicFramePr>
            <p:xfrm>
              <a:off x="4688968" y="1363820"/>
              <a:ext cx="2302382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2382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9"/>
                          <a:stretch>
                            <a:fillRect l="-529" t="-1124" r="-79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84214618"/>
                  </p:ext>
                </p:extLst>
              </p:nvPr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457" t="-1124" r="-137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/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/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/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/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BA713CE-D1F6-4F07-9469-E0C46A0A9982}"/>
                  </a:ext>
                </a:extLst>
              </p:cNvPr>
              <p:cNvSpPr/>
              <p:nvPr/>
            </p:nvSpPr>
            <p:spPr>
              <a:xfrm>
                <a:off x="536890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BA713CE-D1F6-4F07-9469-E0C46A0A99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1911213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F25DADA-ECBF-44E3-B186-031221304F18}"/>
                  </a:ext>
                </a:extLst>
              </p:cNvPr>
              <p:cNvSpPr/>
              <p:nvPr/>
            </p:nvSpPr>
            <p:spPr>
              <a:xfrm>
                <a:off x="536890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F25DADA-ECBF-44E3-B186-031221304F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2436532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03966C6-7E36-4FBA-BC5D-25B106EF6C18}"/>
                  </a:ext>
                </a:extLst>
              </p:cNvPr>
              <p:cNvSpPr/>
              <p:nvPr/>
            </p:nvSpPr>
            <p:spPr>
              <a:xfrm>
                <a:off x="536890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03966C6-7E36-4FBA-BC5D-25B106EF6C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2961851"/>
                <a:ext cx="98181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5AA4DD8F-B9A6-4CE3-81BA-EE29D5A930A8}"/>
                  </a:ext>
                </a:extLst>
              </p:cNvPr>
              <p:cNvSpPr/>
              <p:nvPr/>
            </p:nvSpPr>
            <p:spPr>
              <a:xfrm>
                <a:off x="536890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5AA4DD8F-B9A6-4CE3-81BA-EE29D5A930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3487169"/>
                <a:ext cx="98181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6086187"/>
                  </p:ext>
                </p:extLst>
              </p:nvPr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676" t="-1124" r="-101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/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/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/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/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34265555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79" name="TextBox 78">
            <a:extLst>
              <a:ext uri="{FF2B5EF4-FFF2-40B4-BE49-F238E27FC236}">
                <a16:creationId xmlns:a16="http://schemas.microsoft.com/office/drawing/2014/main" id="{F89A78C1-DC79-43F0-B251-0CC2CDDFFB6F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CB45424-B2F9-41B4-AC58-5A63B01F2CCA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C0AC2B4-FEDD-4E6F-B451-43773E5E2F2D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0FB0E-C5F5-4D31-A4BA-AB7C1BCA4030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A0D3DA27-6C36-43C7-BEC2-6676E6F44E7F}"/>
                  </a:ext>
                </a:extLst>
              </p:cNvPr>
              <p:cNvSpPr txBox="1"/>
              <p:nvPr/>
            </p:nvSpPr>
            <p:spPr>
              <a:xfrm>
                <a:off x="4278075" y="4169058"/>
                <a:ext cx="3125131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A0D3DA27-6C36-43C7-BEC2-6676E6F44E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8075" y="4169058"/>
                <a:ext cx="3125131" cy="98668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19469D-CF60-4466-85CA-61127721E22D}"/>
                  </a:ext>
                </a:extLst>
              </p:cNvPr>
              <p:cNvSpPr txBox="1"/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19469D-CF60-4466-85CA-61127721E2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22B9BCEB-5490-4B35-9852-8EB20C88BB68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499212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61" grpId="0"/>
      <p:bldP spid="62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83" grpId="0"/>
      <p:bldP spid="85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457" t="-1124" r="-137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/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/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/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/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2"/>
                          <a:stretch>
                            <a:fillRect l="-676" t="-1124" r="-101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/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/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/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/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79" name="TextBox 78">
            <a:extLst>
              <a:ext uri="{FF2B5EF4-FFF2-40B4-BE49-F238E27FC236}">
                <a16:creationId xmlns:a16="http://schemas.microsoft.com/office/drawing/2014/main" id="{F89A78C1-DC79-43F0-B251-0CC2CDDFFB6F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CB45424-B2F9-41B4-AC58-5A63B01F2CCA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C0AC2B4-FEDD-4E6F-B451-43773E5E2F2D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0FB0E-C5F5-4D31-A4BA-AB7C1BCA4030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367B507-D302-4728-9365-3FF9C4B3F33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686842" y="1363820"/>
              <a:ext cx="16052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521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367B507-D302-4728-9365-3FF9C4B3F33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2591792"/>
                  </p:ext>
                </p:extLst>
              </p:nvPr>
            </p:nvGraphicFramePr>
            <p:xfrm>
              <a:off x="4686842" y="1363820"/>
              <a:ext cx="16052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521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377" t="-1124" r="-11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6CEF7F4-3CD6-4498-8B3E-8D2A218A5D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292059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6CEF7F4-3CD6-4498-8B3E-8D2A218A5D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292059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D79F8089-1131-45F6-A9CA-82AB788530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67049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D79F8089-1131-45F6-A9CA-82AB788530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67049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11E835-6CDC-4E59-9EBC-969C7F87499B}"/>
                  </a:ext>
                </a:extLst>
              </p:cNvPr>
              <p:cNvSpPr/>
              <p:nvPr/>
            </p:nvSpPr>
            <p:spPr>
              <a:xfrm>
                <a:off x="492913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11E835-6CDC-4E59-9EBC-969C7F8749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1911213"/>
                <a:ext cx="98181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DA612E8-9190-4379-AADC-94593CCA2BCA}"/>
                  </a:ext>
                </a:extLst>
              </p:cNvPr>
              <p:cNvSpPr/>
              <p:nvPr/>
            </p:nvSpPr>
            <p:spPr>
              <a:xfrm>
                <a:off x="492913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DA612E8-9190-4379-AADC-94593CCA2B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2436532"/>
                <a:ext cx="98181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7463A82-2550-420F-B23A-851172B402BF}"/>
                  </a:ext>
                </a:extLst>
              </p:cNvPr>
              <p:cNvSpPr/>
              <p:nvPr/>
            </p:nvSpPr>
            <p:spPr>
              <a:xfrm>
                <a:off x="492913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7463A82-2550-420F-B23A-851172B402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2961851"/>
                <a:ext cx="981819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64A8131-0DD9-4F38-81F2-D34E83DF7298}"/>
                  </a:ext>
                </a:extLst>
              </p:cNvPr>
              <p:cNvSpPr/>
              <p:nvPr/>
            </p:nvSpPr>
            <p:spPr>
              <a:xfrm>
                <a:off x="492913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64A8131-0DD9-4F38-81F2-D34E83DF72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3487169"/>
                <a:ext cx="981819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4F7904E-C769-4F1C-A03F-C904F8F6D469}"/>
                  </a:ext>
                </a:extLst>
              </p:cNvPr>
              <p:cNvSpPr/>
              <p:nvPr/>
            </p:nvSpPr>
            <p:spPr>
              <a:xfrm>
                <a:off x="6713167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4F7904E-C769-4F1C-A03F-C904F8F6D4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1911213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2A3A8EA-B5B9-41F2-8F3F-CC90CD779F54}"/>
                  </a:ext>
                </a:extLst>
              </p:cNvPr>
              <p:cNvSpPr/>
              <p:nvPr/>
            </p:nvSpPr>
            <p:spPr>
              <a:xfrm>
                <a:off x="6713167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2A3A8EA-B5B9-41F2-8F3F-CC90CD779F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2436532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459F8F9-A83F-446C-8AB9-420A30445193}"/>
                  </a:ext>
                </a:extLst>
              </p:cNvPr>
              <p:cNvSpPr/>
              <p:nvPr/>
            </p:nvSpPr>
            <p:spPr>
              <a:xfrm>
                <a:off x="6713167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459F8F9-A83F-446C-8AB9-420A304451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296185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F015A1D-53EF-40B5-9BFE-641FCA369DD8}"/>
                  </a:ext>
                </a:extLst>
              </p:cNvPr>
              <p:cNvSpPr/>
              <p:nvPr/>
            </p:nvSpPr>
            <p:spPr>
              <a:xfrm>
                <a:off x="6713167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F015A1D-53EF-40B5-9BFE-641FCA369D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3487169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933F928-076C-4C93-8F87-DF2D9EDD93F4}"/>
                  </a:ext>
                </a:extLst>
              </p:cNvPr>
              <p:cNvSpPr/>
              <p:nvPr/>
            </p:nvSpPr>
            <p:spPr>
              <a:xfrm>
                <a:off x="8529027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−4913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933F928-076C-4C93-8F87-DF2D9EDD93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1911213"/>
                <a:ext cx="13068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C8F0A794-B54D-4D66-ABE9-C34834DDEB03}"/>
                  </a:ext>
                </a:extLst>
              </p:cNvPr>
              <p:cNvSpPr/>
              <p:nvPr/>
            </p:nvSpPr>
            <p:spPr>
              <a:xfrm>
                <a:off x="8529027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C8F0A794-B54D-4D66-ABE9-C34834DDEB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2436532"/>
                <a:ext cx="13068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9324C9A-2382-4838-ADCE-53B54D270A24}"/>
                  </a:ext>
                </a:extLst>
              </p:cNvPr>
              <p:cNvSpPr/>
              <p:nvPr/>
            </p:nvSpPr>
            <p:spPr>
              <a:xfrm>
                <a:off x="8529027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9324C9A-2382-4838-ADCE-53B54D270A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2961851"/>
                <a:ext cx="13068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C650B4C-C25A-47C0-ACBC-B29440F5414D}"/>
                  </a:ext>
                </a:extLst>
              </p:cNvPr>
              <p:cNvSpPr/>
              <p:nvPr/>
            </p:nvSpPr>
            <p:spPr>
              <a:xfrm>
                <a:off x="8529027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C650B4C-C25A-47C0-ACBC-B29440F541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3487169"/>
                <a:ext cx="13068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41453D60-9388-4DBE-8A6D-51AD0633A0B3}"/>
                  </a:ext>
                </a:extLst>
              </p:cNvPr>
              <p:cNvSpPr txBox="1"/>
              <p:nvPr/>
            </p:nvSpPr>
            <p:spPr>
              <a:xfrm>
                <a:off x="6115675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41453D60-9388-4DBE-8A6D-51AD0633A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5675" y="3923883"/>
                <a:ext cx="2376000" cy="135601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9ADEADE-C98C-4949-BF7B-C6F933B495AE}"/>
                  </a:ext>
                </a:extLst>
              </p:cNvPr>
              <p:cNvSpPr txBox="1"/>
              <p:nvPr/>
            </p:nvSpPr>
            <p:spPr>
              <a:xfrm>
                <a:off x="8094036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9ADEADE-C98C-4949-BF7B-C6F933B495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94036" y="3923883"/>
                <a:ext cx="2376000" cy="135601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8E27003-59F2-405C-A3A9-0C55ACC54ECA}"/>
                  </a:ext>
                </a:extLst>
              </p:cNvPr>
              <p:cNvSpPr txBox="1"/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8E27003-59F2-405C-A3A9-0C55ACC54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023E05D4-CD1E-4F5E-A7B1-718B3F6E67B3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626147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86" grpId="0"/>
      <p:bldP spid="87" grpId="0"/>
      <p:bldP spid="88" grpId="0"/>
      <p:bldP spid="89" grpId="0"/>
      <p:bldP spid="90" grpId="0"/>
      <p:bldP spid="91" grpId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5" y="1468938"/>
                <a:ext cx="3654827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5" y="1468938"/>
                <a:ext cx="3654827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6" y="1506225"/>
                <a:ext cx="409368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1506225"/>
                <a:ext cx="4093689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895944" y="3909110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810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5944" y="3909110"/>
                <a:ext cx="195345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895944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5944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887064" y="3909110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−1440 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87064" y="3909110"/>
                <a:ext cx="2445062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887064" y="5005235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−144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87064" y="5005235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−144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81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102739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20736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531441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3" y="5077562"/>
                <a:ext cx="249219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.0390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5077562"/>
                <a:ext cx="2492191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689460-B2CB-433E-9456-D34616DA1E65}"/>
                  </a:ext>
                </a:extLst>
              </p:cNvPr>
              <p:cNvSpPr txBox="1"/>
              <p:nvPr/>
            </p:nvSpPr>
            <p:spPr>
              <a:xfrm>
                <a:off x="4969639" y="62682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689460-B2CB-433E-9456-D34616DA1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9639" y="626828"/>
                <a:ext cx="1941215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9AC44296-077D-4F25-9107-AC3BCF2BFC50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416399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6</a:t>
            </a:r>
            <a:br>
              <a:rPr lang="en-IN" dirty="0"/>
            </a:br>
            <a:r>
              <a:rPr lang="en-US" dirty="0"/>
              <a:t>Kurtosis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4ECDC4D-794F-4072-859A-AEF905826A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99578603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6AC3BD9-C5CE-43B8-8801-1F8ED6AA76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/>
              <a:t>Measures of central tendency providing a summary of the overall data.</a:t>
            </a:r>
          </a:p>
          <a:p>
            <a:r>
              <a:rPr lang="en-GB" dirty="0"/>
              <a:t>Measures of dispersion estimate the spread or variability of data points around the central value.</a:t>
            </a:r>
          </a:p>
          <a:p>
            <a:r>
              <a:rPr lang="en-GB" dirty="0"/>
              <a:t>Skewness depicts whether the data is evenly distributed or tends to lean towards one side.</a:t>
            </a:r>
          </a:p>
          <a:p>
            <a:r>
              <a:rPr lang="en-GB" dirty="0"/>
              <a:t>Now the question arises: How do we measure the </a:t>
            </a:r>
            <a:r>
              <a:rPr lang="en-GB" dirty="0" err="1"/>
              <a:t>peakedness</a:t>
            </a:r>
            <a:r>
              <a:rPr lang="en-GB" dirty="0"/>
              <a:t> of the distribution?</a:t>
            </a:r>
          </a:p>
        </p:txBody>
      </p:sp>
    </p:spTree>
    <p:extLst>
      <p:ext uri="{BB962C8B-B14F-4D97-AF65-F5344CB8AC3E}">
        <p14:creationId xmlns:p14="http://schemas.microsoft.com/office/powerpoint/2010/main" val="2985302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6AC3BD9-C5CE-43B8-8801-1F8ED6AA76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763" y="863601"/>
            <a:ext cx="11928475" cy="1136652"/>
          </a:xfrm>
        </p:spPr>
        <p:txBody>
          <a:bodyPr/>
          <a:lstStyle/>
          <a:p>
            <a:r>
              <a:rPr lang="en-GB" dirty="0"/>
              <a:t>Two distributions can have the same mean, variance, and skewness—but look very different. </a:t>
            </a:r>
          </a:p>
        </p:txBody>
      </p:sp>
      <p:sp>
        <p:nvSpPr>
          <p:cNvPr id="7" name="Content Placeholder 8">
            <a:extLst>
              <a:ext uri="{FF2B5EF4-FFF2-40B4-BE49-F238E27FC236}">
                <a16:creationId xmlns:a16="http://schemas.microsoft.com/office/drawing/2014/main" id="{CC3ED789-F6F1-4F25-934B-A345BA747EC2}"/>
              </a:ext>
            </a:extLst>
          </p:cNvPr>
          <p:cNvSpPr txBox="1">
            <a:spLocks/>
          </p:cNvSpPr>
          <p:nvPr/>
        </p:nvSpPr>
        <p:spPr>
          <a:xfrm>
            <a:off x="131763" y="2000252"/>
            <a:ext cx="7431087" cy="44831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dirty="0"/>
              <a:t>One might be sharply peaked like a mountain, the other flat like a hill.</a:t>
            </a:r>
          </a:p>
          <a:p>
            <a:r>
              <a:rPr lang="en-GB" b="1" dirty="0"/>
              <a:t>Kurtosis</a:t>
            </a:r>
            <a:r>
              <a:rPr lang="en-GB" dirty="0"/>
              <a:t> tells us if a distribution is more peaked or more flat. </a:t>
            </a:r>
          </a:p>
          <a:p>
            <a:r>
              <a:rPr lang="en-GB" dirty="0"/>
              <a:t>High kurtosis means a sharp peak and heavy tails; </a:t>
            </a:r>
          </a:p>
          <a:p>
            <a:pPr marL="266700" indent="0">
              <a:buNone/>
            </a:pPr>
            <a:r>
              <a:rPr lang="en-GB" dirty="0"/>
              <a:t>low kurtosis means a flatter, more spread-out shape.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F2F7CB5-3DBD-45EC-AAD6-F1A36CAC53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745179" y="2152654"/>
            <a:ext cx="4315058" cy="28767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28385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  <p:bldP spid="7" grpId="0" uiExpand="1" build="p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</a:t>
            </a:r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B2443EFB-4BCB-4989-A781-54A1CAFB873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9375" t="12500" r="10301" b="5787"/>
          <a:stretch/>
        </p:blipFill>
        <p:spPr>
          <a:xfrm>
            <a:off x="53358" y="926274"/>
            <a:ext cx="10620000" cy="54018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0058690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Kurtosis describes the amount of </a:t>
                </a:r>
                <a:r>
                  <a:rPr lang="en-GB" b="1" dirty="0" err="1">
                    <a:solidFill>
                      <a:srgbClr val="FF0000"/>
                    </a:solidFill>
                  </a:rPr>
                  <a:t>peakedness</a:t>
                </a:r>
                <a:r>
                  <a:rPr lang="en-GB" dirty="0"/>
                  <a:t> of a distribution.</a:t>
                </a:r>
              </a:p>
              <a:p>
                <a:r>
                  <a:rPr lang="en-GB" dirty="0"/>
                  <a:t>It is denoted by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GB" dirty="0"/>
                  <a:t>” defined as 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𝛃</m:t>
                          </m:r>
                        </m:e>
                        <m:sub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𝛍</m:t>
                              </m:r>
                            </m:e>
                            <m:sub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𝟒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 dirty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b="1" i="0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b="1" i="0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  <a:p>
                <a:r>
                  <a:rPr lang="en-GB" dirty="0"/>
                  <a:t>The greater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dirty="0"/>
                  <a:t>, the more peaked is the distribution.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  <a:blipFill>
                <a:blip r:embed="rId2"/>
                <a:stretch>
                  <a:fillRect l="-9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70336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3282882-B0E9-4753-A95D-55A33F7175FD}"/>
              </a:ext>
            </a:extLst>
          </p:cNvPr>
          <p:cNvPicPr/>
          <p:nvPr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45000"/>
                    </a14:imgEffect>
                    <a14:imgEffect>
                      <a14:brightnessContrast bright="10000" contrast="4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338" t="21421" r="3909" b="6637"/>
          <a:stretch/>
        </p:blipFill>
        <p:spPr bwMode="auto">
          <a:xfrm>
            <a:off x="628650" y="817245"/>
            <a:ext cx="10934700" cy="5162550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sp>
        <p:nvSpPr>
          <p:cNvPr id="5" name="TextBox 4">
            <a:hlinkClick r:id="rId5"/>
            <a:extLst>
              <a:ext uri="{FF2B5EF4-FFF2-40B4-BE49-F238E27FC236}">
                <a16:creationId xmlns:a16="http://schemas.microsoft.com/office/drawing/2014/main" id="{15AE0611-957F-4DA9-B649-FB0F3CD6BF48}"/>
              </a:ext>
            </a:extLst>
          </p:cNvPr>
          <p:cNvSpPr txBox="1"/>
          <p:nvPr/>
        </p:nvSpPr>
        <p:spPr>
          <a:xfrm>
            <a:off x="1219200" y="6085839"/>
            <a:ext cx="97536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dirty="0">
                <a:hlinkClick r:id="rId5"/>
              </a:rPr>
              <a:t>https://analystprep.com/cfa-level-1-exam/wp-content/uploads/2019/08/page-64.png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5129772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normal curve</a:t>
                </a:r>
                <a:r>
                  <a:rPr lang="en-GB" dirty="0"/>
                  <a:t>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mesokurtic</a:t>
                </a:r>
                <a:r>
                  <a:rPr lang="en-GB" dirty="0"/>
                  <a:t>.</a:t>
                </a:r>
              </a:p>
              <a:p>
                <a:pPr>
                  <a:spcBef>
                    <a:spcPts val="1200"/>
                  </a:spcBef>
                </a:pPr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more</a:t>
                </a:r>
                <a:r>
                  <a:rPr lang="en-GB" dirty="0"/>
                  <a:t> </a:t>
                </a:r>
                <a:r>
                  <a:rPr lang="en-GB" b="1" dirty="0"/>
                  <a:t>peaked</a:t>
                </a:r>
                <a:r>
                  <a:rPr lang="en-GB" dirty="0"/>
                  <a:t> than normal curve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leptokurtic</a:t>
                </a:r>
                <a:r>
                  <a:rPr lang="en-GB" dirty="0"/>
                  <a:t>.</a:t>
                </a:r>
              </a:p>
              <a:p>
                <a:pPr>
                  <a:spcBef>
                    <a:spcPts val="1200"/>
                  </a:spcBef>
                </a:pPr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less</a:t>
                </a:r>
                <a:r>
                  <a:rPr lang="en-GB" dirty="0"/>
                  <a:t> </a:t>
                </a:r>
                <a:r>
                  <a:rPr lang="en-GB" b="1" dirty="0"/>
                  <a:t>peaked</a:t>
                </a:r>
                <a:r>
                  <a:rPr lang="en-GB" dirty="0"/>
                  <a:t> than normal curve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platykurtic</a:t>
                </a:r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  <a:blipFill>
                <a:blip r:embed="rId2"/>
                <a:stretch>
                  <a:fillRect l="-920" r="-10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46396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A8B3DA50-FCAA-CF50-34C8-ADDEC17F5F82}"/>
              </a:ext>
            </a:extLst>
          </p:cNvPr>
          <p:cNvSpPr txBox="1">
            <a:spLocks/>
          </p:cNvSpPr>
          <p:nvPr/>
        </p:nvSpPr>
        <p:spPr>
          <a:xfrm>
            <a:off x="131176" y="834127"/>
            <a:ext cx="11929645" cy="202025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600"/>
              </a:spcBef>
            </a:pPr>
            <a:r>
              <a:rPr lang="en-GB" dirty="0"/>
              <a:t>Find out the kurtosis of the following data: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198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393607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2416674" y="1479980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2731890" y="20558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 compute Kurtosis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25846" y="1482652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Class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25846" y="2052744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f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4338692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6234806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8165459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4662542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6558656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8489309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fourth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blipFill>
                <a:blip r:embed="rId5"/>
                <a:stretch>
                  <a:fillRect t="-11765" r="-641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350656" y="4776385"/>
            <a:ext cx="33608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860A78A-AD95-451B-A135-1C1971825370}"/>
              </a:ext>
            </a:extLst>
          </p:cNvPr>
          <p:cNvSpPr txBox="1"/>
          <p:nvPr/>
        </p:nvSpPr>
        <p:spPr>
          <a:xfrm>
            <a:off x="10087477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50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9ED342D-8AC5-42CE-A0B3-045C5CE85590}"/>
              </a:ext>
            </a:extLst>
          </p:cNvPr>
          <p:cNvSpPr txBox="1"/>
          <p:nvPr/>
        </p:nvSpPr>
        <p:spPr>
          <a:xfrm>
            <a:off x="10411327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08E7734-92D2-44DD-9FEB-2FDBC249330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566705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9830901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0901" y="1868822"/>
                <a:ext cx="40143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10191777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2500 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2865936"/>
                <a:ext cx="1570988" cy="87286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10191777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3939608"/>
                <a:ext cx="98805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10191777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1669154"/>
                <a:ext cx="1570988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76130907"/>
                  </p:ext>
                </p:extLst>
              </p:nvPr>
            </p:nvGraphicFramePr>
            <p:xfrm>
              <a:off x="4024528" y="1363821"/>
              <a:ext cx="2525498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525498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7708715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76130907"/>
                  </p:ext>
                </p:extLst>
              </p:nvPr>
            </p:nvGraphicFramePr>
            <p:xfrm>
              <a:off x="4024528" y="1363821"/>
              <a:ext cx="2525498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525498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82" t="-1124" r="-723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77087158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763" t="-1124" r="-229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4747277" y="1911214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277" y="1911214"/>
                <a:ext cx="108000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4747277" y="2436533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277" y="2436533"/>
                <a:ext cx="108000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4747277" y="2961852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277" y="2961852"/>
                <a:ext cx="108000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4747277" y="3487170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277" y="3487170"/>
                <a:ext cx="108000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6"/>
                          <a:stretch>
                            <a:fillRect l="-727" t="-1124" r="-1091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1"/>
                          <a:stretch>
                            <a:fillRect l="-897" t="-1124" r="-134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/>
              <p:nvPr/>
            </p:nvSpPr>
            <p:spPr>
              <a:xfrm>
                <a:off x="4024528" y="4769224"/>
                <a:ext cx="2525498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4528" y="4769224"/>
                <a:ext cx="2525498" cy="98668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48C3C3D-2113-4485-9C6D-1A333ECE1558}"/>
                  </a:ext>
                </a:extLst>
              </p:cNvPr>
              <p:cNvSpPr/>
              <p:nvPr/>
            </p:nvSpPr>
            <p:spPr>
              <a:xfrm>
                <a:off x="4747277" y="4067810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48C3C3D-2113-4485-9C6D-1A333ECE15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277" y="4067810"/>
                <a:ext cx="108000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5E70BE4-53BC-40CE-8FA7-5251789C6EA9}"/>
                  </a:ext>
                </a:extLst>
              </p:cNvPr>
              <p:cNvSpPr txBox="1"/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5E70BE4-53BC-40CE-8FA7-5251789C6E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A72555E-E513-4CE2-9EC2-BCD31AAB22D8}"/>
                  </a:ext>
                </a:extLst>
              </p:cNvPr>
              <p:cNvSpPr txBox="1"/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A72555E-E513-4CE2-9EC2-BCD31AAB22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2C84C58-36FD-484D-9AE2-DD2D2F25E6FF}"/>
                  </a:ext>
                </a:extLst>
              </p:cNvPr>
              <p:cNvSpPr/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2C84C58-36FD-484D-9AE2-DD2D2F25E6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36DD16-EF5A-48E8-8CB1-4536B12D5063}"/>
                  </a:ext>
                </a:extLst>
              </p:cNvPr>
              <p:cNvSpPr/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36DD16-EF5A-48E8-8CB1-4536B12D50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17F2AA0-3BE5-45E3-865B-38B0E37B70C2}"/>
                  </a:ext>
                </a:extLst>
              </p:cNvPr>
              <p:cNvSpPr/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17F2AA0-3BE5-45E3-865B-38B0E37B70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D4220832-ED2E-4922-9F89-759F4E849551}"/>
                  </a:ext>
                </a:extLst>
              </p:cNvPr>
              <p:cNvSpPr/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D4220832-ED2E-4922-9F89-759F4E8495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F0AF3157-992E-45C5-B6A4-3ACF4DA671AD}"/>
                  </a:ext>
                </a:extLst>
              </p:cNvPr>
              <p:cNvSpPr/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F0AF3157-992E-45C5-B6A4-3ACF4DA671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6DB6594-4CDD-4E81-B49E-5EEA4EB35892}"/>
                  </a:ext>
                </a:extLst>
              </p:cNvPr>
              <p:cNvSpPr/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6DB6594-4CDD-4E81-B49E-5EEA4EB358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F3646407-FE48-46A8-8163-FE1101BA218D}"/>
                  </a:ext>
                </a:extLst>
              </p:cNvPr>
              <p:cNvSpPr/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F3646407-FE48-46A8-8163-FE1101BA21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958F2FEC-1E88-4864-B21D-C5B748C1B107}"/>
                  </a:ext>
                </a:extLst>
              </p:cNvPr>
              <p:cNvSpPr/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958F2FEC-1E88-4864-B21D-C5B748C1B1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TextBox 76">
            <a:extLst>
              <a:ext uri="{FF2B5EF4-FFF2-40B4-BE49-F238E27FC236}">
                <a16:creationId xmlns:a16="http://schemas.microsoft.com/office/drawing/2014/main" id="{0D85D0D3-15B7-4AC5-867D-ADB3F14BD009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A02A2A58-475C-44C6-97B3-56129F790D14}"/>
              </a:ext>
            </a:extLst>
          </p:cNvPr>
          <p:cNvSpPr txBox="1"/>
          <p:nvPr/>
        </p:nvSpPr>
        <p:spPr>
          <a:xfrm>
            <a:off x="126195" y="245115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2FAC8A2-66B7-4647-8CD0-11CBEE752B48}"/>
              </a:ext>
            </a:extLst>
          </p:cNvPr>
          <p:cNvSpPr txBox="1"/>
          <p:nvPr/>
        </p:nvSpPr>
        <p:spPr>
          <a:xfrm>
            <a:off x="126195" y="299109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828E1920-068B-4A66-B976-37C998AD0620}"/>
              </a:ext>
            </a:extLst>
          </p:cNvPr>
          <p:cNvSpPr txBox="1"/>
          <p:nvPr/>
        </p:nvSpPr>
        <p:spPr>
          <a:xfrm>
            <a:off x="126195" y="353103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6A915C1B-2143-4870-B8CD-09A997124AC1}"/>
                  </a:ext>
                </a:extLst>
              </p:cNvPr>
              <p:cNvSpPr txBox="1"/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6A915C1B-2143-4870-B8CD-09A997124A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F413AE5-F05E-4918-8D57-230D5D2A46E1}"/>
                  </a:ext>
                </a:extLst>
              </p:cNvPr>
              <p:cNvSpPr/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F413AE5-F05E-4918-8D57-230D5D2A46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9C394518-5F6A-442A-9118-11DE120FA6CE}"/>
                  </a:ext>
                </a:extLst>
              </p:cNvPr>
              <p:cNvSpPr/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9C394518-5F6A-442A-9118-11DE120FA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TextBox 83">
            <a:extLst>
              <a:ext uri="{FF2B5EF4-FFF2-40B4-BE49-F238E27FC236}">
                <a16:creationId xmlns:a16="http://schemas.microsoft.com/office/drawing/2014/main" id="{D9877F05-88F0-4DA9-B8C1-D7CABB1BCD8F}"/>
              </a:ext>
            </a:extLst>
          </p:cNvPr>
          <p:cNvSpPr txBox="1"/>
          <p:nvPr/>
        </p:nvSpPr>
        <p:spPr>
          <a:xfrm>
            <a:off x="126195" y="407097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</a:t>
            </a:r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67AC5D3-C8C3-496D-A56A-A0FCCD53EE1E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951819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  <p:bldP spid="72" grpId="0"/>
      <p:bldP spid="73" grpId="0"/>
      <p:bldP spid="74" grpId="0"/>
      <p:bldP spid="75" grpId="0"/>
      <p:bldP spid="153" grpId="0"/>
      <p:bldP spid="33" grpId="0"/>
      <p:bldP spid="55" grpId="0"/>
      <p:bldP spid="56" grpId="0"/>
      <p:bldP spid="57" grpId="0"/>
      <p:bldP spid="62" grpId="0"/>
      <p:bldP spid="81" grpId="0"/>
      <p:bldP spid="82" grpId="0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5577" y="1363821"/>
              <a:ext cx="10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687152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5577" y="1363821"/>
              <a:ext cx="10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24" t="-1124" r="-168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687152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10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1946500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10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07" t="-1124" r="-92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1946500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08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99894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08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13" t="-1124" r="-92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99894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4036794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1911213"/>
                <a:ext cx="98181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4036794" y="245115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2451153"/>
                <a:ext cx="98181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4036794" y="299109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2991093"/>
                <a:ext cx="98181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4036794" y="353103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3531033"/>
                <a:ext cx="98181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/>
              <p:nvPr/>
            </p:nvSpPr>
            <p:spPr>
              <a:xfrm>
                <a:off x="5499426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1911213"/>
                <a:ext cx="1080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/>
              <p:nvPr/>
            </p:nvSpPr>
            <p:spPr>
              <a:xfrm>
                <a:off x="5499426" y="245115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2451153"/>
                <a:ext cx="1080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/>
              <p:nvPr/>
            </p:nvSpPr>
            <p:spPr>
              <a:xfrm>
                <a:off x="5499426" y="299109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2991093"/>
                <a:ext cx="1080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/>
              <p:nvPr/>
            </p:nvSpPr>
            <p:spPr>
              <a:xfrm>
                <a:off x="5499426" y="353103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3531033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/>
              <p:nvPr/>
            </p:nvSpPr>
            <p:spPr>
              <a:xfrm>
                <a:off x="7203950" y="191121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1911213"/>
                <a:ext cx="173935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/>
              <p:nvPr/>
            </p:nvSpPr>
            <p:spPr>
              <a:xfrm>
                <a:off x="7203950" y="245115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2451153"/>
                <a:ext cx="173935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/>
              <p:nvPr/>
            </p:nvSpPr>
            <p:spPr>
              <a:xfrm>
                <a:off x="7203950" y="299109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2991093"/>
                <a:ext cx="173935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/>
              <p:nvPr/>
            </p:nvSpPr>
            <p:spPr>
              <a:xfrm>
                <a:off x="7203950" y="353103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3531033"/>
                <a:ext cx="173935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/>
              <p:nvPr/>
            </p:nvSpPr>
            <p:spPr>
              <a:xfrm>
                <a:off x="4961169" y="4500824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1169" y="4500824"/>
                <a:ext cx="2376000" cy="135601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/>
              <p:nvPr/>
            </p:nvSpPr>
            <p:spPr>
              <a:xfrm>
                <a:off x="6888425" y="4500824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88425" y="4500824"/>
                <a:ext cx="2376000" cy="135601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/>
              <p:nvPr/>
            </p:nvSpPr>
            <p:spPr>
              <a:xfrm>
                <a:off x="3645433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5433" y="782453"/>
                <a:ext cx="4014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/>
              <p:nvPr/>
            </p:nvSpPr>
            <p:spPr>
              <a:xfrm>
                <a:off x="3969468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9468" y="789036"/>
                <a:ext cx="157098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3" name="Table 52">
                <a:extLst>
                  <a:ext uri="{FF2B5EF4-FFF2-40B4-BE49-F238E27FC236}">
                    <a16:creationId xmlns:a16="http://schemas.microsoft.com/office/drawing/2014/main" id="{58DE843B-96DB-4BF5-8FF5-F9121FD8270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3" name="Table 52">
                <a:extLst>
                  <a:ext uri="{FF2B5EF4-FFF2-40B4-BE49-F238E27FC236}">
                    <a16:creationId xmlns:a16="http://schemas.microsoft.com/office/drawing/2014/main" id="{58DE843B-96DB-4BF5-8FF5-F9121FD8270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1"/>
                          <a:stretch>
                            <a:fillRect l="-763" t="-1124" r="-229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50FD1E-66C0-4172-BBCF-AE1BF5439D1D}"/>
                  </a:ext>
                </a:extLst>
              </p:cNvPr>
              <p:cNvSpPr/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50FD1E-66C0-4172-BBCF-AE1BF5439D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99283F4-E43A-473C-9294-DC3F83C3759C}"/>
                  </a:ext>
                </a:extLst>
              </p:cNvPr>
              <p:cNvSpPr/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99283F4-E43A-473C-9294-DC3F83C375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8792533-E361-46D9-8B39-7219C1A6BDDB}"/>
                  </a:ext>
                </a:extLst>
              </p:cNvPr>
              <p:cNvSpPr/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8792533-E361-46D9-8B39-7219C1A6B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F584320-3C1A-422E-94F3-B990C4A21D81}"/>
                  </a:ext>
                </a:extLst>
              </p:cNvPr>
              <p:cNvSpPr/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F584320-3C1A-422E-94F3-B990C4A21D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1" name="Table 80">
                <a:extLst>
                  <a:ext uri="{FF2B5EF4-FFF2-40B4-BE49-F238E27FC236}">
                    <a16:creationId xmlns:a16="http://schemas.microsoft.com/office/drawing/2014/main" id="{C0752495-BB73-418B-982D-B8E9292F4CB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1" name="Table 80">
                <a:extLst>
                  <a:ext uri="{FF2B5EF4-FFF2-40B4-BE49-F238E27FC236}">
                    <a16:creationId xmlns:a16="http://schemas.microsoft.com/office/drawing/2014/main" id="{C0752495-BB73-418B-982D-B8E9292F4CB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727" t="-1124" r="-1091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3534F38-D30A-4AFE-894D-D68E7E87C55E}"/>
                  </a:ext>
                </a:extLst>
              </p:cNvPr>
              <p:cNvSpPr/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3534F38-D30A-4AFE-894D-D68E7E87C5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A384B7DA-ED9F-433C-B8E0-1E912C91B035}"/>
                  </a:ext>
                </a:extLst>
              </p:cNvPr>
              <p:cNvSpPr/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A384B7DA-ED9F-433C-B8E0-1E912C91B0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9CCB0BB2-8BDD-449E-A607-C0A464270EA4}"/>
                  </a:ext>
                </a:extLst>
              </p:cNvPr>
              <p:cNvSpPr/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9CCB0BB2-8BDD-449E-A607-C0A464270E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6996D44-8C40-4899-A609-18859034D14A}"/>
                  </a:ext>
                </a:extLst>
              </p:cNvPr>
              <p:cNvSpPr/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6996D44-8C40-4899-A609-18859034D1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370E44D5-6AEB-4317-B854-1134D7A8BD5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370E44D5-6AEB-4317-B854-1134D7A8BD5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897" t="-1124" r="-134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7" name="TextBox 86">
            <a:extLst>
              <a:ext uri="{FF2B5EF4-FFF2-40B4-BE49-F238E27FC236}">
                <a16:creationId xmlns:a16="http://schemas.microsoft.com/office/drawing/2014/main" id="{A62EB980-0BD6-4179-AFF7-A81F8A6FCA49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B2B1C41C-E3B6-44BA-8A5A-074A0F6D8063}"/>
              </a:ext>
            </a:extLst>
          </p:cNvPr>
          <p:cNvSpPr txBox="1"/>
          <p:nvPr/>
        </p:nvSpPr>
        <p:spPr>
          <a:xfrm>
            <a:off x="126195" y="245115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D26C9C4-92F1-4BD4-9060-C814244562AE}"/>
              </a:ext>
            </a:extLst>
          </p:cNvPr>
          <p:cNvSpPr txBox="1"/>
          <p:nvPr/>
        </p:nvSpPr>
        <p:spPr>
          <a:xfrm>
            <a:off x="126195" y="299109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2256F20-E3A3-488F-A0F4-4183AEEF1839}"/>
              </a:ext>
            </a:extLst>
          </p:cNvPr>
          <p:cNvSpPr txBox="1"/>
          <p:nvPr/>
        </p:nvSpPr>
        <p:spPr>
          <a:xfrm>
            <a:off x="126195" y="353103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773575-66DD-4644-9B17-8117C2BBA3E9}"/>
                  </a:ext>
                </a:extLst>
              </p:cNvPr>
              <p:cNvSpPr txBox="1"/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773575-66DD-4644-9B17-8117C2BBA3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8B6EE04-9068-41CE-B8E8-8524097E387F}"/>
                  </a:ext>
                </a:extLst>
              </p:cNvPr>
              <p:cNvSpPr/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8B6EE04-9068-41CE-B8E8-8524097E38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A6E55B19-F3E3-432C-AAC3-E534937CB1F0}"/>
                  </a:ext>
                </a:extLst>
              </p:cNvPr>
              <p:cNvSpPr/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A6E55B19-F3E3-432C-AAC3-E534937CB1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6" name="TextBox 95">
            <a:extLst>
              <a:ext uri="{FF2B5EF4-FFF2-40B4-BE49-F238E27FC236}">
                <a16:creationId xmlns:a16="http://schemas.microsoft.com/office/drawing/2014/main" id="{CD0926A4-2CBC-4A1B-B487-9CAF382DB7D9}"/>
              </a:ext>
            </a:extLst>
          </p:cNvPr>
          <p:cNvSpPr txBox="1"/>
          <p:nvPr/>
        </p:nvSpPr>
        <p:spPr>
          <a:xfrm>
            <a:off x="126195" y="407097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</a:t>
            </a:r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EC203D2-4039-43DA-8B9E-8E4677BC2642}"/>
                  </a:ext>
                </a:extLst>
              </p:cNvPr>
              <p:cNvSpPr txBox="1"/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EC203D2-4039-43DA-8B9E-8E4677BC26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28AD183-3912-4F39-B074-7AE33B07D783}"/>
                  </a:ext>
                </a:extLst>
              </p:cNvPr>
              <p:cNvSpPr txBox="1"/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28AD183-3912-4F39-B074-7AE33B07D7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248CD6C4-2FBF-4A23-81B6-D9DF49583832}"/>
                  </a:ext>
                </a:extLst>
              </p:cNvPr>
              <p:cNvSpPr/>
              <p:nvPr/>
            </p:nvSpPr>
            <p:spPr>
              <a:xfrm>
                <a:off x="4036794" y="407097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248CD6C4-2FBF-4A23-81B6-D9DF495838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4070973"/>
                <a:ext cx="981819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F0F0CA84-2220-4754-AC4A-11D767A8DDEE}"/>
                  </a:ext>
                </a:extLst>
              </p:cNvPr>
              <p:cNvSpPr/>
              <p:nvPr/>
            </p:nvSpPr>
            <p:spPr>
              <a:xfrm>
                <a:off x="5499426" y="407097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F0F0CA84-2220-4754-AC4A-11D767A8D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4070973"/>
                <a:ext cx="1080000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4E254E52-13C3-4E59-AF01-30863A4CC8E2}"/>
                  </a:ext>
                </a:extLst>
              </p:cNvPr>
              <p:cNvSpPr/>
              <p:nvPr/>
            </p:nvSpPr>
            <p:spPr>
              <a:xfrm>
                <a:off x="7203950" y="407097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4E254E52-13C3-4E59-AF01-30863A4CC8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4070973"/>
                <a:ext cx="173935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55EA2C8D-D890-4BD4-BE72-3961F3DD6B1C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09564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  <p:bldP spid="78" grpId="0"/>
      <p:bldP spid="125" grpId="0"/>
      <p:bldP spid="130" grpId="0"/>
      <p:bldP spid="131" grpId="0"/>
      <p:bldP spid="132" grpId="0"/>
      <p:bldP spid="133" grpId="0"/>
      <p:bldP spid="134" grpId="0"/>
      <p:bldP spid="136" grpId="0"/>
      <p:bldP spid="99" grpId="0"/>
      <p:bldP spid="100" grpId="0"/>
      <p:bldP spid="101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5" y="1468939"/>
                <a:ext cx="3638889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5" y="1468939"/>
                <a:ext cx="3638889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6" y="1506225"/>
                <a:ext cx="4376793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3600000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1506225"/>
                <a:ext cx="4376793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243883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12000 </m:t>
                          </m:r>
                        </m:num>
                        <m:den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2438836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6" y="3909110"/>
                <a:ext cx="303195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3600000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3909110"/>
                <a:ext cx="3031959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6" y="5005235"/>
                <a:ext cx="2319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36000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5005235"/>
                <a:ext cx="231939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36000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120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36000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14400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/>
              <p:nvPr/>
            </p:nvSpPr>
            <p:spPr>
              <a:xfrm>
                <a:off x="5050571" y="647261"/>
                <a:ext cx="232949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571" y="647261"/>
                <a:ext cx="2329494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58E14918-8EFE-4B06-AAEC-981B0AA0EE76}"/>
              </a:ext>
            </a:extLst>
          </p:cNvPr>
          <p:cNvSpPr txBox="1"/>
          <p:nvPr/>
        </p:nvSpPr>
        <p:spPr>
          <a:xfrm>
            <a:off x="5748000" y="13601"/>
            <a:ext cx="6444000" cy="684000"/>
          </a:xfrm>
          <a:prstGeom prst="rect">
            <a:avLst/>
          </a:prstGeom>
        </p:spPr>
        <p:txBody>
          <a:bodyPr wrap="square" anchor="ctr">
            <a:noAutofit/>
          </a:bodyPr>
          <a:lstStyle/>
          <a:p>
            <a:pPr algn="r"/>
            <a:r>
              <a:rPr lang="en-GB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  <a:ea typeface="+mj-ea"/>
                <a:cs typeface="+mj-cs"/>
              </a:rPr>
              <a:t>Continuous Grouped Data</a:t>
            </a:r>
            <a:endParaRPr lang="en-IN" sz="3400" dirty="0">
              <a:solidFill>
                <a:schemeClr val="tx1">
                  <a:lumMod val="90000"/>
                  <a:lumOff val="10000"/>
                </a:schemeClr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231092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F5B8673-7BA1-4EA7-991A-5F4DCD3054D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en-US" dirty="0"/>
              <a:t>Probability &amp; Statistics (PS)</a:t>
            </a:r>
          </a:p>
          <a:p>
            <a:pPr>
              <a:lnSpc>
                <a:spcPct val="100000"/>
              </a:lnSpc>
            </a:pPr>
            <a:r>
              <a:rPr lang="en-US" dirty="0"/>
              <a:t>DU # 2301HS402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677FDF1-46E9-47E1-A974-B878D8645D19}"/>
              </a:ext>
            </a:extLst>
          </p:cNvPr>
          <p:cNvGrpSpPr/>
          <p:nvPr/>
        </p:nvGrpSpPr>
        <p:grpSpPr>
          <a:xfrm>
            <a:off x="26704" y="1462475"/>
            <a:ext cx="8044476" cy="3103418"/>
            <a:chOff x="-12804" y="1537545"/>
            <a:chExt cx="8044476" cy="3103418"/>
          </a:xfrm>
        </p:grpSpPr>
        <p:sp>
          <p:nvSpPr>
            <p:cNvPr id="21" name="Title 1">
              <a:extLst>
                <a:ext uri="{FF2B5EF4-FFF2-40B4-BE49-F238E27FC236}">
                  <a16:creationId xmlns:a16="http://schemas.microsoft.com/office/drawing/2014/main" id="{CA4DBECA-252D-4599-A864-6399BFFEB65B}"/>
                </a:ext>
              </a:extLst>
            </p:cNvPr>
            <p:cNvSpPr txBox="1">
              <a:spLocks/>
            </p:cNvSpPr>
            <p:nvPr/>
          </p:nvSpPr>
          <p:spPr>
            <a:xfrm>
              <a:off x="-12804" y="2160999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  <p:sp>
          <p:nvSpPr>
            <p:cNvPr id="22" name="Hexagon 21">
              <a:extLst>
                <a:ext uri="{FF2B5EF4-FFF2-40B4-BE49-F238E27FC236}">
                  <a16:creationId xmlns:a16="http://schemas.microsoft.com/office/drawing/2014/main" id="{FB21F4C4-30D4-4011-8510-CF20FEFC370B}"/>
                </a:ext>
              </a:extLst>
            </p:cNvPr>
            <p:cNvSpPr/>
            <p:nvPr/>
          </p:nvSpPr>
          <p:spPr>
            <a:xfrm rot="5400000">
              <a:off x="2457725" y="1742096"/>
              <a:ext cx="3103418" cy="2694316"/>
            </a:xfrm>
            <a:prstGeom prst="hexagon">
              <a:avLst/>
            </a:prstGeom>
            <a:noFill/>
            <a:ln w="5715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en-GB" sz="4400" b="1" dirty="0">
                  <a:solidFill>
                    <a:srgbClr val="B14440"/>
                  </a:solidFill>
                </a:rPr>
                <a:t>THANK YOU</a:t>
              </a:r>
            </a:p>
          </p:txBody>
        </p:sp>
        <p:sp>
          <p:nvSpPr>
            <p:cNvPr id="23" name="Title 1">
              <a:extLst>
                <a:ext uri="{FF2B5EF4-FFF2-40B4-BE49-F238E27FC236}">
                  <a16:creationId xmlns:a16="http://schemas.microsoft.com/office/drawing/2014/main" id="{96D0D2A0-7D7D-452B-9ADA-174886259D92}"/>
                </a:ext>
              </a:extLst>
            </p:cNvPr>
            <p:cNvSpPr txBox="1">
              <a:spLocks/>
            </p:cNvSpPr>
            <p:nvPr/>
          </p:nvSpPr>
          <p:spPr>
            <a:xfrm rot="10800000">
              <a:off x="5437112" y="2160998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</p:grpSp>
      <p:sp>
        <p:nvSpPr>
          <p:cNvPr id="41" name="Text Placeholder 15">
            <a:extLst>
              <a:ext uri="{FF2B5EF4-FFF2-40B4-BE49-F238E27FC236}">
                <a16:creationId xmlns:a16="http://schemas.microsoft.com/office/drawing/2014/main" id="{6509AF85-45A5-4613-B12E-BFDC20FEF87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vasudev.barjadiya@darshan.ac.in</a:t>
            </a:r>
          </a:p>
        </p:txBody>
      </p:sp>
      <p:sp>
        <p:nvSpPr>
          <p:cNvPr id="42" name="Text Placeholder 16">
            <a:extLst>
              <a:ext uri="{FF2B5EF4-FFF2-40B4-BE49-F238E27FC236}">
                <a16:creationId xmlns:a16="http://schemas.microsoft.com/office/drawing/2014/main" id="{E4CBA8C8-FA78-4D49-9EF1-47756152DFD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901 64 27 200</a:t>
            </a:r>
          </a:p>
        </p:txBody>
      </p:sp>
      <p:sp>
        <p:nvSpPr>
          <p:cNvPr id="43" name="Text Placeholder 17">
            <a:extLst>
              <a:ext uri="{FF2B5EF4-FFF2-40B4-BE49-F238E27FC236}">
                <a16:creationId xmlns:a16="http://schemas.microsoft.com/office/drawing/2014/main" id="{36584E9B-E21C-4E0E-BA19-AD78AF10758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 dirty="0"/>
              <a:t>Department of Humanities &amp; Science</a:t>
            </a:r>
          </a:p>
        </p:txBody>
      </p:sp>
      <p:pic>
        <p:nvPicPr>
          <p:cNvPr id="44" name="Picture Placeholder 9">
            <a:extLst>
              <a:ext uri="{FF2B5EF4-FFF2-40B4-BE49-F238E27FC236}">
                <a16:creationId xmlns:a16="http://schemas.microsoft.com/office/drawing/2014/main" id="{348A4B38-2CAA-493E-B655-79CC3983DDA6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53569" y="5211251"/>
            <a:ext cx="1353599" cy="1353599"/>
          </a:xfrm>
        </p:spPr>
      </p:pic>
    </p:spTree>
    <p:extLst>
      <p:ext uri="{BB962C8B-B14F-4D97-AF65-F5344CB8AC3E}">
        <p14:creationId xmlns:p14="http://schemas.microsoft.com/office/powerpoint/2010/main" val="209363741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60CB386-78CA-4575-9F5B-1025EB3E0C65}">
  <we:reference id="wa200005566" version="1.0.0.0" store="en-US" storeType="OMEX"/>
  <we:alternateReferences>
    <we:reference id="wa200005566" version="1.0.0.0" store="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otalTime>56781</TotalTime>
  <Words>14518</Words>
  <Application>Microsoft Office PowerPoint</Application>
  <PresentationFormat>Widescreen</PresentationFormat>
  <Paragraphs>4356</Paragraphs>
  <Slides>215</Slides>
  <Notes>97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215</vt:i4>
      </vt:variant>
    </vt:vector>
  </HeadingPairs>
  <TitlesOfParts>
    <vt:vector size="225" baseType="lpstr">
      <vt:lpstr>Cambria</vt:lpstr>
      <vt:lpstr>Roboto Condensed</vt:lpstr>
      <vt:lpstr>Google Sans Text</vt:lpstr>
      <vt:lpstr>Cambria Math</vt:lpstr>
      <vt:lpstr>Arial</vt:lpstr>
      <vt:lpstr>Wingdings 3</vt:lpstr>
      <vt:lpstr>Roboto Condensed Light</vt:lpstr>
      <vt:lpstr>Wingdings</vt:lpstr>
      <vt:lpstr>Calibri</vt:lpstr>
      <vt:lpstr>Office Theme</vt:lpstr>
      <vt:lpstr>Unit – 1 Descriptive Statistics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Introduction to Statistics</vt:lpstr>
      <vt:lpstr>Introduction to Statistics</vt:lpstr>
      <vt:lpstr>Origin of the Word “Statistics”</vt:lpstr>
      <vt:lpstr>What is Statistics? </vt:lpstr>
      <vt:lpstr>What is Data?</vt:lpstr>
      <vt:lpstr>How Data Converts into Frequency?</vt:lpstr>
      <vt:lpstr>Why convert data → frequency?</vt:lpstr>
      <vt:lpstr>Frequency Distribution (Grouping the data)</vt:lpstr>
      <vt:lpstr>Why do we need a Frequency Distribution?</vt:lpstr>
      <vt:lpstr>Introduction</vt:lpstr>
      <vt:lpstr>Descriptive Statistics</vt:lpstr>
      <vt:lpstr>Descriptive Statistics</vt:lpstr>
      <vt:lpstr>Descriptive Statistics</vt:lpstr>
      <vt:lpstr>Descriptive Statistics </vt:lpstr>
      <vt:lpstr>Method 1 Frequency Distributions</vt:lpstr>
      <vt:lpstr>Frequency Distribution</vt:lpstr>
      <vt:lpstr>Frequency Distribution of Ungrouped or Row Data</vt:lpstr>
      <vt:lpstr>Frequency Distribution of Grouped Data</vt:lpstr>
      <vt:lpstr>Frequency Distribution of Grouped Data</vt:lpstr>
      <vt:lpstr>Continuous Frequency Distribution: Class Intervals</vt:lpstr>
      <vt:lpstr>Continuous Frequency Distribution: Class Intervals</vt:lpstr>
      <vt:lpstr>Continuous Frequency Distribution: Class Intervals</vt:lpstr>
      <vt:lpstr>Continuous Frequency Distribution: Class Intervals</vt:lpstr>
      <vt:lpstr>Continuous Frequency Distribution: Class Length</vt:lpstr>
      <vt:lpstr>Continuous Frequency Distribution: Mid-Point of Class</vt:lpstr>
      <vt:lpstr>Method 2 Measure of Central Tendency</vt:lpstr>
      <vt:lpstr>What is a Measure of Central Tendency?</vt:lpstr>
      <vt:lpstr>What is a Measure of Central Tendency?</vt:lpstr>
      <vt:lpstr>Why do we need Measure of Central Tendency?</vt:lpstr>
      <vt:lpstr>Measure of Central Tendency</vt:lpstr>
      <vt:lpstr>Measure of Central Tendency</vt:lpstr>
      <vt:lpstr>Method 2.1 Mean</vt:lpstr>
      <vt:lpstr>Mean</vt:lpstr>
      <vt:lpstr>Mean</vt:lpstr>
      <vt:lpstr>Mean</vt:lpstr>
      <vt:lpstr>Method 2.1 ⇝ Example 1</vt:lpstr>
      <vt:lpstr>Using Calculator – For Ungrouped Data</vt:lpstr>
      <vt:lpstr>Using Calculator – For Ungrouped Data</vt:lpstr>
      <vt:lpstr>Using Calculator – For Ungrouped Data</vt:lpstr>
      <vt:lpstr>Method 2.1 ⇝ Example 2</vt:lpstr>
      <vt:lpstr>Method 2.1 ⇝ Example 2 (Continue)</vt:lpstr>
      <vt:lpstr>Using Calculator – For Grouped Data</vt:lpstr>
      <vt:lpstr>Using Calculator – For Grouped Data</vt:lpstr>
      <vt:lpstr>Using Calculator – For Grouped Data</vt:lpstr>
      <vt:lpstr>Mean</vt:lpstr>
      <vt:lpstr>Mean</vt:lpstr>
      <vt:lpstr>Mean</vt:lpstr>
      <vt:lpstr>Method 2.1 ⇝ Example 3</vt:lpstr>
      <vt:lpstr>Method 2.1 ⇝ Example 3 (Continue)</vt:lpstr>
      <vt:lpstr>Method 2.1 ⇝ Example 3 (Continue)</vt:lpstr>
      <vt:lpstr>Method 2.1 ⇝ Example 3 (Continue)</vt:lpstr>
      <vt:lpstr>Remarks</vt:lpstr>
      <vt:lpstr>Method 2.1 ⇝ Example 4</vt:lpstr>
      <vt:lpstr>Method 2.1 ⇝ Example 4 (Continue)</vt:lpstr>
      <vt:lpstr>Method 2.1 ⇝ Example 4 (Continue)</vt:lpstr>
      <vt:lpstr>Method 2.1 ⇝ Example 4 (Continue)</vt:lpstr>
      <vt:lpstr>Method 2.1 ⇝ Example 5</vt:lpstr>
      <vt:lpstr>Method 2.1 ⇝ Example 5 (Continue)</vt:lpstr>
      <vt:lpstr>Method 2.2 Median</vt:lpstr>
      <vt:lpstr>Median</vt:lpstr>
      <vt:lpstr>Median: Cumulative Frequency</vt:lpstr>
      <vt:lpstr>Median</vt:lpstr>
      <vt:lpstr>Method 2.2 ⇝ Example 1</vt:lpstr>
      <vt:lpstr>Method 2.2 ⇝ Example 2</vt:lpstr>
      <vt:lpstr>Method 2.2 ⇝ Example 2 (Continue)</vt:lpstr>
      <vt:lpstr>Method 2.2 ⇝ Example 3</vt:lpstr>
      <vt:lpstr>Method 2.2 ⇝ Example 3 (Continue)</vt:lpstr>
      <vt:lpstr>Median</vt:lpstr>
      <vt:lpstr>Method 2.2 ⇝ Example 4</vt:lpstr>
      <vt:lpstr>Method 2.2 ⇝ Example 4 (Continue)</vt:lpstr>
      <vt:lpstr>Method 2.2 ⇝ Example 5</vt:lpstr>
      <vt:lpstr>Method 2.2 ⇝ Example 5 (Continue)</vt:lpstr>
      <vt:lpstr>Method 2.2 ⇝ Example 5 (Continue)</vt:lpstr>
      <vt:lpstr>Method 2.2 ⇝ Example 5 (Continue)</vt:lpstr>
      <vt:lpstr>Why Do We Need Cumulative Frequency in Discrete Data for Median?</vt:lpstr>
      <vt:lpstr>Why Do We Need Cumulative Frequency in Discrete Data for Median?</vt:lpstr>
      <vt:lpstr>Why Do We Need Cumulative Frequency in Discrete Data for Median?</vt:lpstr>
      <vt:lpstr>Method 2.3 Mode</vt:lpstr>
      <vt:lpstr>Mode</vt:lpstr>
      <vt:lpstr>Mode</vt:lpstr>
      <vt:lpstr>Method 2.3 ⇝ Example 1</vt:lpstr>
      <vt:lpstr>Method 2.3 ⇝ Example 2</vt:lpstr>
      <vt:lpstr>Mode</vt:lpstr>
      <vt:lpstr>Method 2.3 ⇝ Example 3</vt:lpstr>
      <vt:lpstr>Method 2.3 ⇝ Example 3 (Continue)</vt:lpstr>
      <vt:lpstr>Method 2.3 ⇝ Example 4</vt:lpstr>
      <vt:lpstr>Method 2.3 ⇝ Example 4 (Continue)</vt:lpstr>
      <vt:lpstr>Method 2.3 ⇝ Example 4 (Continue)</vt:lpstr>
      <vt:lpstr>Method 2.3 ⇝ Example 4 (Continue)</vt:lpstr>
      <vt:lpstr>Relation Between Mean, Median, and Mode</vt:lpstr>
      <vt:lpstr>Method 2.3 ⇝ Example 5</vt:lpstr>
      <vt:lpstr>Why do we need Mean, Median, and Mode?</vt:lpstr>
      <vt:lpstr>Why do we need Mean, Median, and Mode?</vt:lpstr>
      <vt:lpstr>Why do we need Mean, Median, and Mode?</vt:lpstr>
      <vt:lpstr>Why do we need Mean, Median, and Mode?</vt:lpstr>
      <vt:lpstr>Why do we need Mean, Median, and Mode?</vt:lpstr>
      <vt:lpstr>Why do we need Mean, Median, and Mode?</vt:lpstr>
      <vt:lpstr>Method 3 Measure of Variability</vt:lpstr>
      <vt:lpstr>What is a Measure of Variability?</vt:lpstr>
      <vt:lpstr>Why central tendency alone is NOT enough</vt:lpstr>
      <vt:lpstr>Why central tendency alone is NOT enough</vt:lpstr>
      <vt:lpstr>Why do we need measures of variability?</vt:lpstr>
      <vt:lpstr>Why do we need measures of variability?</vt:lpstr>
      <vt:lpstr>Measure of Variability</vt:lpstr>
      <vt:lpstr>Measure of Variability</vt:lpstr>
      <vt:lpstr>Range</vt:lpstr>
      <vt:lpstr>Standard Deviation</vt:lpstr>
      <vt:lpstr>Standard Deviation</vt:lpstr>
      <vt:lpstr>Method 3 ⇝ Example 1</vt:lpstr>
      <vt:lpstr>Method 3 ⇝ Example 1 (Continue)</vt:lpstr>
      <vt:lpstr>Method 3 ⇝ Example 2</vt:lpstr>
      <vt:lpstr>Method 3 ⇝ Example 2 (Continue)</vt:lpstr>
      <vt:lpstr>Standard Deviation</vt:lpstr>
      <vt:lpstr>Variance</vt:lpstr>
      <vt:lpstr>Method 3 ⇝ Example 3</vt:lpstr>
      <vt:lpstr>Method 3 ⇝ Example 3 (Continue)</vt:lpstr>
      <vt:lpstr>Method 3 ⇝ Example 3 (Continue)</vt:lpstr>
      <vt:lpstr>Coefficient of Variation</vt:lpstr>
      <vt:lpstr>Method 3 ⇝ Example 4</vt:lpstr>
      <vt:lpstr>Method 3 ⇝ Example 4 (Continue)</vt:lpstr>
      <vt:lpstr>Method 3 ⇝ Example 5</vt:lpstr>
      <vt:lpstr>Method 3 ⇝ Example 5 (Continue)</vt:lpstr>
      <vt:lpstr>Method 3 ⇝ Example 5 (Continue)</vt:lpstr>
      <vt:lpstr>Method 3 ⇝ Example 5 (Continue)</vt:lpstr>
      <vt:lpstr>Method 3 ⇝ Example 6</vt:lpstr>
      <vt:lpstr>Method 3 ⇝ Example 6 (Continue)</vt:lpstr>
      <vt:lpstr>Method 3 ⇝ Example 6 (Continue)</vt:lpstr>
      <vt:lpstr>Method 3 ⇝ Example 6 (Continue)</vt:lpstr>
      <vt:lpstr>Method 3 ⇝ Example 6 (Continue)</vt:lpstr>
      <vt:lpstr>Mean Deviation</vt:lpstr>
      <vt:lpstr>Mean Deviation</vt:lpstr>
      <vt:lpstr>Method 3 ⇝ Example 7</vt:lpstr>
      <vt:lpstr>Method 3 ⇝ Example 7 (Continue)</vt:lpstr>
      <vt:lpstr>Method 3 ⇝ Example 7</vt:lpstr>
      <vt:lpstr>Method 3 ⇝ Example 7 (Continue)</vt:lpstr>
      <vt:lpstr>Method 3 ⇝ Example 8</vt:lpstr>
      <vt:lpstr>Method 3 ⇝ Example 8 (Continue)</vt:lpstr>
      <vt:lpstr>Method 3 ⇝ Example 8 (Continue)</vt:lpstr>
      <vt:lpstr>Method 3 ⇝ Example 8 (Continue)</vt:lpstr>
      <vt:lpstr>Method 3 ⇝ Example 8 (Continue)</vt:lpstr>
      <vt:lpstr>Method 3 ⇝ Example 9</vt:lpstr>
      <vt:lpstr>Method 3 ⇝ Example 9 (Continue)</vt:lpstr>
      <vt:lpstr>Method 3 ⇝ Example 9 (Continue)</vt:lpstr>
      <vt:lpstr>Method 3 ⇝ Example 9 (Continue)</vt:lpstr>
      <vt:lpstr>Method 3 ⇝ Example 9 (Continue)</vt:lpstr>
      <vt:lpstr>Method 3 ⇝ Example 9 (Continue)</vt:lpstr>
      <vt:lpstr>Method 3 ⇝ Example 9 (Continue)</vt:lpstr>
      <vt:lpstr>Method 4 Moments</vt:lpstr>
      <vt:lpstr>Moments</vt:lpstr>
      <vt:lpstr>Moment About Mean</vt:lpstr>
      <vt:lpstr>Moment About Assumed Mean</vt:lpstr>
      <vt:lpstr>Moment About Zero</vt:lpstr>
      <vt:lpstr>Moment</vt:lpstr>
      <vt:lpstr>Moment</vt:lpstr>
      <vt:lpstr>Moment</vt:lpstr>
      <vt:lpstr>Method 4 ⇝ Example 1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2 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3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5 Measures of Skewness</vt:lpstr>
      <vt:lpstr>Skewness</vt:lpstr>
      <vt:lpstr>Skewness</vt:lpstr>
      <vt:lpstr>Types of Skewness</vt:lpstr>
      <vt:lpstr>Skewness</vt:lpstr>
      <vt:lpstr>Types of Skewness</vt:lpstr>
      <vt:lpstr>Measures of Skewness</vt:lpstr>
      <vt:lpstr>Skewness</vt:lpstr>
      <vt:lpstr>Method 5 ⇝ Example 1</vt:lpstr>
      <vt:lpstr>Method 5 ⇝ Example 1 (Continue)</vt:lpstr>
      <vt:lpstr>Method 5 ⇝ Example 2</vt:lpstr>
      <vt:lpstr>Method 5 ⇝ Example 3</vt:lpstr>
      <vt:lpstr>Method 5 ⇝ Example 3 (Continue)</vt:lpstr>
      <vt:lpstr>Method 5 ⇝ Example 4</vt:lpstr>
      <vt:lpstr>Method 5 ⇝ Example 4</vt:lpstr>
      <vt:lpstr>Skewness</vt:lpstr>
      <vt:lpstr>Method 5 ⇝ Example 5</vt:lpstr>
      <vt:lpstr>Method 5 ⇝ Example 5 (Continue)</vt:lpstr>
      <vt:lpstr>Method 5 ⇝ Example 5 (Continue)</vt:lpstr>
      <vt:lpstr>Method 5 ⇝ Example 5 (Continue)</vt:lpstr>
      <vt:lpstr>Method 6 Kurtosis</vt:lpstr>
      <vt:lpstr>Introduction</vt:lpstr>
      <vt:lpstr>Introduction</vt:lpstr>
      <vt:lpstr>Introduction</vt:lpstr>
      <vt:lpstr>Kurtosis</vt:lpstr>
      <vt:lpstr>Kurtosis</vt:lpstr>
      <vt:lpstr>Kurtosis</vt:lpstr>
      <vt:lpstr>Method 6 ⇝ Example 2</vt:lpstr>
      <vt:lpstr>Method 6 ⇝ Example 2 (Continue)</vt:lpstr>
      <vt:lpstr>Method 6 ⇝ Example 2 (Continue)</vt:lpstr>
      <vt:lpstr>Method 6 ⇝ Example 2 (Continue)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Vasudev </cp:lastModifiedBy>
  <cp:revision>2268</cp:revision>
  <dcterms:created xsi:type="dcterms:W3CDTF">2020-05-01T05:09:15Z</dcterms:created>
  <dcterms:modified xsi:type="dcterms:W3CDTF">2025-11-28T02:35:00Z</dcterms:modified>
</cp:coreProperties>
</file>