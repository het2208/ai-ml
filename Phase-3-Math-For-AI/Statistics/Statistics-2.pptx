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9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11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3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4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5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7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8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9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20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21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22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23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4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5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6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7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8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9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30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31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32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33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4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5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8.xml" ContentType="application/vnd.openxmlformats-officedocument.drawingml.diagramData+xml"/>
  <Override PartName="/ppt/diagrams/data10.xml" ContentType="application/vnd.openxmlformats-officedocument.drawingml.diagramData+xml"/>
  <Override PartName="/ppt/diagrams/data12.xml" ContentType="application/vnd.openxmlformats-officedocument.drawingml.diagramData+xml"/>
  <Override PartName="/ppt/diagrams/data16.xml" ContentType="application/vnd.openxmlformats-officedocument.drawingml.diagramData+xml"/>
  <Override PartName="/ppt/diagrams/data170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8"/>
  </p:notesMasterIdLst>
  <p:handoutMasterIdLst>
    <p:handoutMasterId r:id="rId219"/>
  </p:handoutMasterIdLst>
  <p:sldIdLst>
    <p:sldId id="256" r:id="rId2"/>
    <p:sldId id="927" r:id="rId3"/>
    <p:sldId id="265" r:id="rId4"/>
    <p:sldId id="268" r:id="rId5"/>
    <p:sldId id="1251" r:id="rId6"/>
    <p:sldId id="928" r:id="rId7"/>
    <p:sldId id="1256" r:id="rId8"/>
    <p:sldId id="1257" r:id="rId9"/>
    <p:sldId id="1258" r:id="rId10"/>
    <p:sldId id="1259" r:id="rId11"/>
    <p:sldId id="1260" r:id="rId12"/>
    <p:sldId id="1261" r:id="rId13"/>
    <p:sldId id="1262" r:id="rId14"/>
    <p:sldId id="932" r:id="rId15"/>
    <p:sldId id="933" r:id="rId16"/>
    <p:sldId id="257" r:id="rId17"/>
    <p:sldId id="721" r:id="rId18"/>
    <p:sldId id="1264" r:id="rId19"/>
    <p:sldId id="1265" r:id="rId20"/>
    <p:sldId id="1279" r:id="rId21"/>
    <p:sldId id="1313" r:id="rId22"/>
    <p:sldId id="1281" r:id="rId23"/>
    <p:sldId id="1314" r:id="rId24"/>
    <p:sldId id="935" r:id="rId25"/>
    <p:sldId id="936" r:id="rId26"/>
    <p:sldId id="947" r:id="rId27"/>
    <p:sldId id="1266" r:id="rId28"/>
    <p:sldId id="951" r:id="rId29"/>
    <p:sldId id="952" r:id="rId30"/>
    <p:sldId id="1268" r:id="rId31"/>
    <p:sldId id="1269" r:id="rId32"/>
    <p:sldId id="953" r:id="rId33"/>
    <p:sldId id="1270" r:id="rId34"/>
    <p:sldId id="955" r:id="rId35"/>
    <p:sldId id="1316" r:id="rId36"/>
    <p:sldId id="1317" r:id="rId37"/>
    <p:sldId id="1027" r:id="rId38"/>
    <p:sldId id="959" r:id="rId39"/>
    <p:sldId id="1022" r:id="rId40"/>
    <p:sldId id="1023" r:id="rId41"/>
    <p:sldId id="1024" r:id="rId42"/>
    <p:sldId id="1025" r:id="rId43"/>
    <p:sldId id="1026" r:id="rId44"/>
    <p:sldId id="961" r:id="rId45"/>
    <p:sldId id="1028" r:id="rId46"/>
    <p:sldId id="965" r:id="rId47"/>
    <p:sldId id="967" r:id="rId48"/>
    <p:sldId id="1021" r:id="rId49"/>
    <p:sldId id="969" r:id="rId50"/>
    <p:sldId id="1345" r:id="rId51"/>
    <p:sldId id="1346" r:id="rId52"/>
    <p:sldId id="971" r:id="rId53"/>
    <p:sldId id="972" r:id="rId54"/>
    <p:sldId id="973" r:id="rId55"/>
    <p:sldId id="974" r:id="rId56"/>
    <p:sldId id="976" r:id="rId57"/>
    <p:sldId id="977" r:id="rId58"/>
    <p:sldId id="978" r:id="rId59"/>
    <p:sldId id="979" r:id="rId60"/>
    <p:sldId id="1038" r:id="rId61"/>
    <p:sldId id="1271" r:id="rId62"/>
    <p:sldId id="1272" r:id="rId63"/>
    <p:sldId id="1284" r:id="rId64"/>
    <p:sldId id="1285" r:id="rId65"/>
    <p:sldId id="1286" r:id="rId66"/>
    <p:sldId id="1287" r:id="rId67"/>
    <p:sldId id="1315" r:id="rId68"/>
    <p:sldId id="1041" r:id="rId69"/>
    <p:sldId id="1277" r:id="rId70"/>
    <p:sldId id="1291" r:id="rId71"/>
    <p:sldId id="1292" r:id="rId72"/>
    <p:sldId id="1293" r:id="rId73"/>
    <p:sldId id="1290" r:id="rId74"/>
    <p:sldId id="1043" r:id="rId75"/>
    <p:sldId id="1044" r:id="rId76"/>
    <p:sldId id="1045" r:id="rId77"/>
    <p:sldId id="1255" r:id="rId78"/>
    <p:sldId id="1047" r:id="rId79"/>
    <p:sldId id="1048" r:id="rId80"/>
    <p:sldId id="1282" r:id="rId81"/>
    <p:sldId id="1049" r:id="rId82"/>
    <p:sldId id="1050" r:id="rId83"/>
    <p:sldId id="1051" r:id="rId84"/>
    <p:sldId id="1052" r:id="rId85"/>
    <p:sldId id="1053" r:id="rId86"/>
    <p:sldId id="1054" r:id="rId87"/>
    <p:sldId id="1055" r:id="rId88"/>
    <p:sldId id="1056" r:id="rId89"/>
    <p:sldId id="1057" r:id="rId90"/>
    <p:sldId id="1058" r:id="rId91"/>
    <p:sldId id="1059" r:id="rId92"/>
    <p:sldId id="1060" r:id="rId93"/>
    <p:sldId id="1061" r:id="rId94"/>
    <p:sldId id="1062" r:id="rId95"/>
    <p:sldId id="1063" r:id="rId96"/>
    <p:sldId id="1064" r:id="rId97"/>
    <p:sldId id="1065" r:id="rId98"/>
    <p:sldId id="1066" r:id="rId99"/>
    <p:sldId id="1067" r:id="rId100"/>
    <p:sldId id="1068" r:id="rId101"/>
    <p:sldId id="1069" r:id="rId102"/>
    <p:sldId id="1070" r:id="rId103"/>
    <p:sldId id="1071" r:id="rId104"/>
    <p:sldId id="1072" r:id="rId105"/>
    <p:sldId id="1073" r:id="rId106"/>
    <p:sldId id="1035" r:id="rId107"/>
    <p:sldId id="1036" r:id="rId108"/>
    <p:sldId id="1295" r:id="rId109"/>
    <p:sldId id="1294" r:id="rId110"/>
    <p:sldId id="1074" r:id="rId111"/>
    <p:sldId id="1078" r:id="rId112"/>
    <p:sldId id="1079" r:id="rId113"/>
    <p:sldId id="1077" r:id="rId114"/>
    <p:sldId id="1080" r:id="rId115"/>
    <p:sldId id="1081" r:id="rId116"/>
    <p:sldId id="1297" r:id="rId117"/>
    <p:sldId id="1296" r:id="rId118"/>
    <p:sldId id="1083" r:id="rId119"/>
    <p:sldId id="1084" r:id="rId120"/>
    <p:sldId id="1302" r:id="rId121"/>
    <p:sldId id="1299" r:id="rId122"/>
    <p:sldId id="1335" r:id="rId123"/>
    <p:sldId id="1300" r:id="rId124"/>
    <p:sldId id="1303" r:id="rId125"/>
    <p:sldId id="1301" r:id="rId126"/>
    <p:sldId id="1087" r:id="rId127"/>
    <p:sldId id="1320" r:id="rId128"/>
    <p:sldId id="1321" r:id="rId129"/>
    <p:sldId id="1322" r:id="rId130"/>
    <p:sldId id="1323" r:id="rId131"/>
    <p:sldId id="1347" r:id="rId132"/>
    <p:sldId id="1324" r:id="rId133"/>
    <p:sldId id="1319" r:id="rId134"/>
    <p:sldId id="1090" r:id="rId135"/>
    <p:sldId id="1327" r:id="rId136"/>
    <p:sldId id="1328" r:id="rId137"/>
    <p:sldId id="1330" r:id="rId138"/>
    <p:sldId id="1333" r:id="rId139"/>
    <p:sldId id="1334" r:id="rId140"/>
    <p:sldId id="1332" r:id="rId141"/>
    <p:sldId id="1331" r:id="rId142"/>
    <p:sldId id="1091" r:id="rId143"/>
    <p:sldId id="1110" r:id="rId144"/>
    <p:sldId id="1093" r:id="rId145"/>
    <p:sldId id="1095" r:id="rId146"/>
    <p:sldId id="1112" r:id="rId147"/>
    <p:sldId id="1097" r:id="rId148"/>
    <p:sldId id="1336" r:id="rId149"/>
    <p:sldId id="1337" r:id="rId150"/>
    <p:sldId id="1339" r:id="rId151"/>
    <p:sldId id="1100" r:id="rId152"/>
    <p:sldId id="1101" r:id="rId153"/>
    <p:sldId id="1343" r:id="rId154"/>
    <p:sldId id="1340" r:id="rId155"/>
    <p:sldId id="1341" r:id="rId156"/>
    <p:sldId id="1342" r:id="rId157"/>
    <p:sldId id="1102" r:id="rId158"/>
    <p:sldId id="1104" r:id="rId159"/>
    <p:sldId id="1109" r:id="rId160"/>
    <p:sldId id="1103" r:id="rId161"/>
    <p:sldId id="1106" r:id="rId162"/>
    <p:sldId id="1107" r:id="rId163"/>
    <p:sldId id="1108" r:id="rId164"/>
    <p:sldId id="1113" r:id="rId165"/>
    <p:sldId id="1114" r:id="rId166"/>
    <p:sldId id="1115" r:id="rId167"/>
    <p:sldId id="1116" r:id="rId168"/>
    <p:sldId id="1117" r:id="rId169"/>
    <p:sldId id="1118" r:id="rId170"/>
    <p:sldId id="1119" r:id="rId171"/>
    <p:sldId id="1120" r:id="rId172"/>
    <p:sldId id="1121" r:id="rId173"/>
    <p:sldId id="1122" r:id="rId174"/>
    <p:sldId id="1123" r:id="rId175"/>
    <p:sldId id="1124" r:id="rId176"/>
    <p:sldId id="1125" r:id="rId177"/>
    <p:sldId id="1126" r:id="rId178"/>
    <p:sldId id="1129" r:id="rId179"/>
    <p:sldId id="1127" r:id="rId180"/>
    <p:sldId id="1128" r:id="rId181"/>
    <p:sldId id="1130" r:id="rId182"/>
    <p:sldId id="1131" r:id="rId183"/>
    <p:sldId id="1132" r:id="rId184"/>
    <p:sldId id="1133" r:id="rId185"/>
    <p:sldId id="1134" r:id="rId186"/>
    <p:sldId id="1135" r:id="rId187"/>
    <p:sldId id="1136" r:id="rId188"/>
    <p:sldId id="1137" r:id="rId189"/>
    <p:sldId id="1138" r:id="rId190"/>
    <p:sldId id="1141" r:id="rId191"/>
    <p:sldId id="1348" r:id="rId192"/>
    <p:sldId id="1144" r:id="rId193"/>
    <p:sldId id="1349" r:id="rId194"/>
    <p:sldId id="1145" r:id="rId195"/>
    <p:sldId id="1146" r:id="rId196"/>
    <p:sldId id="1147" r:id="rId197"/>
    <p:sldId id="1149" r:id="rId198"/>
    <p:sldId id="1150" r:id="rId199"/>
    <p:sldId id="1151" r:id="rId200"/>
    <p:sldId id="1152" r:id="rId201"/>
    <p:sldId id="1155" r:id="rId202"/>
    <p:sldId id="1157" r:id="rId203"/>
    <p:sldId id="1158" r:id="rId204"/>
    <p:sldId id="1160" r:id="rId205"/>
    <p:sldId id="1161" r:id="rId206"/>
    <p:sldId id="1162" r:id="rId207"/>
    <p:sldId id="1163" r:id="rId208"/>
    <p:sldId id="1164" r:id="rId209"/>
    <p:sldId id="1165" r:id="rId210"/>
    <p:sldId id="1166" r:id="rId211"/>
    <p:sldId id="1350" r:id="rId212"/>
    <p:sldId id="1167" r:id="rId213"/>
    <p:sldId id="1168" r:id="rId214"/>
    <p:sldId id="1169" r:id="rId215"/>
    <p:sldId id="1351" r:id="rId216"/>
    <p:sldId id="1172" r:id="rId217"/>
  </p:sldIdLst>
  <p:sldSz cx="12192000" cy="6858000"/>
  <p:notesSz cx="6858000" cy="9144000"/>
  <p:embeddedFontLst>
    <p:embeddedFont>
      <p:font typeface="Cambria" panose="02040503050406030204" pitchFamily="18" charset="0"/>
      <p:regular r:id="rId220"/>
      <p:bold r:id="rId221"/>
      <p:italic r:id="rId222"/>
      <p:boldItalic r:id="rId223"/>
    </p:embeddedFont>
    <p:embeddedFont>
      <p:font typeface="Cambria Math" panose="02040503050406030204" pitchFamily="18" charset="0"/>
      <p:regular r:id="rId224"/>
    </p:embeddedFont>
    <p:embeddedFont>
      <p:font typeface="Roboto Condensed" panose="02000000000000000000" pitchFamily="2" charset="0"/>
      <p:regular r:id="rId225"/>
      <p:bold r:id="rId226"/>
      <p:italic r:id="rId227"/>
      <p:boldItalic r:id="rId228"/>
    </p:embeddedFont>
    <p:embeddedFont>
      <p:font typeface="Roboto Condensed Light" panose="02000000000000000000" pitchFamily="2" charset="0"/>
      <p:regular r:id="rId229"/>
      <p:italic r:id="rId230"/>
    </p:embeddedFont>
    <p:embeddedFont>
      <p:font typeface="Shruti" panose="020B0502040204020203" pitchFamily="34" charset="0"/>
      <p:regular r:id="rId231"/>
      <p:bold r:id="rId232"/>
    </p:embeddedFont>
    <p:embeddedFont>
      <p:font typeface="Wingdings 2" panose="05020102010507070707" pitchFamily="18" charset="2"/>
      <p:regular r:id="rId233"/>
    </p:embeddedFont>
    <p:embeddedFont>
      <p:font typeface="Wingdings 3" panose="05040102010807070707" pitchFamily="18" charset="2"/>
      <p:regular r:id="rId2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ADo1N8cLUNbLdR5mg+PXcQ==" hashData="CFKe1rDLP+fiVB3eCGBdr/+FGjaDeIKQBH6I0XBq8wZomQXqSPIuPID3991FgU4XArPCHkQYkWkRuJ9LS5gQpQ=="/>
  <p:extLst>
    <p:ext uri="{521415D9-36F7-43E2-AB2F-B90AF26B5E84}">
      <p14:sectionLst xmlns:p14="http://schemas.microsoft.com/office/powerpoint/2010/main">
        <p14:section name="Unit - 4" id="{149CEACB-C8BA-46A4-99F2-0F84E9EF7ACC}">
          <p14:sldIdLst>
            <p14:sldId id="256"/>
            <p14:sldId id="927"/>
            <p14:sldId id="265"/>
            <p14:sldId id="268"/>
            <p14:sldId id="1251"/>
          </p14:sldIdLst>
        </p14:section>
        <p14:section name="Introduction" id="{5B2DD2A0-1C57-4998-A8AD-80689A426546}">
          <p14:sldIdLst>
            <p14:sldId id="928"/>
            <p14:sldId id="1256"/>
            <p14:sldId id="1257"/>
            <p14:sldId id="1258"/>
            <p14:sldId id="1259"/>
            <p14:sldId id="1260"/>
            <p14:sldId id="1261"/>
            <p14:sldId id="1262"/>
            <p14:sldId id="932"/>
            <p14:sldId id="933"/>
          </p14:sldIdLst>
        </p14:section>
        <p14:section name="Correlation" id="{9C119737-82FC-449B-964D-7A2A22812FD7}">
          <p14:sldIdLst>
            <p14:sldId id="257"/>
            <p14:sldId id="721"/>
            <p14:sldId id="1264"/>
            <p14:sldId id="1265"/>
            <p14:sldId id="1279"/>
            <p14:sldId id="1313"/>
            <p14:sldId id="1281"/>
            <p14:sldId id="1314"/>
            <p14:sldId id="935"/>
            <p14:sldId id="936"/>
            <p14:sldId id="947"/>
            <p14:sldId id="1266"/>
            <p14:sldId id="951"/>
          </p14:sldIdLst>
        </p14:section>
        <p14:section name="Method – 1 : Correlation Coefficient" id="{605BFBDF-3EE4-4A1F-BB79-DE68B54D48FC}">
          <p14:sldIdLst>
            <p14:sldId id="952"/>
            <p14:sldId id="1268"/>
            <p14:sldId id="1269"/>
            <p14:sldId id="953"/>
            <p14:sldId id="1270"/>
            <p14:sldId id="955"/>
            <p14:sldId id="1316"/>
            <p14:sldId id="1317"/>
            <p14:sldId id="1027"/>
            <p14:sldId id="959"/>
            <p14:sldId id="1022"/>
            <p14:sldId id="1023"/>
            <p14:sldId id="1024"/>
            <p14:sldId id="1025"/>
            <p14:sldId id="1026"/>
            <p14:sldId id="961"/>
            <p14:sldId id="1028"/>
            <p14:sldId id="965"/>
            <p14:sldId id="967"/>
            <p14:sldId id="1021"/>
            <p14:sldId id="969"/>
            <p14:sldId id="1345"/>
            <p14:sldId id="1346"/>
            <p14:sldId id="971"/>
            <p14:sldId id="972"/>
            <p14:sldId id="973"/>
            <p14:sldId id="974"/>
            <p14:sldId id="976"/>
            <p14:sldId id="977"/>
            <p14:sldId id="978"/>
            <p14:sldId id="979"/>
          </p14:sldIdLst>
        </p14:section>
        <p14:section name="Method – 2 : Rank Correlation Coefficient" id="{D29DF097-7D80-452F-A286-E907B1B95AD6}">
          <p14:sldIdLst>
            <p14:sldId id="1038"/>
            <p14:sldId id="1271"/>
            <p14:sldId id="1272"/>
            <p14:sldId id="1284"/>
            <p14:sldId id="1285"/>
            <p14:sldId id="1286"/>
            <p14:sldId id="1287"/>
            <p14:sldId id="1315"/>
            <p14:sldId id="1041"/>
            <p14:sldId id="1277"/>
            <p14:sldId id="1291"/>
            <p14:sldId id="1292"/>
            <p14:sldId id="1293"/>
            <p14:sldId id="1290"/>
            <p14:sldId id="1043"/>
            <p14:sldId id="1044"/>
            <p14:sldId id="1045"/>
            <p14:sldId id="1255"/>
            <p14:sldId id="1047"/>
            <p14:sldId id="1048"/>
            <p14:sldId id="1282"/>
            <p14:sldId id="1049"/>
            <p14:sldId id="1050"/>
            <p14:sldId id="1051"/>
            <p14:sldId id="1052"/>
            <p14:sldId id="1053"/>
            <p14:sldId id="1054"/>
            <p14:sldId id="1055"/>
            <p14:sldId id="1056"/>
            <p14:sldId id="1057"/>
            <p14:sldId id="1058"/>
            <p14:sldId id="1059"/>
            <p14:sldId id="1060"/>
            <p14:sldId id="1061"/>
            <p14:sldId id="1062"/>
            <p14:sldId id="1063"/>
            <p14:sldId id="1064"/>
            <p14:sldId id="1065"/>
            <p14:sldId id="1066"/>
            <p14:sldId id="1067"/>
            <p14:sldId id="1068"/>
            <p14:sldId id="1069"/>
            <p14:sldId id="1070"/>
            <p14:sldId id="1071"/>
            <p14:sldId id="1072"/>
            <p14:sldId id="1073"/>
          </p14:sldIdLst>
        </p14:section>
        <p14:section name="Regression" id="{2EA2EA6F-13D8-4016-A94B-BB8360749FA1}">
          <p14:sldIdLst>
            <p14:sldId id="1035"/>
            <p14:sldId id="1036"/>
            <p14:sldId id="1295"/>
            <p14:sldId id="1294"/>
            <p14:sldId id="1074"/>
            <p14:sldId id="1078"/>
            <p14:sldId id="1079"/>
            <p14:sldId id="1077"/>
          </p14:sldIdLst>
        </p14:section>
        <p14:section name="Method – 3 : Linear Regression" id="{40E0D7B0-CA49-4FEC-8F89-6B931FB9065E}">
          <p14:sldIdLst>
            <p14:sldId id="1080"/>
            <p14:sldId id="1081"/>
            <p14:sldId id="1297"/>
            <p14:sldId id="1296"/>
            <p14:sldId id="1083"/>
            <p14:sldId id="1084"/>
            <p14:sldId id="1302"/>
            <p14:sldId id="1299"/>
            <p14:sldId id="1335"/>
            <p14:sldId id="1300"/>
            <p14:sldId id="1303"/>
            <p14:sldId id="1301"/>
            <p14:sldId id="1087"/>
            <p14:sldId id="1320"/>
            <p14:sldId id="1321"/>
            <p14:sldId id="1322"/>
            <p14:sldId id="1323"/>
            <p14:sldId id="1347"/>
            <p14:sldId id="1324"/>
            <p14:sldId id="1319"/>
            <p14:sldId id="1090"/>
            <p14:sldId id="1327"/>
            <p14:sldId id="1328"/>
            <p14:sldId id="1330"/>
            <p14:sldId id="1333"/>
            <p14:sldId id="1334"/>
            <p14:sldId id="1332"/>
            <p14:sldId id="1331"/>
            <p14:sldId id="1091"/>
            <p14:sldId id="1110"/>
            <p14:sldId id="1093"/>
            <p14:sldId id="1095"/>
            <p14:sldId id="1112"/>
            <p14:sldId id="1097"/>
            <p14:sldId id="1336"/>
            <p14:sldId id="1337"/>
            <p14:sldId id="1339"/>
            <p14:sldId id="1100"/>
            <p14:sldId id="1101"/>
            <p14:sldId id="1343"/>
            <p14:sldId id="1340"/>
            <p14:sldId id="1341"/>
            <p14:sldId id="1342"/>
            <p14:sldId id="1102"/>
            <p14:sldId id="1104"/>
            <p14:sldId id="1109"/>
            <p14:sldId id="1103"/>
            <p14:sldId id="1106"/>
            <p14:sldId id="1107"/>
            <p14:sldId id="1108"/>
            <p14:sldId id="1113"/>
            <p14:sldId id="1114"/>
            <p14:sldId id="1115"/>
            <p14:sldId id="1116"/>
            <p14:sldId id="1117"/>
            <p14:sldId id="1118"/>
            <p14:sldId id="1119"/>
            <p14:sldId id="1120"/>
            <p14:sldId id="1121"/>
            <p14:sldId id="1122"/>
            <p14:sldId id="1123"/>
          </p14:sldIdLst>
        </p14:section>
        <p14:section name="Curve Fitting" id="{6A5730CD-4E48-4EB7-8AC4-9ADD38DA5180}">
          <p14:sldIdLst>
            <p14:sldId id="1124"/>
            <p14:sldId id="1125"/>
            <p14:sldId id="1126"/>
            <p14:sldId id="1129"/>
            <p14:sldId id="1127"/>
            <p14:sldId id="1128"/>
            <p14:sldId id="1130"/>
            <p14:sldId id="1131"/>
            <p14:sldId id="1132"/>
            <p14:sldId id="1133"/>
            <p14:sldId id="1134"/>
          </p14:sldIdLst>
        </p14:section>
        <p14:section name="Method – 4.1 : Linear Curve Fitting" id="{5C307A17-56B5-4137-8CF6-08CC65AAA98C}">
          <p14:sldIdLst>
            <p14:sldId id="1135"/>
            <p14:sldId id="1136"/>
            <p14:sldId id="1137"/>
            <p14:sldId id="1138"/>
            <p14:sldId id="1141"/>
            <p14:sldId id="1348"/>
            <p14:sldId id="1144"/>
            <p14:sldId id="1349"/>
            <p14:sldId id="1145"/>
            <p14:sldId id="1146"/>
            <p14:sldId id="1147"/>
          </p14:sldIdLst>
        </p14:section>
        <p14:section name="Method – 4.2 : Quadratic Curve Fitting" id="{3412ED1F-FF9F-467D-A8DE-B616F3388090}">
          <p14:sldIdLst>
            <p14:sldId id="1149"/>
            <p14:sldId id="1150"/>
            <p14:sldId id="1151"/>
            <p14:sldId id="1152"/>
            <p14:sldId id="1155"/>
            <p14:sldId id="1157"/>
            <p14:sldId id="1158"/>
            <p14:sldId id="1160"/>
            <p14:sldId id="1161"/>
            <p14:sldId id="1162"/>
            <p14:sldId id="1163"/>
            <p14:sldId id="1164"/>
            <p14:sldId id="1165"/>
            <p14:sldId id="1166"/>
            <p14:sldId id="1350"/>
            <p14:sldId id="1167"/>
            <p14:sldId id="1168"/>
            <p14:sldId id="1169"/>
            <p14:sldId id="1351"/>
            <p14:sldId id="11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sujain39@gmail.com" initials="v" lastIdx="1" clrIdx="0">
    <p:extLst>
      <p:ext uri="{19B8F6BF-5375-455C-9EA6-DF929625EA0E}">
        <p15:presenceInfo xmlns:p15="http://schemas.microsoft.com/office/powerpoint/2012/main" userId="4e3c4d1726c659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B73"/>
    <a:srgbClr val="CBB4DC"/>
    <a:srgbClr val="FFFFFF"/>
    <a:srgbClr val="002060"/>
    <a:srgbClr val="B84742"/>
    <a:srgbClr val="7F45AA"/>
    <a:srgbClr val="7030A0"/>
    <a:srgbClr val="B71B1C"/>
    <a:srgbClr val="C00000"/>
    <a:srgbClr val="FF98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1" autoAdjust="0"/>
    <p:restoredTop sz="93861" autoAdjust="0"/>
  </p:normalViewPr>
  <p:slideViewPr>
    <p:cSldViewPr snapToGrid="0">
      <p:cViewPr varScale="1">
        <p:scale>
          <a:sx n="79" d="100"/>
          <a:sy n="79" d="100"/>
        </p:scale>
        <p:origin x="830" y="72"/>
      </p:cViewPr>
      <p:guideLst/>
    </p:cSldViewPr>
  </p:slideViewPr>
  <p:outlineViewPr>
    <p:cViewPr>
      <p:scale>
        <a:sx n="33" d="100"/>
        <a:sy n="33" d="100"/>
      </p:scale>
      <p:origin x="0" y="-2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"/>
    </p:cViewPr>
  </p:sorterViewPr>
  <p:notesViewPr>
    <p:cSldViewPr snapToGrid="0">
      <p:cViewPr varScale="1">
        <p:scale>
          <a:sx n="47" d="100"/>
          <a:sy n="47" d="100"/>
        </p:scale>
        <p:origin x="2040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font" Target="fonts/font7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font" Target="fonts/font8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theme" Target="theme/theme1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font" Target="fonts/font9.fntdata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notesMaster" Target="notesMasters/notesMaster1.xml"/><Relationship Id="rId239" Type="http://schemas.openxmlformats.org/officeDocument/2006/relationships/tableStyles" Target="tableStyle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font" Target="fonts/font10.fntdata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handoutMaster" Target="handoutMasters/handoutMaster1.xml"/><Relationship Id="rId230" Type="http://schemas.openxmlformats.org/officeDocument/2006/relationships/font" Target="fonts/font11.fntdata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font" Target="fonts/font1.fntdata"/><Relationship Id="rId225" Type="http://schemas.openxmlformats.org/officeDocument/2006/relationships/font" Target="fonts/font6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presProps" Target="presProps.xml"/><Relationship Id="rId26" Type="http://schemas.openxmlformats.org/officeDocument/2006/relationships/slide" Target="slides/slide25.xml"/><Relationship Id="rId231" Type="http://schemas.openxmlformats.org/officeDocument/2006/relationships/font" Target="fonts/font12.fntdata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font" Target="fonts/font2.fntdata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font" Target="fonts/font13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font" Target="fonts/font3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font" Target="fonts/font14.fntdata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font" Target="fonts/font4.fntdata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font" Target="fonts/font1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font" Target="fonts/font5.fntdata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commentAuthors" Target="commentAuthors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71.png"/><Relationship Id="rId1" Type="http://schemas.openxmlformats.org/officeDocument/2006/relationships/image" Target="../media/image5460.pn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11.png"/><Relationship Id="rId1" Type="http://schemas.openxmlformats.org/officeDocument/2006/relationships/image" Target="../media/image5612.pn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11.png"/><Relationship Id="rId1" Type="http://schemas.openxmlformats.org/officeDocument/2006/relationships/image" Target="../media/image5811.png"/></Relationships>
</file>

<file path=ppt/diagrams/_rels/data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2.png"/><Relationship Id="rId1" Type="http://schemas.openxmlformats.org/officeDocument/2006/relationships/image" Target="../media/image2311.png"/></Relationships>
</file>

<file path=ppt/diagrams/_rels/data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80.png"/><Relationship Id="rId1" Type="http://schemas.openxmlformats.org/officeDocument/2006/relationships/image" Target="../media/image557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79A4C1-3C93-4D5A-9651-95407BFB26E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8680DC92-1257-45D5-BECF-BF20FDCCA9D1}">
      <dgm:prSet phldrT="[Text]" custT="1"/>
      <dgm:spPr/>
      <dgm:t>
        <a:bodyPr/>
        <a:lstStyle/>
        <a:p>
          <a:r>
            <a:rPr lang="en-US" sz="2800" b="1" u="sng" dirty="0"/>
            <a:t>Correlation</a:t>
          </a:r>
          <a:endParaRPr lang="en-US" sz="2800" dirty="0"/>
        </a:p>
      </dgm:t>
    </dgm:pt>
    <dgm:pt modelId="{3417C868-A724-42F6-B651-BA3185C2C3A1}" type="parTrans" cxnId="{C3264938-D613-43B3-8918-74DD2E4453D4}">
      <dgm:prSet custT="1"/>
      <dgm:spPr/>
      <dgm:t>
        <a:bodyPr/>
        <a:lstStyle/>
        <a:p>
          <a:endParaRPr lang="en-US" sz="2800"/>
        </a:p>
      </dgm:t>
    </dgm:pt>
    <dgm:pt modelId="{A3548B26-5947-457E-A57E-220DFE74DA6A}" type="sibTrans" cxnId="{C3264938-D613-43B3-8918-74DD2E4453D4}">
      <dgm:prSet/>
      <dgm:spPr/>
      <dgm:t>
        <a:bodyPr/>
        <a:lstStyle/>
        <a:p>
          <a:endParaRPr lang="en-US"/>
        </a:p>
      </dgm:t>
    </dgm:pt>
    <dgm:pt modelId="{F7449D33-B6A8-4CD6-A586-40BE47D97267}">
      <dgm:prSet phldrT="[Text]" custT="1"/>
      <dgm:spPr>
        <a:solidFill>
          <a:srgbClr val="B14440"/>
        </a:solidFill>
      </dgm:spPr>
      <dgm:t>
        <a:bodyPr/>
        <a:lstStyle/>
        <a:p>
          <a:r>
            <a:rPr lang="en-US" sz="2800" dirty="0"/>
            <a:t>Correlation Coefficient</a:t>
          </a:r>
        </a:p>
      </dgm:t>
    </dgm:pt>
    <dgm:pt modelId="{4F426EBA-E6C6-483B-AB31-7366F8EC0E22}" type="parTrans" cxnId="{840F6936-AF91-47C2-A36B-E4FC842914F3}">
      <dgm:prSet custT="1"/>
      <dgm:spPr/>
      <dgm:t>
        <a:bodyPr/>
        <a:lstStyle/>
        <a:p>
          <a:endParaRPr lang="en-US" sz="2800"/>
        </a:p>
      </dgm:t>
    </dgm:pt>
    <dgm:pt modelId="{14B6A919-8B75-41D9-B8A0-765FB34F10B0}" type="sibTrans" cxnId="{840F6936-AF91-47C2-A36B-E4FC842914F3}">
      <dgm:prSet/>
      <dgm:spPr/>
      <dgm:t>
        <a:bodyPr/>
        <a:lstStyle/>
        <a:p>
          <a:endParaRPr lang="en-US"/>
        </a:p>
      </dgm:t>
    </dgm:pt>
    <dgm:pt modelId="{842B76EB-F4CD-45E4-BBD8-93F1594D4D21}">
      <dgm:prSet phldrT="[Text]" custT="1"/>
      <dgm:spPr>
        <a:solidFill>
          <a:srgbClr val="B14440"/>
        </a:solidFill>
      </dgm:spPr>
      <dgm:t>
        <a:bodyPr/>
        <a:lstStyle/>
        <a:p>
          <a:r>
            <a:rPr lang="en-US" sz="2800" dirty="0"/>
            <a:t>Rank Correlation Coefficient</a:t>
          </a:r>
        </a:p>
      </dgm:t>
    </dgm:pt>
    <dgm:pt modelId="{97C99F88-1113-4606-A985-6B0E16A574EA}" type="parTrans" cxnId="{02A92A56-E5BF-4DF6-A892-43B810EA0047}">
      <dgm:prSet custT="1"/>
      <dgm:spPr/>
      <dgm:t>
        <a:bodyPr/>
        <a:lstStyle/>
        <a:p>
          <a:endParaRPr lang="en-US" sz="2800"/>
        </a:p>
      </dgm:t>
    </dgm:pt>
    <dgm:pt modelId="{FBB790AE-4218-4CBC-A521-827F127C963B}" type="sibTrans" cxnId="{02A92A56-E5BF-4DF6-A892-43B810EA0047}">
      <dgm:prSet/>
      <dgm:spPr/>
      <dgm:t>
        <a:bodyPr/>
        <a:lstStyle/>
        <a:p>
          <a:endParaRPr lang="en-US"/>
        </a:p>
      </dgm:t>
    </dgm:pt>
    <dgm:pt modelId="{61EB6F59-122A-4C26-BBF2-18A5B4046500}">
      <dgm:prSet phldrT="[Text]" custT="1"/>
      <dgm:spPr/>
      <dgm:t>
        <a:bodyPr/>
        <a:lstStyle/>
        <a:p>
          <a:r>
            <a:rPr lang="en-US" sz="2800" b="1" u="sng" dirty="0"/>
            <a:t>Regression</a:t>
          </a:r>
          <a:endParaRPr lang="en-US" sz="2800" dirty="0"/>
        </a:p>
      </dgm:t>
    </dgm:pt>
    <dgm:pt modelId="{7E7C6667-12F3-42C2-9D84-71069A3003B9}" type="parTrans" cxnId="{72CDA216-8D57-44B9-86F5-34EAB6CD14D8}">
      <dgm:prSet custT="1"/>
      <dgm:spPr/>
      <dgm:t>
        <a:bodyPr/>
        <a:lstStyle/>
        <a:p>
          <a:endParaRPr lang="en-US" sz="2800"/>
        </a:p>
      </dgm:t>
    </dgm:pt>
    <dgm:pt modelId="{F6F709BC-0149-441F-9428-427742BB75C7}" type="sibTrans" cxnId="{72CDA216-8D57-44B9-86F5-34EAB6CD14D8}">
      <dgm:prSet/>
      <dgm:spPr/>
      <dgm:t>
        <a:bodyPr/>
        <a:lstStyle/>
        <a:p>
          <a:endParaRPr lang="en-US"/>
        </a:p>
      </dgm:t>
    </dgm:pt>
    <dgm:pt modelId="{46E796FA-2474-4E49-AFE7-AAAE1CEA45BE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800" dirty="0"/>
            <a:t>Linear Regression</a:t>
          </a:r>
        </a:p>
      </dgm:t>
    </dgm:pt>
    <dgm:pt modelId="{E674D85B-A739-49AD-9552-D7B5F1B4FB9B}" type="parTrans" cxnId="{31E814B0-E4A3-47EB-95F9-5502D4DAC0E5}">
      <dgm:prSet custT="1"/>
      <dgm:spPr/>
      <dgm:t>
        <a:bodyPr/>
        <a:lstStyle/>
        <a:p>
          <a:endParaRPr lang="en-US" sz="2800"/>
        </a:p>
      </dgm:t>
    </dgm:pt>
    <dgm:pt modelId="{0D2514D5-A045-48D8-913D-DEC6D438A5B0}" type="sibTrans" cxnId="{31E814B0-E4A3-47EB-95F9-5502D4DAC0E5}">
      <dgm:prSet/>
      <dgm:spPr/>
      <dgm:t>
        <a:bodyPr/>
        <a:lstStyle/>
        <a:p>
          <a:endParaRPr lang="en-US"/>
        </a:p>
      </dgm:t>
    </dgm:pt>
    <dgm:pt modelId="{FBD29332-4CA0-41AB-864F-0350E17D402B}">
      <dgm:prSet phldrT="[Text]" custT="1"/>
      <dgm:spPr/>
      <dgm:t>
        <a:bodyPr/>
        <a:lstStyle/>
        <a:p>
          <a:r>
            <a:rPr lang="en-US" sz="2800" b="1" dirty="0"/>
            <a:t>Inferential Statistics</a:t>
          </a:r>
          <a:endParaRPr lang="en-US" sz="2800" dirty="0"/>
        </a:p>
      </dgm:t>
    </dgm:pt>
    <dgm:pt modelId="{366FEED1-6023-4565-9DB3-5B5703D0BDDF}" type="sibTrans" cxnId="{E4ED6BA4-C269-4F25-AD5E-8777FBD175FF}">
      <dgm:prSet/>
      <dgm:spPr/>
      <dgm:t>
        <a:bodyPr/>
        <a:lstStyle/>
        <a:p>
          <a:endParaRPr lang="en-US"/>
        </a:p>
      </dgm:t>
    </dgm:pt>
    <dgm:pt modelId="{E814D2E7-91CD-4586-B24E-3D75B5A7650F}" type="parTrans" cxnId="{E4ED6BA4-C269-4F25-AD5E-8777FBD175FF}">
      <dgm:prSet/>
      <dgm:spPr/>
      <dgm:t>
        <a:bodyPr/>
        <a:lstStyle/>
        <a:p>
          <a:endParaRPr lang="en-US"/>
        </a:p>
      </dgm:t>
    </dgm:pt>
    <dgm:pt modelId="{B8455882-B697-448C-A885-BC5610532572}">
      <dgm:prSet custT="1"/>
      <dgm:spPr/>
      <dgm:t>
        <a:bodyPr/>
        <a:lstStyle/>
        <a:p>
          <a:r>
            <a:rPr lang="en-US" sz="2800" b="1" u="sng"/>
            <a:t>Hypothesis Testing</a:t>
          </a:r>
          <a:endParaRPr lang="en-US" sz="2800" dirty="0"/>
        </a:p>
      </dgm:t>
    </dgm:pt>
    <dgm:pt modelId="{CFB2BDC5-AB78-4EBF-B422-25487C6F0A58}" type="parTrans" cxnId="{0D218A89-8E93-4D2F-9067-EF3D1FC7D643}">
      <dgm:prSet custT="1"/>
      <dgm:spPr/>
      <dgm:t>
        <a:bodyPr/>
        <a:lstStyle/>
        <a:p>
          <a:endParaRPr lang="en-US" sz="2800"/>
        </a:p>
      </dgm:t>
    </dgm:pt>
    <dgm:pt modelId="{24574CD7-20E9-4931-8E7C-EA2933C5C849}" type="sibTrans" cxnId="{0D218A89-8E93-4D2F-9067-EF3D1FC7D643}">
      <dgm:prSet/>
      <dgm:spPr/>
      <dgm:t>
        <a:bodyPr/>
        <a:lstStyle/>
        <a:p>
          <a:endParaRPr lang="en-US"/>
        </a:p>
      </dgm:t>
    </dgm:pt>
    <dgm:pt modelId="{9ECA1A74-74DE-422F-B3EB-430DC84BB1DF}">
      <dgm:prSet custT="1"/>
      <dgm:spPr>
        <a:solidFill>
          <a:srgbClr val="B14440"/>
        </a:solidFill>
      </dgm:spPr>
      <dgm:t>
        <a:bodyPr/>
        <a:lstStyle/>
        <a:p>
          <a:r>
            <a:rPr lang="en-US" sz="2800" dirty="0"/>
            <a:t>t – Test</a:t>
          </a:r>
        </a:p>
      </dgm:t>
    </dgm:pt>
    <dgm:pt modelId="{D8B6B835-3335-4773-B4F5-E03F1D0369A6}" type="parTrans" cxnId="{FFB972B3-6848-4DB2-B247-40B7946CF98B}">
      <dgm:prSet custT="1"/>
      <dgm:spPr/>
      <dgm:t>
        <a:bodyPr/>
        <a:lstStyle/>
        <a:p>
          <a:endParaRPr lang="en-US" sz="2800"/>
        </a:p>
      </dgm:t>
    </dgm:pt>
    <dgm:pt modelId="{34F753CC-7DB0-4785-B8D1-3BBF79E6BF39}" type="sibTrans" cxnId="{FFB972B3-6848-4DB2-B247-40B7946CF98B}">
      <dgm:prSet/>
      <dgm:spPr/>
      <dgm:t>
        <a:bodyPr/>
        <a:lstStyle/>
        <a:p>
          <a:endParaRPr lang="en-US"/>
        </a:p>
      </dgm:t>
    </dgm:pt>
    <dgm:pt modelId="{FE52D16B-7FDB-4A92-82B4-D826878A6207}">
      <dgm:prSet custT="1"/>
      <dgm:spPr>
        <a:solidFill>
          <a:srgbClr val="B14440"/>
        </a:solidFill>
      </dgm:spPr>
      <dgm:t>
        <a:bodyPr/>
        <a:lstStyle/>
        <a:p>
          <a:r>
            <a:rPr lang="en-US" sz="2800" dirty="0"/>
            <a:t>Z - Test</a:t>
          </a:r>
        </a:p>
      </dgm:t>
    </dgm:pt>
    <dgm:pt modelId="{713BE23D-B197-4E8E-A097-1A35C32EE2EF}" type="parTrans" cxnId="{681562D8-8EFF-44B4-9D8A-B586FEF9A062}">
      <dgm:prSet custT="1"/>
      <dgm:spPr/>
      <dgm:t>
        <a:bodyPr/>
        <a:lstStyle/>
        <a:p>
          <a:endParaRPr lang="en-US" sz="2800"/>
        </a:p>
      </dgm:t>
    </dgm:pt>
    <dgm:pt modelId="{754A91A3-DB81-4E52-8C3E-F556936D5D0A}" type="sibTrans" cxnId="{681562D8-8EFF-44B4-9D8A-B586FEF9A062}">
      <dgm:prSet/>
      <dgm:spPr/>
      <dgm:t>
        <a:bodyPr/>
        <a:lstStyle/>
        <a:p>
          <a:endParaRPr lang="en-US"/>
        </a:p>
      </dgm:t>
    </dgm:pt>
    <dgm:pt modelId="{9EBD72D7-37BB-4A69-8D54-5432272F3921}">
      <dgm:prSet custT="1"/>
      <dgm:spPr>
        <a:solidFill>
          <a:schemeClr val="accent5"/>
        </a:solidFill>
      </dgm:spPr>
      <dgm:t>
        <a:bodyPr/>
        <a:lstStyle/>
        <a:p>
          <a:r>
            <a:rPr lang="en-US" sz="2800" dirty="0"/>
            <a:t>Curve Fitting</a:t>
          </a:r>
        </a:p>
      </dgm:t>
    </dgm:pt>
    <dgm:pt modelId="{8A8531B1-FF86-4E92-B693-88ABF7F0335B}" type="parTrans" cxnId="{D4557269-79D1-4757-B778-01B399EB2B06}">
      <dgm:prSet custT="1"/>
      <dgm:spPr/>
      <dgm:t>
        <a:bodyPr/>
        <a:lstStyle/>
        <a:p>
          <a:endParaRPr lang="en-US" sz="2800"/>
        </a:p>
      </dgm:t>
    </dgm:pt>
    <dgm:pt modelId="{ACFBB41D-C312-45A6-AB20-AA3763520D3C}" type="sibTrans" cxnId="{D4557269-79D1-4757-B778-01B399EB2B06}">
      <dgm:prSet/>
      <dgm:spPr/>
      <dgm:t>
        <a:bodyPr/>
        <a:lstStyle/>
        <a:p>
          <a:endParaRPr lang="en-US"/>
        </a:p>
      </dgm:t>
    </dgm:pt>
    <dgm:pt modelId="{45ACAF11-B915-40A8-A346-C55B09077967}">
      <dgm:prSet custT="1"/>
      <dgm:spPr>
        <a:solidFill>
          <a:srgbClr val="B14440"/>
        </a:solidFill>
      </dgm:spPr>
      <dgm:t>
        <a:bodyPr/>
        <a:lstStyle/>
        <a:p>
          <a:r>
            <a:rPr lang="en-US" sz="2800" dirty="0"/>
            <a:t>Chi Square Test</a:t>
          </a:r>
        </a:p>
      </dgm:t>
    </dgm:pt>
    <dgm:pt modelId="{231F99FA-5FD0-4577-8B00-2A410717DFCC}" type="parTrans" cxnId="{0012078E-1F57-426D-A4EC-C383A821D448}">
      <dgm:prSet custT="1"/>
      <dgm:spPr/>
      <dgm:t>
        <a:bodyPr/>
        <a:lstStyle/>
        <a:p>
          <a:endParaRPr lang="en-US" sz="2800"/>
        </a:p>
      </dgm:t>
    </dgm:pt>
    <dgm:pt modelId="{6D9701E4-EFA8-41A3-B65F-333A54FD62B7}" type="sibTrans" cxnId="{0012078E-1F57-426D-A4EC-C383A821D448}">
      <dgm:prSet/>
      <dgm:spPr/>
      <dgm:t>
        <a:bodyPr/>
        <a:lstStyle/>
        <a:p>
          <a:endParaRPr lang="en-US"/>
        </a:p>
      </dgm:t>
    </dgm:pt>
    <dgm:pt modelId="{4CE28A54-F955-4C2B-9DCC-E7A86991297C}">
      <dgm:prSet custT="1"/>
      <dgm:spPr>
        <a:solidFill>
          <a:srgbClr val="B14440"/>
        </a:solidFill>
      </dgm:spPr>
      <dgm:t>
        <a:bodyPr/>
        <a:lstStyle/>
        <a:p>
          <a:r>
            <a:rPr lang="en-US" sz="2800" dirty="0"/>
            <a:t>F - Test</a:t>
          </a:r>
        </a:p>
      </dgm:t>
    </dgm:pt>
    <dgm:pt modelId="{BEA6D1C5-75BD-433E-9689-0E110EEF3A61}" type="parTrans" cxnId="{B92D2EEB-3479-47AA-991E-B2C339446A4A}">
      <dgm:prSet custT="1"/>
      <dgm:spPr/>
      <dgm:t>
        <a:bodyPr/>
        <a:lstStyle/>
        <a:p>
          <a:endParaRPr lang="en-US" sz="2800"/>
        </a:p>
      </dgm:t>
    </dgm:pt>
    <dgm:pt modelId="{2C897EE9-50CA-4F76-B152-EF981CCAE2D3}" type="sibTrans" cxnId="{B92D2EEB-3479-47AA-991E-B2C339446A4A}">
      <dgm:prSet/>
      <dgm:spPr/>
      <dgm:t>
        <a:bodyPr/>
        <a:lstStyle/>
        <a:p>
          <a:endParaRPr lang="en-US"/>
        </a:p>
      </dgm:t>
    </dgm:pt>
    <dgm:pt modelId="{CEFC2427-EF18-4371-A878-286924A1C8D4}" type="pres">
      <dgm:prSet presAssocID="{E079A4C1-3C93-4D5A-9651-95407BFB26E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2216805-1922-4492-9731-5A585644B30E}" type="pres">
      <dgm:prSet presAssocID="{FBD29332-4CA0-41AB-864F-0350E17D402B}" presName="root1" presStyleCnt="0"/>
      <dgm:spPr/>
    </dgm:pt>
    <dgm:pt modelId="{5EC79A03-2E40-4B3C-96E6-A6483958B750}" type="pres">
      <dgm:prSet presAssocID="{FBD29332-4CA0-41AB-864F-0350E17D402B}" presName="LevelOneTextNode" presStyleLbl="node0" presStyleIdx="0" presStyleCnt="1">
        <dgm:presLayoutVars>
          <dgm:chPref val="3"/>
        </dgm:presLayoutVars>
      </dgm:prSet>
      <dgm:spPr/>
    </dgm:pt>
    <dgm:pt modelId="{E82C4A34-91BB-4D92-8B2C-E92ABD2A53AC}" type="pres">
      <dgm:prSet presAssocID="{FBD29332-4CA0-41AB-864F-0350E17D402B}" presName="level2hierChild" presStyleCnt="0"/>
      <dgm:spPr/>
    </dgm:pt>
    <dgm:pt modelId="{2BECC748-E082-4EF4-8FC7-EF79EC8DCB28}" type="pres">
      <dgm:prSet presAssocID="{3417C868-A724-42F6-B651-BA3185C2C3A1}" presName="conn2-1" presStyleLbl="parChTrans1D2" presStyleIdx="0" presStyleCnt="3"/>
      <dgm:spPr/>
    </dgm:pt>
    <dgm:pt modelId="{95EA7604-1BC4-4105-80BE-7591C4169EB9}" type="pres">
      <dgm:prSet presAssocID="{3417C868-A724-42F6-B651-BA3185C2C3A1}" presName="connTx" presStyleLbl="parChTrans1D2" presStyleIdx="0" presStyleCnt="3"/>
      <dgm:spPr/>
    </dgm:pt>
    <dgm:pt modelId="{6CB5666F-3126-45A9-AEE6-27C3D4C46E1E}" type="pres">
      <dgm:prSet presAssocID="{8680DC92-1257-45D5-BECF-BF20FDCCA9D1}" presName="root2" presStyleCnt="0"/>
      <dgm:spPr/>
    </dgm:pt>
    <dgm:pt modelId="{9D3A7FC3-4D44-4BA3-8A85-4C999FCFA295}" type="pres">
      <dgm:prSet presAssocID="{8680DC92-1257-45D5-BECF-BF20FDCCA9D1}" presName="LevelTwoTextNode" presStyleLbl="node2" presStyleIdx="0" presStyleCnt="3" custScaleX="165533">
        <dgm:presLayoutVars>
          <dgm:chPref val="3"/>
        </dgm:presLayoutVars>
      </dgm:prSet>
      <dgm:spPr/>
    </dgm:pt>
    <dgm:pt modelId="{9242891A-57A5-4084-AD1E-FA4F046BB9C4}" type="pres">
      <dgm:prSet presAssocID="{8680DC92-1257-45D5-BECF-BF20FDCCA9D1}" presName="level3hierChild" presStyleCnt="0"/>
      <dgm:spPr/>
    </dgm:pt>
    <dgm:pt modelId="{57CD5811-3B4C-4482-8E58-A7C78D76C43E}" type="pres">
      <dgm:prSet presAssocID="{4F426EBA-E6C6-483B-AB31-7366F8EC0E22}" presName="conn2-1" presStyleLbl="parChTrans1D3" presStyleIdx="0" presStyleCnt="8"/>
      <dgm:spPr/>
    </dgm:pt>
    <dgm:pt modelId="{D5A783E3-39D1-4FF4-BBB3-55E124822D6C}" type="pres">
      <dgm:prSet presAssocID="{4F426EBA-E6C6-483B-AB31-7366F8EC0E22}" presName="connTx" presStyleLbl="parChTrans1D3" presStyleIdx="0" presStyleCnt="8"/>
      <dgm:spPr/>
    </dgm:pt>
    <dgm:pt modelId="{C67CA43A-7DDD-4BA7-8200-369859F17185}" type="pres">
      <dgm:prSet presAssocID="{F7449D33-B6A8-4CD6-A586-40BE47D97267}" presName="root2" presStyleCnt="0"/>
      <dgm:spPr/>
    </dgm:pt>
    <dgm:pt modelId="{12FFADAC-4B4A-41BE-ACA9-1D15F1D55FF0}" type="pres">
      <dgm:prSet presAssocID="{F7449D33-B6A8-4CD6-A586-40BE47D97267}" presName="LevelTwoTextNode" presStyleLbl="node3" presStyleIdx="0" presStyleCnt="8" custScaleX="211473">
        <dgm:presLayoutVars>
          <dgm:chPref val="3"/>
        </dgm:presLayoutVars>
      </dgm:prSet>
      <dgm:spPr/>
    </dgm:pt>
    <dgm:pt modelId="{BDBF719F-D72B-432D-9A31-AE743D330FA8}" type="pres">
      <dgm:prSet presAssocID="{F7449D33-B6A8-4CD6-A586-40BE47D97267}" presName="level3hierChild" presStyleCnt="0"/>
      <dgm:spPr/>
    </dgm:pt>
    <dgm:pt modelId="{76E278D8-2DB1-4FBD-A027-8A43BA50C9AD}" type="pres">
      <dgm:prSet presAssocID="{97C99F88-1113-4606-A985-6B0E16A574EA}" presName="conn2-1" presStyleLbl="parChTrans1D3" presStyleIdx="1" presStyleCnt="8"/>
      <dgm:spPr/>
    </dgm:pt>
    <dgm:pt modelId="{70DF5645-DE9F-4D4B-A41A-F8330345CEB5}" type="pres">
      <dgm:prSet presAssocID="{97C99F88-1113-4606-A985-6B0E16A574EA}" presName="connTx" presStyleLbl="parChTrans1D3" presStyleIdx="1" presStyleCnt="8"/>
      <dgm:spPr/>
    </dgm:pt>
    <dgm:pt modelId="{5D66ED3D-CA5C-49C2-A025-38DD1B949E37}" type="pres">
      <dgm:prSet presAssocID="{842B76EB-F4CD-45E4-BBD8-93F1594D4D21}" presName="root2" presStyleCnt="0"/>
      <dgm:spPr/>
    </dgm:pt>
    <dgm:pt modelId="{F3FE7014-DCFD-416A-B907-1F15B85AD4CE}" type="pres">
      <dgm:prSet presAssocID="{842B76EB-F4CD-45E4-BBD8-93F1594D4D21}" presName="LevelTwoTextNode" presStyleLbl="node3" presStyleIdx="1" presStyleCnt="8" custScaleX="211473">
        <dgm:presLayoutVars>
          <dgm:chPref val="3"/>
        </dgm:presLayoutVars>
      </dgm:prSet>
      <dgm:spPr/>
    </dgm:pt>
    <dgm:pt modelId="{D3A04E53-B794-4C50-98DD-AD9BB43FC1A5}" type="pres">
      <dgm:prSet presAssocID="{842B76EB-F4CD-45E4-BBD8-93F1594D4D21}" presName="level3hierChild" presStyleCnt="0"/>
      <dgm:spPr/>
    </dgm:pt>
    <dgm:pt modelId="{1F977605-4724-4FAE-90A0-241B56E79D6C}" type="pres">
      <dgm:prSet presAssocID="{7E7C6667-12F3-42C2-9D84-71069A3003B9}" presName="conn2-1" presStyleLbl="parChTrans1D2" presStyleIdx="1" presStyleCnt="3"/>
      <dgm:spPr/>
    </dgm:pt>
    <dgm:pt modelId="{56BB601C-1261-4494-853B-DAC654959494}" type="pres">
      <dgm:prSet presAssocID="{7E7C6667-12F3-42C2-9D84-71069A3003B9}" presName="connTx" presStyleLbl="parChTrans1D2" presStyleIdx="1" presStyleCnt="3"/>
      <dgm:spPr/>
    </dgm:pt>
    <dgm:pt modelId="{070ECFE8-3D54-418E-97B1-83EEF894D4B5}" type="pres">
      <dgm:prSet presAssocID="{61EB6F59-122A-4C26-BBF2-18A5B4046500}" presName="root2" presStyleCnt="0"/>
      <dgm:spPr/>
    </dgm:pt>
    <dgm:pt modelId="{4FDC5538-ECFD-438B-898B-C8AAF6CB57B0}" type="pres">
      <dgm:prSet presAssocID="{61EB6F59-122A-4C26-BBF2-18A5B4046500}" presName="LevelTwoTextNode" presStyleLbl="node2" presStyleIdx="1" presStyleCnt="3" custScaleX="165533">
        <dgm:presLayoutVars>
          <dgm:chPref val="3"/>
        </dgm:presLayoutVars>
      </dgm:prSet>
      <dgm:spPr/>
    </dgm:pt>
    <dgm:pt modelId="{CEF83945-AE7F-45E6-86E0-163736C54110}" type="pres">
      <dgm:prSet presAssocID="{61EB6F59-122A-4C26-BBF2-18A5B4046500}" presName="level3hierChild" presStyleCnt="0"/>
      <dgm:spPr/>
    </dgm:pt>
    <dgm:pt modelId="{6948C841-4BA5-43C0-93EA-7EC2AFE16AEE}" type="pres">
      <dgm:prSet presAssocID="{E674D85B-A739-49AD-9552-D7B5F1B4FB9B}" presName="conn2-1" presStyleLbl="parChTrans1D3" presStyleIdx="2" presStyleCnt="8"/>
      <dgm:spPr/>
    </dgm:pt>
    <dgm:pt modelId="{C68642AB-C678-422F-8AD9-CEA2C6421B8D}" type="pres">
      <dgm:prSet presAssocID="{E674D85B-A739-49AD-9552-D7B5F1B4FB9B}" presName="connTx" presStyleLbl="parChTrans1D3" presStyleIdx="2" presStyleCnt="8"/>
      <dgm:spPr/>
    </dgm:pt>
    <dgm:pt modelId="{E517C6E1-2154-42A0-8EB6-EF7FC26F8106}" type="pres">
      <dgm:prSet presAssocID="{46E796FA-2474-4E49-AFE7-AAAE1CEA45BE}" presName="root2" presStyleCnt="0"/>
      <dgm:spPr/>
    </dgm:pt>
    <dgm:pt modelId="{E9BF5D78-4682-43FA-9D74-E79971406B7B}" type="pres">
      <dgm:prSet presAssocID="{46E796FA-2474-4E49-AFE7-AAAE1CEA45BE}" presName="LevelTwoTextNode" presStyleLbl="node3" presStyleIdx="2" presStyleCnt="8" custScaleX="211473">
        <dgm:presLayoutVars>
          <dgm:chPref val="3"/>
        </dgm:presLayoutVars>
      </dgm:prSet>
      <dgm:spPr/>
    </dgm:pt>
    <dgm:pt modelId="{44F4B21D-9C82-4805-9588-476E81A68BBF}" type="pres">
      <dgm:prSet presAssocID="{46E796FA-2474-4E49-AFE7-AAAE1CEA45BE}" presName="level3hierChild" presStyleCnt="0"/>
      <dgm:spPr/>
    </dgm:pt>
    <dgm:pt modelId="{57ED6F44-CA02-424C-8337-521C22BBA932}" type="pres">
      <dgm:prSet presAssocID="{8A8531B1-FF86-4E92-B693-88ABF7F0335B}" presName="conn2-1" presStyleLbl="parChTrans1D3" presStyleIdx="3" presStyleCnt="8"/>
      <dgm:spPr/>
    </dgm:pt>
    <dgm:pt modelId="{9A09662D-6226-4DB7-A1FB-7BD9E1AB34BB}" type="pres">
      <dgm:prSet presAssocID="{8A8531B1-FF86-4E92-B693-88ABF7F0335B}" presName="connTx" presStyleLbl="parChTrans1D3" presStyleIdx="3" presStyleCnt="8"/>
      <dgm:spPr/>
    </dgm:pt>
    <dgm:pt modelId="{68CC54D9-58D7-40E4-951E-A4477FACADCD}" type="pres">
      <dgm:prSet presAssocID="{9EBD72D7-37BB-4A69-8D54-5432272F3921}" presName="root2" presStyleCnt="0"/>
      <dgm:spPr/>
    </dgm:pt>
    <dgm:pt modelId="{053B944D-73A6-4CE8-9EE8-30270E92EE83}" type="pres">
      <dgm:prSet presAssocID="{9EBD72D7-37BB-4A69-8D54-5432272F3921}" presName="LevelTwoTextNode" presStyleLbl="node3" presStyleIdx="3" presStyleCnt="8" custScaleX="211473">
        <dgm:presLayoutVars>
          <dgm:chPref val="3"/>
        </dgm:presLayoutVars>
      </dgm:prSet>
      <dgm:spPr/>
    </dgm:pt>
    <dgm:pt modelId="{998CA988-72BB-48FA-B91B-CDB5AB4CD384}" type="pres">
      <dgm:prSet presAssocID="{9EBD72D7-37BB-4A69-8D54-5432272F3921}" presName="level3hierChild" presStyleCnt="0"/>
      <dgm:spPr/>
    </dgm:pt>
    <dgm:pt modelId="{0FAF362C-3BC9-4C3D-8C62-5A9965223D18}" type="pres">
      <dgm:prSet presAssocID="{CFB2BDC5-AB78-4EBF-B422-25487C6F0A58}" presName="conn2-1" presStyleLbl="parChTrans1D2" presStyleIdx="2" presStyleCnt="3"/>
      <dgm:spPr/>
    </dgm:pt>
    <dgm:pt modelId="{FB82F6E0-E172-4781-A966-6F3AB2735334}" type="pres">
      <dgm:prSet presAssocID="{CFB2BDC5-AB78-4EBF-B422-25487C6F0A58}" presName="connTx" presStyleLbl="parChTrans1D2" presStyleIdx="2" presStyleCnt="3"/>
      <dgm:spPr/>
    </dgm:pt>
    <dgm:pt modelId="{79FFA43B-65AC-4B9A-B812-0FAD03BEB425}" type="pres">
      <dgm:prSet presAssocID="{B8455882-B697-448C-A885-BC5610532572}" presName="root2" presStyleCnt="0"/>
      <dgm:spPr/>
    </dgm:pt>
    <dgm:pt modelId="{CD69D2F8-283B-4D0A-9743-B7F1464F6DB9}" type="pres">
      <dgm:prSet presAssocID="{B8455882-B697-448C-A885-BC5610532572}" presName="LevelTwoTextNode" presStyleLbl="node2" presStyleIdx="2" presStyleCnt="3" custScaleX="165533">
        <dgm:presLayoutVars>
          <dgm:chPref val="3"/>
        </dgm:presLayoutVars>
      </dgm:prSet>
      <dgm:spPr/>
    </dgm:pt>
    <dgm:pt modelId="{4307D5C9-CB72-4D64-B997-8EB24D365B6F}" type="pres">
      <dgm:prSet presAssocID="{B8455882-B697-448C-A885-BC5610532572}" presName="level3hierChild" presStyleCnt="0"/>
      <dgm:spPr/>
    </dgm:pt>
    <dgm:pt modelId="{3CB65087-B2C7-4512-B83C-EE7CB3255E2F}" type="pres">
      <dgm:prSet presAssocID="{713BE23D-B197-4E8E-A097-1A35C32EE2EF}" presName="conn2-1" presStyleLbl="parChTrans1D3" presStyleIdx="4" presStyleCnt="8"/>
      <dgm:spPr/>
    </dgm:pt>
    <dgm:pt modelId="{06AC4258-71B6-4F62-854B-0951A3F0087D}" type="pres">
      <dgm:prSet presAssocID="{713BE23D-B197-4E8E-A097-1A35C32EE2EF}" presName="connTx" presStyleLbl="parChTrans1D3" presStyleIdx="4" presStyleCnt="8"/>
      <dgm:spPr/>
    </dgm:pt>
    <dgm:pt modelId="{B6716283-71AE-4320-AC2C-E1BB2CB1ABBC}" type="pres">
      <dgm:prSet presAssocID="{FE52D16B-7FDB-4A92-82B4-D826878A6207}" presName="root2" presStyleCnt="0"/>
      <dgm:spPr/>
    </dgm:pt>
    <dgm:pt modelId="{674E6A40-A5B8-409A-8B13-3D8B52D023FD}" type="pres">
      <dgm:prSet presAssocID="{FE52D16B-7FDB-4A92-82B4-D826878A6207}" presName="LevelTwoTextNode" presStyleLbl="node3" presStyleIdx="4" presStyleCnt="8" custScaleX="211473">
        <dgm:presLayoutVars>
          <dgm:chPref val="3"/>
        </dgm:presLayoutVars>
      </dgm:prSet>
      <dgm:spPr/>
    </dgm:pt>
    <dgm:pt modelId="{24D18A2B-3C53-41EF-A26C-A446AACE9595}" type="pres">
      <dgm:prSet presAssocID="{FE52D16B-7FDB-4A92-82B4-D826878A6207}" presName="level3hierChild" presStyleCnt="0"/>
      <dgm:spPr/>
    </dgm:pt>
    <dgm:pt modelId="{59CE0662-B62E-4154-A706-48186BF21A37}" type="pres">
      <dgm:prSet presAssocID="{D8B6B835-3335-4773-B4F5-E03F1D0369A6}" presName="conn2-1" presStyleLbl="parChTrans1D3" presStyleIdx="5" presStyleCnt="8"/>
      <dgm:spPr/>
    </dgm:pt>
    <dgm:pt modelId="{4E1A96DE-D2B4-488D-BEC4-4E67FFEC6A13}" type="pres">
      <dgm:prSet presAssocID="{D8B6B835-3335-4773-B4F5-E03F1D0369A6}" presName="connTx" presStyleLbl="parChTrans1D3" presStyleIdx="5" presStyleCnt="8"/>
      <dgm:spPr/>
    </dgm:pt>
    <dgm:pt modelId="{3996BD34-3F9C-40F8-B751-76119A6BC168}" type="pres">
      <dgm:prSet presAssocID="{9ECA1A74-74DE-422F-B3EB-430DC84BB1DF}" presName="root2" presStyleCnt="0"/>
      <dgm:spPr/>
    </dgm:pt>
    <dgm:pt modelId="{7C2006F4-07A1-42B5-8DDB-95B737D4D6E5}" type="pres">
      <dgm:prSet presAssocID="{9ECA1A74-74DE-422F-B3EB-430DC84BB1DF}" presName="LevelTwoTextNode" presStyleLbl="node3" presStyleIdx="5" presStyleCnt="8" custScaleX="211473">
        <dgm:presLayoutVars>
          <dgm:chPref val="3"/>
        </dgm:presLayoutVars>
      </dgm:prSet>
      <dgm:spPr/>
    </dgm:pt>
    <dgm:pt modelId="{5C1E94D4-FCAB-4BDE-86A1-52798523DD7A}" type="pres">
      <dgm:prSet presAssocID="{9ECA1A74-74DE-422F-B3EB-430DC84BB1DF}" presName="level3hierChild" presStyleCnt="0"/>
      <dgm:spPr/>
    </dgm:pt>
    <dgm:pt modelId="{301F455A-5EF6-4365-AE49-7BEB79E8E1DF}" type="pres">
      <dgm:prSet presAssocID="{BEA6D1C5-75BD-433E-9689-0E110EEF3A61}" presName="conn2-1" presStyleLbl="parChTrans1D3" presStyleIdx="6" presStyleCnt="8"/>
      <dgm:spPr/>
    </dgm:pt>
    <dgm:pt modelId="{6482165B-FDF0-46D2-9B3B-4DEC3AD3D2BE}" type="pres">
      <dgm:prSet presAssocID="{BEA6D1C5-75BD-433E-9689-0E110EEF3A61}" presName="connTx" presStyleLbl="parChTrans1D3" presStyleIdx="6" presStyleCnt="8"/>
      <dgm:spPr/>
    </dgm:pt>
    <dgm:pt modelId="{67721E9F-458E-4834-A6A8-A4E04D94E1E0}" type="pres">
      <dgm:prSet presAssocID="{4CE28A54-F955-4C2B-9DCC-E7A86991297C}" presName="root2" presStyleCnt="0"/>
      <dgm:spPr/>
    </dgm:pt>
    <dgm:pt modelId="{1AB7745A-BC6D-4AEF-9413-09E9FD0BE70C}" type="pres">
      <dgm:prSet presAssocID="{4CE28A54-F955-4C2B-9DCC-E7A86991297C}" presName="LevelTwoTextNode" presStyleLbl="node3" presStyleIdx="6" presStyleCnt="8" custScaleX="211473">
        <dgm:presLayoutVars>
          <dgm:chPref val="3"/>
        </dgm:presLayoutVars>
      </dgm:prSet>
      <dgm:spPr/>
    </dgm:pt>
    <dgm:pt modelId="{0BDB334B-B057-45A5-B134-025749CDD4C1}" type="pres">
      <dgm:prSet presAssocID="{4CE28A54-F955-4C2B-9DCC-E7A86991297C}" presName="level3hierChild" presStyleCnt="0"/>
      <dgm:spPr/>
    </dgm:pt>
    <dgm:pt modelId="{F438BCAC-23C3-4932-AAB2-39310585EFF8}" type="pres">
      <dgm:prSet presAssocID="{231F99FA-5FD0-4577-8B00-2A410717DFCC}" presName="conn2-1" presStyleLbl="parChTrans1D3" presStyleIdx="7" presStyleCnt="8"/>
      <dgm:spPr/>
    </dgm:pt>
    <dgm:pt modelId="{1BCC73D7-BF41-4434-8691-BB6B371AC740}" type="pres">
      <dgm:prSet presAssocID="{231F99FA-5FD0-4577-8B00-2A410717DFCC}" presName="connTx" presStyleLbl="parChTrans1D3" presStyleIdx="7" presStyleCnt="8"/>
      <dgm:spPr/>
    </dgm:pt>
    <dgm:pt modelId="{F29B2872-7ACD-4106-BEA9-F6A4EC20B53D}" type="pres">
      <dgm:prSet presAssocID="{45ACAF11-B915-40A8-A346-C55B09077967}" presName="root2" presStyleCnt="0"/>
      <dgm:spPr/>
    </dgm:pt>
    <dgm:pt modelId="{CE060C20-7370-47A5-8DCB-2B795E09C899}" type="pres">
      <dgm:prSet presAssocID="{45ACAF11-B915-40A8-A346-C55B09077967}" presName="LevelTwoTextNode" presStyleLbl="node3" presStyleIdx="7" presStyleCnt="8" custScaleX="211473">
        <dgm:presLayoutVars>
          <dgm:chPref val="3"/>
        </dgm:presLayoutVars>
      </dgm:prSet>
      <dgm:spPr/>
    </dgm:pt>
    <dgm:pt modelId="{8210B729-DDE6-43DD-AFD3-0F7801BEF970}" type="pres">
      <dgm:prSet presAssocID="{45ACAF11-B915-40A8-A346-C55B09077967}" presName="level3hierChild" presStyleCnt="0"/>
      <dgm:spPr/>
    </dgm:pt>
  </dgm:ptLst>
  <dgm:cxnLst>
    <dgm:cxn modelId="{EB0B0509-EEFF-48A1-A535-7016916B4E4A}" type="presOf" srcId="{3417C868-A724-42F6-B651-BA3185C2C3A1}" destId="{2BECC748-E082-4EF4-8FC7-EF79EC8DCB28}" srcOrd="0" destOrd="0" presId="urn:microsoft.com/office/officeart/2008/layout/HorizontalMultiLevelHierarchy"/>
    <dgm:cxn modelId="{BA920B09-4F3B-4427-B81F-2B2BA94B0773}" type="presOf" srcId="{F7449D33-B6A8-4CD6-A586-40BE47D97267}" destId="{12FFADAC-4B4A-41BE-ACA9-1D15F1D55FF0}" srcOrd="0" destOrd="0" presId="urn:microsoft.com/office/officeart/2008/layout/HorizontalMultiLevelHierarchy"/>
    <dgm:cxn modelId="{12C2B40C-6B4F-4BDA-BBAF-07B35C0045E1}" type="presOf" srcId="{D8B6B835-3335-4773-B4F5-E03F1D0369A6}" destId="{59CE0662-B62E-4154-A706-48186BF21A37}" srcOrd="0" destOrd="0" presId="urn:microsoft.com/office/officeart/2008/layout/HorizontalMultiLevelHierarchy"/>
    <dgm:cxn modelId="{3A1A820D-3387-4C5D-8AB8-44E8EF298091}" type="presOf" srcId="{46E796FA-2474-4E49-AFE7-AAAE1CEA45BE}" destId="{E9BF5D78-4682-43FA-9D74-E79971406B7B}" srcOrd="0" destOrd="0" presId="urn:microsoft.com/office/officeart/2008/layout/HorizontalMultiLevelHierarchy"/>
    <dgm:cxn modelId="{126A2014-4536-46AA-A1E5-0E57CC021B41}" type="presOf" srcId="{8A8531B1-FF86-4E92-B693-88ABF7F0335B}" destId="{57ED6F44-CA02-424C-8337-521C22BBA932}" srcOrd="0" destOrd="0" presId="urn:microsoft.com/office/officeart/2008/layout/HorizontalMultiLevelHierarchy"/>
    <dgm:cxn modelId="{72CDA216-8D57-44B9-86F5-34EAB6CD14D8}" srcId="{FBD29332-4CA0-41AB-864F-0350E17D402B}" destId="{61EB6F59-122A-4C26-BBF2-18A5B4046500}" srcOrd="1" destOrd="0" parTransId="{7E7C6667-12F3-42C2-9D84-71069A3003B9}" sibTransId="{F6F709BC-0149-441F-9428-427742BB75C7}"/>
    <dgm:cxn modelId="{97FBDB1B-FD4E-4B5A-8064-A4CC3C00C645}" type="presOf" srcId="{CFB2BDC5-AB78-4EBF-B422-25487C6F0A58}" destId="{0FAF362C-3BC9-4C3D-8C62-5A9965223D18}" srcOrd="0" destOrd="0" presId="urn:microsoft.com/office/officeart/2008/layout/HorizontalMultiLevelHierarchy"/>
    <dgm:cxn modelId="{840F6936-AF91-47C2-A36B-E4FC842914F3}" srcId="{8680DC92-1257-45D5-BECF-BF20FDCCA9D1}" destId="{F7449D33-B6A8-4CD6-A586-40BE47D97267}" srcOrd="0" destOrd="0" parTransId="{4F426EBA-E6C6-483B-AB31-7366F8EC0E22}" sibTransId="{14B6A919-8B75-41D9-B8A0-765FB34F10B0}"/>
    <dgm:cxn modelId="{C3264938-D613-43B3-8918-74DD2E4453D4}" srcId="{FBD29332-4CA0-41AB-864F-0350E17D402B}" destId="{8680DC92-1257-45D5-BECF-BF20FDCCA9D1}" srcOrd="0" destOrd="0" parTransId="{3417C868-A724-42F6-B651-BA3185C2C3A1}" sibTransId="{A3548B26-5947-457E-A57E-220DFE74DA6A}"/>
    <dgm:cxn modelId="{782DC139-FBCE-4DB2-B55D-7A8B0497F834}" type="presOf" srcId="{231F99FA-5FD0-4577-8B00-2A410717DFCC}" destId="{1BCC73D7-BF41-4434-8691-BB6B371AC740}" srcOrd="1" destOrd="0" presId="urn:microsoft.com/office/officeart/2008/layout/HorizontalMultiLevelHierarchy"/>
    <dgm:cxn modelId="{7F622C3C-7964-4CBF-B68D-D15CA8393A5A}" type="presOf" srcId="{61EB6F59-122A-4C26-BBF2-18A5B4046500}" destId="{4FDC5538-ECFD-438B-898B-C8AAF6CB57B0}" srcOrd="0" destOrd="0" presId="urn:microsoft.com/office/officeart/2008/layout/HorizontalMultiLevelHierarchy"/>
    <dgm:cxn modelId="{8E52D93C-5720-47C6-80C7-922D7B6EFE71}" type="presOf" srcId="{3417C868-A724-42F6-B651-BA3185C2C3A1}" destId="{95EA7604-1BC4-4105-80BE-7591C4169EB9}" srcOrd="1" destOrd="0" presId="urn:microsoft.com/office/officeart/2008/layout/HorizontalMultiLevelHierarchy"/>
    <dgm:cxn modelId="{56423A3E-9506-4C8F-A235-C52666980422}" type="presOf" srcId="{8A8531B1-FF86-4E92-B693-88ABF7F0335B}" destId="{9A09662D-6226-4DB7-A1FB-7BD9E1AB34BB}" srcOrd="1" destOrd="0" presId="urn:microsoft.com/office/officeart/2008/layout/HorizontalMultiLevelHierarchy"/>
    <dgm:cxn modelId="{98493E40-8932-4501-9FFB-E605892DB4E6}" type="presOf" srcId="{97C99F88-1113-4606-A985-6B0E16A574EA}" destId="{70DF5645-DE9F-4D4B-A41A-F8330345CEB5}" srcOrd="1" destOrd="0" presId="urn:microsoft.com/office/officeart/2008/layout/HorizontalMultiLevelHierarchy"/>
    <dgm:cxn modelId="{6E98245C-9661-472D-9EE9-5C40B39A0BB3}" type="presOf" srcId="{BEA6D1C5-75BD-433E-9689-0E110EEF3A61}" destId="{6482165B-FDF0-46D2-9B3B-4DEC3AD3D2BE}" srcOrd="1" destOrd="0" presId="urn:microsoft.com/office/officeart/2008/layout/HorizontalMultiLevelHierarchy"/>
    <dgm:cxn modelId="{72C9FA60-43E8-47EE-AAC5-13E225D95C0D}" type="presOf" srcId="{713BE23D-B197-4E8E-A097-1A35C32EE2EF}" destId="{3CB65087-B2C7-4512-B83C-EE7CB3255E2F}" srcOrd="0" destOrd="0" presId="urn:microsoft.com/office/officeart/2008/layout/HorizontalMultiLevelHierarchy"/>
    <dgm:cxn modelId="{0E0E2342-F6D4-41CB-B3E3-3A514859687D}" type="presOf" srcId="{E674D85B-A739-49AD-9552-D7B5F1B4FB9B}" destId="{C68642AB-C678-422F-8AD9-CEA2C6421B8D}" srcOrd="1" destOrd="0" presId="urn:microsoft.com/office/officeart/2008/layout/HorizontalMultiLevelHierarchy"/>
    <dgm:cxn modelId="{D4557269-79D1-4757-B778-01B399EB2B06}" srcId="{61EB6F59-122A-4C26-BBF2-18A5B4046500}" destId="{9EBD72D7-37BB-4A69-8D54-5432272F3921}" srcOrd="1" destOrd="0" parTransId="{8A8531B1-FF86-4E92-B693-88ABF7F0335B}" sibTransId="{ACFBB41D-C312-45A6-AB20-AA3763520D3C}"/>
    <dgm:cxn modelId="{00B17D4B-C39A-4721-9DAA-C2F064CF885E}" type="presOf" srcId="{FBD29332-4CA0-41AB-864F-0350E17D402B}" destId="{5EC79A03-2E40-4B3C-96E6-A6483958B750}" srcOrd="0" destOrd="0" presId="urn:microsoft.com/office/officeart/2008/layout/HorizontalMultiLevelHierarchy"/>
    <dgm:cxn modelId="{1299384C-6F89-4ED3-AE6F-CE7F50D8DCC1}" type="presOf" srcId="{BEA6D1C5-75BD-433E-9689-0E110EEF3A61}" destId="{301F455A-5EF6-4365-AE49-7BEB79E8E1DF}" srcOrd="0" destOrd="0" presId="urn:microsoft.com/office/officeart/2008/layout/HorizontalMultiLevelHierarchy"/>
    <dgm:cxn modelId="{0FF8BB73-5B86-4586-90A8-C2538A78CAC0}" type="presOf" srcId="{7E7C6667-12F3-42C2-9D84-71069A3003B9}" destId="{56BB601C-1261-4494-853B-DAC654959494}" srcOrd="1" destOrd="0" presId="urn:microsoft.com/office/officeart/2008/layout/HorizontalMultiLevelHierarchy"/>
    <dgm:cxn modelId="{02A92A56-E5BF-4DF6-A892-43B810EA0047}" srcId="{8680DC92-1257-45D5-BECF-BF20FDCCA9D1}" destId="{842B76EB-F4CD-45E4-BBD8-93F1594D4D21}" srcOrd="1" destOrd="0" parTransId="{97C99F88-1113-4606-A985-6B0E16A574EA}" sibTransId="{FBB790AE-4218-4CBC-A521-827F127C963B}"/>
    <dgm:cxn modelId="{0D218A89-8E93-4D2F-9067-EF3D1FC7D643}" srcId="{FBD29332-4CA0-41AB-864F-0350E17D402B}" destId="{B8455882-B697-448C-A885-BC5610532572}" srcOrd="2" destOrd="0" parTransId="{CFB2BDC5-AB78-4EBF-B422-25487C6F0A58}" sibTransId="{24574CD7-20E9-4931-8E7C-EA2933C5C849}"/>
    <dgm:cxn modelId="{622C8E8D-7CE4-4CC7-863B-7D56E68A80EA}" type="presOf" srcId="{7E7C6667-12F3-42C2-9D84-71069A3003B9}" destId="{1F977605-4724-4FAE-90A0-241B56E79D6C}" srcOrd="0" destOrd="0" presId="urn:microsoft.com/office/officeart/2008/layout/HorizontalMultiLevelHierarchy"/>
    <dgm:cxn modelId="{0012078E-1F57-426D-A4EC-C383A821D448}" srcId="{B8455882-B697-448C-A885-BC5610532572}" destId="{45ACAF11-B915-40A8-A346-C55B09077967}" srcOrd="3" destOrd="0" parTransId="{231F99FA-5FD0-4577-8B00-2A410717DFCC}" sibTransId="{6D9701E4-EFA8-41A3-B65F-333A54FD62B7}"/>
    <dgm:cxn modelId="{5113C38F-30E2-4A47-BF73-035E8DFB0F22}" type="presOf" srcId="{CFB2BDC5-AB78-4EBF-B422-25487C6F0A58}" destId="{FB82F6E0-E172-4781-A966-6F3AB2735334}" srcOrd="1" destOrd="0" presId="urn:microsoft.com/office/officeart/2008/layout/HorizontalMultiLevelHierarchy"/>
    <dgm:cxn modelId="{7C4E3091-E866-437A-82E6-1F85D42B96BB}" type="presOf" srcId="{B8455882-B697-448C-A885-BC5610532572}" destId="{CD69D2F8-283B-4D0A-9743-B7F1464F6DB9}" srcOrd="0" destOrd="0" presId="urn:microsoft.com/office/officeart/2008/layout/HorizontalMultiLevelHierarchy"/>
    <dgm:cxn modelId="{E4ED6BA4-C269-4F25-AD5E-8777FBD175FF}" srcId="{E079A4C1-3C93-4D5A-9651-95407BFB26ED}" destId="{FBD29332-4CA0-41AB-864F-0350E17D402B}" srcOrd="0" destOrd="0" parTransId="{E814D2E7-91CD-4586-B24E-3D75B5A7650F}" sibTransId="{366FEED1-6023-4565-9DB3-5B5703D0BDDF}"/>
    <dgm:cxn modelId="{D4B029A9-36E6-4EC0-B339-F90E55659C6F}" type="presOf" srcId="{97C99F88-1113-4606-A985-6B0E16A574EA}" destId="{76E278D8-2DB1-4FBD-A027-8A43BA50C9AD}" srcOrd="0" destOrd="0" presId="urn:microsoft.com/office/officeart/2008/layout/HorizontalMultiLevelHierarchy"/>
    <dgm:cxn modelId="{688F12AB-E7FB-44FA-8B1B-161FDE78FB1C}" type="presOf" srcId="{9ECA1A74-74DE-422F-B3EB-430DC84BB1DF}" destId="{7C2006F4-07A1-42B5-8DDB-95B737D4D6E5}" srcOrd="0" destOrd="0" presId="urn:microsoft.com/office/officeart/2008/layout/HorizontalMultiLevelHierarchy"/>
    <dgm:cxn modelId="{D2F392AB-E377-4C42-A77C-D204EE90AFC2}" type="presOf" srcId="{842B76EB-F4CD-45E4-BBD8-93F1594D4D21}" destId="{F3FE7014-DCFD-416A-B907-1F15B85AD4CE}" srcOrd="0" destOrd="0" presId="urn:microsoft.com/office/officeart/2008/layout/HorizontalMultiLevelHierarchy"/>
    <dgm:cxn modelId="{DC4D9BAE-C7AE-4255-88CE-E54AFAE433DF}" type="presOf" srcId="{D8B6B835-3335-4773-B4F5-E03F1D0369A6}" destId="{4E1A96DE-D2B4-488D-BEC4-4E67FFEC6A13}" srcOrd="1" destOrd="0" presId="urn:microsoft.com/office/officeart/2008/layout/HorizontalMultiLevelHierarchy"/>
    <dgm:cxn modelId="{31E814B0-E4A3-47EB-95F9-5502D4DAC0E5}" srcId="{61EB6F59-122A-4C26-BBF2-18A5B4046500}" destId="{46E796FA-2474-4E49-AFE7-AAAE1CEA45BE}" srcOrd="0" destOrd="0" parTransId="{E674D85B-A739-49AD-9552-D7B5F1B4FB9B}" sibTransId="{0D2514D5-A045-48D8-913D-DEC6D438A5B0}"/>
    <dgm:cxn modelId="{813011B1-69D6-451B-893D-C248FD5E6A74}" type="presOf" srcId="{4F426EBA-E6C6-483B-AB31-7366F8EC0E22}" destId="{57CD5811-3B4C-4482-8E58-A7C78D76C43E}" srcOrd="0" destOrd="0" presId="urn:microsoft.com/office/officeart/2008/layout/HorizontalMultiLevelHierarchy"/>
    <dgm:cxn modelId="{B9E738B1-12AB-4445-AA78-079C5D8AF743}" type="presOf" srcId="{E674D85B-A739-49AD-9552-D7B5F1B4FB9B}" destId="{6948C841-4BA5-43C0-93EA-7EC2AFE16AEE}" srcOrd="0" destOrd="0" presId="urn:microsoft.com/office/officeart/2008/layout/HorizontalMultiLevelHierarchy"/>
    <dgm:cxn modelId="{FFB972B3-6848-4DB2-B247-40B7946CF98B}" srcId="{B8455882-B697-448C-A885-BC5610532572}" destId="{9ECA1A74-74DE-422F-B3EB-430DC84BB1DF}" srcOrd="1" destOrd="0" parTransId="{D8B6B835-3335-4773-B4F5-E03F1D0369A6}" sibTransId="{34F753CC-7DB0-4785-B8D1-3BBF79E6BF39}"/>
    <dgm:cxn modelId="{3AA6AEB3-344A-4353-B99C-C389ADB06630}" type="presOf" srcId="{E079A4C1-3C93-4D5A-9651-95407BFB26ED}" destId="{CEFC2427-EF18-4371-A878-286924A1C8D4}" srcOrd="0" destOrd="0" presId="urn:microsoft.com/office/officeart/2008/layout/HorizontalMultiLevelHierarchy"/>
    <dgm:cxn modelId="{DC99B0B7-DE0C-4688-ADFB-3083E74DF52E}" type="presOf" srcId="{4F426EBA-E6C6-483B-AB31-7366F8EC0E22}" destId="{D5A783E3-39D1-4FF4-BBB3-55E124822D6C}" srcOrd="1" destOrd="0" presId="urn:microsoft.com/office/officeart/2008/layout/HorizontalMultiLevelHierarchy"/>
    <dgm:cxn modelId="{7895AEBD-6F53-42A2-B63C-F176EDBA0E30}" type="presOf" srcId="{45ACAF11-B915-40A8-A346-C55B09077967}" destId="{CE060C20-7370-47A5-8DCB-2B795E09C899}" srcOrd="0" destOrd="0" presId="urn:microsoft.com/office/officeart/2008/layout/HorizontalMultiLevelHierarchy"/>
    <dgm:cxn modelId="{3B16B0BF-2C32-47A3-AAFB-3227E78E5C7B}" type="presOf" srcId="{231F99FA-5FD0-4577-8B00-2A410717DFCC}" destId="{F438BCAC-23C3-4932-AAB2-39310585EFF8}" srcOrd="0" destOrd="0" presId="urn:microsoft.com/office/officeart/2008/layout/HorizontalMultiLevelHierarchy"/>
    <dgm:cxn modelId="{681562D8-8EFF-44B4-9D8A-B586FEF9A062}" srcId="{B8455882-B697-448C-A885-BC5610532572}" destId="{FE52D16B-7FDB-4A92-82B4-D826878A6207}" srcOrd="0" destOrd="0" parTransId="{713BE23D-B197-4E8E-A097-1A35C32EE2EF}" sibTransId="{754A91A3-DB81-4E52-8C3E-F556936D5D0A}"/>
    <dgm:cxn modelId="{677E62E1-C179-4A55-A536-5D8F886580D0}" type="presOf" srcId="{9EBD72D7-37BB-4A69-8D54-5432272F3921}" destId="{053B944D-73A6-4CE8-9EE8-30270E92EE83}" srcOrd="0" destOrd="0" presId="urn:microsoft.com/office/officeart/2008/layout/HorizontalMultiLevelHierarchy"/>
    <dgm:cxn modelId="{334489E5-27FD-43A1-B843-EE9D271CEA51}" type="presOf" srcId="{FE52D16B-7FDB-4A92-82B4-D826878A6207}" destId="{674E6A40-A5B8-409A-8B13-3D8B52D023FD}" srcOrd="0" destOrd="0" presId="urn:microsoft.com/office/officeart/2008/layout/HorizontalMultiLevelHierarchy"/>
    <dgm:cxn modelId="{B92D2EEB-3479-47AA-991E-B2C339446A4A}" srcId="{B8455882-B697-448C-A885-BC5610532572}" destId="{4CE28A54-F955-4C2B-9DCC-E7A86991297C}" srcOrd="2" destOrd="0" parTransId="{BEA6D1C5-75BD-433E-9689-0E110EEF3A61}" sibTransId="{2C897EE9-50CA-4F76-B152-EF981CCAE2D3}"/>
    <dgm:cxn modelId="{A0C6DBEF-0415-446A-9941-EB641CA738D0}" type="presOf" srcId="{4CE28A54-F955-4C2B-9DCC-E7A86991297C}" destId="{1AB7745A-BC6D-4AEF-9413-09E9FD0BE70C}" srcOrd="0" destOrd="0" presId="urn:microsoft.com/office/officeart/2008/layout/HorizontalMultiLevelHierarchy"/>
    <dgm:cxn modelId="{78C0DBF3-A16C-4FF4-B4F2-3A5293ACC0D4}" type="presOf" srcId="{8680DC92-1257-45D5-BECF-BF20FDCCA9D1}" destId="{9D3A7FC3-4D44-4BA3-8A85-4C999FCFA295}" srcOrd="0" destOrd="0" presId="urn:microsoft.com/office/officeart/2008/layout/HorizontalMultiLevelHierarchy"/>
    <dgm:cxn modelId="{1460C1FC-8DE1-476D-9B81-CD0657115D61}" type="presOf" srcId="{713BE23D-B197-4E8E-A097-1A35C32EE2EF}" destId="{06AC4258-71B6-4F62-854B-0951A3F0087D}" srcOrd="1" destOrd="0" presId="urn:microsoft.com/office/officeart/2008/layout/HorizontalMultiLevelHierarchy"/>
    <dgm:cxn modelId="{CC9B644E-8AE8-4B2D-8557-64B96A7AB823}" type="presParOf" srcId="{CEFC2427-EF18-4371-A878-286924A1C8D4}" destId="{E2216805-1922-4492-9731-5A585644B30E}" srcOrd="0" destOrd="0" presId="urn:microsoft.com/office/officeart/2008/layout/HorizontalMultiLevelHierarchy"/>
    <dgm:cxn modelId="{278BC13B-69A4-4322-8251-B0F579928F5D}" type="presParOf" srcId="{E2216805-1922-4492-9731-5A585644B30E}" destId="{5EC79A03-2E40-4B3C-96E6-A6483958B750}" srcOrd="0" destOrd="0" presId="urn:microsoft.com/office/officeart/2008/layout/HorizontalMultiLevelHierarchy"/>
    <dgm:cxn modelId="{60067EE8-7970-4A40-BBDD-2218D9DE581B}" type="presParOf" srcId="{E2216805-1922-4492-9731-5A585644B30E}" destId="{E82C4A34-91BB-4D92-8B2C-E92ABD2A53AC}" srcOrd="1" destOrd="0" presId="urn:microsoft.com/office/officeart/2008/layout/HorizontalMultiLevelHierarchy"/>
    <dgm:cxn modelId="{8A4A89DB-5199-4361-BFE8-82722C06D3BB}" type="presParOf" srcId="{E82C4A34-91BB-4D92-8B2C-E92ABD2A53AC}" destId="{2BECC748-E082-4EF4-8FC7-EF79EC8DCB28}" srcOrd="0" destOrd="0" presId="urn:microsoft.com/office/officeart/2008/layout/HorizontalMultiLevelHierarchy"/>
    <dgm:cxn modelId="{3C648AF3-F404-4267-838A-60DB0DDFDA60}" type="presParOf" srcId="{2BECC748-E082-4EF4-8FC7-EF79EC8DCB28}" destId="{95EA7604-1BC4-4105-80BE-7591C4169EB9}" srcOrd="0" destOrd="0" presId="urn:microsoft.com/office/officeart/2008/layout/HorizontalMultiLevelHierarchy"/>
    <dgm:cxn modelId="{02D4D00F-3BE8-4F04-AF40-82819416DC0A}" type="presParOf" srcId="{E82C4A34-91BB-4D92-8B2C-E92ABD2A53AC}" destId="{6CB5666F-3126-45A9-AEE6-27C3D4C46E1E}" srcOrd="1" destOrd="0" presId="urn:microsoft.com/office/officeart/2008/layout/HorizontalMultiLevelHierarchy"/>
    <dgm:cxn modelId="{22CBF59E-30C7-49C2-A155-AE0E019BAFAD}" type="presParOf" srcId="{6CB5666F-3126-45A9-AEE6-27C3D4C46E1E}" destId="{9D3A7FC3-4D44-4BA3-8A85-4C999FCFA295}" srcOrd="0" destOrd="0" presId="urn:microsoft.com/office/officeart/2008/layout/HorizontalMultiLevelHierarchy"/>
    <dgm:cxn modelId="{17E8010D-FD73-4666-B7A3-6F7EF76F751D}" type="presParOf" srcId="{6CB5666F-3126-45A9-AEE6-27C3D4C46E1E}" destId="{9242891A-57A5-4084-AD1E-FA4F046BB9C4}" srcOrd="1" destOrd="0" presId="urn:microsoft.com/office/officeart/2008/layout/HorizontalMultiLevelHierarchy"/>
    <dgm:cxn modelId="{F712CB4C-6A8C-4304-9B15-9FA3CAC2036C}" type="presParOf" srcId="{9242891A-57A5-4084-AD1E-FA4F046BB9C4}" destId="{57CD5811-3B4C-4482-8E58-A7C78D76C43E}" srcOrd="0" destOrd="0" presId="urn:microsoft.com/office/officeart/2008/layout/HorizontalMultiLevelHierarchy"/>
    <dgm:cxn modelId="{0CF71682-9AD0-4748-8A59-64550537CE01}" type="presParOf" srcId="{57CD5811-3B4C-4482-8E58-A7C78D76C43E}" destId="{D5A783E3-39D1-4FF4-BBB3-55E124822D6C}" srcOrd="0" destOrd="0" presId="urn:microsoft.com/office/officeart/2008/layout/HorizontalMultiLevelHierarchy"/>
    <dgm:cxn modelId="{7D94DD75-8FD9-4C44-95A7-708F15DF21F6}" type="presParOf" srcId="{9242891A-57A5-4084-AD1E-FA4F046BB9C4}" destId="{C67CA43A-7DDD-4BA7-8200-369859F17185}" srcOrd="1" destOrd="0" presId="urn:microsoft.com/office/officeart/2008/layout/HorizontalMultiLevelHierarchy"/>
    <dgm:cxn modelId="{1731C6F2-68C0-4C3D-A41D-16278632DB75}" type="presParOf" srcId="{C67CA43A-7DDD-4BA7-8200-369859F17185}" destId="{12FFADAC-4B4A-41BE-ACA9-1D15F1D55FF0}" srcOrd="0" destOrd="0" presId="urn:microsoft.com/office/officeart/2008/layout/HorizontalMultiLevelHierarchy"/>
    <dgm:cxn modelId="{58D5B1E6-614F-4F60-AE15-066E7A09BED5}" type="presParOf" srcId="{C67CA43A-7DDD-4BA7-8200-369859F17185}" destId="{BDBF719F-D72B-432D-9A31-AE743D330FA8}" srcOrd="1" destOrd="0" presId="urn:microsoft.com/office/officeart/2008/layout/HorizontalMultiLevelHierarchy"/>
    <dgm:cxn modelId="{F9655101-3B43-4498-B6D3-643BAD21A4B5}" type="presParOf" srcId="{9242891A-57A5-4084-AD1E-FA4F046BB9C4}" destId="{76E278D8-2DB1-4FBD-A027-8A43BA50C9AD}" srcOrd="2" destOrd="0" presId="urn:microsoft.com/office/officeart/2008/layout/HorizontalMultiLevelHierarchy"/>
    <dgm:cxn modelId="{050B3057-66BF-46B1-B1D9-365023FD0FC8}" type="presParOf" srcId="{76E278D8-2DB1-4FBD-A027-8A43BA50C9AD}" destId="{70DF5645-DE9F-4D4B-A41A-F8330345CEB5}" srcOrd="0" destOrd="0" presId="urn:microsoft.com/office/officeart/2008/layout/HorizontalMultiLevelHierarchy"/>
    <dgm:cxn modelId="{91B18364-03F0-47DC-B489-FC30DD195037}" type="presParOf" srcId="{9242891A-57A5-4084-AD1E-FA4F046BB9C4}" destId="{5D66ED3D-CA5C-49C2-A025-38DD1B949E37}" srcOrd="3" destOrd="0" presId="urn:microsoft.com/office/officeart/2008/layout/HorizontalMultiLevelHierarchy"/>
    <dgm:cxn modelId="{B58332C2-8933-4FC6-8900-687AC05BFB3C}" type="presParOf" srcId="{5D66ED3D-CA5C-49C2-A025-38DD1B949E37}" destId="{F3FE7014-DCFD-416A-B907-1F15B85AD4CE}" srcOrd="0" destOrd="0" presId="urn:microsoft.com/office/officeart/2008/layout/HorizontalMultiLevelHierarchy"/>
    <dgm:cxn modelId="{536F7FD9-7066-41CC-AC2B-8EC5076D1921}" type="presParOf" srcId="{5D66ED3D-CA5C-49C2-A025-38DD1B949E37}" destId="{D3A04E53-B794-4C50-98DD-AD9BB43FC1A5}" srcOrd="1" destOrd="0" presId="urn:microsoft.com/office/officeart/2008/layout/HorizontalMultiLevelHierarchy"/>
    <dgm:cxn modelId="{AFF8C337-57ED-4B58-B870-1C46654724FF}" type="presParOf" srcId="{E82C4A34-91BB-4D92-8B2C-E92ABD2A53AC}" destId="{1F977605-4724-4FAE-90A0-241B56E79D6C}" srcOrd="2" destOrd="0" presId="urn:microsoft.com/office/officeart/2008/layout/HorizontalMultiLevelHierarchy"/>
    <dgm:cxn modelId="{A79B08F5-615E-4E6B-B2D9-DC0E2B0E51F0}" type="presParOf" srcId="{1F977605-4724-4FAE-90A0-241B56E79D6C}" destId="{56BB601C-1261-4494-853B-DAC654959494}" srcOrd="0" destOrd="0" presId="urn:microsoft.com/office/officeart/2008/layout/HorizontalMultiLevelHierarchy"/>
    <dgm:cxn modelId="{28BA67AC-F8DD-4C35-8EA2-D611842A9B86}" type="presParOf" srcId="{E82C4A34-91BB-4D92-8B2C-E92ABD2A53AC}" destId="{070ECFE8-3D54-418E-97B1-83EEF894D4B5}" srcOrd="3" destOrd="0" presId="urn:microsoft.com/office/officeart/2008/layout/HorizontalMultiLevelHierarchy"/>
    <dgm:cxn modelId="{A859806B-74F5-4FB8-85F4-BA6C49E49A3A}" type="presParOf" srcId="{070ECFE8-3D54-418E-97B1-83EEF894D4B5}" destId="{4FDC5538-ECFD-438B-898B-C8AAF6CB57B0}" srcOrd="0" destOrd="0" presId="urn:microsoft.com/office/officeart/2008/layout/HorizontalMultiLevelHierarchy"/>
    <dgm:cxn modelId="{E67D8EAE-70A1-406D-81B6-DF23E0359466}" type="presParOf" srcId="{070ECFE8-3D54-418E-97B1-83EEF894D4B5}" destId="{CEF83945-AE7F-45E6-86E0-163736C54110}" srcOrd="1" destOrd="0" presId="urn:microsoft.com/office/officeart/2008/layout/HorizontalMultiLevelHierarchy"/>
    <dgm:cxn modelId="{1A0132DE-7294-4F51-BC87-2CE3B3F40442}" type="presParOf" srcId="{CEF83945-AE7F-45E6-86E0-163736C54110}" destId="{6948C841-4BA5-43C0-93EA-7EC2AFE16AEE}" srcOrd="0" destOrd="0" presId="urn:microsoft.com/office/officeart/2008/layout/HorizontalMultiLevelHierarchy"/>
    <dgm:cxn modelId="{A6CDA493-28DA-4724-B731-19FB5C181546}" type="presParOf" srcId="{6948C841-4BA5-43C0-93EA-7EC2AFE16AEE}" destId="{C68642AB-C678-422F-8AD9-CEA2C6421B8D}" srcOrd="0" destOrd="0" presId="urn:microsoft.com/office/officeart/2008/layout/HorizontalMultiLevelHierarchy"/>
    <dgm:cxn modelId="{979A6B53-BC01-4D9F-B0B1-D856695D7FDF}" type="presParOf" srcId="{CEF83945-AE7F-45E6-86E0-163736C54110}" destId="{E517C6E1-2154-42A0-8EB6-EF7FC26F8106}" srcOrd="1" destOrd="0" presId="urn:microsoft.com/office/officeart/2008/layout/HorizontalMultiLevelHierarchy"/>
    <dgm:cxn modelId="{3556F3F3-08B1-49A3-9691-C3061AA0A098}" type="presParOf" srcId="{E517C6E1-2154-42A0-8EB6-EF7FC26F8106}" destId="{E9BF5D78-4682-43FA-9D74-E79971406B7B}" srcOrd="0" destOrd="0" presId="urn:microsoft.com/office/officeart/2008/layout/HorizontalMultiLevelHierarchy"/>
    <dgm:cxn modelId="{B8CD7F84-ADB8-4D58-88B5-2FCFD1111E25}" type="presParOf" srcId="{E517C6E1-2154-42A0-8EB6-EF7FC26F8106}" destId="{44F4B21D-9C82-4805-9588-476E81A68BBF}" srcOrd="1" destOrd="0" presId="urn:microsoft.com/office/officeart/2008/layout/HorizontalMultiLevelHierarchy"/>
    <dgm:cxn modelId="{D24999DD-CA5A-4998-A0D2-A1A8514F347E}" type="presParOf" srcId="{CEF83945-AE7F-45E6-86E0-163736C54110}" destId="{57ED6F44-CA02-424C-8337-521C22BBA932}" srcOrd="2" destOrd="0" presId="urn:microsoft.com/office/officeart/2008/layout/HorizontalMultiLevelHierarchy"/>
    <dgm:cxn modelId="{995BFA9C-783B-4C99-9D6C-5FD3C96D1E14}" type="presParOf" srcId="{57ED6F44-CA02-424C-8337-521C22BBA932}" destId="{9A09662D-6226-4DB7-A1FB-7BD9E1AB34BB}" srcOrd="0" destOrd="0" presId="urn:microsoft.com/office/officeart/2008/layout/HorizontalMultiLevelHierarchy"/>
    <dgm:cxn modelId="{E13A510C-C46F-4E5C-9965-8634F535B42A}" type="presParOf" srcId="{CEF83945-AE7F-45E6-86E0-163736C54110}" destId="{68CC54D9-58D7-40E4-951E-A4477FACADCD}" srcOrd="3" destOrd="0" presId="urn:microsoft.com/office/officeart/2008/layout/HorizontalMultiLevelHierarchy"/>
    <dgm:cxn modelId="{710395AB-E35B-4459-8609-07F30FA90E43}" type="presParOf" srcId="{68CC54D9-58D7-40E4-951E-A4477FACADCD}" destId="{053B944D-73A6-4CE8-9EE8-30270E92EE83}" srcOrd="0" destOrd="0" presId="urn:microsoft.com/office/officeart/2008/layout/HorizontalMultiLevelHierarchy"/>
    <dgm:cxn modelId="{3380CA2C-21B3-4D61-A6BE-4F16FEA4C494}" type="presParOf" srcId="{68CC54D9-58D7-40E4-951E-A4477FACADCD}" destId="{998CA988-72BB-48FA-B91B-CDB5AB4CD384}" srcOrd="1" destOrd="0" presId="urn:microsoft.com/office/officeart/2008/layout/HorizontalMultiLevelHierarchy"/>
    <dgm:cxn modelId="{57DD577A-DBCF-4E30-BCDF-4A699A30DE6C}" type="presParOf" srcId="{E82C4A34-91BB-4D92-8B2C-E92ABD2A53AC}" destId="{0FAF362C-3BC9-4C3D-8C62-5A9965223D18}" srcOrd="4" destOrd="0" presId="urn:microsoft.com/office/officeart/2008/layout/HorizontalMultiLevelHierarchy"/>
    <dgm:cxn modelId="{379448FD-81B8-4C09-81DC-45C7609414D4}" type="presParOf" srcId="{0FAF362C-3BC9-4C3D-8C62-5A9965223D18}" destId="{FB82F6E0-E172-4781-A966-6F3AB2735334}" srcOrd="0" destOrd="0" presId="urn:microsoft.com/office/officeart/2008/layout/HorizontalMultiLevelHierarchy"/>
    <dgm:cxn modelId="{A3F4FC52-F9CA-4039-9536-D3DE896E7A70}" type="presParOf" srcId="{E82C4A34-91BB-4D92-8B2C-E92ABD2A53AC}" destId="{79FFA43B-65AC-4B9A-B812-0FAD03BEB425}" srcOrd="5" destOrd="0" presId="urn:microsoft.com/office/officeart/2008/layout/HorizontalMultiLevelHierarchy"/>
    <dgm:cxn modelId="{218A274D-807A-43EC-A69B-12F9EEC231E5}" type="presParOf" srcId="{79FFA43B-65AC-4B9A-B812-0FAD03BEB425}" destId="{CD69D2F8-283B-4D0A-9743-B7F1464F6DB9}" srcOrd="0" destOrd="0" presId="urn:microsoft.com/office/officeart/2008/layout/HorizontalMultiLevelHierarchy"/>
    <dgm:cxn modelId="{C3B658E0-442C-4CBD-9F53-31007D7F3EF0}" type="presParOf" srcId="{79FFA43B-65AC-4B9A-B812-0FAD03BEB425}" destId="{4307D5C9-CB72-4D64-B997-8EB24D365B6F}" srcOrd="1" destOrd="0" presId="urn:microsoft.com/office/officeart/2008/layout/HorizontalMultiLevelHierarchy"/>
    <dgm:cxn modelId="{70CC7280-B160-4190-8B38-DC768BC3E366}" type="presParOf" srcId="{4307D5C9-CB72-4D64-B997-8EB24D365B6F}" destId="{3CB65087-B2C7-4512-B83C-EE7CB3255E2F}" srcOrd="0" destOrd="0" presId="urn:microsoft.com/office/officeart/2008/layout/HorizontalMultiLevelHierarchy"/>
    <dgm:cxn modelId="{5E8D0766-190F-4304-B09C-950DB807C950}" type="presParOf" srcId="{3CB65087-B2C7-4512-B83C-EE7CB3255E2F}" destId="{06AC4258-71B6-4F62-854B-0951A3F0087D}" srcOrd="0" destOrd="0" presId="urn:microsoft.com/office/officeart/2008/layout/HorizontalMultiLevelHierarchy"/>
    <dgm:cxn modelId="{A87B6635-5C8C-4BBF-8F34-4533E6DEA82C}" type="presParOf" srcId="{4307D5C9-CB72-4D64-B997-8EB24D365B6F}" destId="{B6716283-71AE-4320-AC2C-E1BB2CB1ABBC}" srcOrd="1" destOrd="0" presId="urn:microsoft.com/office/officeart/2008/layout/HorizontalMultiLevelHierarchy"/>
    <dgm:cxn modelId="{FD4ADDF0-01E7-4B6A-B036-256FBDEB29CA}" type="presParOf" srcId="{B6716283-71AE-4320-AC2C-E1BB2CB1ABBC}" destId="{674E6A40-A5B8-409A-8B13-3D8B52D023FD}" srcOrd="0" destOrd="0" presId="urn:microsoft.com/office/officeart/2008/layout/HorizontalMultiLevelHierarchy"/>
    <dgm:cxn modelId="{EAAFFF64-63A1-405D-BBED-3FA77132AD06}" type="presParOf" srcId="{B6716283-71AE-4320-AC2C-E1BB2CB1ABBC}" destId="{24D18A2B-3C53-41EF-A26C-A446AACE9595}" srcOrd="1" destOrd="0" presId="urn:microsoft.com/office/officeart/2008/layout/HorizontalMultiLevelHierarchy"/>
    <dgm:cxn modelId="{CC772C93-E92B-482E-AA8F-B6CB55899171}" type="presParOf" srcId="{4307D5C9-CB72-4D64-B997-8EB24D365B6F}" destId="{59CE0662-B62E-4154-A706-48186BF21A37}" srcOrd="2" destOrd="0" presId="urn:microsoft.com/office/officeart/2008/layout/HorizontalMultiLevelHierarchy"/>
    <dgm:cxn modelId="{CF8F90E4-5332-4055-9308-ED3E14B02F88}" type="presParOf" srcId="{59CE0662-B62E-4154-A706-48186BF21A37}" destId="{4E1A96DE-D2B4-488D-BEC4-4E67FFEC6A13}" srcOrd="0" destOrd="0" presId="urn:microsoft.com/office/officeart/2008/layout/HorizontalMultiLevelHierarchy"/>
    <dgm:cxn modelId="{9C57770D-9066-45F1-9A54-A90E70E7E085}" type="presParOf" srcId="{4307D5C9-CB72-4D64-B997-8EB24D365B6F}" destId="{3996BD34-3F9C-40F8-B751-76119A6BC168}" srcOrd="3" destOrd="0" presId="urn:microsoft.com/office/officeart/2008/layout/HorizontalMultiLevelHierarchy"/>
    <dgm:cxn modelId="{54260F8C-A2BD-46A7-8999-A8B0FC24BEF2}" type="presParOf" srcId="{3996BD34-3F9C-40F8-B751-76119A6BC168}" destId="{7C2006F4-07A1-42B5-8DDB-95B737D4D6E5}" srcOrd="0" destOrd="0" presId="urn:microsoft.com/office/officeart/2008/layout/HorizontalMultiLevelHierarchy"/>
    <dgm:cxn modelId="{09E59FFF-6719-4219-BE3D-BF2A59686F37}" type="presParOf" srcId="{3996BD34-3F9C-40F8-B751-76119A6BC168}" destId="{5C1E94D4-FCAB-4BDE-86A1-52798523DD7A}" srcOrd="1" destOrd="0" presId="urn:microsoft.com/office/officeart/2008/layout/HorizontalMultiLevelHierarchy"/>
    <dgm:cxn modelId="{04C95B40-C6E0-4E68-B3C8-3346499DD318}" type="presParOf" srcId="{4307D5C9-CB72-4D64-B997-8EB24D365B6F}" destId="{301F455A-5EF6-4365-AE49-7BEB79E8E1DF}" srcOrd="4" destOrd="0" presId="urn:microsoft.com/office/officeart/2008/layout/HorizontalMultiLevelHierarchy"/>
    <dgm:cxn modelId="{D3DACBAE-3987-41E7-9253-D891F93E8BA3}" type="presParOf" srcId="{301F455A-5EF6-4365-AE49-7BEB79E8E1DF}" destId="{6482165B-FDF0-46D2-9B3B-4DEC3AD3D2BE}" srcOrd="0" destOrd="0" presId="urn:microsoft.com/office/officeart/2008/layout/HorizontalMultiLevelHierarchy"/>
    <dgm:cxn modelId="{DD02F8BD-7277-4DF7-B737-23E70E2D54D2}" type="presParOf" srcId="{4307D5C9-CB72-4D64-B997-8EB24D365B6F}" destId="{67721E9F-458E-4834-A6A8-A4E04D94E1E0}" srcOrd="5" destOrd="0" presId="urn:microsoft.com/office/officeart/2008/layout/HorizontalMultiLevelHierarchy"/>
    <dgm:cxn modelId="{A10F9E1B-7999-485D-AD3C-9D8225C02F0F}" type="presParOf" srcId="{67721E9F-458E-4834-A6A8-A4E04D94E1E0}" destId="{1AB7745A-BC6D-4AEF-9413-09E9FD0BE70C}" srcOrd="0" destOrd="0" presId="urn:microsoft.com/office/officeart/2008/layout/HorizontalMultiLevelHierarchy"/>
    <dgm:cxn modelId="{FD44712E-CC22-468F-B3AF-4889B696129A}" type="presParOf" srcId="{67721E9F-458E-4834-A6A8-A4E04D94E1E0}" destId="{0BDB334B-B057-45A5-B134-025749CDD4C1}" srcOrd="1" destOrd="0" presId="urn:microsoft.com/office/officeart/2008/layout/HorizontalMultiLevelHierarchy"/>
    <dgm:cxn modelId="{2A5780F5-4BD5-41B1-A5CE-8BA8EBAC799A}" type="presParOf" srcId="{4307D5C9-CB72-4D64-B997-8EB24D365B6F}" destId="{F438BCAC-23C3-4932-AAB2-39310585EFF8}" srcOrd="6" destOrd="0" presId="urn:microsoft.com/office/officeart/2008/layout/HorizontalMultiLevelHierarchy"/>
    <dgm:cxn modelId="{03D6169C-E9D6-407F-B667-B7F8C3BEEB83}" type="presParOf" srcId="{F438BCAC-23C3-4932-AAB2-39310585EFF8}" destId="{1BCC73D7-BF41-4434-8691-BB6B371AC740}" srcOrd="0" destOrd="0" presId="urn:microsoft.com/office/officeart/2008/layout/HorizontalMultiLevelHierarchy"/>
    <dgm:cxn modelId="{F3588CF7-BA7A-4A71-B784-06336EFA0980}" type="presParOf" srcId="{4307D5C9-CB72-4D64-B997-8EB24D365B6F}" destId="{F29B2872-7ACD-4106-BEA9-F6A4EC20B53D}" srcOrd="7" destOrd="0" presId="urn:microsoft.com/office/officeart/2008/layout/HorizontalMultiLevelHierarchy"/>
    <dgm:cxn modelId="{A9860DCB-BA58-4792-9E00-D3BF3CE85B66}" type="presParOf" srcId="{F29B2872-7ACD-4106-BEA9-F6A4EC20B53D}" destId="{CE060C20-7370-47A5-8DCB-2B795E09C899}" srcOrd="0" destOrd="0" presId="urn:microsoft.com/office/officeart/2008/layout/HorizontalMultiLevelHierarchy"/>
    <dgm:cxn modelId="{831481D5-C0F6-43F4-9B72-934C997D4229}" type="presParOf" srcId="{F29B2872-7ACD-4106-BEA9-F6A4EC20B53D}" destId="{8210B729-DDE6-43DD-AFD3-0F7801BEF97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7D9ACD-0388-4779-BC97-66DFE131DEAC}" type="doc">
      <dgm:prSet loTypeId="urn:microsoft.com/office/officeart/2005/8/layout/hierarchy3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7C5F8FA-9FB2-4523-86E5-1504EA61073A}">
      <dgm:prSet phldrT="[Text]" custT="1"/>
      <dgm:spPr/>
      <dgm:t>
        <a:bodyPr/>
        <a:lstStyle/>
        <a:p>
          <a:r>
            <a:rPr lang="en-US" sz="2800" b="1" dirty="0"/>
            <a:t>Graphical Methods</a:t>
          </a:r>
          <a:endParaRPr lang="en-US" sz="2800" b="1" dirty="0">
            <a:solidFill>
              <a:srgbClr val="002060"/>
            </a:solidFill>
          </a:endParaRPr>
        </a:p>
      </dgm:t>
    </dgm:pt>
    <dgm:pt modelId="{F45C802A-31AB-4A46-8C81-028271EEF26E}" type="sibTrans" cxnId="{357012B7-1607-429E-A352-C73E50218EAA}">
      <dgm:prSet/>
      <dgm:spPr/>
      <dgm:t>
        <a:bodyPr/>
        <a:lstStyle/>
        <a:p>
          <a:endParaRPr lang="en-US"/>
        </a:p>
      </dgm:t>
    </dgm:pt>
    <dgm:pt modelId="{3085BA91-88A4-4646-AB58-511C43C4013E}" type="parTrans" cxnId="{357012B7-1607-429E-A352-C73E50218EAA}">
      <dgm:prSet/>
      <dgm:spPr/>
      <dgm:t>
        <a:bodyPr/>
        <a:lstStyle/>
        <a:p>
          <a:endParaRPr lang="en-US"/>
        </a:p>
      </dgm:t>
    </dgm:pt>
    <dgm:pt modelId="{9601DAC7-3DCD-4151-8D00-5EC93802A2BB}">
      <dgm:prSet custT="1"/>
      <dgm:spPr/>
      <dgm:t>
        <a:bodyPr/>
        <a:lstStyle/>
        <a:p>
          <a:r>
            <a:rPr lang="en-US" sz="2800" dirty="0">
              <a:solidFill>
                <a:srgbClr val="002060"/>
              </a:solidFill>
            </a:rPr>
            <a:t>Scatter Diagram</a:t>
          </a:r>
        </a:p>
      </dgm:t>
    </dgm:pt>
    <dgm:pt modelId="{F6317013-FB4D-407F-987E-6022EDBB88C6}" type="parTrans" cxnId="{3176F269-D0D6-4B56-9700-8D1D99D07852}">
      <dgm:prSet/>
      <dgm:spPr/>
      <dgm:t>
        <a:bodyPr/>
        <a:lstStyle/>
        <a:p>
          <a:endParaRPr lang="en-US" sz="2800"/>
        </a:p>
      </dgm:t>
    </dgm:pt>
    <dgm:pt modelId="{452C4524-D086-4380-9ED8-03EDDF60068A}" type="sibTrans" cxnId="{3176F269-D0D6-4B56-9700-8D1D99D07852}">
      <dgm:prSet/>
      <dgm:spPr/>
      <dgm:t>
        <a:bodyPr/>
        <a:lstStyle/>
        <a:p>
          <a:endParaRPr lang="en-US"/>
        </a:p>
      </dgm:t>
    </dgm:pt>
    <dgm:pt modelId="{EFB65559-E558-40B3-911E-FFE27B982886}">
      <dgm:prSet custT="1"/>
      <dgm:spPr/>
      <dgm:t>
        <a:bodyPr/>
        <a:lstStyle/>
        <a:p>
          <a:r>
            <a:rPr lang="en-US" sz="2800" dirty="0">
              <a:solidFill>
                <a:srgbClr val="002060"/>
              </a:solidFill>
            </a:rPr>
            <a:t>Simple Graph</a:t>
          </a:r>
        </a:p>
      </dgm:t>
    </dgm:pt>
    <dgm:pt modelId="{5066CCFE-F6C3-4AEA-982F-9CBDC701AE10}" type="parTrans" cxnId="{6FD0A521-F936-4CB9-AAD3-C599740FA186}">
      <dgm:prSet/>
      <dgm:spPr/>
      <dgm:t>
        <a:bodyPr/>
        <a:lstStyle/>
        <a:p>
          <a:endParaRPr lang="en-US" sz="2800"/>
        </a:p>
      </dgm:t>
    </dgm:pt>
    <dgm:pt modelId="{1090A9E4-5AA1-4B1B-8DFD-00F1C694D616}" type="sibTrans" cxnId="{6FD0A521-F936-4CB9-AAD3-C599740FA186}">
      <dgm:prSet/>
      <dgm:spPr/>
      <dgm:t>
        <a:bodyPr/>
        <a:lstStyle/>
        <a:p>
          <a:endParaRPr lang="en-US"/>
        </a:p>
      </dgm:t>
    </dgm:pt>
    <dgm:pt modelId="{66C8BA45-236A-4729-A091-DE92661DFD18}">
      <dgm:prSet custT="1"/>
      <dgm:spPr/>
      <dgm:t>
        <a:bodyPr/>
        <a:lstStyle/>
        <a:p>
          <a:r>
            <a:rPr lang="en-US" sz="2800" b="1" dirty="0"/>
            <a:t>Mathematical Methods</a:t>
          </a:r>
        </a:p>
      </dgm:t>
    </dgm:pt>
    <dgm:pt modelId="{02EF4E24-1DC2-4912-9EAC-874136691FA4}" type="parTrans" cxnId="{BFA72B04-1D94-420A-A9D7-2D8EB5A705AC}">
      <dgm:prSet/>
      <dgm:spPr/>
      <dgm:t>
        <a:bodyPr/>
        <a:lstStyle/>
        <a:p>
          <a:endParaRPr lang="en-US"/>
        </a:p>
      </dgm:t>
    </dgm:pt>
    <dgm:pt modelId="{AA7C9E4D-BA7E-4329-B5C6-CAE5709040D6}" type="sibTrans" cxnId="{BFA72B04-1D94-420A-A9D7-2D8EB5A705AC}">
      <dgm:prSet/>
      <dgm:spPr/>
      <dgm:t>
        <a:bodyPr/>
        <a:lstStyle/>
        <a:p>
          <a:endParaRPr lang="en-US"/>
        </a:p>
      </dgm:t>
    </dgm:pt>
    <dgm:pt modelId="{EB8C3BB8-DAE8-462E-BB56-06A7B386D245}">
      <dgm:prSet custT="1"/>
      <dgm:spPr/>
      <dgm:t>
        <a:bodyPr/>
        <a:lstStyle/>
        <a:p>
          <a:r>
            <a:rPr lang="en-US" sz="2800" dirty="0">
              <a:solidFill>
                <a:srgbClr val="002060"/>
              </a:solidFill>
            </a:rPr>
            <a:t>Karl Pearson’s coefficient of correlation</a:t>
          </a:r>
        </a:p>
      </dgm:t>
    </dgm:pt>
    <dgm:pt modelId="{A1E55977-EAAA-4560-B028-6EE0B41C8E04}" type="parTrans" cxnId="{3D9B2C40-C1C0-419A-8191-8E8B4B9C8C0E}">
      <dgm:prSet/>
      <dgm:spPr/>
      <dgm:t>
        <a:bodyPr/>
        <a:lstStyle/>
        <a:p>
          <a:endParaRPr lang="en-US" sz="2800"/>
        </a:p>
      </dgm:t>
    </dgm:pt>
    <dgm:pt modelId="{BA7B7C46-DE9F-4371-9152-FE4E8FCBB211}" type="sibTrans" cxnId="{3D9B2C40-C1C0-419A-8191-8E8B4B9C8C0E}">
      <dgm:prSet/>
      <dgm:spPr/>
      <dgm:t>
        <a:bodyPr/>
        <a:lstStyle/>
        <a:p>
          <a:endParaRPr lang="en-US"/>
        </a:p>
      </dgm:t>
    </dgm:pt>
    <dgm:pt modelId="{91E85133-5D25-4BC5-B8FA-79AA3FAA17DB}">
      <dgm:prSet custT="1"/>
      <dgm:spPr/>
      <dgm:t>
        <a:bodyPr/>
        <a:lstStyle/>
        <a:p>
          <a:r>
            <a:rPr lang="en-US" sz="2800" dirty="0">
              <a:solidFill>
                <a:srgbClr val="002060"/>
              </a:solidFill>
            </a:rPr>
            <a:t>Spearman’s coefficient of rank correlation</a:t>
          </a:r>
        </a:p>
      </dgm:t>
    </dgm:pt>
    <dgm:pt modelId="{C52E93DB-313B-4C38-BCF4-393F755FCCEC}" type="parTrans" cxnId="{F3AC309D-D8E3-4FB2-A173-03E636487ACD}">
      <dgm:prSet/>
      <dgm:spPr/>
      <dgm:t>
        <a:bodyPr/>
        <a:lstStyle/>
        <a:p>
          <a:endParaRPr lang="en-US" sz="2800"/>
        </a:p>
      </dgm:t>
    </dgm:pt>
    <dgm:pt modelId="{F155D506-291F-47C1-B9E6-B4015E533C91}" type="sibTrans" cxnId="{F3AC309D-D8E3-4FB2-A173-03E636487ACD}">
      <dgm:prSet/>
      <dgm:spPr/>
      <dgm:t>
        <a:bodyPr/>
        <a:lstStyle/>
        <a:p>
          <a:endParaRPr lang="en-US"/>
        </a:p>
      </dgm:t>
    </dgm:pt>
    <dgm:pt modelId="{42105EBD-920F-44CD-8ECF-EA8BDED7003A}" type="pres">
      <dgm:prSet presAssocID="{B97D9ACD-0388-4779-BC97-66DFE131DEA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34557B9-4B5C-4045-893B-0E38FE6DD787}" type="pres">
      <dgm:prSet presAssocID="{E7C5F8FA-9FB2-4523-86E5-1504EA61073A}" presName="root" presStyleCnt="0"/>
      <dgm:spPr/>
    </dgm:pt>
    <dgm:pt modelId="{D2A26B90-D75B-48A1-A3DD-4E0F2DA8D602}" type="pres">
      <dgm:prSet presAssocID="{E7C5F8FA-9FB2-4523-86E5-1504EA61073A}" presName="rootComposite" presStyleCnt="0"/>
      <dgm:spPr/>
    </dgm:pt>
    <dgm:pt modelId="{60BDAF43-C2BC-4584-A805-898E3C524EFA}" type="pres">
      <dgm:prSet presAssocID="{E7C5F8FA-9FB2-4523-86E5-1504EA61073A}" presName="rootText" presStyleLbl="node1" presStyleIdx="0" presStyleCnt="2" custScaleX="144337"/>
      <dgm:spPr/>
    </dgm:pt>
    <dgm:pt modelId="{F832761C-7EE6-4652-8ED9-C1AA7B31BD2F}" type="pres">
      <dgm:prSet presAssocID="{E7C5F8FA-9FB2-4523-86E5-1504EA61073A}" presName="rootConnector" presStyleLbl="node1" presStyleIdx="0" presStyleCnt="2"/>
      <dgm:spPr/>
    </dgm:pt>
    <dgm:pt modelId="{5076DCC7-0304-41ED-82FE-11B58742C072}" type="pres">
      <dgm:prSet presAssocID="{E7C5F8FA-9FB2-4523-86E5-1504EA61073A}" presName="childShape" presStyleCnt="0"/>
      <dgm:spPr/>
    </dgm:pt>
    <dgm:pt modelId="{5C1F0B61-3FA8-4E5C-92FE-0E8A5C22B68A}" type="pres">
      <dgm:prSet presAssocID="{F6317013-FB4D-407F-987E-6022EDBB88C6}" presName="Name13" presStyleLbl="parChTrans1D2" presStyleIdx="0" presStyleCnt="4"/>
      <dgm:spPr/>
    </dgm:pt>
    <dgm:pt modelId="{D7C8D00F-40F1-4546-B59C-D1F7CCA30E1C}" type="pres">
      <dgm:prSet presAssocID="{9601DAC7-3DCD-4151-8D00-5EC93802A2BB}" presName="childText" presStyleLbl="bgAcc1" presStyleIdx="0" presStyleCnt="4" custScaleX="133356">
        <dgm:presLayoutVars>
          <dgm:bulletEnabled val="1"/>
        </dgm:presLayoutVars>
      </dgm:prSet>
      <dgm:spPr/>
    </dgm:pt>
    <dgm:pt modelId="{C8B48EB4-2325-4417-A77B-F8C10228D87F}" type="pres">
      <dgm:prSet presAssocID="{5066CCFE-F6C3-4AEA-982F-9CBDC701AE10}" presName="Name13" presStyleLbl="parChTrans1D2" presStyleIdx="1" presStyleCnt="4"/>
      <dgm:spPr/>
    </dgm:pt>
    <dgm:pt modelId="{B4FDF4C2-1961-4F55-91F2-2EDE077FB81E}" type="pres">
      <dgm:prSet presAssocID="{EFB65559-E558-40B3-911E-FFE27B982886}" presName="childText" presStyleLbl="bgAcc1" presStyleIdx="1" presStyleCnt="4" custScaleX="133356">
        <dgm:presLayoutVars>
          <dgm:bulletEnabled val="1"/>
        </dgm:presLayoutVars>
      </dgm:prSet>
      <dgm:spPr/>
    </dgm:pt>
    <dgm:pt modelId="{E4863F7A-BDE4-4FE5-9181-4F63020C065C}" type="pres">
      <dgm:prSet presAssocID="{66C8BA45-236A-4729-A091-DE92661DFD18}" presName="root" presStyleCnt="0"/>
      <dgm:spPr/>
    </dgm:pt>
    <dgm:pt modelId="{9C90E569-CE8D-4A10-AB9F-D7EAAC1F0EEA}" type="pres">
      <dgm:prSet presAssocID="{66C8BA45-236A-4729-A091-DE92661DFD18}" presName="rootComposite" presStyleCnt="0"/>
      <dgm:spPr/>
    </dgm:pt>
    <dgm:pt modelId="{C66D18FF-A13D-4755-B587-FCA3B65D7FFD}" type="pres">
      <dgm:prSet presAssocID="{66C8BA45-236A-4729-A091-DE92661DFD18}" presName="rootText" presStyleLbl="node1" presStyleIdx="1" presStyleCnt="2" custScaleX="144337"/>
      <dgm:spPr/>
    </dgm:pt>
    <dgm:pt modelId="{8ED74507-AEA6-464A-A935-EFDBAC8A5C33}" type="pres">
      <dgm:prSet presAssocID="{66C8BA45-236A-4729-A091-DE92661DFD18}" presName="rootConnector" presStyleLbl="node1" presStyleIdx="1" presStyleCnt="2"/>
      <dgm:spPr/>
    </dgm:pt>
    <dgm:pt modelId="{0E65326A-E086-4DF3-87AD-9B38A767CDFA}" type="pres">
      <dgm:prSet presAssocID="{66C8BA45-236A-4729-A091-DE92661DFD18}" presName="childShape" presStyleCnt="0"/>
      <dgm:spPr/>
    </dgm:pt>
    <dgm:pt modelId="{B1F16C50-A37D-41CE-A4C8-80C2921B2983}" type="pres">
      <dgm:prSet presAssocID="{A1E55977-EAAA-4560-B028-6EE0B41C8E04}" presName="Name13" presStyleLbl="parChTrans1D2" presStyleIdx="2" presStyleCnt="4"/>
      <dgm:spPr/>
    </dgm:pt>
    <dgm:pt modelId="{3381AB4C-B4DC-45FB-8458-2EFD6908FE26}" type="pres">
      <dgm:prSet presAssocID="{EB8C3BB8-DAE8-462E-BB56-06A7B386D245}" presName="childText" presStyleLbl="bgAcc1" presStyleIdx="2" presStyleCnt="4" custScaleX="329919">
        <dgm:presLayoutVars>
          <dgm:bulletEnabled val="1"/>
        </dgm:presLayoutVars>
      </dgm:prSet>
      <dgm:spPr/>
    </dgm:pt>
    <dgm:pt modelId="{0E06BE20-C642-4825-B135-C90D7B8F433B}" type="pres">
      <dgm:prSet presAssocID="{C52E93DB-313B-4C38-BCF4-393F755FCCEC}" presName="Name13" presStyleLbl="parChTrans1D2" presStyleIdx="3" presStyleCnt="4"/>
      <dgm:spPr/>
    </dgm:pt>
    <dgm:pt modelId="{E87B2C0D-FF94-4B21-81BB-56825EE7819A}" type="pres">
      <dgm:prSet presAssocID="{91E85133-5D25-4BC5-B8FA-79AA3FAA17DB}" presName="childText" presStyleLbl="bgAcc1" presStyleIdx="3" presStyleCnt="4" custScaleX="329919">
        <dgm:presLayoutVars>
          <dgm:bulletEnabled val="1"/>
        </dgm:presLayoutVars>
      </dgm:prSet>
      <dgm:spPr/>
    </dgm:pt>
  </dgm:ptLst>
  <dgm:cxnLst>
    <dgm:cxn modelId="{BFA72B04-1D94-420A-A9D7-2D8EB5A705AC}" srcId="{B97D9ACD-0388-4779-BC97-66DFE131DEAC}" destId="{66C8BA45-236A-4729-A091-DE92661DFD18}" srcOrd="1" destOrd="0" parTransId="{02EF4E24-1DC2-4912-9EAC-874136691FA4}" sibTransId="{AA7C9E4D-BA7E-4329-B5C6-CAE5709040D6}"/>
    <dgm:cxn modelId="{8C460F15-33DB-417D-B01C-E015BA73769D}" type="presOf" srcId="{91E85133-5D25-4BC5-B8FA-79AA3FAA17DB}" destId="{E87B2C0D-FF94-4B21-81BB-56825EE7819A}" srcOrd="0" destOrd="0" presId="urn:microsoft.com/office/officeart/2005/8/layout/hierarchy3"/>
    <dgm:cxn modelId="{ABD75A1F-1B2D-4E56-AD2D-673D94A83D66}" type="presOf" srcId="{F6317013-FB4D-407F-987E-6022EDBB88C6}" destId="{5C1F0B61-3FA8-4E5C-92FE-0E8A5C22B68A}" srcOrd="0" destOrd="0" presId="urn:microsoft.com/office/officeart/2005/8/layout/hierarchy3"/>
    <dgm:cxn modelId="{6FD0A521-F936-4CB9-AAD3-C599740FA186}" srcId="{E7C5F8FA-9FB2-4523-86E5-1504EA61073A}" destId="{EFB65559-E558-40B3-911E-FFE27B982886}" srcOrd="1" destOrd="0" parTransId="{5066CCFE-F6C3-4AEA-982F-9CBDC701AE10}" sibTransId="{1090A9E4-5AA1-4B1B-8DFD-00F1C694D616}"/>
    <dgm:cxn modelId="{3D9B2C40-C1C0-419A-8191-8E8B4B9C8C0E}" srcId="{66C8BA45-236A-4729-A091-DE92661DFD18}" destId="{EB8C3BB8-DAE8-462E-BB56-06A7B386D245}" srcOrd="0" destOrd="0" parTransId="{A1E55977-EAAA-4560-B028-6EE0B41C8E04}" sibTransId="{BA7B7C46-DE9F-4371-9152-FE4E8FCBB211}"/>
    <dgm:cxn modelId="{3ABF7E5C-437D-4989-936B-7257B42A28E7}" type="presOf" srcId="{5066CCFE-F6C3-4AEA-982F-9CBDC701AE10}" destId="{C8B48EB4-2325-4417-A77B-F8C10228D87F}" srcOrd="0" destOrd="0" presId="urn:microsoft.com/office/officeart/2005/8/layout/hierarchy3"/>
    <dgm:cxn modelId="{3176F269-D0D6-4B56-9700-8D1D99D07852}" srcId="{E7C5F8FA-9FB2-4523-86E5-1504EA61073A}" destId="{9601DAC7-3DCD-4151-8D00-5EC93802A2BB}" srcOrd="0" destOrd="0" parTransId="{F6317013-FB4D-407F-987E-6022EDBB88C6}" sibTransId="{452C4524-D086-4380-9ED8-03EDDF60068A}"/>
    <dgm:cxn modelId="{3629E472-9725-4B8F-A604-33A78CEE613B}" type="presOf" srcId="{C52E93DB-313B-4C38-BCF4-393F755FCCEC}" destId="{0E06BE20-C642-4825-B135-C90D7B8F433B}" srcOrd="0" destOrd="0" presId="urn:microsoft.com/office/officeart/2005/8/layout/hierarchy3"/>
    <dgm:cxn modelId="{C4825A54-E187-43E9-830C-4E249FE5DBF3}" type="presOf" srcId="{E7C5F8FA-9FB2-4523-86E5-1504EA61073A}" destId="{F832761C-7EE6-4652-8ED9-C1AA7B31BD2F}" srcOrd="1" destOrd="0" presId="urn:microsoft.com/office/officeart/2005/8/layout/hierarchy3"/>
    <dgm:cxn modelId="{31134191-6B0F-44A3-B1F0-14F66543C768}" type="presOf" srcId="{66C8BA45-236A-4729-A091-DE92661DFD18}" destId="{C66D18FF-A13D-4755-B587-FCA3B65D7FFD}" srcOrd="0" destOrd="0" presId="urn:microsoft.com/office/officeart/2005/8/layout/hierarchy3"/>
    <dgm:cxn modelId="{F3AC309D-D8E3-4FB2-A173-03E636487ACD}" srcId="{66C8BA45-236A-4729-A091-DE92661DFD18}" destId="{91E85133-5D25-4BC5-B8FA-79AA3FAA17DB}" srcOrd="1" destOrd="0" parTransId="{C52E93DB-313B-4C38-BCF4-393F755FCCEC}" sibTransId="{F155D506-291F-47C1-B9E6-B4015E533C91}"/>
    <dgm:cxn modelId="{357012B7-1607-429E-A352-C73E50218EAA}" srcId="{B97D9ACD-0388-4779-BC97-66DFE131DEAC}" destId="{E7C5F8FA-9FB2-4523-86E5-1504EA61073A}" srcOrd="0" destOrd="0" parTransId="{3085BA91-88A4-4646-AB58-511C43C4013E}" sibTransId="{F45C802A-31AB-4A46-8C81-028271EEF26E}"/>
    <dgm:cxn modelId="{AF6BC4C2-760D-4D7C-B39D-B3C3FE03E1DD}" type="presOf" srcId="{A1E55977-EAAA-4560-B028-6EE0B41C8E04}" destId="{B1F16C50-A37D-41CE-A4C8-80C2921B2983}" srcOrd="0" destOrd="0" presId="urn:microsoft.com/office/officeart/2005/8/layout/hierarchy3"/>
    <dgm:cxn modelId="{C814BAC3-177A-4EA4-86AC-5C36D4DD5C32}" type="presOf" srcId="{EB8C3BB8-DAE8-462E-BB56-06A7B386D245}" destId="{3381AB4C-B4DC-45FB-8458-2EFD6908FE26}" srcOrd="0" destOrd="0" presId="urn:microsoft.com/office/officeart/2005/8/layout/hierarchy3"/>
    <dgm:cxn modelId="{C6F5CFC7-6EC4-47DB-A78D-01476015B3C7}" type="presOf" srcId="{9601DAC7-3DCD-4151-8D00-5EC93802A2BB}" destId="{D7C8D00F-40F1-4546-B59C-D1F7CCA30E1C}" srcOrd="0" destOrd="0" presId="urn:microsoft.com/office/officeart/2005/8/layout/hierarchy3"/>
    <dgm:cxn modelId="{82B187D4-F01D-4B34-98FE-59FD2A49FD58}" type="presOf" srcId="{66C8BA45-236A-4729-A091-DE92661DFD18}" destId="{8ED74507-AEA6-464A-A935-EFDBAC8A5C33}" srcOrd="1" destOrd="0" presId="urn:microsoft.com/office/officeart/2005/8/layout/hierarchy3"/>
    <dgm:cxn modelId="{9BD7CEDA-3314-49FA-898B-1CF6506B7331}" type="presOf" srcId="{EFB65559-E558-40B3-911E-FFE27B982886}" destId="{B4FDF4C2-1961-4F55-91F2-2EDE077FB81E}" srcOrd="0" destOrd="0" presId="urn:microsoft.com/office/officeart/2005/8/layout/hierarchy3"/>
    <dgm:cxn modelId="{34026AF9-85AD-4E46-872F-81742921EE08}" type="presOf" srcId="{B97D9ACD-0388-4779-BC97-66DFE131DEAC}" destId="{42105EBD-920F-44CD-8ECF-EA8BDED7003A}" srcOrd="0" destOrd="0" presId="urn:microsoft.com/office/officeart/2005/8/layout/hierarchy3"/>
    <dgm:cxn modelId="{DF5FE8FC-6862-41A6-A52D-D8EB1273F263}" type="presOf" srcId="{E7C5F8FA-9FB2-4523-86E5-1504EA61073A}" destId="{60BDAF43-C2BC-4584-A805-898E3C524EFA}" srcOrd="0" destOrd="0" presId="urn:microsoft.com/office/officeart/2005/8/layout/hierarchy3"/>
    <dgm:cxn modelId="{747AE600-AFE2-4335-B91B-277D582EA6A7}" type="presParOf" srcId="{42105EBD-920F-44CD-8ECF-EA8BDED7003A}" destId="{734557B9-4B5C-4045-893B-0E38FE6DD787}" srcOrd="0" destOrd="0" presId="urn:microsoft.com/office/officeart/2005/8/layout/hierarchy3"/>
    <dgm:cxn modelId="{DBE9DF82-8C6F-4BCF-8794-ECCB65752F8F}" type="presParOf" srcId="{734557B9-4B5C-4045-893B-0E38FE6DD787}" destId="{D2A26B90-D75B-48A1-A3DD-4E0F2DA8D602}" srcOrd="0" destOrd="0" presId="urn:microsoft.com/office/officeart/2005/8/layout/hierarchy3"/>
    <dgm:cxn modelId="{99C8A41E-7914-4E15-A71D-789BC7106748}" type="presParOf" srcId="{D2A26B90-D75B-48A1-A3DD-4E0F2DA8D602}" destId="{60BDAF43-C2BC-4584-A805-898E3C524EFA}" srcOrd="0" destOrd="0" presId="urn:microsoft.com/office/officeart/2005/8/layout/hierarchy3"/>
    <dgm:cxn modelId="{FA19B935-B96D-442F-952B-BF3DCE9D2F44}" type="presParOf" srcId="{D2A26B90-D75B-48A1-A3DD-4E0F2DA8D602}" destId="{F832761C-7EE6-4652-8ED9-C1AA7B31BD2F}" srcOrd="1" destOrd="0" presId="urn:microsoft.com/office/officeart/2005/8/layout/hierarchy3"/>
    <dgm:cxn modelId="{77EFA60D-9A77-4654-BA43-C81AC32C7E06}" type="presParOf" srcId="{734557B9-4B5C-4045-893B-0E38FE6DD787}" destId="{5076DCC7-0304-41ED-82FE-11B58742C072}" srcOrd="1" destOrd="0" presId="urn:microsoft.com/office/officeart/2005/8/layout/hierarchy3"/>
    <dgm:cxn modelId="{B743B566-405C-4E3E-8C4A-E943BD8B843F}" type="presParOf" srcId="{5076DCC7-0304-41ED-82FE-11B58742C072}" destId="{5C1F0B61-3FA8-4E5C-92FE-0E8A5C22B68A}" srcOrd="0" destOrd="0" presId="urn:microsoft.com/office/officeart/2005/8/layout/hierarchy3"/>
    <dgm:cxn modelId="{36CF123B-312D-4349-A161-218F89F469C0}" type="presParOf" srcId="{5076DCC7-0304-41ED-82FE-11B58742C072}" destId="{D7C8D00F-40F1-4546-B59C-D1F7CCA30E1C}" srcOrd="1" destOrd="0" presId="urn:microsoft.com/office/officeart/2005/8/layout/hierarchy3"/>
    <dgm:cxn modelId="{AC1BAF17-9CA3-4A3C-972A-9854B824C0DD}" type="presParOf" srcId="{5076DCC7-0304-41ED-82FE-11B58742C072}" destId="{C8B48EB4-2325-4417-A77B-F8C10228D87F}" srcOrd="2" destOrd="0" presId="urn:microsoft.com/office/officeart/2005/8/layout/hierarchy3"/>
    <dgm:cxn modelId="{1F30403C-FAEE-412C-A686-09F0A9334AE5}" type="presParOf" srcId="{5076DCC7-0304-41ED-82FE-11B58742C072}" destId="{B4FDF4C2-1961-4F55-91F2-2EDE077FB81E}" srcOrd="3" destOrd="0" presId="urn:microsoft.com/office/officeart/2005/8/layout/hierarchy3"/>
    <dgm:cxn modelId="{5D471F99-8A15-4899-9C7A-458A9CF2CCA9}" type="presParOf" srcId="{42105EBD-920F-44CD-8ECF-EA8BDED7003A}" destId="{E4863F7A-BDE4-4FE5-9181-4F63020C065C}" srcOrd="1" destOrd="0" presId="urn:microsoft.com/office/officeart/2005/8/layout/hierarchy3"/>
    <dgm:cxn modelId="{91AE227C-DAC4-4ADC-941C-A8A67E80CD81}" type="presParOf" srcId="{E4863F7A-BDE4-4FE5-9181-4F63020C065C}" destId="{9C90E569-CE8D-4A10-AB9F-D7EAAC1F0EEA}" srcOrd="0" destOrd="0" presId="urn:microsoft.com/office/officeart/2005/8/layout/hierarchy3"/>
    <dgm:cxn modelId="{3FB50672-9908-405C-B77A-C3B75F12269A}" type="presParOf" srcId="{9C90E569-CE8D-4A10-AB9F-D7EAAC1F0EEA}" destId="{C66D18FF-A13D-4755-B587-FCA3B65D7FFD}" srcOrd="0" destOrd="0" presId="urn:microsoft.com/office/officeart/2005/8/layout/hierarchy3"/>
    <dgm:cxn modelId="{1BCD40EE-D4EF-48C8-B4CD-CBED2F02002F}" type="presParOf" srcId="{9C90E569-CE8D-4A10-AB9F-D7EAAC1F0EEA}" destId="{8ED74507-AEA6-464A-A935-EFDBAC8A5C33}" srcOrd="1" destOrd="0" presId="urn:microsoft.com/office/officeart/2005/8/layout/hierarchy3"/>
    <dgm:cxn modelId="{39A5968A-53B5-4BB4-A883-D195B91F42F9}" type="presParOf" srcId="{E4863F7A-BDE4-4FE5-9181-4F63020C065C}" destId="{0E65326A-E086-4DF3-87AD-9B38A767CDFA}" srcOrd="1" destOrd="0" presId="urn:microsoft.com/office/officeart/2005/8/layout/hierarchy3"/>
    <dgm:cxn modelId="{10591430-A2EA-4242-8A91-83D953510E77}" type="presParOf" srcId="{0E65326A-E086-4DF3-87AD-9B38A767CDFA}" destId="{B1F16C50-A37D-41CE-A4C8-80C2921B2983}" srcOrd="0" destOrd="0" presId="urn:microsoft.com/office/officeart/2005/8/layout/hierarchy3"/>
    <dgm:cxn modelId="{451B5BFB-20BC-4F5E-8E33-52D0F493EFFC}" type="presParOf" srcId="{0E65326A-E086-4DF3-87AD-9B38A767CDFA}" destId="{3381AB4C-B4DC-45FB-8458-2EFD6908FE26}" srcOrd="1" destOrd="0" presId="urn:microsoft.com/office/officeart/2005/8/layout/hierarchy3"/>
    <dgm:cxn modelId="{1DA32FDD-6B8F-4692-89FA-6DB1CDA97D3B}" type="presParOf" srcId="{0E65326A-E086-4DF3-87AD-9B38A767CDFA}" destId="{0E06BE20-C642-4825-B135-C90D7B8F433B}" srcOrd="2" destOrd="0" presId="urn:microsoft.com/office/officeart/2005/8/layout/hierarchy3"/>
    <dgm:cxn modelId="{B4015D0E-947D-48EA-A3A4-51F97B38D0BE}" type="presParOf" srcId="{0E65326A-E086-4DF3-87AD-9B38A767CDFA}" destId="{E87B2C0D-FF94-4B21-81BB-56825EE7819A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Mode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3600" b="1" dirty="0">
              <a:solidFill>
                <a:srgbClr val="FFFF00"/>
              </a:solidFill>
            </a:rPr>
            <a:t>Press 3</a:t>
          </a:r>
        </a:p>
        <a:p>
          <a:r>
            <a:rPr lang="en-US" sz="3600" b="1" dirty="0">
              <a:solidFill>
                <a:srgbClr val="FFFF00"/>
              </a:solidFill>
              <a:sym typeface="Wingdings" panose="05000000000000000000" pitchFamily="2" charset="2"/>
            </a:rPr>
            <a:t></a:t>
          </a:r>
          <a:r>
            <a:rPr lang="en-US" sz="3600" b="1" dirty="0"/>
            <a:t>All</a:t>
          </a:r>
          <a:endParaRPr lang="en-US" sz="36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3600" b="1" dirty="0"/>
            <a:t>2 times =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X="328080" custScaleY="87497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X="333714" custScaleY="100226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X="333714" custScaleY="100226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A7280906-DE55-492D-B5CB-040475BA6CF7}" type="pres">
      <dgm:prSet presAssocID="{0CD145DC-1283-47D9-9842-9F28D9292403}" presName="node" presStyleLbl="node1" presStyleIdx="3" presStyleCnt="4" custScaleX="333714">
        <dgm:presLayoutVars>
          <dgm:bulletEnabled val="1"/>
        </dgm:presLayoutVars>
      </dgm:prSet>
      <dgm:spPr/>
    </dgm:pt>
  </dgm:ptLst>
  <dgm:cxnLst>
    <dgm:cxn modelId="{6FD72810-551D-48D1-BF9A-A8B7833F7720}" type="presOf" srcId="{38CEDB57-7D29-4D21-8203-7F6E44EA777E}" destId="{2C8919B2-9A29-4B7C-B580-1CADFBED59E0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BB8C6A23-5BFC-4C2E-A655-0262ABDA9737}" type="presOf" srcId="{5A7B8353-D55C-40BC-AFA9-4101E69F0AAC}" destId="{99AE6907-DE4A-4A2A-9F71-3AA51CC83CB9}" srcOrd="1" destOrd="0" presId="urn:microsoft.com/office/officeart/2005/8/layout/process1"/>
    <dgm:cxn modelId="{C332AC2B-79CF-4F12-868F-ABE005BC2277}" type="presOf" srcId="{6300F33D-AE15-417F-8922-C2991075A116}" destId="{052C7B0B-AC64-435F-9087-F76A8F81AD70}" srcOrd="1" destOrd="0" presId="urn:microsoft.com/office/officeart/2005/8/layout/process1"/>
    <dgm:cxn modelId="{D813286D-7479-4DD5-A7E1-091D8D7C94BA}" type="presOf" srcId="{6300F33D-AE15-417F-8922-C2991075A116}" destId="{98B97CCD-AFF1-49BB-8170-C62165E0F732}" srcOrd="0" destOrd="0" presId="urn:microsoft.com/office/officeart/2005/8/layout/process1"/>
    <dgm:cxn modelId="{8B494356-94C0-408E-AAA1-267CC1D91ED9}" type="presOf" srcId="{3A2CE8DF-123E-43D2-99F9-012836600209}" destId="{75494D80-AAE1-44AB-A5A1-D4E336C9A241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555C8181-422E-4293-A5B2-29CF411103B9}" srcId="{A5E483C9-A3BD-4F9A-8F9F-CDFA80B74485}" destId="{0CD145DC-1283-47D9-9842-9F28D9292403}" srcOrd="3" destOrd="0" parTransId="{0D9B67D3-2181-406C-92D3-DC1D56CD0CD8}" sibTransId="{8BFBDCF5-5907-42CD-A174-33BEF20C4F6E}"/>
    <dgm:cxn modelId="{0ED70195-5FC7-4255-913C-68BBD5C0E8F7}" type="presOf" srcId="{38CEDB57-7D29-4D21-8203-7F6E44EA777E}" destId="{08B094E6-470A-458C-BDCC-A0626256CFD5}" srcOrd="1" destOrd="0" presId="urn:microsoft.com/office/officeart/2005/8/layout/process1"/>
    <dgm:cxn modelId="{2C938F96-87F5-47AC-A948-AE2913BF0F97}" type="presOf" srcId="{FDBF41EA-DF9A-4A44-9AAC-097517E2463F}" destId="{2DC0BE8A-A50D-459F-8803-8F629D24FD59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682F17AF-020C-48A2-9D54-DC3205CEC10B}" type="presOf" srcId="{A5E483C9-A3BD-4F9A-8F9F-CDFA80B74485}" destId="{B450C243-F3FF-4B55-BCF1-0CE4D57F4091}" srcOrd="0" destOrd="0" presId="urn:microsoft.com/office/officeart/2005/8/layout/process1"/>
    <dgm:cxn modelId="{F2C0C1DD-E9CC-4E7D-AAFE-EC762C1AB988}" type="presOf" srcId="{5A7B8353-D55C-40BC-AFA9-4101E69F0AAC}" destId="{44BA6F07-9809-453E-B5B3-AB636F82DB9E}" srcOrd="0" destOrd="0" presId="urn:microsoft.com/office/officeart/2005/8/layout/process1"/>
    <dgm:cxn modelId="{FCCF0AE1-0879-431C-9698-7E15ACDC4649}" type="presOf" srcId="{0CD145DC-1283-47D9-9842-9F28D9292403}" destId="{A7280906-DE55-492D-B5CB-040475BA6CF7}" srcOrd="0" destOrd="0" presId="urn:microsoft.com/office/officeart/2005/8/layout/process1"/>
    <dgm:cxn modelId="{2F3F57E5-F8D8-4EA5-B7EC-19E7D719EABC}" type="presOf" srcId="{676B2E30-39F0-4B19-80A5-947E41665008}" destId="{C1D3A877-193E-433E-996E-DE3797C7F529}" srcOrd="0" destOrd="0" presId="urn:microsoft.com/office/officeart/2005/8/layout/process1"/>
    <dgm:cxn modelId="{A0AE4D4B-55CF-4566-B8F8-2F73B635EA7A}" type="presParOf" srcId="{B450C243-F3FF-4B55-BCF1-0CE4D57F4091}" destId="{2DC0BE8A-A50D-459F-8803-8F629D24FD59}" srcOrd="0" destOrd="0" presId="urn:microsoft.com/office/officeart/2005/8/layout/process1"/>
    <dgm:cxn modelId="{A2A88951-CC00-4AA9-9EE8-6CAC3288EC35}" type="presParOf" srcId="{B450C243-F3FF-4B55-BCF1-0CE4D57F4091}" destId="{44BA6F07-9809-453E-B5B3-AB636F82DB9E}" srcOrd="1" destOrd="0" presId="urn:microsoft.com/office/officeart/2005/8/layout/process1"/>
    <dgm:cxn modelId="{9E91C0FC-9724-43F5-9771-CA647194272B}" type="presParOf" srcId="{44BA6F07-9809-453E-B5B3-AB636F82DB9E}" destId="{99AE6907-DE4A-4A2A-9F71-3AA51CC83CB9}" srcOrd="0" destOrd="0" presId="urn:microsoft.com/office/officeart/2005/8/layout/process1"/>
    <dgm:cxn modelId="{45FCFF8F-7CE0-4485-A9C0-70D50CAB9CD8}" type="presParOf" srcId="{B450C243-F3FF-4B55-BCF1-0CE4D57F4091}" destId="{C1D3A877-193E-433E-996E-DE3797C7F529}" srcOrd="2" destOrd="0" presId="urn:microsoft.com/office/officeart/2005/8/layout/process1"/>
    <dgm:cxn modelId="{707CB75B-BB02-40B2-9FB9-968333C63F7C}" type="presParOf" srcId="{B450C243-F3FF-4B55-BCF1-0CE4D57F4091}" destId="{98B97CCD-AFF1-49BB-8170-C62165E0F732}" srcOrd="3" destOrd="0" presId="urn:microsoft.com/office/officeart/2005/8/layout/process1"/>
    <dgm:cxn modelId="{3500659A-7913-40C4-AC33-0E6A30B9D1C8}" type="presParOf" srcId="{98B97CCD-AFF1-49BB-8170-C62165E0F732}" destId="{052C7B0B-AC64-435F-9087-F76A8F81AD70}" srcOrd="0" destOrd="0" presId="urn:microsoft.com/office/officeart/2005/8/layout/process1"/>
    <dgm:cxn modelId="{5D39E29C-D4E2-4319-9897-5D5FFA1F93C8}" type="presParOf" srcId="{B450C243-F3FF-4B55-BCF1-0CE4D57F4091}" destId="{75494D80-AAE1-44AB-A5A1-D4E336C9A241}" srcOrd="4" destOrd="0" presId="urn:microsoft.com/office/officeart/2005/8/layout/process1"/>
    <dgm:cxn modelId="{C2499C85-6378-4C16-9A57-EE32727C7049}" type="presParOf" srcId="{B450C243-F3FF-4B55-BCF1-0CE4D57F4091}" destId="{2C8919B2-9A29-4B7C-B580-1CADFBED59E0}" srcOrd="5" destOrd="0" presId="urn:microsoft.com/office/officeart/2005/8/layout/process1"/>
    <dgm:cxn modelId="{EDB31C0A-CDDB-422F-BD28-5657ED35E02D}" type="presParOf" srcId="{2C8919B2-9A29-4B7C-B580-1CADFBED59E0}" destId="{08B094E6-470A-458C-BDCC-A0626256CFD5}" srcOrd="0" destOrd="0" presId="urn:microsoft.com/office/officeart/2005/8/layout/process1"/>
    <dgm:cxn modelId="{8226F55A-495B-488E-9CD8-00AE58FDF1A0}" type="presParOf" srcId="{B450C243-F3FF-4B55-BCF1-0CE4D57F4091}" destId="{A7280906-DE55-492D-B5CB-040475BA6CF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Mode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>
              <a:solidFill>
                <a:srgbClr val="FFFF00"/>
              </a:solidFill>
            </a:rPr>
            <a:t>Press 3</a:t>
          </a:r>
        </a:p>
        <a:p>
          <a:r>
            <a:rPr lang="en-US" sz="3600" b="1" dirty="0">
              <a:solidFill>
                <a:srgbClr val="FFFF00"/>
              </a:solidFill>
              <a:sym typeface="Wingdings" panose="05000000000000000000" pitchFamily="2" charset="2"/>
            </a:rPr>
            <a:t> </a:t>
          </a:r>
          <a:r>
            <a:rPr lang="en-US" sz="3600" b="1" dirty="0"/>
            <a:t>Reg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3600" b="1" dirty="0">
              <a:solidFill>
                <a:srgbClr val="FFFF00"/>
              </a:solidFill>
            </a:rPr>
            <a:t>Press 1</a:t>
          </a:r>
        </a:p>
        <a:p>
          <a:r>
            <a:rPr lang="en-US" sz="3600" b="1" dirty="0">
              <a:solidFill>
                <a:srgbClr val="FFFF00"/>
              </a:solidFill>
              <a:sym typeface="Wingdings" panose="05000000000000000000" pitchFamily="2" charset="2"/>
            </a:rPr>
            <a:t> </a:t>
          </a:r>
          <a:r>
            <a:rPr lang="en-US" sz="3600" b="1" dirty="0"/>
            <a:t>Lin</a:t>
          </a:r>
          <a:endParaRPr lang="en-US" sz="36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3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2"/>
      <dgm:spPr/>
    </dgm:pt>
    <dgm:pt modelId="{99AE6907-DE4A-4A2A-9F71-3AA51CC83CB9}" type="pres">
      <dgm:prSet presAssocID="{5A7B8353-D55C-40BC-AFA9-4101E69F0AAC}" presName="connectorText" presStyleLbl="sibTrans2D1" presStyleIdx="0" presStyleCnt="2"/>
      <dgm:spPr/>
    </dgm:pt>
    <dgm:pt modelId="{C1D3A877-193E-433E-996E-DE3797C7F529}" type="pres">
      <dgm:prSet presAssocID="{676B2E30-39F0-4B19-80A5-947E41665008}" presName="node" presStyleLbl="node1" presStyleIdx="1" presStyleCnt="3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2"/>
      <dgm:spPr/>
    </dgm:pt>
    <dgm:pt modelId="{052C7B0B-AC64-435F-9087-F76A8F81AD70}" type="pres">
      <dgm:prSet presAssocID="{6300F33D-AE15-417F-8922-C2991075A116}" presName="connectorText" presStyleLbl="sibTrans2D1" presStyleIdx="1" presStyleCnt="2"/>
      <dgm:spPr/>
    </dgm:pt>
    <dgm:pt modelId="{75494D80-AAE1-44AB-A5A1-D4E336C9A241}" type="pres">
      <dgm:prSet presAssocID="{3A2CE8DF-123E-43D2-99F9-012836600209}" presName="node" presStyleLbl="node1" presStyleIdx="2" presStyleCnt="3" custScaleY="99897">
        <dgm:presLayoutVars>
          <dgm:bulletEnabled val="1"/>
        </dgm:presLayoutVars>
      </dgm:prSet>
      <dgm:spPr/>
    </dgm:pt>
  </dgm:ptLst>
  <dgm:cxnLst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BE0A7929-1B74-4BDE-8C64-27AF9C5C1584}" type="presOf" srcId="{676B2E30-39F0-4B19-80A5-947E41665008}" destId="{C1D3A877-193E-433E-996E-DE3797C7F529}" srcOrd="0" destOrd="0" presId="urn:microsoft.com/office/officeart/2005/8/layout/process1"/>
    <dgm:cxn modelId="{A3BC272F-F64F-4241-9DF3-91DD8CEC7DA5}" type="presOf" srcId="{A5E483C9-A3BD-4F9A-8F9F-CDFA80B74485}" destId="{B450C243-F3FF-4B55-BCF1-0CE4D57F4091}" srcOrd="0" destOrd="0" presId="urn:microsoft.com/office/officeart/2005/8/layout/process1"/>
    <dgm:cxn modelId="{33F49436-40C4-4CA3-AB84-242AC402F07D}" type="presOf" srcId="{5A7B8353-D55C-40BC-AFA9-4101E69F0AAC}" destId="{99AE6907-DE4A-4A2A-9F71-3AA51CC83CB9}" srcOrd="1" destOrd="0" presId="urn:microsoft.com/office/officeart/2005/8/layout/process1"/>
    <dgm:cxn modelId="{B3092F4B-4B30-4EC4-9EE8-A435665614AE}" type="presOf" srcId="{6300F33D-AE15-417F-8922-C2991075A116}" destId="{052C7B0B-AC64-435F-9087-F76A8F81AD70}" srcOrd="1" destOrd="0" presId="urn:microsoft.com/office/officeart/2005/8/layout/process1"/>
    <dgm:cxn modelId="{693D0C76-23AD-4AF9-A3D8-640A7CE903AA}" type="presOf" srcId="{FDBF41EA-DF9A-4A44-9AAC-097517E2463F}" destId="{2DC0BE8A-A50D-459F-8803-8F629D24FD59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F0A4D77A-AE7D-4692-97E4-4E58CD207BEA}" type="presOf" srcId="{3A2CE8DF-123E-43D2-99F9-012836600209}" destId="{75494D80-AAE1-44AB-A5A1-D4E336C9A241}" srcOrd="0" destOrd="0" presId="urn:microsoft.com/office/officeart/2005/8/layout/process1"/>
    <dgm:cxn modelId="{83CFAB83-3BC7-4FC9-BA06-9086BC1F1B9C}" type="presOf" srcId="{6300F33D-AE15-417F-8922-C2991075A116}" destId="{98B97CCD-AFF1-49BB-8170-C62165E0F732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D28977EB-1D88-43F4-8976-7ACFD62B70C7}" type="presOf" srcId="{5A7B8353-D55C-40BC-AFA9-4101E69F0AAC}" destId="{44BA6F07-9809-453E-B5B3-AB636F82DB9E}" srcOrd="0" destOrd="0" presId="urn:microsoft.com/office/officeart/2005/8/layout/process1"/>
    <dgm:cxn modelId="{E856CD72-9388-4DDE-B5AF-A7DF8A99A785}" type="presParOf" srcId="{B450C243-F3FF-4B55-BCF1-0CE4D57F4091}" destId="{2DC0BE8A-A50D-459F-8803-8F629D24FD59}" srcOrd="0" destOrd="0" presId="urn:microsoft.com/office/officeart/2005/8/layout/process1"/>
    <dgm:cxn modelId="{FE95FD55-F4B1-46B0-A54F-4197BBA934E9}" type="presParOf" srcId="{B450C243-F3FF-4B55-BCF1-0CE4D57F4091}" destId="{44BA6F07-9809-453E-B5B3-AB636F82DB9E}" srcOrd="1" destOrd="0" presId="urn:microsoft.com/office/officeart/2005/8/layout/process1"/>
    <dgm:cxn modelId="{C1E06846-B5E5-4322-A6DC-2D768727EA6D}" type="presParOf" srcId="{44BA6F07-9809-453E-B5B3-AB636F82DB9E}" destId="{99AE6907-DE4A-4A2A-9F71-3AA51CC83CB9}" srcOrd="0" destOrd="0" presId="urn:microsoft.com/office/officeart/2005/8/layout/process1"/>
    <dgm:cxn modelId="{FEB332AC-61E8-4DDD-A6D1-7385A291241F}" type="presParOf" srcId="{B450C243-F3FF-4B55-BCF1-0CE4D57F4091}" destId="{C1D3A877-193E-433E-996E-DE3797C7F529}" srcOrd="2" destOrd="0" presId="urn:microsoft.com/office/officeart/2005/8/layout/process1"/>
    <dgm:cxn modelId="{C7B5C567-F67A-4515-BDE4-AF5007B9BD71}" type="presParOf" srcId="{B450C243-F3FF-4B55-BCF1-0CE4D57F4091}" destId="{98B97CCD-AFF1-49BB-8170-C62165E0F732}" srcOrd="3" destOrd="0" presId="urn:microsoft.com/office/officeart/2005/8/layout/process1"/>
    <dgm:cxn modelId="{5F167926-B161-49D3-BC40-DC3834FA5F3B}" type="presParOf" srcId="{98B97CCD-AFF1-49BB-8170-C62165E0F732}" destId="{052C7B0B-AC64-435F-9087-F76A8F81AD70}" srcOrd="0" destOrd="0" presId="urn:microsoft.com/office/officeart/2005/8/layout/process1"/>
    <dgm:cxn modelId="{981A2D4B-5522-4AD9-A683-64167F20A155}" type="presParOf" srcId="{B450C243-F3FF-4B55-BCF1-0CE4D57F4091}" destId="{75494D80-AAE1-44AB-A5A1-D4E336C9A24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mc:AlternateContent xmlns:mc="http://schemas.openxmlformats.org/markup-compatibility/2006" xmlns:a14="http://schemas.microsoft.com/office/drawing/2010/main">
      <mc:Choice Requires="a14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1</a:t>
              </a:r>
              <a:r>
                <a:rPr lang="en-US" sz="2800" b="1" baseline="30000" dirty="0"/>
                <a:t>st</a:t>
              </a:r>
              <a:r>
                <a:rPr lang="en-US" sz="2800" b="1" dirty="0"/>
                <a:t>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𝐗</m:t>
                  </m:r>
                </m:oMath>
              </a14:m>
              <a:endParaRPr lang="en-US" sz="2800" b="1" i="0" dirty="0"/>
            </a:p>
          </dgm:t>
        </dgm:pt>
      </mc:Choice>
      <mc:Fallback xmlns="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1</a:t>
              </a:r>
              <a:r>
                <a:rPr lang="en-US" sz="2800" b="1" baseline="30000" dirty="0"/>
                <a:t>st</a:t>
              </a:r>
              <a:r>
                <a:rPr lang="en-US" sz="2800" b="1" dirty="0"/>
                <a:t>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𝐗</a:t>
              </a:r>
              <a:endParaRPr lang="en-US" sz="2800" b="1" i="0" dirty="0"/>
            </a:p>
          </dgm:t>
        </dgm:pt>
      </mc:Fallback>
    </mc:AlternateConten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mc:AlternateContent xmlns:mc="http://schemas.openxmlformats.org/markup-compatibility/2006" xmlns:a14="http://schemas.microsoft.com/office/drawing/2010/main">
      <mc:Choice Requires="a14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1</a:t>
              </a:r>
              <a:r>
                <a:rPr lang="en-US" sz="2800" b="1" baseline="30000" dirty="0"/>
                <a:t>st</a:t>
              </a:r>
              <a:r>
                <a:rPr lang="en-US" sz="2800" b="1" dirty="0"/>
                <a:t>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𝐘</m:t>
                  </m:r>
                </m:oMath>
              </a14:m>
              <a:endParaRPr lang="en-US" sz="2800" b="1" i="0" dirty="0">
                <a:solidFill>
                  <a:srgbClr val="FFFF00"/>
                </a:solidFill>
              </a:endParaRPr>
            </a:p>
          </dgm:t>
        </dgm:pt>
      </mc:Choice>
      <mc:Fallback xmlns="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1</a:t>
              </a:r>
              <a:r>
                <a:rPr lang="en-US" sz="2800" b="1" baseline="30000" dirty="0"/>
                <a:t>st</a:t>
              </a:r>
              <a:r>
                <a:rPr lang="en-US" sz="2800" b="1" dirty="0"/>
                <a:t>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𝐘</a:t>
              </a:r>
              <a:endParaRPr lang="en-US" sz="2800" b="1" i="0" dirty="0">
                <a:solidFill>
                  <a:srgbClr val="FFFF00"/>
                </a:solidFill>
              </a:endParaRPr>
            </a:p>
          </dgm:t>
        </dgm:pt>
      </mc:Fallback>
    </mc:AlternateConten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40604F04-5F19-4FA0-8102-6E380DE93C02}" type="presOf" srcId="{5A7B8353-D55C-40BC-AFA9-4101E69F0AAC}" destId="{44BA6F07-9809-453E-B5B3-AB636F82DB9E}" srcOrd="0" destOrd="0" presId="urn:microsoft.com/office/officeart/2005/8/layout/process1"/>
    <dgm:cxn modelId="{6A431009-1787-43A1-948B-2496A00BB7F5}" type="presOf" srcId="{6300F33D-AE15-417F-8922-C2991075A116}" destId="{98B97CCD-AFF1-49BB-8170-C62165E0F732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F0D8D129-5803-4F1E-BA1F-05055C7755B0}" type="presOf" srcId="{3A2CE8DF-123E-43D2-99F9-012836600209}" destId="{75494D80-AAE1-44AB-A5A1-D4E336C9A241}" srcOrd="0" destOrd="0" presId="urn:microsoft.com/office/officeart/2005/8/layout/process1"/>
    <dgm:cxn modelId="{20CEFE32-F785-4088-AD71-3216C2D870A3}" type="presOf" srcId="{5A7B8353-D55C-40BC-AFA9-4101E69F0AAC}" destId="{99AE6907-DE4A-4A2A-9F71-3AA51CC83CB9}" srcOrd="1" destOrd="0" presId="urn:microsoft.com/office/officeart/2005/8/layout/process1"/>
    <dgm:cxn modelId="{3A19EA5E-0102-4D40-A0FA-084BC8BFBA08}" type="presOf" srcId="{FDBF41EA-DF9A-4A44-9AAC-097517E2463F}" destId="{2DC0BE8A-A50D-459F-8803-8F629D24FD59}" srcOrd="0" destOrd="0" presId="urn:microsoft.com/office/officeart/2005/8/layout/process1"/>
    <dgm:cxn modelId="{9AE43645-3141-4807-A134-47A63DC6A07B}" type="presOf" srcId="{676B2E30-39F0-4B19-80A5-947E41665008}" destId="{C1D3A877-193E-433E-996E-DE3797C7F529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00EDDEBE-12D5-4599-BB48-8EB82EE46B1C}" type="presOf" srcId="{A5E483C9-A3BD-4F9A-8F9F-CDFA80B74485}" destId="{B450C243-F3FF-4B55-BCF1-0CE4D57F4091}" srcOrd="0" destOrd="0" presId="urn:microsoft.com/office/officeart/2005/8/layout/process1"/>
    <dgm:cxn modelId="{327FF9C3-9E22-4493-974F-0198E6414619}" type="presOf" srcId="{46ADFC18-063A-4AD0-9AA3-8719DD99B43D}" destId="{FF7AE4D5-99CD-430E-997C-4D9624DA75B6}" srcOrd="0" destOrd="0" presId="urn:microsoft.com/office/officeart/2005/8/layout/process1"/>
    <dgm:cxn modelId="{7D6DE8CC-FC6F-4740-8564-DFA17970C653}" type="presOf" srcId="{6300F33D-AE15-417F-8922-C2991075A116}" destId="{052C7B0B-AC64-435F-9087-F76A8F81AD70}" srcOrd="1" destOrd="0" presId="urn:microsoft.com/office/officeart/2005/8/layout/process1"/>
    <dgm:cxn modelId="{4DAC8CE8-E932-444F-BB68-F9A27C3E5AF2}" type="presOf" srcId="{38CEDB57-7D29-4D21-8203-7F6E44EA777E}" destId="{2C8919B2-9A29-4B7C-B580-1CADFBED59E0}" srcOrd="0" destOrd="0" presId="urn:microsoft.com/office/officeart/2005/8/layout/process1"/>
    <dgm:cxn modelId="{15696BFA-A829-49DB-AC8D-FD2D2A8B1C5B}" type="presOf" srcId="{38CEDB57-7D29-4D21-8203-7F6E44EA777E}" destId="{08B094E6-470A-458C-BDCC-A0626256CFD5}" srcOrd="1" destOrd="0" presId="urn:microsoft.com/office/officeart/2005/8/layout/process1"/>
    <dgm:cxn modelId="{F67E294C-F5CA-4835-B621-4D7876A2FA6C}" type="presParOf" srcId="{B450C243-F3FF-4B55-BCF1-0CE4D57F4091}" destId="{2DC0BE8A-A50D-459F-8803-8F629D24FD59}" srcOrd="0" destOrd="0" presId="urn:microsoft.com/office/officeart/2005/8/layout/process1"/>
    <dgm:cxn modelId="{EA761C5B-3033-43CE-AC16-6A19BBB99385}" type="presParOf" srcId="{B450C243-F3FF-4B55-BCF1-0CE4D57F4091}" destId="{44BA6F07-9809-453E-B5B3-AB636F82DB9E}" srcOrd="1" destOrd="0" presId="urn:microsoft.com/office/officeart/2005/8/layout/process1"/>
    <dgm:cxn modelId="{D0D1263A-5D43-4358-9008-77636C2BDCB8}" type="presParOf" srcId="{44BA6F07-9809-453E-B5B3-AB636F82DB9E}" destId="{99AE6907-DE4A-4A2A-9F71-3AA51CC83CB9}" srcOrd="0" destOrd="0" presId="urn:microsoft.com/office/officeart/2005/8/layout/process1"/>
    <dgm:cxn modelId="{FDB7AAF8-CAE6-4701-AC76-199F6A781B79}" type="presParOf" srcId="{B450C243-F3FF-4B55-BCF1-0CE4D57F4091}" destId="{C1D3A877-193E-433E-996E-DE3797C7F529}" srcOrd="2" destOrd="0" presId="urn:microsoft.com/office/officeart/2005/8/layout/process1"/>
    <dgm:cxn modelId="{DAC02D38-528B-4710-BF10-CC3F874D062F}" type="presParOf" srcId="{B450C243-F3FF-4B55-BCF1-0CE4D57F4091}" destId="{98B97CCD-AFF1-49BB-8170-C62165E0F732}" srcOrd="3" destOrd="0" presId="urn:microsoft.com/office/officeart/2005/8/layout/process1"/>
    <dgm:cxn modelId="{5F31ED9C-FFC1-49C1-8C2E-478223C0F87D}" type="presParOf" srcId="{98B97CCD-AFF1-49BB-8170-C62165E0F732}" destId="{052C7B0B-AC64-435F-9087-F76A8F81AD70}" srcOrd="0" destOrd="0" presId="urn:microsoft.com/office/officeart/2005/8/layout/process1"/>
    <dgm:cxn modelId="{31B13D03-FB58-4C89-AFF0-E8A8BEA88B35}" type="presParOf" srcId="{B450C243-F3FF-4B55-BCF1-0CE4D57F4091}" destId="{75494D80-AAE1-44AB-A5A1-D4E336C9A241}" srcOrd="4" destOrd="0" presId="urn:microsoft.com/office/officeart/2005/8/layout/process1"/>
    <dgm:cxn modelId="{26829075-54FD-4720-8543-A4C2C4DF791B}" type="presParOf" srcId="{B450C243-F3FF-4B55-BCF1-0CE4D57F4091}" destId="{2C8919B2-9A29-4B7C-B580-1CADFBED59E0}" srcOrd="5" destOrd="0" presId="urn:microsoft.com/office/officeart/2005/8/layout/process1"/>
    <dgm:cxn modelId="{D4BAC398-360F-45E6-8503-585E3F7217F3}" type="presParOf" srcId="{2C8919B2-9A29-4B7C-B580-1CADFBED59E0}" destId="{08B094E6-470A-458C-BDCC-A0626256CFD5}" srcOrd="0" destOrd="0" presId="urn:microsoft.com/office/officeart/2005/8/layout/process1"/>
    <dgm:cxn modelId="{D12DB755-D83F-4271-901C-78E8681F650C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mc:AlternateContent xmlns:mc="http://schemas.openxmlformats.org/markup-compatibility/2006" xmlns:a14="http://schemas.microsoft.com/office/drawing/2010/main">
      <mc:Choice Requires="a14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2</a:t>
              </a:r>
              <a:r>
                <a:rPr lang="en-US" sz="2800" b="1" baseline="30000" dirty="0"/>
                <a:t>nd</a:t>
              </a:r>
              <a:r>
                <a:rPr lang="en-US" sz="2800" b="1" dirty="0"/>
                <a:t>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𝐗</m:t>
                  </m:r>
                </m:oMath>
              </a14:m>
              <a:endParaRPr lang="en-US" sz="2800" b="1" dirty="0"/>
            </a:p>
          </dgm:t>
        </dgm:pt>
      </mc:Choice>
      <mc:Fallback xmlns="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2</a:t>
              </a:r>
              <a:r>
                <a:rPr lang="en-US" sz="2800" b="1" baseline="30000" dirty="0"/>
                <a:t>nd</a:t>
              </a:r>
              <a:r>
                <a:rPr lang="en-US" sz="2800" b="1" dirty="0"/>
                <a:t>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𝐗</a:t>
              </a:r>
              <a:endParaRPr lang="en-US" sz="2800" b="1" dirty="0"/>
            </a:p>
          </dgm:t>
        </dgm:pt>
      </mc:Fallback>
    </mc:AlternateConten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mc:AlternateContent xmlns:mc="http://schemas.openxmlformats.org/markup-compatibility/2006" xmlns:a14="http://schemas.microsoft.com/office/drawing/2010/main">
      <mc:Choice Requires="a14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2</a:t>
              </a:r>
              <a:r>
                <a:rPr lang="en-US" sz="2800" b="1" baseline="30000" dirty="0"/>
                <a:t>nd</a:t>
              </a:r>
              <a:r>
                <a:rPr lang="en-US" sz="2800" b="1" dirty="0"/>
                <a:t>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𝐘</m:t>
                  </m:r>
                </m:oMath>
              </a14:m>
              <a:endParaRPr lang="en-US" sz="2800" b="1" dirty="0">
                <a:solidFill>
                  <a:srgbClr val="FFFF00"/>
                </a:solidFill>
              </a:endParaRPr>
            </a:p>
          </dgm:t>
        </dgm:pt>
      </mc:Choice>
      <mc:Fallback xmlns="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2</a:t>
              </a:r>
              <a:r>
                <a:rPr lang="en-US" sz="2800" b="1" baseline="30000" dirty="0"/>
                <a:t>nd</a:t>
              </a:r>
              <a:r>
                <a:rPr lang="en-US" sz="2800" b="1" dirty="0"/>
                <a:t>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𝐘</a:t>
              </a:r>
              <a:endParaRPr lang="en-US" sz="2800" b="1" dirty="0">
                <a:solidFill>
                  <a:srgbClr val="FFFF00"/>
                </a:solidFill>
              </a:endParaRPr>
            </a:p>
          </dgm:t>
        </dgm:pt>
      </mc:Fallback>
    </mc:AlternateConten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1E89FA1A-C145-48CD-BA51-89FF0DDF2400}" type="presOf" srcId="{6300F33D-AE15-417F-8922-C2991075A116}" destId="{98B97CCD-AFF1-49BB-8170-C62165E0F732}" srcOrd="0" destOrd="0" presId="urn:microsoft.com/office/officeart/2005/8/layout/process1"/>
    <dgm:cxn modelId="{576DC01C-D820-4249-A267-50C302F353A3}" type="presOf" srcId="{38CEDB57-7D29-4D21-8203-7F6E44EA777E}" destId="{08B094E6-470A-458C-BDCC-A0626256CFD5}" srcOrd="1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01A26931-0BE5-4FC3-9B82-BDE28DA0058E}" type="presOf" srcId="{A5E483C9-A3BD-4F9A-8F9F-CDFA80B74485}" destId="{B450C243-F3FF-4B55-BCF1-0CE4D57F4091}" srcOrd="0" destOrd="0" presId="urn:microsoft.com/office/officeart/2005/8/layout/process1"/>
    <dgm:cxn modelId="{F5306F34-961C-445A-BC88-C87262151025}" type="presOf" srcId="{6300F33D-AE15-417F-8922-C2991075A116}" destId="{052C7B0B-AC64-435F-9087-F76A8F81AD70}" srcOrd="1" destOrd="0" presId="urn:microsoft.com/office/officeart/2005/8/layout/process1"/>
    <dgm:cxn modelId="{4DB0F649-C118-4F21-A160-EDEDEC0AA943}" type="presOf" srcId="{5A7B8353-D55C-40BC-AFA9-4101E69F0AAC}" destId="{44BA6F07-9809-453E-B5B3-AB636F82DB9E}" srcOrd="0" destOrd="0" presId="urn:microsoft.com/office/officeart/2005/8/layout/process1"/>
    <dgm:cxn modelId="{80E84C72-3DC7-44BA-BFA3-C3829AC20B6D}" type="presOf" srcId="{3A2CE8DF-123E-43D2-99F9-012836600209}" destId="{75494D80-AAE1-44AB-A5A1-D4E336C9A241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E2CA257E-3D29-419F-B8A0-029EC39EA5B4}" type="presOf" srcId="{46ADFC18-063A-4AD0-9AA3-8719DD99B43D}" destId="{FF7AE4D5-99CD-430E-997C-4D9624DA75B6}" srcOrd="0" destOrd="0" presId="urn:microsoft.com/office/officeart/2005/8/layout/process1"/>
    <dgm:cxn modelId="{B0AE2A8A-7DFB-4C94-A7E9-944C326A20F6}" type="presOf" srcId="{FDBF41EA-DF9A-4A44-9AAC-097517E2463F}" destId="{2DC0BE8A-A50D-459F-8803-8F629D24FD59}" srcOrd="0" destOrd="0" presId="urn:microsoft.com/office/officeart/2005/8/layout/process1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673F78B7-F6A3-4ABB-AAE0-297C41FA7E41}" type="presOf" srcId="{676B2E30-39F0-4B19-80A5-947E41665008}" destId="{C1D3A877-193E-433E-996E-DE3797C7F529}" srcOrd="0" destOrd="0" presId="urn:microsoft.com/office/officeart/2005/8/layout/process1"/>
    <dgm:cxn modelId="{2AE0CDD7-5F21-4815-9DB4-A0E74B97D603}" type="presOf" srcId="{5A7B8353-D55C-40BC-AFA9-4101E69F0AAC}" destId="{99AE6907-DE4A-4A2A-9F71-3AA51CC83CB9}" srcOrd="1" destOrd="0" presId="urn:microsoft.com/office/officeart/2005/8/layout/process1"/>
    <dgm:cxn modelId="{B5AB8BDA-67EF-42B0-9E78-2BA5154258D6}" type="presOf" srcId="{38CEDB57-7D29-4D21-8203-7F6E44EA777E}" destId="{2C8919B2-9A29-4B7C-B580-1CADFBED59E0}" srcOrd="0" destOrd="0" presId="urn:microsoft.com/office/officeart/2005/8/layout/process1"/>
    <dgm:cxn modelId="{8B6D9124-8F69-4C67-AA75-4EA00B1F7243}" type="presParOf" srcId="{B450C243-F3FF-4B55-BCF1-0CE4D57F4091}" destId="{2DC0BE8A-A50D-459F-8803-8F629D24FD59}" srcOrd="0" destOrd="0" presId="urn:microsoft.com/office/officeart/2005/8/layout/process1"/>
    <dgm:cxn modelId="{EF9632B2-550E-4412-A820-D08FD747763E}" type="presParOf" srcId="{B450C243-F3FF-4B55-BCF1-0CE4D57F4091}" destId="{44BA6F07-9809-453E-B5B3-AB636F82DB9E}" srcOrd="1" destOrd="0" presId="urn:microsoft.com/office/officeart/2005/8/layout/process1"/>
    <dgm:cxn modelId="{2F0B1649-DAA2-4AD6-B37E-85CA3F893033}" type="presParOf" srcId="{44BA6F07-9809-453E-B5B3-AB636F82DB9E}" destId="{99AE6907-DE4A-4A2A-9F71-3AA51CC83CB9}" srcOrd="0" destOrd="0" presId="urn:microsoft.com/office/officeart/2005/8/layout/process1"/>
    <dgm:cxn modelId="{23304A1A-645C-4A16-9E4A-6AA7219A5F6F}" type="presParOf" srcId="{B450C243-F3FF-4B55-BCF1-0CE4D57F4091}" destId="{C1D3A877-193E-433E-996E-DE3797C7F529}" srcOrd="2" destOrd="0" presId="urn:microsoft.com/office/officeart/2005/8/layout/process1"/>
    <dgm:cxn modelId="{6D20BAC0-3F3C-4804-8CC1-99FC64DC9808}" type="presParOf" srcId="{B450C243-F3FF-4B55-BCF1-0CE4D57F4091}" destId="{98B97CCD-AFF1-49BB-8170-C62165E0F732}" srcOrd="3" destOrd="0" presId="urn:microsoft.com/office/officeart/2005/8/layout/process1"/>
    <dgm:cxn modelId="{499637AE-FFA7-488E-B454-1BD00517ACF8}" type="presParOf" srcId="{98B97CCD-AFF1-49BB-8170-C62165E0F732}" destId="{052C7B0B-AC64-435F-9087-F76A8F81AD70}" srcOrd="0" destOrd="0" presId="urn:microsoft.com/office/officeart/2005/8/layout/process1"/>
    <dgm:cxn modelId="{BD64C3C7-94B2-48BF-B262-CF792125481A}" type="presParOf" srcId="{B450C243-F3FF-4B55-BCF1-0CE4D57F4091}" destId="{75494D80-AAE1-44AB-A5A1-D4E336C9A241}" srcOrd="4" destOrd="0" presId="urn:microsoft.com/office/officeart/2005/8/layout/process1"/>
    <dgm:cxn modelId="{1805CD61-B49D-4841-B4FE-45B39B32A769}" type="presParOf" srcId="{B450C243-F3FF-4B55-BCF1-0CE4D57F4091}" destId="{2C8919B2-9A29-4B7C-B580-1CADFBED59E0}" srcOrd="5" destOrd="0" presId="urn:microsoft.com/office/officeart/2005/8/layout/process1"/>
    <dgm:cxn modelId="{46C27F73-3657-425B-B57A-D258064A2432}" type="presParOf" srcId="{2C8919B2-9A29-4B7C-B580-1CADFBED59E0}" destId="{08B094E6-470A-458C-BDCC-A0626256CFD5}" srcOrd="0" destOrd="0" presId="urn:microsoft.com/office/officeart/2005/8/layout/process1"/>
    <dgm:cxn modelId="{91EF9CA9-5932-49BE-93C9-6A294A774B42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mc:AlternateContent xmlns:mc="http://schemas.openxmlformats.org/markup-compatibility/2006" xmlns:a14="http://schemas.microsoft.com/office/drawing/2010/main">
      <mc:Choice Requires="a14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Last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𝐗</m:t>
                  </m:r>
                </m:oMath>
              </a14:m>
              <a:endParaRPr lang="en-US" sz="2800" b="1" dirty="0"/>
            </a:p>
          </dgm:t>
        </dgm:pt>
      </mc:Choice>
      <mc:Fallback xmlns="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Last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𝐗</a:t>
              </a:r>
              <a:endParaRPr lang="en-US" sz="2800" b="1" dirty="0"/>
            </a:p>
          </dgm:t>
        </dgm:pt>
      </mc:Fallback>
    </mc:AlternateConten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mc:AlternateContent xmlns:mc="http://schemas.openxmlformats.org/markup-compatibility/2006" xmlns:a14="http://schemas.microsoft.com/office/drawing/2010/main">
      <mc:Choice Requires="a14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Last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𝐘</m:t>
                  </m:r>
                </m:oMath>
              </a14:m>
              <a:endParaRPr lang="en-US" sz="2800" b="1" dirty="0">
                <a:solidFill>
                  <a:srgbClr val="FFFF00"/>
                </a:solidFill>
              </a:endParaRPr>
            </a:p>
          </dgm:t>
        </dgm:pt>
      </mc:Choice>
      <mc:Fallback xmlns="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Last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𝐘</a:t>
              </a:r>
              <a:endParaRPr lang="en-US" sz="2800" b="1" dirty="0">
                <a:solidFill>
                  <a:srgbClr val="FFFF00"/>
                </a:solidFill>
              </a:endParaRPr>
            </a:p>
          </dgm:t>
        </dgm:pt>
      </mc:Fallback>
    </mc:AlternateConten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BF6D171E-15CD-4A71-8145-F33B58AD4CAF}" type="presOf" srcId="{3A2CE8DF-123E-43D2-99F9-012836600209}" destId="{75494D80-AAE1-44AB-A5A1-D4E336C9A241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29F88037-5066-4890-A299-F33D18256E20}" type="presOf" srcId="{FDBF41EA-DF9A-4A44-9AAC-097517E2463F}" destId="{2DC0BE8A-A50D-459F-8803-8F629D24FD59}" srcOrd="0" destOrd="0" presId="urn:microsoft.com/office/officeart/2005/8/layout/process1"/>
    <dgm:cxn modelId="{A0A18442-D58F-4D9D-BAD0-263A4F4E30FA}" type="presOf" srcId="{38CEDB57-7D29-4D21-8203-7F6E44EA777E}" destId="{2C8919B2-9A29-4B7C-B580-1CADFBED59E0}" srcOrd="0" destOrd="0" presId="urn:microsoft.com/office/officeart/2005/8/layout/process1"/>
    <dgm:cxn modelId="{31D1A048-43CD-4611-AB0B-A97B3DDF5963}" type="presOf" srcId="{6300F33D-AE15-417F-8922-C2991075A116}" destId="{052C7B0B-AC64-435F-9087-F76A8F81AD70}" srcOrd="1" destOrd="0" presId="urn:microsoft.com/office/officeart/2005/8/layout/process1"/>
    <dgm:cxn modelId="{E151F178-4F99-4091-A325-EB187D4CEB04}" type="presOf" srcId="{6300F33D-AE15-417F-8922-C2991075A116}" destId="{98B97CCD-AFF1-49BB-8170-C62165E0F732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FEF3B697-02FF-4D54-9851-3F83175F08B0}" type="presOf" srcId="{A5E483C9-A3BD-4F9A-8F9F-CDFA80B74485}" destId="{B450C243-F3FF-4B55-BCF1-0CE4D57F4091}" srcOrd="0" destOrd="0" presId="urn:microsoft.com/office/officeart/2005/8/layout/process1"/>
    <dgm:cxn modelId="{B3C3B69D-C2FA-4FA7-94F8-6E9403BE0481}" type="presOf" srcId="{46ADFC18-063A-4AD0-9AA3-8719DD99B43D}" destId="{FF7AE4D5-99CD-430E-997C-4D9624DA75B6}" srcOrd="0" destOrd="0" presId="urn:microsoft.com/office/officeart/2005/8/layout/process1"/>
    <dgm:cxn modelId="{6C1A9CA0-E023-4E1F-A5CE-4A269459FF95}" type="presOf" srcId="{38CEDB57-7D29-4D21-8203-7F6E44EA777E}" destId="{08B094E6-470A-458C-BDCC-A0626256CFD5}" srcOrd="1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34CA2BB5-B461-40CA-B4A5-95D7FD0215D6}" type="presOf" srcId="{5A7B8353-D55C-40BC-AFA9-4101E69F0AAC}" destId="{44BA6F07-9809-453E-B5B3-AB636F82DB9E}" srcOrd="0" destOrd="0" presId="urn:microsoft.com/office/officeart/2005/8/layout/process1"/>
    <dgm:cxn modelId="{AC249FD5-3765-4987-B675-AF39E562D081}" type="presOf" srcId="{5A7B8353-D55C-40BC-AFA9-4101E69F0AAC}" destId="{99AE6907-DE4A-4A2A-9F71-3AA51CC83CB9}" srcOrd="1" destOrd="0" presId="urn:microsoft.com/office/officeart/2005/8/layout/process1"/>
    <dgm:cxn modelId="{2FE862DC-A93E-43F8-B609-7DA1AD2A1CC5}" type="presOf" srcId="{676B2E30-39F0-4B19-80A5-947E41665008}" destId="{C1D3A877-193E-433E-996E-DE3797C7F529}" srcOrd="0" destOrd="0" presId="urn:microsoft.com/office/officeart/2005/8/layout/process1"/>
    <dgm:cxn modelId="{BC73BB8F-6AE8-4555-8D95-D3F618E356E6}" type="presParOf" srcId="{B450C243-F3FF-4B55-BCF1-0CE4D57F4091}" destId="{2DC0BE8A-A50D-459F-8803-8F629D24FD59}" srcOrd="0" destOrd="0" presId="urn:microsoft.com/office/officeart/2005/8/layout/process1"/>
    <dgm:cxn modelId="{0F79583D-AF76-4BDF-AFCA-53D34D9CDDA6}" type="presParOf" srcId="{B450C243-F3FF-4B55-BCF1-0CE4D57F4091}" destId="{44BA6F07-9809-453E-B5B3-AB636F82DB9E}" srcOrd="1" destOrd="0" presId="urn:microsoft.com/office/officeart/2005/8/layout/process1"/>
    <dgm:cxn modelId="{83F973BD-A9E8-4299-AB01-6C1E2FE41789}" type="presParOf" srcId="{44BA6F07-9809-453E-B5B3-AB636F82DB9E}" destId="{99AE6907-DE4A-4A2A-9F71-3AA51CC83CB9}" srcOrd="0" destOrd="0" presId="urn:microsoft.com/office/officeart/2005/8/layout/process1"/>
    <dgm:cxn modelId="{0AA4E7B0-D1D1-4C62-B7F0-B0B20F249B0B}" type="presParOf" srcId="{B450C243-F3FF-4B55-BCF1-0CE4D57F4091}" destId="{C1D3A877-193E-433E-996E-DE3797C7F529}" srcOrd="2" destOrd="0" presId="urn:microsoft.com/office/officeart/2005/8/layout/process1"/>
    <dgm:cxn modelId="{2A5561DE-DD08-42FE-987C-B56E83DD318C}" type="presParOf" srcId="{B450C243-F3FF-4B55-BCF1-0CE4D57F4091}" destId="{98B97CCD-AFF1-49BB-8170-C62165E0F732}" srcOrd="3" destOrd="0" presId="urn:microsoft.com/office/officeart/2005/8/layout/process1"/>
    <dgm:cxn modelId="{5224E575-E471-414E-A9EB-B8E576F897BC}" type="presParOf" srcId="{98B97CCD-AFF1-49BB-8170-C62165E0F732}" destId="{052C7B0B-AC64-435F-9087-F76A8F81AD70}" srcOrd="0" destOrd="0" presId="urn:microsoft.com/office/officeart/2005/8/layout/process1"/>
    <dgm:cxn modelId="{06E3FADE-30CC-4368-B931-C6CE4E3BD2F0}" type="presParOf" srcId="{B450C243-F3FF-4B55-BCF1-0CE4D57F4091}" destId="{75494D80-AAE1-44AB-A5A1-D4E336C9A241}" srcOrd="4" destOrd="0" presId="urn:microsoft.com/office/officeart/2005/8/layout/process1"/>
    <dgm:cxn modelId="{AF4A3D4E-28DD-4F67-9A94-31C6DF1FCCAD}" type="presParOf" srcId="{B450C243-F3FF-4B55-BCF1-0CE4D57F4091}" destId="{2C8919B2-9A29-4B7C-B580-1CADFBED59E0}" srcOrd="5" destOrd="0" presId="urn:microsoft.com/office/officeart/2005/8/layout/process1"/>
    <dgm:cxn modelId="{2F46B516-7BE9-4820-BD86-8088D0113C37}" type="presParOf" srcId="{2C8919B2-9A29-4B7C-B580-1CADFBED59E0}" destId="{08B094E6-470A-458C-BDCC-A0626256CFD5}" srcOrd="0" destOrd="0" presId="urn:microsoft.com/office/officeart/2005/8/layout/process1"/>
    <dgm:cxn modelId="{3B398869-E078-4189-BD90-091EB82CF3B3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>
        <a:blipFill>
          <a:blip xmlns:r="http://schemas.openxmlformats.org/officeDocument/2006/relationships" r:embed="rId1"/>
          <a:stretch>
            <a:fillRect t="-22785" r="-1744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>
        <a:blipFill>
          <a:blip xmlns:r="http://schemas.openxmlformats.org/officeDocument/2006/relationships" r:embed="rId2"/>
          <a:stretch>
            <a:fillRect t="-22785" r="-1449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40604F04-5F19-4FA0-8102-6E380DE93C02}" type="presOf" srcId="{5A7B8353-D55C-40BC-AFA9-4101E69F0AAC}" destId="{44BA6F07-9809-453E-B5B3-AB636F82DB9E}" srcOrd="0" destOrd="0" presId="urn:microsoft.com/office/officeart/2005/8/layout/process1"/>
    <dgm:cxn modelId="{6A431009-1787-43A1-948B-2496A00BB7F5}" type="presOf" srcId="{6300F33D-AE15-417F-8922-C2991075A116}" destId="{98B97CCD-AFF1-49BB-8170-C62165E0F732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F0D8D129-5803-4F1E-BA1F-05055C7755B0}" type="presOf" srcId="{3A2CE8DF-123E-43D2-99F9-012836600209}" destId="{75494D80-AAE1-44AB-A5A1-D4E336C9A241}" srcOrd="0" destOrd="0" presId="urn:microsoft.com/office/officeart/2005/8/layout/process1"/>
    <dgm:cxn modelId="{20CEFE32-F785-4088-AD71-3216C2D870A3}" type="presOf" srcId="{5A7B8353-D55C-40BC-AFA9-4101E69F0AAC}" destId="{99AE6907-DE4A-4A2A-9F71-3AA51CC83CB9}" srcOrd="1" destOrd="0" presId="urn:microsoft.com/office/officeart/2005/8/layout/process1"/>
    <dgm:cxn modelId="{3A19EA5E-0102-4D40-A0FA-084BC8BFBA08}" type="presOf" srcId="{FDBF41EA-DF9A-4A44-9AAC-097517E2463F}" destId="{2DC0BE8A-A50D-459F-8803-8F629D24FD59}" srcOrd="0" destOrd="0" presId="urn:microsoft.com/office/officeart/2005/8/layout/process1"/>
    <dgm:cxn modelId="{9AE43645-3141-4807-A134-47A63DC6A07B}" type="presOf" srcId="{676B2E30-39F0-4B19-80A5-947E41665008}" destId="{C1D3A877-193E-433E-996E-DE3797C7F529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00EDDEBE-12D5-4599-BB48-8EB82EE46B1C}" type="presOf" srcId="{A5E483C9-A3BD-4F9A-8F9F-CDFA80B74485}" destId="{B450C243-F3FF-4B55-BCF1-0CE4D57F4091}" srcOrd="0" destOrd="0" presId="urn:microsoft.com/office/officeart/2005/8/layout/process1"/>
    <dgm:cxn modelId="{327FF9C3-9E22-4493-974F-0198E6414619}" type="presOf" srcId="{46ADFC18-063A-4AD0-9AA3-8719DD99B43D}" destId="{FF7AE4D5-99CD-430E-997C-4D9624DA75B6}" srcOrd="0" destOrd="0" presId="urn:microsoft.com/office/officeart/2005/8/layout/process1"/>
    <dgm:cxn modelId="{7D6DE8CC-FC6F-4740-8564-DFA17970C653}" type="presOf" srcId="{6300F33D-AE15-417F-8922-C2991075A116}" destId="{052C7B0B-AC64-435F-9087-F76A8F81AD70}" srcOrd="1" destOrd="0" presId="urn:microsoft.com/office/officeart/2005/8/layout/process1"/>
    <dgm:cxn modelId="{4DAC8CE8-E932-444F-BB68-F9A27C3E5AF2}" type="presOf" srcId="{38CEDB57-7D29-4D21-8203-7F6E44EA777E}" destId="{2C8919B2-9A29-4B7C-B580-1CADFBED59E0}" srcOrd="0" destOrd="0" presId="urn:microsoft.com/office/officeart/2005/8/layout/process1"/>
    <dgm:cxn modelId="{15696BFA-A829-49DB-AC8D-FD2D2A8B1C5B}" type="presOf" srcId="{38CEDB57-7D29-4D21-8203-7F6E44EA777E}" destId="{08B094E6-470A-458C-BDCC-A0626256CFD5}" srcOrd="1" destOrd="0" presId="urn:microsoft.com/office/officeart/2005/8/layout/process1"/>
    <dgm:cxn modelId="{F67E294C-F5CA-4835-B621-4D7876A2FA6C}" type="presParOf" srcId="{B450C243-F3FF-4B55-BCF1-0CE4D57F4091}" destId="{2DC0BE8A-A50D-459F-8803-8F629D24FD59}" srcOrd="0" destOrd="0" presId="urn:microsoft.com/office/officeart/2005/8/layout/process1"/>
    <dgm:cxn modelId="{EA761C5B-3033-43CE-AC16-6A19BBB99385}" type="presParOf" srcId="{B450C243-F3FF-4B55-BCF1-0CE4D57F4091}" destId="{44BA6F07-9809-453E-B5B3-AB636F82DB9E}" srcOrd="1" destOrd="0" presId="urn:microsoft.com/office/officeart/2005/8/layout/process1"/>
    <dgm:cxn modelId="{D0D1263A-5D43-4358-9008-77636C2BDCB8}" type="presParOf" srcId="{44BA6F07-9809-453E-B5B3-AB636F82DB9E}" destId="{99AE6907-DE4A-4A2A-9F71-3AA51CC83CB9}" srcOrd="0" destOrd="0" presId="urn:microsoft.com/office/officeart/2005/8/layout/process1"/>
    <dgm:cxn modelId="{FDB7AAF8-CAE6-4701-AC76-199F6A781B79}" type="presParOf" srcId="{B450C243-F3FF-4B55-BCF1-0CE4D57F4091}" destId="{C1D3A877-193E-433E-996E-DE3797C7F529}" srcOrd="2" destOrd="0" presId="urn:microsoft.com/office/officeart/2005/8/layout/process1"/>
    <dgm:cxn modelId="{DAC02D38-528B-4710-BF10-CC3F874D062F}" type="presParOf" srcId="{B450C243-F3FF-4B55-BCF1-0CE4D57F4091}" destId="{98B97CCD-AFF1-49BB-8170-C62165E0F732}" srcOrd="3" destOrd="0" presId="urn:microsoft.com/office/officeart/2005/8/layout/process1"/>
    <dgm:cxn modelId="{5F31ED9C-FFC1-49C1-8C2E-478223C0F87D}" type="presParOf" srcId="{98B97CCD-AFF1-49BB-8170-C62165E0F732}" destId="{052C7B0B-AC64-435F-9087-F76A8F81AD70}" srcOrd="0" destOrd="0" presId="urn:microsoft.com/office/officeart/2005/8/layout/process1"/>
    <dgm:cxn modelId="{31B13D03-FB58-4C89-AFF0-E8A8BEA88B35}" type="presParOf" srcId="{B450C243-F3FF-4B55-BCF1-0CE4D57F4091}" destId="{75494D80-AAE1-44AB-A5A1-D4E336C9A241}" srcOrd="4" destOrd="0" presId="urn:microsoft.com/office/officeart/2005/8/layout/process1"/>
    <dgm:cxn modelId="{26829075-54FD-4720-8543-A4C2C4DF791B}" type="presParOf" srcId="{B450C243-F3FF-4B55-BCF1-0CE4D57F4091}" destId="{2C8919B2-9A29-4B7C-B580-1CADFBED59E0}" srcOrd="5" destOrd="0" presId="urn:microsoft.com/office/officeart/2005/8/layout/process1"/>
    <dgm:cxn modelId="{D4BAC398-360F-45E6-8503-585E3F7217F3}" type="presParOf" srcId="{2C8919B2-9A29-4B7C-B580-1CADFBED59E0}" destId="{08B094E6-470A-458C-BDCC-A0626256CFD5}" srcOrd="0" destOrd="0" presId="urn:microsoft.com/office/officeart/2005/8/layout/process1"/>
    <dgm:cxn modelId="{D12DB755-D83F-4271-901C-78E8681F650C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1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3600" b="1" dirty="0"/>
            <a:t>Digit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E1F61983-0454-4FC9-932B-9B4462B7A266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CC71B2BB-E325-42E8-83DA-D9FC59C001FA}" type="parTrans" cxnId="{909D089F-3C79-4686-9CCB-A91A5F35BC48}">
      <dgm:prSet/>
      <dgm:spPr/>
      <dgm:t>
        <a:bodyPr/>
        <a:lstStyle/>
        <a:p>
          <a:endParaRPr lang="en-US"/>
        </a:p>
      </dgm:t>
    </dgm:pt>
    <dgm:pt modelId="{F179292C-4DC9-4B4E-A652-273B7F7A1803}" type="sibTrans" cxnId="{909D089F-3C79-4686-9CCB-A91A5F35BC48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LinFactNeighborX="-3097" custLinFactNeighborY="-1263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A7280906-DE55-492D-B5CB-040475BA6CF7}" type="pres">
      <dgm:prSet presAssocID="{0CD145DC-1283-47D9-9842-9F28D9292403}" presName="node" presStyleLbl="node1" presStyleIdx="2" presStyleCnt="4">
        <dgm:presLayoutVars>
          <dgm:bulletEnabled val="1"/>
        </dgm:presLayoutVars>
      </dgm:prSet>
      <dgm:spPr/>
    </dgm:pt>
    <dgm:pt modelId="{0B22A032-D8BA-41D9-8980-1ED515E23209}" type="pres">
      <dgm:prSet presAssocID="{8BFBDCF5-5907-42CD-A174-33BEF20C4F6E}" presName="sibTrans" presStyleLbl="sibTrans2D1" presStyleIdx="2" presStyleCnt="3"/>
      <dgm:spPr/>
    </dgm:pt>
    <dgm:pt modelId="{E8FB7239-1AE3-496C-971A-8703D1E2BD8A}" type="pres">
      <dgm:prSet presAssocID="{8BFBDCF5-5907-42CD-A174-33BEF20C4F6E}" presName="connectorText" presStyleLbl="sibTrans2D1" presStyleIdx="2" presStyleCnt="3"/>
      <dgm:spPr/>
    </dgm:pt>
    <dgm:pt modelId="{E92B4EFD-C544-41C7-9D79-34EBAB47E99F}" type="pres">
      <dgm:prSet presAssocID="{E1F61983-0454-4FC9-932B-9B4462B7A266}" presName="node" presStyleLbl="node1" presStyleIdx="3" presStyleCnt="4">
        <dgm:presLayoutVars>
          <dgm:bulletEnabled val="1"/>
        </dgm:presLayoutVars>
      </dgm:prSet>
      <dgm:spPr/>
    </dgm:pt>
  </dgm:ptLst>
  <dgm:cxnLst>
    <dgm:cxn modelId="{7E857C09-DE58-4AD7-8ED7-D464F15BE74A}" type="presOf" srcId="{8BFBDCF5-5907-42CD-A174-33BEF20C4F6E}" destId="{E8FB7239-1AE3-496C-971A-8703D1E2BD8A}" srcOrd="1" destOrd="0" presId="urn:microsoft.com/office/officeart/2005/8/layout/process1"/>
    <dgm:cxn modelId="{0ACD630F-CAC6-4790-8D82-85E97BD93B23}" type="presOf" srcId="{6300F33D-AE15-417F-8922-C2991075A116}" destId="{052C7B0B-AC64-435F-9087-F76A8F81AD70}" srcOrd="1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4DBD8F2B-7ACE-4907-BDD6-4A02C06CB435}" type="presOf" srcId="{5A7B8353-D55C-40BC-AFA9-4101E69F0AAC}" destId="{99AE6907-DE4A-4A2A-9F71-3AA51CC83CB9}" srcOrd="1" destOrd="0" presId="urn:microsoft.com/office/officeart/2005/8/layout/process1"/>
    <dgm:cxn modelId="{109D562D-3DF5-43CF-A634-99F20971A1B8}" type="presOf" srcId="{E1F61983-0454-4FC9-932B-9B4462B7A266}" destId="{E92B4EFD-C544-41C7-9D79-34EBAB47E99F}" srcOrd="0" destOrd="0" presId="urn:microsoft.com/office/officeart/2005/8/layout/process1"/>
    <dgm:cxn modelId="{2E278F42-9BD0-4680-A37E-49ABB6AE0A07}" type="presOf" srcId="{5A7B8353-D55C-40BC-AFA9-4101E69F0AAC}" destId="{44BA6F07-9809-453E-B5B3-AB636F82DB9E}" srcOrd="0" destOrd="0" presId="urn:microsoft.com/office/officeart/2005/8/layout/process1"/>
    <dgm:cxn modelId="{9A983363-00F3-4262-80F1-2630108EE46C}" type="presOf" srcId="{676B2E30-39F0-4B19-80A5-947E41665008}" destId="{C1D3A877-193E-433E-996E-DE3797C7F529}" srcOrd="0" destOrd="0" presId="urn:microsoft.com/office/officeart/2005/8/layout/process1"/>
    <dgm:cxn modelId="{90F54046-2939-430E-8DEF-0D96C3B9DE8A}" type="presOf" srcId="{FDBF41EA-DF9A-4A44-9AAC-097517E2463F}" destId="{2DC0BE8A-A50D-459F-8803-8F629D24FD59}" srcOrd="0" destOrd="0" presId="urn:microsoft.com/office/officeart/2005/8/layout/process1"/>
    <dgm:cxn modelId="{6564B254-EEAB-4484-8621-E93F00FC0CC2}" type="presOf" srcId="{6300F33D-AE15-417F-8922-C2991075A116}" destId="{98B97CCD-AFF1-49BB-8170-C62165E0F732}" srcOrd="0" destOrd="0" presId="urn:microsoft.com/office/officeart/2005/8/layout/process1"/>
    <dgm:cxn modelId="{555C8181-422E-4293-A5B2-29CF411103B9}" srcId="{A5E483C9-A3BD-4F9A-8F9F-CDFA80B74485}" destId="{0CD145DC-1283-47D9-9842-9F28D9292403}" srcOrd="2" destOrd="0" parTransId="{0D9B67D3-2181-406C-92D3-DC1D56CD0CD8}" sibTransId="{8BFBDCF5-5907-42CD-A174-33BEF20C4F6E}"/>
    <dgm:cxn modelId="{9DDBA689-5408-405B-9FFC-3286E311F790}" type="presOf" srcId="{0CD145DC-1283-47D9-9842-9F28D9292403}" destId="{A7280906-DE55-492D-B5CB-040475BA6CF7}" srcOrd="0" destOrd="0" presId="urn:microsoft.com/office/officeart/2005/8/layout/process1"/>
    <dgm:cxn modelId="{909D089F-3C79-4686-9CCB-A91A5F35BC48}" srcId="{A5E483C9-A3BD-4F9A-8F9F-CDFA80B74485}" destId="{E1F61983-0454-4FC9-932B-9B4462B7A266}" srcOrd="3" destOrd="0" parTransId="{CC71B2BB-E325-42E8-83DA-D9FC59C001FA}" sibTransId="{F179292C-4DC9-4B4E-A652-273B7F7A1803}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CA726ACA-B780-4C6D-A58F-6124E95627DB}" type="presOf" srcId="{8BFBDCF5-5907-42CD-A174-33BEF20C4F6E}" destId="{0B22A032-D8BA-41D9-8980-1ED515E23209}" srcOrd="0" destOrd="0" presId="urn:microsoft.com/office/officeart/2005/8/layout/process1"/>
    <dgm:cxn modelId="{30FA69D2-2C7E-4201-8F45-B3E8010A9D98}" type="presOf" srcId="{A5E483C9-A3BD-4F9A-8F9F-CDFA80B74485}" destId="{B450C243-F3FF-4B55-BCF1-0CE4D57F4091}" srcOrd="0" destOrd="0" presId="urn:microsoft.com/office/officeart/2005/8/layout/process1"/>
    <dgm:cxn modelId="{AA81F891-FAE8-474B-86E2-4E46C1DC7CF8}" type="presParOf" srcId="{B450C243-F3FF-4B55-BCF1-0CE4D57F4091}" destId="{2DC0BE8A-A50D-459F-8803-8F629D24FD59}" srcOrd="0" destOrd="0" presId="urn:microsoft.com/office/officeart/2005/8/layout/process1"/>
    <dgm:cxn modelId="{01869D88-E712-4EDE-A00D-AE30C425F88E}" type="presParOf" srcId="{B450C243-F3FF-4B55-BCF1-0CE4D57F4091}" destId="{44BA6F07-9809-453E-B5B3-AB636F82DB9E}" srcOrd="1" destOrd="0" presId="urn:microsoft.com/office/officeart/2005/8/layout/process1"/>
    <dgm:cxn modelId="{F2C424E0-8D33-40C5-ABD0-995E6641DC3C}" type="presParOf" srcId="{44BA6F07-9809-453E-B5B3-AB636F82DB9E}" destId="{99AE6907-DE4A-4A2A-9F71-3AA51CC83CB9}" srcOrd="0" destOrd="0" presId="urn:microsoft.com/office/officeart/2005/8/layout/process1"/>
    <dgm:cxn modelId="{CD0BF278-98EA-41FF-BA34-EFEAD3E85048}" type="presParOf" srcId="{B450C243-F3FF-4B55-BCF1-0CE4D57F4091}" destId="{C1D3A877-193E-433E-996E-DE3797C7F529}" srcOrd="2" destOrd="0" presId="urn:microsoft.com/office/officeart/2005/8/layout/process1"/>
    <dgm:cxn modelId="{E713D23F-38EE-4FFF-9356-9BE9F7FE3A44}" type="presParOf" srcId="{B450C243-F3FF-4B55-BCF1-0CE4D57F4091}" destId="{98B97CCD-AFF1-49BB-8170-C62165E0F732}" srcOrd="3" destOrd="0" presId="urn:microsoft.com/office/officeart/2005/8/layout/process1"/>
    <dgm:cxn modelId="{1183B89C-5E4B-421A-9301-8C9E95F7ACB6}" type="presParOf" srcId="{98B97CCD-AFF1-49BB-8170-C62165E0F732}" destId="{052C7B0B-AC64-435F-9087-F76A8F81AD70}" srcOrd="0" destOrd="0" presId="urn:microsoft.com/office/officeart/2005/8/layout/process1"/>
    <dgm:cxn modelId="{F8D6AD8B-BA7C-48B3-9380-19C16A986666}" type="presParOf" srcId="{B450C243-F3FF-4B55-BCF1-0CE4D57F4091}" destId="{A7280906-DE55-492D-B5CB-040475BA6CF7}" srcOrd="4" destOrd="0" presId="urn:microsoft.com/office/officeart/2005/8/layout/process1"/>
    <dgm:cxn modelId="{7D47BBB2-FB2E-480B-932B-17072B0809A5}" type="presParOf" srcId="{B450C243-F3FF-4B55-BCF1-0CE4D57F4091}" destId="{0B22A032-D8BA-41D9-8980-1ED515E23209}" srcOrd="5" destOrd="0" presId="urn:microsoft.com/office/officeart/2005/8/layout/process1"/>
    <dgm:cxn modelId="{4318052A-4918-40F6-93C9-06021771ED79}" type="presParOf" srcId="{0B22A032-D8BA-41D9-8980-1ED515E23209}" destId="{E8FB7239-1AE3-496C-971A-8703D1E2BD8A}" srcOrd="0" destOrd="0" presId="urn:microsoft.com/office/officeart/2005/8/layout/process1"/>
    <dgm:cxn modelId="{446C51AD-71DF-48FA-9D49-769B0E6CB118}" type="presParOf" srcId="{B450C243-F3FF-4B55-BCF1-0CE4D57F4091}" destId="{E92B4EFD-C544-41C7-9D79-34EBAB47E99F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>
        <a:blipFill>
          <a:blip xmlns:r="http://schemas.openxmlformats.org/officeDocument/2006/relationships" r:embed="rId1"/>
          <a:stretch>
            <a:fillRect t="-22785" r="-3198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>
        <a:blipFill>
          <a:blip xmlns:r="http://schemas.openxmlformats.org/officeDocument/2006/relationships" r:embed="rId2"/>
          <a:stretch>
            <a:fillRect t="-22785" r="-3198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1E89FA1A-C145-48CD-BA51-89FF0DDF2400}" type="presOf" srcId="{6300F33D-AE15-417F-8922-C2991075A116}" destId="{98B97CCD-AFF1-49BB-8170-C62165E0F732}" srcOrd="0" destOrd="0" presId="urn:microsoft.com/office/officeart/2005/8/layout/process1"/>
    <dgm:cxn modelId="{576DC01C-D820-4249-A267-50C302F353A3}" type="presOf" srcId="{38CEDB57-7D29-4D21-8203-7F6E44EA777E}" destId="{08B094E6-470A-458C-BDCC-A0626256CFD5}" srcOrd="1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01A26931-0BE5-4FC3-9B82-BDE28DA0058E}" type="presOf" srcId="{A5E483C9-A3BD-4F9A-8F9F-CDFA80B74485}" destId="{B450C243-F3FF-4B55-BCF1-0CE4D57F4091}" srcOrd="0" destOrd="0" presId="urn:microsoft.com/office/officeart/2005/8/layout/process1"/>
    <dgm:cxn modelId="{F5306F34-961C-445A-BC88-C87262151025}" type="presOf" srcId="{6300F33D-AE15-417F-8922-C2991075A116}" destId="{052C7B0B-AC64-435F-9087-F76A8F81AD70}" srcOrd="1" destOrd="0" presId="urn:microsoft.com/office/officeart/2005/8/layout/process1"/>
    <dgm:cxn modelId="{4DB0F649-C118-4F21-A160-EDEDEC0AA943}" type="presOf" srcId="{5A7B8353-D55C-40BC-AFA9-4101E69F0AAC}" destId="{44BA6F07-9809-453E-B5B3-AB636F82DB9E}" srcOrd="0" destOrd="0" presId="urn:microsoft.com/office/officeart/2005/8/layout/process1"/>
    <dgm:cxn modelId="{80E84C72-3DC7-44BA-BFA3-C3829AC20B6D}" type="presOf" srcId="{3A2CE8DF-123E-43D2-99F9-012836600209}" destId="{75494D80-AAE1-44AB-A5A1-D4E336C9A241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E2CA257E-3D29-419F-B8A0-029EC39EA5B4}" type="presOf" srcId="{46ADFC18-063A-4AD0-9AA3-8719DD99B43D}" destId="{FF7AE4D5-99CD-430E-997C-4D9624DA75B6}" srcOrd="0" destOrd="0" presId="urn:microsoft.com/office/officeart/2005/8/layout/process1"/>
    <dgm:cxn modelId="{B0AE2A8A-7DFB-4C94-A7E9-944C326A20F6}" type="presOf" srcId="{FDBF41EA-DF9A-4A44-9AAC-097517E2463F}" destId="{2DC0BE8A-A50D-459F-8803-8F629D24FD59}" srcOrd="0" destOrd="0" presId="urn:microsoft.com/office/officeart/2005/8/layout/process1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673F78B7-F6A3-4ABB-AAE0-297C41FA7E41}" type="presOf" srcId="{676B2E30-39F0-4B19-80A5-947E41665008}" destId="{C1D3A877-193E-433E-996E-DE3797C7F529}" srcOrd="0" destOrd="0" presId="urn:microsoft.com/office/officeart/2005/8/layout/process1"/>
    <dgm:cxn modelId="{2AE0CDD7-5F21-4815-9DB4-A0E74B97D603}" type="presOf" srcId="{5A7B8353-D55C-40BC-AFA9-4101E69F0AAC}" destId="{99AE6907-DE4A-4A2A-9F71-3AA51CC83CB9}" srcOrd="1" destOrd="0" presId="urn:microsoft.com/office/officeart/2005/8/layout/process1"/>
    <dgm:cxn modelId="{B5AB8BDA-67EF-42B0-9E78-2BA5154258D6}" type="presOf" srcId="{38CEDB57-7D29-4D21-8203-7F6E44EA777E}" destId="{2C8919B2-9A29-4B7C-B580-1CADFBED59E0}" srcOrd="0" destOrd="0" presId="urn:microsoft.com/office/officeart/2005/8/layout/process1"/>
    <dgm:cxn modelId="{8B6D9124-8F69-4C67-AA75-4EA00B1F7243}" type="presParOf" srcId="{B450C243-F3FF-4B55-BCF1-0CE4D57F4091}" destId="{2DC0BE8A-A50D-459F-8803-8F629D24FD59}" srcOrd="0" destOrd="0" presId="urn:microsoft.com/office/officeart/2005/8/layout/process1"/>
    <dgm:cxn modelId="{EF9632B2-550E-4412-A820-D08FD747763E}" type="presParOf" srcId="{B450C243-F3FF-4B55-BCF1-0CE4D57F4091}" destId="{44BA6F07-9809-453E-B5B3-AB636F82DB9E}" srcOrd="1" destOrd="0" presId="urn:microsoft.com/office/officeart/2005/8/layout/process1"/>
    <dgm:cxn modelId="{2F0B1649-DAA2-4AD6-B37E-85CA3F893033}" type="presParOf" srcId="{44BA6F07-9809-453E-B5B3-AB636F82DB9E}" destId="{99AE6907-DE4A-4A2A-9F71-3AA51CC83CB9}" srcOrd="0" destOrd="0" presId="urn:microsoft.com/office/officeart/2005/8/layout/process1"/>
    <dgm:cxn modelId="{23304A1A-645C-4A16-9E4A-6AA7219A5F6F}" type="presParOf" srcId="{B450C243-F3FF-4B55-BCF1-0CE4D57F4091}" destId="{C1D3A877-193E-433E-996E-DE3797C7F529}" srcOrd="2" destOrd="0" presId="urn:microsoft.com/office/officeart/2005/8/layout/process1"/>
    <dgm:cxn modelId="{6D20BAC0-3F3C-4804-8CC1-99FC64DC9808}" type="presParOf" srcId="{B450C243-F3FF-4B55-BCF1-0CE4D57F4091}" destId="{98B97CCD-AFF1-49BB-8170-C62165E0F732}" srcOrd="3" destOrd="0" presId="urn:microsoft.com/office/officeart/2005/8/layout/process1"/>
    <dgm:cxn modelId="{499637AE-FFA7-488E-B454-1BD00517ACF8}" type="presParOf" srcId="{98B97CCD-AFF1-49BB-8170-C62165E0F732}" destId="{052C7B0B-AC64-435F-9087-F76A8F81AD70}" srcOrd="0" destOrd="0" presId="urn:microsoft.com/office/officeart/2005/8/layout/process1"/>
    <dgm:cxn modelId="{BD64C3C7-94B2-48BF-B262-CF792125481A}" type="presParOf" srcId="{B450C243-F3FF-4B55-BCF1-0CE4D57F4091}" destId="{75494D80-AAE1-44AB-A5A1-D4E336C9A241}" srcOrd="4" destOrd="0" presId="urn:microsoft.com/office/officeart/2005/8/layout/process1"/>
    <dgm:cxn modelId="{1805CD61-B49D-4841-B4FE-45B39B32A769}" type="presParOf" srcId="{B450C243-F3FF-4B55-BCF1-0CE4D57F4091}" destId="{2C8919B2-9A29-4B7C-B580-1CADFBED59E0}" srcOrd="5" destOrd="0" presId="urn:microsoft.com/office/officeart/2005/8/layout/process1"/>
    <dgm:cxn modelId="{46C27F73-3657-425B-B57A-D258064A2432}" type="presParOf" srcId="{2C8919B2-9A29-4B7C-B580-1CADFBED59E0}" destId="{08B094E6-470A-458C-BDCC-A0626256CFD5}" srcOrd="0" destOrd="0" presId="urn:microsoft.com/office/officeart/2005/8/layout/process1"/>
    <dgm:cxn modelId="{91EF9CA9-5932-49BE-93C9-6A294A774B42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3200" b="1" dirty="0"/>
            <a:t>Right side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3600" b="1" dirty="0"/>
            <a:t>Digit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C8CED37E-D14F-4880-B094-EFCBFA28CB25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2366C90F-41C7-49AA-B064-5A0AB67CE6BB}" type="parTrans" cxnId="{3F4A40B1-9B18-47E0-9F07-BFCE6B1E0597}">
      <dgm:prSet/>
      <dgm:spPr/>
      <dgm:t>
        <a:bodyPr/>
        <a:lstStyle/>
        <a:p>
          <a:endParaRPr lang="en-US"/>
        </a:p>
      </dgm:t>
    </dgm:pt>
    <dgm:pt modelId="{FEA0385C-27F8-464F-86F4-568ABD9BA729}" type="sibTrans" cxnId="{3F4A40B1-9B18-47E0-9F07-BFCE6B1E0597}">
      <dgm:prSet/>
      <dgm:spPr/>
      <dgm:t>
        <a:bodyPr/>
        <a:lstStyle/>
        <a:p>
          <a:endParaRPr lang="en-US"/>
        </a:p>
      </dgm:t>
    </dgm:pt>
    <dgm:pt modelId="{33385865-D258-48D4-A05B-4C65F87C734E}">
      <dgm:prSet phldrT="[Text]" custT="1"/>
      <dgm:spPr/>
      <dgm:t>
        <a:bodyPr/>
        <a:lstStyle/>
        <a:p>
          <a:r>
            <a:rPr lang="en-US" sz="3200" b="1" dirty="0"/>
            <a:t>1</a:t>
          </a:r>
        </a:p>
      </dgm:t>
    </dgm:pt>
    <dgm:pt modelId="{D5D044AF-E005-4ABE-9974-E651A55AB295}" type="parTrans" cxnId="{D2A43EFD-7F9C-4758-A2D9-1E8E729C4A97}">
      <dgm:prSet/>
      <dgm:spPr/>
      <dgm:t>
        <a:bodyPr/>
        <a:lstStyle/>
        <a:p>
          <a:endParaRPr lang="en-US"/>
        </a:p>
      </dgm:t>
    </dgm:pt>
    <dgm:pt modelId="{A0E2F769-FC1C-4F8C-B80E-DA2A58C7301E}" type="sibTrans" cxnId="{D2A43EFD-7F9C-4758-A2D9-1E8E729C4A97}">
      <dgm:prSet/>
      <dgm:spPr/>
      <dgm:t>
        <a:bodyPr/>
        <a:lstStyle/>
        <a:p>
          <a:endParaRPr lang="en-US"/>
        </a:p>
      </dgm:t>
    </dgm:pt>
    <dgm:pt modelId="{DE23C221-F0DF-4FAE-8647-91CBB5507291}">
      <dgm:prSet phldrT="[Text]" custT="1"/>
      <dgm:spPr/>
      <dgm:t>
        <a:bodyPr/>
        <a:lstStyle/>
        <a:p>
          <a:r>
            <a:rPr lang="en-US" sz="3200" b="1" dirty="0"/>
            <a:t>Shift</a:t>
          </a:r>
        </a:p>
      </dgm:t>
    </dgm:pt>
    <dgm:pt modelId="{F1EF1D79-8266-43D5-BDFB-A7FD1DA64CCC}" type="parTrans" cxnId="{FF24AA82-4A00-416F-B124-07824E6A16EE}">
      <dgm:prSet/>
      <dgm:spPr/>
      <dgm:t>
        <a:bodyPr/>
        <a:lstStyle/>
        <a:p>
          <a:endParaRPr lang="en-US"/>
        </a:p>
      </dgm:t>
    </dgm:pt>
    <dgm:pt modelId="{CFB6FB48-DC8F-4833-A578-34F6263A30CC}" type="sibTrans" cxnId="{FF24AA82-4A00-416F-B124-07824E6A16E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98490075-3CCB-4E08-A331-236FAED0D33C}" type="pres">
      <dgm:prSet presAssocID="{DE23C221-F0DF-4FAE-8647-91CBB5507291}" presName="node" presStyleLbl="node1" presStyleIdx="0" presStyleCnt="5">
        <dgm:presLayoutVars>
          <dgm:bulletEnabled val="1"/>
        </dgm:presLayoutVars>
      </dgm:prSet>
      <dgm:spPr/>
    </dgm:pt>
    <dgm:pt modelId="{CC967DED-7155-44D0-B814-E69C027BFE20}" type="pres">
      <dgm:prSet presAssocID="{CFB6FB48-DC8F-4833-A578-34F6263A30CC}" presName="sibTrans" presStyleLbl="sibTrans2D1" presStyleIdx="0" presStyleCnt="4"/>
      <dgm:spPr/>
    </dgm:pt>
    <dgm:pt modelId="{C1A0399B-06CD-45D5-BFCD-F4A67805D2CF}" type="pres">
      <dgm:prSet presAssocID="{CFB6FB48-DC8F-4833-A578-34F6263A30CC}" presName="connectorText" presStyleLbl="sibTrans2D1" presStyleIdx="0" presStyleCnt="4"/>
      <dgm:spPr/>
    </dgm:pt>
    <dgm:pt modelId="{2117E75B-D0D7-4BA1-98AC-725EA941D7C5}" type="pres">
      <dgm:prSet presAssocID="{33385865-D258-48D4-A05B-4C65F87C734E}" presName="node" presStyleLbl="node1" presStyleIdx="1" presStyleCnt="5">
        <dgm:presLayoutVars>
          <dgm:bulletEnabled val="1"/>
        </dgm:presLayoutVars>
      </dgm:prSet>
      <dgm:spPr/>
    </dgm:pt>
    <dgm:pt modelId="{D66E8FE2-6FFD-4E71-8809-FA2BEDBE9684}" type="pres">
      <dgm:prSet presAssocID="{A0E2F769-FC1C-4F8C-B80E-DA2A58C7301E}" presName="sibTrans" presStyleLbl="sibTrans2D1" presStyleIdx="1" presStyleCnt="4"/>
      <dgm:spPr/>
    </dgm:pt>
    <dgm:pt modelId="{52021A09-90D1-426E-9ECC-9DC864A9F868}" type="pres">
      <dgm:prSet presAssocID="{A0E2F769-FC1C-4F8C-B80E-DA2A58C7301E}" presName="connectorText" presStyleLbl="sibTrans2D1" presStyleIdx="1" presStyleCnt="4"/>
      <dgm:spPr/>
    </dgm:pt>
    <dgm:pt modelId="{2DC0BE8A-A50D-459F-8803-8F629D24FD59}" type="pres">
      <dgm:prSet presAssocID="{FDBF41EA-DF9A-4A44-9AAC-097517E2463F}" presName="node" presStyleLbl="node1" presStyleIdx="2" presStyleCnt="5" custScaleX="101686" custLinFactNeighborX="-3097" custLinFactNeighborY="-1263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2" presStyleCnt="4"/>
      <dgm:spPr/>
    </dgm:pt>
    <dgm:pt modelId="{99AE6907-DE4A-4A2A-9F71-3AA51CC83CB9}" type="pres">
      <dgm:prSet presAssocID="{5A7B8353-D55C-40BC-AFA9-4101E69F0AAC}" presName="connectorText" presStyleLbl="sibTrans2D1" presStyleIdx="2" presStyleCnt="4"/>
      <dgm:spPr/>
    </dgm:pt>
    <dgm:pt modelId="{A7280906-DE55-492D-B5CB-040475BA6CF7}" type="pres">
      <dgm:prSet presAssocID="{0CD145DC-1283-47D9-9842-9F28D9292403}" presName="node" presStyleLbl="node1" presStyleIdx="3" presStyleCnt="5" custScaleX="102901">
        <dgm:presLayoutVars>
          <dgm:bulletEnabled val="1"/>
        </dgm:presLayoutVars>
      </dgm:prSet>
      <dgm:spPr/>
    </dgm:pt>
    <dgm:pt modelId="{F89185C1-F6BD-43BF-9339-92DE8E29064E}" type="pres">
      <dgm:prSet presAssocID="{8BFBDCF5-5907-42CD-A174-33BEF20C4F6E}" presName="sibTrans" presStyleLbl="sibTrans2D1" presStyleIdx="3" presStyleCnt="4"/>
      <dgm:spPr/>
    </dgm:pt>
    <dgm:pt modelId="{28EE11B7-BF04-45AE-8CF5-BAE716BD5281}" type="pres">
      <dgm:prSet presAssocID="{8BFBDCF5-5907-42CD-A174-33BEF20C4F6E}" presName="connectorText" presStyleLbl="sibTrans2D1" presStyleIdx="3" presStyleCnt="4"/>
      <dgm:spPr/>
    </dgm:pt>
    <dgm:pt modelId="{12B9467C-0CAF-489E-ADDA-9ABF5B2734E4}" type="pres">
      <dgm:prSet presAssocID="{C8CED37E-D14F-4880-B094-EFCBFA28CB25}" presName="node" presStyleLbl="node1" presStyleIdx="4" presStyleCnt="5">
        <dgm:presLayoutVars>
          <dgm:bulletEnabled val="1"/>
        </dgm:presLayoutVars>
      </dgm:prSet>
      <dgm:spPr/>
    </dgm:pt>
  </dgm:ptLst>
  <dgm:cxnLst>
    <dgm:cxn modelId="{B2F7CC24-F13B-49F0-9844-33C638E4FE4A}" type="presOf" srcId="{CFB6FB48-DC8F-4833-A578-34F6263A30CC}" destId="{C1A0399B-06CD-45D5-BFCD-F4A67805D2CF}" srcOrd="1" destOrd="0" presId="urn:microsoft.com/office/officeart/2005/8/layout/process1"/>
    <dgm:cxn modelId="{3BD47C37-C059-4E14-8907-083732141CDD}" type="presOf" srcId="{8BFBDCF5-5907-42CD-A174-33BEF20C4F6E}" destId="{F89185C1-F6BD-43BF-9339-92DE8E29064E}" srcOrd="0" destOrd="0" presId="urn:microsoft.com/office/officeart/2005/8/layout/process1"/>
    <dgm:cxn modelId="{40CF846A-47D8-4B94-9B2D-10F0B86601D1}" type="presOf" srcId="{DE23C221-F0DF-4FAE-8647-91CBB5507291}" destId="{98490075-3CCB-4E08-A331-236FAED0D33C}" srcOrd="0" destOrd="0" presId="urn:microsoft.com/office/officeart/2005/8/layout/process1"/>
    <dgm:cxn modelId="{8AE07251-A9DF-4B91-A751-18CC4E40FDAD}" type="presOf" srcId="{A0E2F769-FC1C-4F8C-B80E-DA2A58C7301E}" destId="{52021A09-90D1-426E-9ECC-9DC864A9F868}" srcOrd="1" destOrd="0" presId="urn:microsoft.com/office/officeart/2005/8/layout/process1"/>
    <dgm:cxn modelId="{5DD24178-6F51-463A-B646-0C84887DAC6C}" type="presOf" srcId="{5A7B8353-D55C-40BC-AFA9-4101E69F0AAC}" destId="{44BA6F07-9809-453E-B5B3-AB636F82DB9E}" srcOrd="0" destOrd="0" presId="urn:microsoft.com/office/officeart/2005/8/layout/process1"/>
    <dgm:cxn modelId="{555C8181-422E-4293-A5B2-29CF411103B9}" srcId="{A5E483C9-A3BD-4F9A-8F9F-CDFA80B74485}" destId="{0CD145DC-1283-47D9-9842-9F28D9292403}" srcOrd="3" destOrd="0" parTransId="{0D9B67D3-2181-406C-92D3-DC1D56CD0CD8}" sibTransId="{8BFBDCF5-5907-42CD-A174-33BEF20C4F6E}"/>
    <dgm:cxn modelId="{5F692882-36E8-4B61-BEB7-269EED3FE5E5}" type="presOf" srcId="{FDBF41EA-DF9A-4A44-9AAC-097517E2463F}" destId="{2DC0BE8A-A50D-459F-8803-8F629D24FD59}" srcOrd="0" destOrd="0" presId="urn:microsoft.com/office/officeart/2005/8/layout/process1"/>
    <dgm:cxn modelId="{FF24AA82-4A00-416F-B124-07824E6A16EE}" srcId="{A5E483C9-A3BD-4F9A-8F9F-CDFA80B74485}" destId="{DE23C221-F0DF-4FAE-8647-91CBB5507291}" srcOrd="0" destOrd="0" parTransId="{F1EF1D79-8266-43D5-BDFB-A7FD1DA64CCC}" sibTransId="{CFB6FB48-DC8F-4833-A578-34F6263A30CC}"/>
    <dgm:cxn modelId="{BC9B51A1-ACA8-4CBD-87E5-C9213C385E27}" srcId="{A5E483C9-A3BD-4F9A-8F9F-CDFA80B74485}" destId="{FDBF41EA-DF9A-4A44-9AAC-097517E2463F}" srcOrd="2" destOrd="0" parTransId="{CF759CB2-C87D-4427-A4B2-5AD3E63BC3B6}" sibTransId="{5A7B8353-D55C-40BC-AFA9-4101E69F0AAC}"/>
    <dgm:cxn modelId="{68F453A3-2554-4E02-9406-44B57B4FFDA1}" type="presOf" srcId="{C8CED37E-D14F-4880-B094-EFCBFA28CB25}" destId="{12B9467C-0CAF-489E-ADDA-9ABF5B2734E4}" srcOrd="0" destOrd="0" presId="urn:microsoft.com/office/officeart/2005/8/layout/process1"/>
    <dgm:cxn modelId="{3F4A40B1-9B18-47E0-9F07-BFCE6B1E0597}" srcId="{A5E483C9-A3BD-4F9A-8F9F-CDFA80B74485}" destId="{C8CED37E-D14F-4880-B094-EFCBFA28CB25}" srcOrd="4" destOrd="0" parTransId="{2366C90F-41C7-49AA-B064-5A0AB67CE6BB}" sibTransId="{FEA0385C-27F8-464F-86F4-568ABD9BA729}"/>
    <dgm:cxn modelId="{D47D55B4-30BA-4C8B-AD0A-7D3BF34208CE}" type="presOf" srcId="{0CD145DC-1283-47D9-9842-9F28D9292403}" destId="{A7280906-DE55-492D-B5CB-040475BA6CF7}" srcOrd="0" destOrd="0" presId="urn:microsoft.com/office/officeart/2005/8/layout/process1"/>
    <dgm:cxn modelId="{F1B349C6-41E7-4A01-B416-E1C77B5F3CC5}" type="presOf" srcId="{A0E2F769-FC1C-4F8C-B80E-DA2A58C7301E}" destId="{D66E8FE2-6FFD-4E71-8809-FA2BEDBE9684}" srcOrd="0" destOrd="0" presId="urn:microsoft.com/office/officeart/2005/8/layout/process1"/>
    <dgm:cxn modelId="{1266D0E1-CBD6-40C0-A194-924DF1FA630D}" type="presOf" srcId="{CFB6FB48-DC8F-4833-A578-34F6263A30CC}" destId="{CC967DED-7155-44D0-B814-E69C027BFE20}" srcOrd="0" destOrd="0" presId="urn:microsoft.com/office/officeart/2005/8/layout/process1"/>
    <dgm:cxn modelId="{79E592E4-11AE-4397-962C-A4ECE053E341}" type="presOf" srcId="{33385865-D258-48D4-A05B-4C65F87C734E}" destId="{2117E75B-D0D7-4BA1-98AC-725EA941D7C5}" srcOrd="0" destOrd="0" presId="urn:microsoft.com/office/officeart/2005/8/layout/process1"/>
    <dgm:cxn modelId="{5F6D87F1-6F5F-4E3E-8244-978AA6637AEE}" type="presOf" srcId="{A5E483C9-A3BD-4F9A-8F9F-CDFA80B74485}" destId="{B450C243-F3FF-4B55-BCF1-0CE4D57F4091}" srcOrd="0" destOrd="0" presId="urn:microsoft.com/office/officeart/2005/8/layout/process1"/>
    <dgm:cxn modelId="{FB0A32FC-A70B-4C03-B795-FB8D293CB88F}" type="presOf" srcId="{8BFBDCF5-5907-42CD-A174-33BEF20C4F6E}" destId="{28EE11B7-BF04-45AE-8CF5-BAE716BD5281}" srcOrd="1" destOrd="0" presId="urn:microsoft.com/office/officeart/2005/8/layout/process1"/>
    <dgm:cxn modelId="{D2A43EFD-7F9C-4758-A2D9-1E8E729C4A97}" srcId="{A5E483C9-A3BD-4F9A-8F9F-CDFA80B74485}" destId="{33385865-D258-48D4-A05B-4C65F87C734E}" srcOrd="1" destOrd="0" parTransId="{D5D044AF-E005-4ABE-9974-E651A55AB295}" sibTransId="{A0E2F769-FC1C-4F8C-B80E-DA2A58C7301E}"/>
    <dgm:cxn modelId="{11EB7EFF-D1CB-4936-B63F-CD6877D02E41}" type="presOf" srcId="{5A7B8353-D55C-40BC-AFA9-4101E69F0AAC}" destId="{99AE6907-DE4A-4A2A-9F71-3AA51CC83CB9}" srcOrd="1" destOrd="0" presId="urn:microsoft.com/office/officeart/2005/8/layout/process1"/>
    <dgm:cxn modelId="{BF8211A2-3D5F-418C-BE96-877EB892D61D}" type="presParOf" srcId="{B450C243-F3FF-4B55-BCF1-0CE4D57F4091}" destId="{98490075-3CCB-4E08-A331-236FAED0D33C}" srcOrd="0" destOrd="0" presId="urn:microsoft.com/office/officeart/2005/8/layout/process1"/>
    <dgm:cxn modelId="{45B56134-7891-4923-B169-27A556FB66CD}" type="presParOf" srcId="{B450C243-F3FF-4B55-BCF1-0CE4D57F4091}" destId="{CC967DED-7155-44D0-B814-E69C027BFE20}" srcOrd="1" destOrd="0" presId="urn:microsoft.com/office/officeart/2005/8/layout/process1"/>
    <dgm:cxn modelId="{2FC2CB50-AF06-49B5-9653-01C9FF64C386}" type="presParOf" srcId="{CC967DED-7155-44D0-B814-E69C027BFE20}" destId="{C1A0399B-06CD-45D5-BFCD-F4A67805D2CF}" srcOrd="0" destOrd="0" presId="urn:microsoft.com/office/officeart/2005/8/layout/process1"/>
    <dgm:cxn modelId="{CD140C03-1B06-4D4A-93D6-C442827DE647}" type="presParOf" srcId="{B450C243-F3FF-4B55-BCF1-0CE4D57F4091}" destId="{2117E75B-D0D7-4BA1-98AC-725EA941D7C5}" srcOrd="2" destOrd="0" presId="urn:microsoft.com/office/officeart/2005/8/layout/process1"/>
    <dgm:cxn modelId="{EC66B282-8A1F-4AAF-92E2-F72FBA7470E6}" type="presParOf" srcId="{B450C243-F3FF-4B55-BCF1-0CE4D57F4091}" destId="{D66E8FE2-6FFD-4E71-8809-FA2BEDBE9684}" srcOrd="3" destOrd="0" presId="urn:microsoft.com/office/officeart/2005/8/layout/process1"/>
    <dgm:cxn modelId="{993A3952-A83E-4143-B98B-19BA19FFD8AD}" type="presParOf" srcId="{D66E8FE2-6FFD-4E71-8809-FA2BEDBE9684}" destId="{52021A09-90D1-426E-9ECC-9DC864A9F868}" srcOrd="0" destOrd="0" presId="urn:microsoft.com/office/officeart/2005/8/layout/process1"/>
    <dgm:cxn modelId="{84CCE124-949A-4C01-B69F-762A67E45CA3}" type="presParOf" srcId="{B450C243-F3FF-4B55-BCF1-0CE4D57F4091}" destId="{2DC0BE8A-A50D-459F-8803-8F629D24FD59}" srcOrd="4" destOrd="0" presId="urn:microsoft.com/office/officeart/2005/8/layout/process1"/>
    <dgm:cxn modelId="{1ECB594D-FA06-4E52-B6C6-C5952188EB8F}" type="presParOf" srcId="{B450C243-F3FF-4B55-BCF1-0CE4D57F4091}" destId="{44BA6F07-9809-453E-B5B3-AB636F82DB9E}" srcOrd="5" destOrd="0" presId="urn:microsoft.com/office/officeart/2005/8/layout/process1"/>
    <dgm:cxn modelId="{C4EBF763-175C-4A6F-8C0C-B9323EBD6947}" type="presParOf" srcId="{44BA6F07-9809-453E-B5B3-AB636F82DB9E}" destId="{99AE6907-DE4A-4A2A-9F71-3AA51CC83CB9}" srcOrd="0" destOrd="0" presId="urn:microsoft.com/office/officeart/2005/8/layout/process1"/>
    <dgm:cxn modelId="{1922DD35-CE8B-44CF-865F-7F2655F86AAC}" type="presParOf" srcId="{B450C243-F3FF-4B55-BCF1-0CE4D57F4091}" destId="{A7280906-DE55-492D-B5CB-040475BA6CF7}" srcOrd="6" destOrd="0" presId="urn:microsoft.com/office/officeart/2005/8/layout/process1"/>
    <dgm:cxn modelId="{2E46F6F4-1C71-4972-9C5D-FE5D3EDE7C2B}" type="presParOf" srcId="{B450C243-F3FF-4B55-BCF1-0CE4D57F4091}" destId="{F89185C1-F6BD-43BF-9339-92DE8E29064E}" srcOrd="7" destOrd="0" presId="urn:microsoft.com/office/officeart/2005/8/layout/process1"/>
    <dgm:cxn modelId="{D3905AFB-05E5-475E-B8DF-1963C12F2A54}" type="presParOf" srcId="{F89185C1-F6BD-43BF-9339-92DE8E29064E}" destId="{28EE11B7-BF04-45AE-8CF5-BAE716BD5281}" srcOrd="0" destOrd="0" presId="urn:microsoft.com/office/officeart/2005/8/layout/process1"/>
    <dgm:cxn modelId="{0FCBACEC-AFE9-4DA2-9FC6-18710EBFE76A}" type="presParOf" srcId="{B450C243-F3FF-4B55-BCF1-0CE4D57F4091}" destId="{12B9467C-0CAF-489E-ADDA-9ABF5B2734E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>
        <a:blipFill>
          <a:blip xmlns:r="http://schemas.openxmlformats.org/officeDocument/2006/relationships" r:embed="rId1"/>
          <a:stretch>
            <a:fillRect t="-10692" b="-18239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>
        <a:blipFill>
          <a:blip xmlns:r="http://schemas.openxmlformats.org/officeDocument/2006/relationships" r:embed="rId2"/>
          <a:stretch>
            <a:fillRect t="-10692" b="-18239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BF6D171E-15CD-4A71-8145-F33B58AD4CAF}" type="presOf" srcId="{3A2CE8DF-123E-43D2-99F9-012836600209}" destId="{75494D80-AAE1-44AB-A5A1-D4E336C9A241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29F88037-5066-4890-A299-F33D18256E20}" type="presOf" srcId="{FDBF41EA-DF9A-4A44-9AAC-097517E2463F}" destId="{2DC0BE8A-A50D-459F-8803-8F629D24FD59}" srcOrd="0" destOrd="0" presId="urn:microsoft.com/office/officeart/2005/8/layout/process1"/>
    <dgm:cxn modelId="{A0A18442-D58F-4D9D-BAD0-263A4F4E30FA}" type="presOf" srcId="{38CEDB57-7D29-4D21-8203-7F6E44EA777E}" destId="{2C8919B2-9A29-4B7C-B580-1CADFBED59E0}" srcOrd="0" destOrd="0" presId="urn:microsoft.com/office/officeart/2005/8/layout/process1"/>
    <dgm:cxn modelId="{31D1A048-43CD-4611-AB0B-A97B3DDF5963}" type="presOf" srcId="{6300F33D-AE15-417F-8922-C2991075A116}" destId="{052C7B0B-AC64-435F-9087-F76A8F81AD70}" srcOrd="1" destOrd="0" presId="urn:microsoft.com/office/officeart/2005/8/layout/process1"/>
    <dgm:cxn modelId="{E151F178-4F99-4091-A325-EB187D4CEB04}" type="presOf" srcId="{6300F33D-AE15-417F-8922-C2991075A116}" destId="{98B97CCD-AFF1-49BB-8170-C62165E0F732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FEF3B697-02FF-4D54-9851-3F83175F08B0}" type="presOf" srcId="{A5E483C9-A3BD-4F9A-8F9F-CDFA80B74485}" destId="{B450C243-F3FF-4B55-BCF1-0CE4D57F4091}" srcOrd="0" destOrd="0" presId="urn:microsoft.com/office/officeart/2005/8/layout/process1"/>
    <dgm:cxn modelId="{B3C3B69D-C2FA-4FA7-94F8-6E9403BE0481}" type="presOf" srcId="{46ADFC18-063A-4AD0-9AA3-8719DD99B43D}" destId="{FF7AE4D5-99CD-430E-997C-4D9624DA75B6}" srcOrd="0" destOrd="0" presId="urn:microsoft.com/office/officeart/2005/8/layout/process1"/>
    <dgm:cxn modelId="{6C1A9CA0-E023-4E1F-A5CE-4A269459FF95}" type="presOf" srcId="{38CEDB57-7D29-4D21-8203-7F6E44EA777E}" destId="{08B094E6-470A-458C-BDCC-A0626256CFD5}" srcOrd="1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34CA2BB5-B461-40CA-B4A5-95D7FD0215D6}" type="presOf" srcId="{5A7B8353-D55C-40BC-AFA9-4101E69F0AAC}" destId="{44BA6F07-9809-453E-B5B3-AB636F82DB9E}" srcOrd="0" destOrd="0" presId="urn:microsoft.com/office/officeart/2005/8/layout/process1"/>
    <dgm:cxn modelId="{AC249FD5-3765-4987-B675-AF39E562D081}" type="presOf" srcId="{5A7B8353-D55C-40BC-AFA9-4101E69F0AAC}" destId="{99AE6907-DE4A-4A2A-9F71-3AA51CC83CB9}" srcOrd="1" destOrd="0" presId="urn:microsoft.com/office/officeart/2005/8/layout/process1"/>
    <dgm:cxn modelId="{2FE862DC-A93E-43F8-B609-7DA1AD2A1CC5}" type="presOf" srcId="{676B2E30-39F0-4B19-80A5-947E41665008}" destId="{C1D3A877-193E-433E-996E-DE3797C7F529}" srcOrd="0" destOrd="0" presId="urn:microsoft.com/office/officeart/2005/8/layout/process1"/>
    <dgm:cxn modelId="{BC73BB8F-6AE8-4555-8D95-D3F618E356E6}" type="presParOf" srcId="{B450C243-F3FF-4B55-BCF1-0CE4D57F4091}" destId="{2DC0BE8A-A50D-459F-8803-8F629D24FD59}" srcOrd="0" destOrd="0" presId="urn:microsoft.com/office/officeart/2005/8/layout/process1"/>
    <dgm:cxn modelId="{0F79583D-AF76-4BDF-AFCA-53D34D9CDDA6}" type="presParOf" srcId="{B450C243-F3FF-4B55-BCF1-0CE4D57F4091}" destId="{44BA6F07-9809-453E-B5B3-AB636F82DB9E}" srcOrd="1" destOrd="0" presId="urn:microsoft.com/office/officeart/2005/8/layout/process1"/>
    <dgm:cxn modelId="{83F973BD-A9E8-4299-AB01-6C1E2FE41789}" type="presParOf" srcId="{44BA6F07-9809-453E-B5B3-AB636F82DB9E}" destId="{99AE6907-DE4A-4A2A-9F71-3AA51CC83CB9}" srcOrd="0" destOrd="0" presId="urn:microsoft.com/office/officeart/2005/8/layout/process1"/>
    <dgm:cxn modelId="{0AA4E7B0-D1D1-4C62-B7F0-B0B20F249B0B}" type="presParOf" srcId="{B450C243-F3FF-4B55-BCF1-0CE4D57F4091}" destId="{C1D3A877-193E-433E-996E-DE3797C7F529}" srcOrd="2" destOrd="0" presId="urn:microsoft.com/office/officeart/2005/8/layout/process1"/>
    <dgm:cxn modelId="{2A5561DE-DD08-42FE-987C-B56E83DD318C}" type="presParOf" srcId="{B450C243-F3FF-4B55-BCF1-0CE4D57F4091}" destId="{98B97CCD-AFF1-49BB-8170-C62165E0F732}" srcOrd="3" destOrd="0" presId="urn:microsoft.com/office/officeart/2005/8/layout/process1"/>
    <dgm:cxn modelId="{5224E575-E471-414E-A9EB-B8E576F897BC}" type="presParOf" srcId="{98B97CCD-AFF1-49BB-8170-C62165E0F732}" destId="{052C7B0B-AC64-435F-9087-F76A8F81AD70}" srcOrd="0" destOrd="0" presId="urn:microsoft.com/office/officeart/2005/8/layout/process1"/>
    <dgm:cxn modelId="{06E3FADE-30CC-4368-B931-C6CE4E3BD2F0}" type="presParOf" srcId="{B450C243-F3FF-4B55-BCF1-0CE4D57F4091}" destId="{75494D80-AAE1-44AB-A5A1-D4E336C9A241}" srcOrd="4" destOrd="0" presId="urn:microsoft.com/office/officeart/2005/8/layout/process1"/>
    <dgm:cxn modelId="{AF4A3D4E-28DD-4F67-9A94-31C6DF1FCCAD}" type="presParOf" srcId="{B450C243-F3FF-4B55-BCF1-0CE4D57F4091}" destId="{2C8919B2-9A29-4B7C-B580-1CADFBED59E0}" srcOrd="5" destOrd="0" presId="urn:microsoft.com/office/officeart/2005/8/layout/process1"/>
    <dgm:cxn modelId="{2F46B516-7BE9-4820-BD86-8088D0113C37}" type="presParOf" srcId="{2C8919B2-9A29-4B7C-B580-1CADFBED59E0}" destId="{08B094E6-470A-458C-BDCC-A0626256CFD5}" srcOrd="0" destOrd="0" presId="urn:microsoft.com/office/officeart/2005/8/layout/process1"/>
    <dgm:cxn modelId="{3B398869-E078-4189-BD90-091EB82CF3B3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2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2800" b="1" dirty="0"/>
            <a:t>Right side            2 times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ADD9AF81-5340-4F51-9579-017EF83961C6}">
      <dgm:prSet phldrT="[Text]" custT="1"/>
      <dgm:spPr/>
      <dgm:t>
        <a:bodyPr/>
        <a:lstStyle/>
        <a:p>
          <a:r>
            <a:rPr lang="en-US" sz="3600" b="1" dirty="0"/>
            <a:t>3</a:t>
          </a:r>
        </a:p>
      </dgm:t>
    </dgm:pt>
    <dgm:pt modelId="{D935D5DC-95CE-41C7-86D4-33A1934F86E3}" type="parTrans" cxnId="{45A12939-DB9B-4994-8B18-229ADF51BDC4}">
      <dgm:prSet/>
      <dgm:spPr/>
      <dgm:t>
        <a:bodyPr/>
        <a:lstStyle/>
        <a:p>
          <a:endParaRPr lang="en-US"/>
        </a:p>
      </dgm:t>
    </dgm:pt>
    <dgm:pt modelId="{5AC2B8B8-2C18-478E-A64D-5C509EFFA201}" type="sibTrans" cxnId="{45A12939-DB9B-4994-8B18-229ADF51BDC4}">
      <dgm:prSet/>
      <dgm:spPr/>
      <dgm:t>
        <a:bodyPr/>
        <a:lstStyle/>
        <a:p>
          <a:endParaRPr lang="en-US"/>
        </a:p>
      </dgm:t>
    </dgm:pt>
    <dgm:pt modelId="{4B2D9E61-B018-400A-84AD-524F43C217F1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63D4C690-8281-4674-B114-B6D85853D193}" type="parTrans" cxnId="{E8C0D4DF-2F85-4D3A-9BC9-597B3685054B}">
      <dgm:prSet/>
      <dgm:spPr/>
      <dgm:t>
        <a:bodyPr/>
        <a:lstStyle/>
        <a:p>
          <a:endParaRPr lang="en-US"/>
        </a:p>
      </dgm:t>
    </dgm:pt>
    <dgm:pt modelId="{EC99A658-5470-4A7D-BC4F-D35E465F7AE4}" type="sibTrans" cxnId="{E8C0D4DF-2F85-4D3A-9BC9-597B3685054B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5" custScaleX="102339" custLinFactNeighborX="-3097" custLinFactNeighborY="-1263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4"/>
      <dgm:spPr/>
    </dgm:pt>
    <dgm:pt modelId="{99AE6907-DE4A-4A2A-9F71-3AA51CC83CB9}" type="pres">
      <dgm:prSet presAssocID="{5A7B8353-D55C-40BC-AFA9-4101E69F0AAC}" presName="connectorText" presStyleLbl="sibTrans2D1" presStyleIdx="0" presStyleCnt="4"/>
      <dgm:spPr/>
    </dgm:pt>
    <dgm:pt modelId="{C1D3A877-193E-433E-996E-DE3797C7F529}" type="pres">
      <dgm:prSet presAssocID="{676B2E30-39F0-4B19-80A5-947E41665008}" presName="node" presStyleLbl="node1" presStyleIdx="1" presStyleCnt="5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4"/>
      <dgm:spPr/>
    </dgm:pt>
    <dgm:pt modelId="{052C7B0B-AC64-435F-9087-F76A8F81AD70}" type="pres">
      <dgm:prSet presAssocID="{6300F33D-AE15-417F-8922-C2991075A116}" presName="connectorText" presStyleLbl="sibTrans2D1" presStyleIdx="1" presStyleCnt="4"/>
      <dgm:spPr/>
    </dgm:pt>
    <dgm:pt modelId="{A7280906-DE55-492D-B5CB-040475BA6CF7}" type="pres">
      <dgm:prSet presAssocID="{0CD145DC-1283-47D9-9842-9F28D9292403}" presName="node" presStyleLbl="node1" presStyleIdx="2" presStyleCnt="5">
        <dgm:presLayoutVars>
          <dgm:bulletEnabled val="1"/>
        </dgm:presLayoutVars>
      </dgm:prSet>
      <dgm:spPr/>
    </dgm:pt>
    <dgm:pt modelId="{EE278DE9-2FD7-4E9F-964F-D06A7AEA7EF1}" type="pres">
      <dgm:prSet presAssocID="{8BFBDCF5-5907-42CD-A174-33BEF20C4F6E}" presName="sibTrans" presStyleLbl="sibTrans2D1" presStyleIdx="2" presStyleCnt="4"/>
      <dgm:spPr/>
    </dgm:pt>
    <dgm:pt modelId="{4B42DA26-4F80-420A-9BB9-911FAC2E068F}" type="pres">
      <dgm:prSet presAssocID="{8BFBDCF5-5907-42CD-A174-33BEF20C4F6E}" presName="connectorText" presStyleLbl="sibTrans2D1" presStyleIdx="2" presStyleCnt="4"/>
      <dgm:spPr/>
    </dgm:pt>
    <dgm:pt modelId="{F2D91B32-5FAB-464F-AFF0-3061A61BCF77}" type="pres">
      <dgm:prSet presAssocID="{ADD9AF81-5340-4F51-9579-017EF83961C6}" presName="node" presStyleLbl="node1" presStyleIdx="3" presStyleCnt="5">
        <dgm:presLayoutVars>
          <dgm:bulletEnabled val="1"/>
        </dgm:presLayoutVars>
      </dgm:prSet>
      <dgm:spPr/>
    </dgm:pt>
    <dgm:pt modelId="{F529AC4C-6940-442E-AD90-CB16FE443101}" type="pres">
      <dgm:prSet presAssocID="{5AC2B8B8-2C18-478E-A64D-5C509EFFA201}" presName="sibTrans" presStyleLbl="sibTrans2D1" presStyleIdx="3" presStyleCnt="4"/>
      <dgm:spPr/>
    </dgm:pt>
    <dgm:pt modelId="{740C2FFA-0A0F-48F8-94C3-3CE7E23A619A}" type="pres">
      <dgm:prSet presAssocID="{5AC2B8B8-2C18-478E-A64D-5C509EFFA201}" presName="connectorText" presStyleLbl="sibTrans2D1" presStyleIdx="3" presStyleCnt="4"/>
      <dgm:spPr/>
    </dgm:pt>
    <dgm:pt modelId="{5627E902-CF83-4687-B9C6-4920488473F8}" type="pres">
      <dgm:prSet presAssocID="{4B2D9E61-B018-400A-84AD-524F43C217F1}" presName="node" presStyleLbl="node1" presStyleIdx="4" presStyleCnt="5">
        <dgm:presLayoutVars>
          <dgm:bulletEnabled val="1"/>
        </dgm:presLayoutVars>
      </dgm:prSet>
      <dgm:spPr/>
    </dgm:pt>
  </dgm:ptLst>
  <dgm:cxnLst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86206531-9CAC-4B60-A90B-2890084902F2}" type="presOf" srcId="{8BFBDCF5-5907-42CD-A174-33BEF20C4F6E}" destId="{4B42DA26-4F80-420A-9BB9-911FAC2E068F}" srcOrd="1" destOrd="0" presId="urn:microsoft.com/office/officeart/2005/8/layout/process1"/>
    <dgm:cxn modelId="{45A12939-DB9B-4994-8B18-229ADF51BDC4}" srcId="{A5E483C9-A3BD-4F9A-8F9F-CDFA80B74485}" destId="{ADD9AF81-5340-4F51-9579-017EF83961C6}" srcOrd="3" destOrd="0" parTransId="{D935D5DC-95CE-41C7-86D4-33A1934F86E3}" sibTransId="{5AC2B8B8-2C18-478E-A64D-5C509EFFA201}"/>
    <dgm:cxn modelId="{2EEB713A-FF98-483B-975A-C34A68B49328}" type="presOf" srcId="{4B2D9E61-B018-400A-84AD-524F43C217F1}" destId="{5627E902-CF83-4687-B9C6-4920488473F8}" srcOrd="0" destOrd="0" presId="urn:microsoft.com/office/officeart/2005/8/layout/process1"/>
    <dgm:cxn modelId="{4D5D523D-BC45-4B90-8179-71B0DA45E51E}" type="presOf" srcId="{A5E483C9-A3BD-4F9A-8F9F-CDFA80B74485}" destId="{B450C243-F3FF-4B55-BCF1-0CE4D57F4091}" srcOrd="0" destOrd="0" presId="urn:microsoft.com/office/officeart/2005/8/layout/process1"/>
    <dgm:cxn modelId="{530ACB60-D5FF-434E-839E-30196DC60F57}" type="presOf" srcId="{5AC2B8B8-2C18-478E-A64D-5C509EFFA201}" destId="{F529AC4C-6940-442E-AD90-CB16FE443101}" srcOrd="0" destOrd="0" presId="urn:microsoft.com/office/officeart/2005/8/layout/process1"/>
    <dgm:cxn modelId="{E410F059-00AC-4B9E-8F77-7D31A5A7E043}" type="presOf" srcId="{0CD145DC-1283-47D9-9842-9F28D9292403}" destId="{A7280906-DE55-492D-B5CB-040475BA6CF7}" srcOrd="0" destOrd="0" presId="urn:microsoft.com/office/officeart/2005/8/layout/process1"/>
    <dgm:cxn modelId="{8C786D81-09A9-4197-B49E-D1DE8C9DAFC5}" type="presOf" srcId="{676B2E30-39F0-4B19-80A5-947E41665008}" destId="{C1D3A877-193E-433E-996E-DE3797C7F529}" srcOrd="0" destOrd="0" presId="urn:microsoft.com/office/officeart/2005/8/layout/process1"/>
    <dgm:cxn modelId="{555C8181-422E-4293-A5B2-29CF411103B9}" srcId="{A5E483C9-A3BD-4F9A-8F9F-CDFA80B74485}" destId="{0CD145DC-1283-47D9-9842-9F28D9292403}" srcOrd="2" destOrd="0" parTransId="{0D9B67D3-2181-406C-92D3-DC1D56CD0CD8}" sibTransId="{8BFBDCF5-5907-42CD-A174-33BEF20C4F6E}"/>
    <dgm:cxn modelId="{6F8AFB89-8AD0-4134-ADEF-45E8EE274A39}" type="presOf" srcId="{5AC2B8B8-2C18-478E-A64D-5C509EFFA201}" destId="{740C2FFA-0A0F-48F8-94C3-3CE7E23A619A}" srcOrd="1" destOrd="0" presId="urn:microsoft.com/office/officeart/2005/8/layout/process1"/>
    <dgm:cxn modelId="{52A7718A-CE8F-4F3D-8533-3BBA7B358914}" type="presOf" srcId="{8BFBDCF5-5907-42CD-A174-33BEF20C4F6E}" destId="{EE278DE9-2FD7-4E9F-964F-D06A7AEA7EF1}" srcOrd="0" destOrd="0" presId="urn:microsoft.com/office/officeart/2005/8/layout/process1"/>
    <dgm:cxn modelId="{140C788D-0A68-457F-9223-92D8583F7BA6}" type="presOf" srcId="{FDBF41EA-DF9A-4A44-9AAC-097517E2463F}" destId="{2DC0BE8A-A50D-459F-8803-8F629D24FD59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FAEBA3A9-65E4-4E56-BD44-0FDF4BB53CA3}" type="presOf" srcId="{5A7B8353-D55C-40BC-AFA9-4101E69F0AAC}" destId="{44BA6F07-9809-453E-B5B3-AB636F82DB9E}" srcOrd="0" destOrd="0" presId="urn:microsoft.com/office/officeart/2005/8/layout/process1"/>
    <dgm:cxn modelId="{DC8671C1-C772-4903-B932-442053DC490D}" type="presOf" srcId="{6300F33D-AE15-417F-8922-C2991075A116}" destId="{98B97CCD-AFF1-49BB-8170-C62165E0F732}" srcOrd="0" destOrd="0" presId="urn:microsoft.com/office/officeart/2005/8/layout/process1"/>
    <dgm:cxn modelId="{E07EF5CD-C1B4-46C5-A8B4-76F586868717}" type="presOf" srcId="{5A7B8353-D55C-40BC-AFA9-4101E69F0AAC}" destId="{99AE6907-DE4A-4A2A-9F71-3AA51CC83CB9}" srcOrd="1" destOrd="0" presId="urn:microsoft.com/office/officeart/2005/8/layout/process1"/>
    <dgm:cxn modelId="{64A8ADDB-7F55-4967-A773-992D3924EDF2}" type="presOf" srcId="{6300F33D-AE15-417F-8922-C2991075A116}" destId="{052C7B0B-AC64-435F-9087-F76A8F81AD70}" srcOrd="1" destOrd="0" presId="urn:microsoft.com/office/officeart/2005/8/layout/process1"/>
    <dgm:cxn modelId="{E8C0D4DF-2F85-4D3A-9BC9-597B3685054B}" srcId="{A5E483C9-A3BD-4F9A-8F9F-CDFA80B74485}" destId="{4B2D9E61-B018-400A-84AD-524F43C217F1}" srcOrd="4" destOrd="0" parTransId="{63D4C690-8281-4674-B114-B6D85853D193}" sibTransId="{EC99A658-5470-4A7D-BC4F-D35E465F7AE4}"/>
    <dgm:cxn modelId="{EE05C6E0-8C10-49EC-B59C-DA1A500CDE1B}" type="presOf" srcId="{ADD9AF81-5340-4F51-9579-017EF83961C6}" destId="{F2D91B32-5FAB-464F-AFF0-3061A61BCF77}" srcOrd="0" destOrd="0" presId="urn:microsoft.com/office/officeart/2005/8/layout/process1"/>
    <dgm:cxn modelId="{86D45AD4-B630-4F46-94BE-CE5D6DC874A4}" type="presParOf" srcId="{B450C243-F3FF-4B55-BCF1-0CE4D57F4091}" destId="{2DC0BE8A-A50D-459F-8803-8F629D24FD59}" srcOrd="0" destOrd="0" presId="urn:microsoft.com/office/officeart/2005/8/layout/process1"/>
    <dgm:cxn modelId="{C6ABF581-2D38-4A43-8D9E-7BC07462FFFC}" type="presParOf" srcId="{B450C243-F3FF-4B55-BCF1-0CE4D57F4091}" destId="{44BA6F07-9809-453E-B5B3-AB636F82DB9E}" srcOrd="1" destOrd="0" presId="urn:microsoft.com/office/officeart/2005/8/layout/process1"/>
    <dgm:cxn modelId="{6B887840-8F69-4700-9E95-647BCA460A23}" type="presParOf" srcId="{44BA6F07-9809-453E-B5B3-AB636F82DB9E}" destId="{99AE6907-DE4A-4A2A-9F71-3AA51CC83CB9}" srcOrd="0" destOrd="0" presId="urn:microsoft.com/office/officeart/2005/8/layout/process1"/>
    <dgm:cxn modelId="{267BA1CF-6D80-4647-9520-C47ACB3FB141}" type="presParOf" srcId="{B450C243-F3FF-4B55-BCF1-0CE4D57F4091}" destId="{C1D3A877-193E-433E-996E-DE3797C7F529}" srcOrd="2" destOrd="0" presId="urn:microsoft.com/office/officeart/2005/8/layout/process1"/>
    <dgm:cxn modelId="{B37EEC39-F296-4781-96EB-0729E759EE36}" type="presParOf" srcId="{B450C243-F3FF-4B55-BCF1-0CE4D57F4091}" destId="{98B97CCD-AFF1-49BB-8170-C62165E0F732}" srcOrd="3" destOrd="0" presId="urn:microsoft.com/office/officeart/2005/8/layout/process1"/>
    <dgm:cxn modelId="{F9F38611-0B80-4B29-B055-BC2B25D35625}" type="presParOf" srcId="{98B97CCD-AFF1-49BB-8170-C62165E0F732}" destId="{052C7B0B-AC64-435F-9087-F76A8F81AD70}" srcOrd="0" destOrd="0" presId="urn:microsoft.com/office/officeart/2005/8/layout/process1"/>
    <dgm:cxn modelId="{41EEAB84-9E0C-4A13-92AA-C1DA124202CC}" type="presParOf" srcId="{B450C243-F3FF-4B55-BCF1-0CE4D57F4091}" destId="{A7280906-DE55-492D-B5CB-040475BA6CF7}" srcOrd="4" destOrd="0" presId="urn:microsoft.com/office/officeart/2005/8/layout/process1"/>
    <dgm:cxn modelId="{C242412D-5E99-497A-BBF3-21AC216094D7}" type="presParOf" srcId="{B450C243-F3FF-4B55-BCF1-0CE4D57F4091}" destId="{EE278DE9-2FD7-4E9F-964F-D06A7AEA7EF1}" srcOrd="5" destOrd="0" presId="urn:microsoft.com/office/officeart/2005/8/layout/process1"/>
    <dgm:cxn modelId="{C9670570-B103-4B8C-9A7D-6F4AE93A4CD9}" type="presParOf" srcId="{EE278DE9-2FD7-4E9F-964F-D06A7AEA7EF1}" destId="{4B42DA26-4F80-420A-9BB9-911FAC2E068F}" srcOrd="0" destOrd="0" presId="urn:microsoft.com/office/officeart/2005/8/layout/process1"/>
    <dgm:cxn modelId="{3C8CEB5B-2BD7-49C5-B93A-72143BE2F851}" type="presParOf" srcId="{B450C243-F3FF-4B55-BCF1-0CE4D57F4091}" destId="{F2D91B32-5FAB-464F-AFF0-3061A61BCF77}" srcOrd="6" destOrd="0" presId="urn:microsoft.com/office/officeart/2005/8/layout/process1"/>
    <dgm:cxn modelId="{C0225908-8703-4D4F-9275-F236606009D7}" type="presParOf" srcId="{B450C243-F3FF-4B55-BCF1-0CE4D57F4091}" destId="{F529AC4C-6940-442E-AD90-CB16FE443101}" srcOrd="7" destOrd="0" presId="urn:microsoft.com/office/officeart/2005/8/layout/process1"/>
    <dgm:cxn modelId="{19562486-AEDE-43BD-8F74-67F76E82FAE8}" type="presParOf" srcId="{F529AC4C-6940-442E-AD90-CB16FE443101}" destId="{740C2FFA-0A0F-48F8-94C3-3CE7E23A619A}" srcOrd="0" destOrd="0" presId="urn:microsoft.com/office/officeart/2005/8/layout/process1"/>
    <dgm:cxn modelId="{2376B4D1-8B3D-4471-9E67-504941F20D4F}" type="presParOf" srcId="{B450C243-F3FF-4B55-BCF1-0CE4D57F4091}" destId="{5627E902-CF83-4687-B9C6-4920488473F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97D9ACD-0388-4779-BC97-66DFE131DEAC}" type="doc">
      <dgm:prSet loTypeId="urn:microsoft.com/office/officeart/2005/8/layout/matrix1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7C5F8FA-9FB2-4523-86E5-1504EA61073A}">
      <dgm:prSet phldrT="[Text]"/>
      <dgm:spPr/>
      <dgm:t>
        <a:bodyPr/>
        <a:lstStyle/>
        <a:p>
          <a:r>
            <a:rPr lang="en-US" dirty="0">
              <a:solidFill>
                <a:srgbClr val="002060"/>
              </a:solidFill>
            </a:rPr>
            <a:t>Types of Regression</a:t>
          </a:r>
        </a:p>
      </dgm:t>
    </dgm:pt>
    <dgm:pt modelId="{3085BA91-88A4-4646-AB58-511C43C4013E}" type="parTrans" cxnId="{357012B7-1607-429E-A352-C73E50218EAA}">
      <dgm:prSet/>
      <dgm:spPr/>
      <dgm:t>
        <a:bodyPr/>
        <a:lstStyle/>
        <a:p>
          <a:endParaRPr lang="en-US"/>
        </a:p>
      </dgm:t>
    </dgm:pt>
    <dgm:pt modelId="{F45C802A-31AB-4A46-8C81-028271EEF26E}" type="sibTrans" cxnId="{357012B7-1607-429E-A352-C73E50218EAA}">
      <dgm:prSet/>
      <dgm:spPr/>
      <dgm:t>
        <a:bodyPr/>
        <a:lstStyle/>
        <a:p>
          <a:endParaRPr lang="en-US"/>
        </a:p>
      </dgm:t>
    </dgm:pt>
    <dgm:pt modelId="{F5604BF3-6D2D-4293-A335-33B11BA6EE63}">
      <dgm:prSet phldrT="[Text]" custT="1"/>
      <dgm:spPr/>
      <dgm:t>
        <a:bodyPr/>
        <a:lstStyle/>
        <a:p>
          <a:r>
            <a:rPr lang="en-US" sz="4000" b="1" dirty="0"/>
            <a:t>Simple</a:t>
          </a:r>
        </a:p>
        <a:p>
          <a:r>
            <a:rPr lang="en-US" sz="4000" b="1" dirty="0"/>
            <a:t>Regression</a:t>
          </a:r>
        </a:p>
      </dgm:t>
    </dgm:pt>
    <dgm:pt modelId="{A7F4C86F-93DC-4FC2-B5BB-B7BF44FEE74F}" type="parTrans" cxnId="{4CC31D84-1BF1-446C-BC0D-07E2A8908A8D}">
      <dgm:prSet/>
      <dgm:spPr/>
      <dgm:t>
        <a:bodyPr/>
        <a:lstStyle/>
        <a:p>
          <a:endParaRPr lang="en-US"/>
        </a:p>
      </dgm:t>
    </dgm:pt>
    <dgm:pt modelId="{F87C5D3D-83CD-4130-84BE-9476A6842CD1}" type="sibTrans" cxnId="{4CC31D84-1BF1-446C-BC0D-07E2A8908A8D}">
      <dgm:prSet/>
      <dgm:spPr/>
      <dgm:t>
        <a:bodyPr/>
        <a:lstStyle/>
        <a:p>
          <a:endParaRPr lang="en-US"/>
        </a:p>
      </dgm:t>
    </dgm:pt>
    <dgm:pt modelId="{7153397F-C690-4913-8082-75FA4E53433F}">
      <dgm:prSet phldrT="[Text]" custT="1"/>
      <dgm:spPr/>
      <dgm:t>
        <a:bodyPr/>
        <a:lstStyle/>
        <a:p>
          <a:r>
            <a:rPr lang="en-US" sz="4000" b="1" dirty="0"/>
            <a:t>Multiple</a:t>
          </a:r>
        </a:p>
        <a:p>
          <a:r>
            <a:rPr lang="en-US" sz="4000" b="1" dirty="0"/>
            <a:t>Regression</a:t>
          </a:r>
        </a:p>
      </dgm:t>
    </dgm:pt>
    <dgm:pt modelId="{A07F1A5D-E2DB-4BB0-B0FF-081D095EDFC8}" type="parTrans" cxnId="{9953E587-935D-4052-B27E-6678DBF37617}">
      <dgm:prSet/>
      <dgm:spPr/>
      <dgm:t>
        <a:bodyPr/>
        <a:lstStyle/>
        <a:p>
          <a:endParaRPr lang="en-US"/>
        </a:p>
      </dgm:t>
    </dgm:pt>
    <dgm:pt modelId="{8B032657-2F9B-443C-8D52-1719B1865CE5}" type="sibTrans" cxnId="{9953E587-935D-4052-B27E-6678DBF37617}">
      <dgm:prSet/>
      <dgm:spPr/>
      <dgm:t>
        <a:bodyPr/>
        <a:lstStyle/>
        <a:p>
          <a:endParaRPr lang="en-US"/>
        </a:p>
      </dgm:t>
    </dgm:pt>
    <dgm:pt modelId="{A111E78A-188D-4066-B41E-7AFBD1921AAE}">
      <dgm:prSet phldrT="[Text]" custT="1"/>
      <dgm:spPr/>
      <dgm:t>
        <a:bodyPr/>
        <a:lstStyle/>
        <a:p>
          <a:r>
            <a:rPr lang="en-US" sz="4000" b="1" dirty="0"/>
            <a:t>Linear</a:t>
          </a:r>
        </a:p>
        <a:p>
          <a:r>
            <a:rPr lang="en-US" sz="4000" b="1" dirty="0"/>
            <a:t>Regression</a:t>
          </a:r>
        </a:p>
      </dgm:t>
    </dgm:pt>
    <dgm:pt modelId="{BA2D0DE9-D064-4287-9416-9633D64CEEBD}" type="parTrans" cxnId="{A840260E-4DC2-401B-B34B-B8036AEAE40A}">
      <dgm:prSet/>
      <dgm:spPr/>
      <dgm:t>
        <a:bodyPr/>
        <a:lstStyle/>
        <a:p>
          <a:endParaRPr lang="en-US"/>
        </a:p>
      </dgm:t>
    </dgm:pt>
    <dgm:pt modelId="{CF84A5A4-B857-4609-88EF-EA941BC18791}" type="sibTrans" cxnId="{A840260E-4DC2-401B-B34B-B8036AEAE40A}">
      <dgm:prSet/>
      <dgm:spPr/>
      <dgm:t>
        <a:bodyPr/>
        <a:lstStyle/>
        <a:p>
          <a:endParaRPr lang="en-US"/>
        </a:p>
      </dgm:t>
    </dgm:pt>
    <dgm:pt modelId="{0A4FBFA6-A5C1-4E55-9DE5-60B02C308E69}">
      <dgm:prSet phldrT="[Text]" custT="1"/>
      <dgm:spPr/>
      <dgm:t>
        <a:bodyPr/>
        <a:lstStyle/>
        <a:p>
          <a:r>
            <a:rPr lang="en-US" sz="4000" b="1" dirty="0"/>
            <a:t>Nonlinear </a:t>
          </a:r>
        </a:p>
        <a:p>
          <a:r>
            <a:rPr lang="en-US" sz="4000" b="1" dirty="0"/>
            <a:t>Regression</a:t>
          </a:r>
        </a:p>
      </dgm:t>
    </dgm:pt>
    <dgm:pt modelId="{2A8FD7B8-AB92-4E4E-9EF0-B8B20199D074}" type="parTrans" cxnId="{C78E9358-13D6-499C-8B8F-F5CD7EF90F36}">
      <dgm:prSet/>
      <dgm:spPr/>
      <dgm:t>
        <a:bodyPr/>
        <a:lstStyle/>
        <a:p>
          <a:endParaRPr lang="en-US"/>
        </a:p>
      </dgm:t>
    </dgm:pt>
    <dgm:pt modelId="{AEBE468D-DE37-428B-91EB-02125466D965}" type="sibTrans" cxnId="{C78E9358-13D6-499C-8B8F-F5CD7EF90F36}">
      <dgm:prSet/>
      <dgm:spPr/>
      <dgm:t>
        <a:bodyPr/>
        <a:lstStyle/>
        <a:p>
          <a:endParaRPr lang="en-US"/>
        </a:p>
      </dgm:t>
    </dgm:pt>
    <dgm:pt modelId="{6EAF3E92-B2FE-4DB5-83AD-348F186C1529}" type="pres">
      <dgm:prSet presAssocID="{B97D9ACD-0388-4779-BC97-66DFE131DEAC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6645247-1DC4-4A1D-8BF4-20FFA4429C61}" type="pres">
      <dgm:prSet presAssocID="{B97D9ACD-0388-4779-BC97-66DFE131DEAC}" presName="matrix" presStyleCnt="0"/>
      <dgm:spPr/>
    </dgm:pt>
    <dgm:pt modelId="{519CA935-CE76-4A66-AF37-5C242712231E}" type="pres">
      <dgm:prSet presAssocID="{B97D9ACD-0388-4779-BC97-66DFE131DEAC}" presName="tile1" presStyleLbl="node1" presStyleIdx="0" presStyleCnt="4"/>
      <dgm:spPr/>
    </dgm:pt>
    <dgm:pt modelId="{41D02199-EAA1-4341-B773-1730D7934E73}" type="pres">
      <dgm:prSet presAssocID="{B97D9ACD-0388-4779-BC97-66DFE131DEAC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BA80FDA-357D-4628-B28C-52B661E0995A}" type="pres">
      <dgm:prSet presAssocID="{B97D9ACD-0388-4779-BC97-66DFE131DEAC}" presName="tile2" presStyleLbl="node1" presStyleIdx="1" presStyleCnt="4"/>
      <dgm:spPr/>
    </dgm:pt>
    <dgm:pt modelId="{296AE907-E010-4FE7-9C03-39B4E44600D7}" type="pres">
      <dgm:prSet presAssocID="{B97D9ACD-0388-4779-BC97-66DFE131DEAC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CA5AEA3-27E8-4182-B68A-D33BC036ED01}" type="pres">
      <dgm:prSet presAssocID="{B97D9ACD-0388-4779-BC97-66DFE131DEAC}" presName="tile3" presStyleLbl="node1" presStyleIdx="2" presStyleCnt="4"/>
      <dgm:spPr/>
    </dgm:pt>
    <dgm:pt modelId="{559A1BF5-B048-4032-A4A3-177FD54C2241}" type="pres">
      <dgm:prSet presAssocID="{B97D9ACD-0388-4779-BC97-66DFE131DEAC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DEB3F9F-FADC-4A4D-9DD5-F897C6AF6370}" type="pres">
      <dgm:prSet presAssocID="{B97D9ACD-0388-4779-BC97-66DFE131DEAC}" presName="tile4" presStyleLbl="node1" presStyleIdx="3" presStyleCnt="4"/>
      <dgm:spPr/>
    </dgm:pt>
    <dgm:pt modelId="{AE0A86D2-0290-43EE-9849-A1730A158839}" type="pres">
      <dgm:prSet presAssocID="{B97D9ACD-0388-4779-BC97-66DFE131DEAC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0BC15D81-A538-484D-945C-D714018D5448}" type="pres">
      <dgm:prSet presAssocID="{B97D9ACD-0388-4779-BC97-66DFE131DEAC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E6A96B08-02F1-4051-A68F-10C2B37E3F26}" type="presOf" srcId="{0A4FBFA6-A5C1-4E55-9DE5-60B02C308E69}" destId="{FDEB3F9F-FADC-4A4D-9DD5-F897C6AF6370}" srcOrd="0" destOrd="0" presId="urn:microsoft.com/office/officeart/2005/8/layout/matrix1"/>
    <dgm:cxn modelId="{A840260E-4DC2-401B-B34B-B8036AEAE40A}" srcId="{E7C5F8FA-9FB2-4523-86E5-1504EA61073A}" destId="{A111E78A-188D-4066-B41E-7AFBD1921AAE}" srcOrd="2" destOrd="0" parTransId="{BA2D0DE9-D064-4287-9416-9633D64CEEBD}" sibTransId="{CF84A5A4-B857-4609-88EF-EA941BC18791}"/>
    <dgm:cxn modelId="{80821139-BFB1-47E6-B4AD-83FE184AB2CB}" type="presOf" srcId="{A111E78A-188D-4066-B41E-7AFBD1921AAE}" destId="{559A1BF5-B048-4032-A4A3-177FD54C2241}" srcOrd="1" destOrd="0" presId="urn:microsoft.com/office/officeart/2005/8/layout/matrix1"/>
    <dgm:cxn modelId="{FA595A3C-9858-49B9-9BD6-7C83F0B7D2F6}" type="presOf" srcId="{0A4FBFA6-A5C1-4E55-9DE5-60B02C308E69}" destId="{AE0A86D2-0290-43EE-9849-A1730A158839}" srcOrd="1" destOrd="0" presId="urn:microsoft.com/office/officeart/2005/8/layout/matrix1"/>
    <dgm:cxn modelId="{E6536B62-7457-4A55-8916-E7E1CD2F4C47}" type="presOf" srcId="{F5604BF3-6D2D-4293-A335-33B11BA6EE63}" destId="{41D02199-EAA1-4341-B773-1730D7934E73}" srcOrd="1" destOrd="0" presId="urn:microsoft.com/office/officeart/2005/8/layout/matrix1"/>
    <dgm:cxn modelId="{F8B36B6D-19FB-4C11-A976-73BF1324D0E7}" type="presOf" srcId="{F5604BF3-6D2D-4293-A335-33B11BA6EE63}" destId="{519CA935-CE76-4A66-AF37-5C242712231E}" srcOrd="0" destOrd="0" presId="urn:microsoft.com/office/officeart/2005/8/layout/matrix1"/>
    <dgm:cxn modelId="{C78E9358-13D6-499C-8B8F-F5CD7EF90F36}" srcId="{E7C5F8FA-9FB2-4523-86E5-1504EA61073A}" destId="{0A4FBFA6-A5C1-4E55-9DE5-60B02C308E69}" srcOrd="3" destOrd="0" parTransId="{2A8FD7B8-AB92-4E4E-9EF0-B8B20199D074}" sibTransId="{AEBE468D-DE37-428B-91EB-02125466D965}"/>
    <dgm:cxn modelId="{4CC31D84-1BF1-446C-BC0D-07E2A8908A8D}" srcId="{E7C5F8FA-9FB2-4523-86E5-1504EA61073A}" destId="{F5604BF3-6D2D-4293-A335-33B11BA6EE63}" srcOrd="0" destOrd="0" parTransId="{A7F4C86F-93DC-4FC2-B5BB-B7BF44FEE74F}" sibTransId="{F87C5D3D-83CD-4130-84BE-9476A6842CD1}"/>
    <dgm:cxn modelId="{7350A184-79C1-4E51-8828-E5FEA0557B2A}" type="presOf" srcId="{E7C5F8FA-9FB2-4523-86E5-1504EA61073A}" destId="{0BC15D81-A538-484D-945C-D714018D5448}" srcOrd="0" destOrd="0" presId="urn:microsoft.com/office/officeart/2005/8/layout/matrix1"/>
    <dgm:cxn modelId="{9953E587-935D-4052-B27E-6678DBF37617}" srcId="{E7C5F8FA-9FB2-4523-86E5-1504EA61073A}" destId="{7153397F-C690-4913-8082-75FA4E53433F}" srcOrd="1" destOrd="0" parTransId="{A07F1A5D-E2DB-4BB0-B0FF-081D095EDFC8}" sibTransId="{8B032657-2F9B-443C-8D52-1719B1865CE5}"/>
    <dgm:cxn modelId="{59630B9E-91F0-4672-89D2-F2D8C747750C}" type="presOf" srcId="{A111E78A-188D-4066-B41E-7AFBD1921AAE}" destId="{8CA5AEA3-27E8-4182-B68A-D33BC036ED01}" srcOrd="0" destOrd="0" presId="urn:microsoft.com/office/officeart/2005/8/layout/matrix1"/>
    <dgm:cxn modelId="{7EC688AD-E5C6-4C5D-BF89-FBBC6464FB16}" type="presOf" srcId="{B97D9ACD-0388-4779-BC97-66DFE131DEAC}" destId="{6EAF3E92-B2FE-4DB5-83AD-348F186C1529}" srcOrd="0" destOrd="0" presId="urn:microsoft.com/office/officeart/2005/8/layout/matrix1"/>
    <dgm:cxn modelId="{357012B7-1607-429E-A352-C73E50218EAA}" srcId="{B97D9ACD-0388-4779-BC97-66DFE131DEAC}" destId="{E7C5F8FA-9FB2-4523-86E5-1504EA61073A}" srcOrd="0" destOrd="0" parTransId="{3085BA91-88A4-4646-AB58-511C43C4013E}" sibTransId="{F45C802A-31AB-4A46-8C81-028271EEF26E}"/>
    <dgm:cxn modelId="{69CF37CF-FD5C-45B2-8E92-BC89259C0BBD}" type="presOf" srcId="{7153397F-C690-4913-8082-75FA4E53433F}" destId="{8BA80FDA-357D-4628-B28C-52B661E0995A}" srcOrd="0" destOrd="0" presId="urn:microsoft.com/office/officeart/2005/8/layout/matrix1"/>
    <dgm:cxn modelId="{A9F272DA-24DF-486E-8C4F-A716C8C6D924}" type="presOf" srcId="{7153397F-C690-4913-8082-75FA4E53433F}" destId="{296AE907-E010-4FE7-9C03-39B4E44600D7}" srcOrd="1" destOrd="0" presId="urn:microsoft.com/office/officeart/2005/8/layout/matrix1"/>
    <dgm:cxn modelId="{7367840D-005A-4C9A-AAE5-4219564DBB6E}" type="presParOf" srcId="{6EAF3E92-B2FE-4DB5-83AD-348F186C1529}" destId="{F6645247-1DC4-4A1D-8BF4-20FFA4429C61}" srcOrd="0" destOrd="0" presId="urn:microsoft.com/office/officeart/2005/8/layout/matrix1"/>
    <dgm:cxn modelId="{569621A9-5F5E-413C-8128-B3D2BF63E81B}" type="presParOf" srcId="{F6645247-1DC4-4A1D-8BF4-20FFA4429C61}" destId="{519CA935-CE76-4A66-AF37-5C242712231E}" srcOrd="0" destOrd="0" presId="urn:microsoft.com/office/officeart/2005/8/layout/matrix1"/>
    <dgm:cxn modelId="{43F22084-8F8B-480E-ACA3-1187F11670B2}" type="presParOf" srcId="{F6645247-1DC4-4A1D-8BF4-20FFA4429C61}" destId="{41D02199-EAA1-4341-B773-1730D7934E73}" srcOrd="1" destOrd="0" presId="urn:microsoft.com/office/officeart/2005/8/layout/matrix1"/>
    <dgm:cxn modelId="{79C2A242-40E3-4B2C-B368-13AC34DDE029}" type="presParOf" srcId="{F6645247-1DC4-4A1D-8BF4-20FFA4429C61}" destId="{8BA80FDA-357D-4628-B28C-52B661E0995A}" srcOrd="2" destOrd="0" presId="urn:microsoft.com/office/officeart/2005/8/layout/matrix1"/>
    <dgm:cxn modelId="{ECA4A1B6-51E1-4B3B-AE2E-995A8B80E55C}" type="presParOf" srcId="{F6645247-1DC4-4A1D-8BF4-20FFA4429C61}" destId="{296AE907-E010-4FE7-9C03-39B4E44600D7}" srcOrd="3" destOrd="0" presId="urn:microsoft.com/office/officeart/2005/8/layout/matrix1"/>
    <dgm:cxn modelId="{461E5710-4AF5-4B6C-ACA5-4BF255018065}" type="presParOf" srcId="{F6645247-1DC4-4A1D-8BF4-20FFA4429C61}" destId="{8CA5AEA3-27E8-4182-B68A-D33BC036ED01}" srcOrd="4" destOrd="0" presId="urn:microsoft.com/office/officeart/2005/8/layout/matrix1"/>
    <dgm:cxn modelId="{8E63A56B-0B1F-4970-9C4E-7DECD49B4908}" type="presParOf" srcId="{F6645247-1DC4-4A1D-8BF4-20FFA4429C61}" destId="{559A1BF5-B048-4032-A4A3-177FD54C2241}" srcOrd="5" destOrd="0" presId="urn:microsoft.com/office/officeart/2005/8/layout/matrix1"/>
    <dgm:cxn modelId="{060D3A83-7993-4759-A41B-752C64733369}" type="presParOf" srcId="{F6645247-1DC4-4A1D-8BF4-20FFA4429C61}" destId="{FDEB3F9F-FADC-4A4D-9DD5-F897C6AF6370}" srcOrd="6" destOrd="0" presId="urn:microsoft.com/office/officeart/2005/8/layout/matrix1"/>
    <dgm:cxn modelId="{04B38E14-A82A-411E-82B6-663EDA917892}" type="presParOf" srcId="{F6645247-1DC4-4A1D-8BF4-20FFA4429C61}" destId="{AE0A86D2-0290-43EE-9849-A1730A158839}" srcOrd="7" destOrd="0" presId="urn:microsoft.com/office/officeart/2005/8/layout/matrix1"/>
    <dgm:cxn modelId="{301D5F23-45F0-429A-B7A8-7BFC7047B991}" type="presParOf" srcId="{6EAF3E92-B2FE-4DB5-83AD-348F186C1529}" destId="{0BC15D81-A538-484D-945C-D714018D5448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97D9ACD-0388-4779-BC97-66DFE131DEAC}" type="doc">
      <dgm:prSet loTypeId="urn:microsoft.com/office/officeart/2005/8/layout/hierarchy4" loCatId="relationship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5604BF3-6D2D-4293-A335-33B11BA6EE63}">
          <dgm:prSet phldrT="[Text]" custT="1"/>
          <dgm:spPr>
            <a:solidFill>
              <a:srgbClr val="B84742"/>
            </a:solidFill>
          </dgm:spPr>
          <dgm:t>
            <a:bodyPr/>
            <a:lstStyle/>
            <a:p>
              <a:r>
                <a:rPr lang="en-US" sz="4000" b="1" dirty="0"/>
                <a:t>Line of Regression</a:t>
              </a:r>
            </a:p>
            <a:p>
              <a:r>
                <a:rPr lang="en-US" sz="4000" b="1" dirty="0"/>
                <a:t>of</a:t>
              </a:r>
            </a:p>
            <a:p>
              <a14:m>
                <m:oMath xmlns:m="http://schemas.openxmlformats.org/officeDocument/2006/math">
                  <m:r>
                    <a:rPr lang="en-IN" sz="4000" b="1" i="0" dirty="0" smtClean="0">
                      <a:latin typeface="Cambria Math" panose="02040503050406030204" pitchFamily="18" charset="0"/>
                    </a:rPr>
                    <m:t>𝐘</m:t>
                  </m:r>
                </m:oMath>
              </a14:m>
              <a:r>
                <a:rPr lang="en-US" sz="4000" b="1" dirty="0"/>
                <a:t> on </a:t>
              </a:r>
              <a14:m>
                <m:oMath xmlns:m="http://schemas.openxmlformats.org/officeDocument/2006/math">
                  <m:r>
                    <a:rPr lang="en-IN" sz="4000" b="1" i="0" dirty="0" smtClean="0">
                      <a:latin typeface="Cambria Math" panose="02040503050406030204" pitchFamily="18" charset="0"/>
                    </a:rPr>
                    <m:t>𝐗</m:t>
                  </m:r>
                </m:oMath>
              </a14:m>
              <a:endParaRPr lang="en-US" sz="4000" b="1" i="0" dirty="0"/>
            </a:p>
          </dgm:t>
        </dgm:pt>
      </mc:Choice>
      <mc:Fallback xmlns="">
        <dgm:pt modelId="{F5604BF3-6D2D-4293-A335-33B11BA6EE63}">
          <dgm:prSet phldrT="[Text]" custT="1"/>
          <dgm:spPr>
            <a:solidFill>
              <a:srgbClr val="B84742"/>
            </a:solidFill>
          </dgm:spPr>
          <dgm:t>
            <a:bodyPr/>
            <a:lstStyle/>
            <a:p>
              <a:r>
                <a:rPr lang="en-US" sz="4000" b="1" dirty="0"/>
                <a:t>Line of Regression</a:t>
              </a:r>
            </a:p>
            <a:p>
              <a:r>
                <a:rPr lang="en-US" sz="4000" b="1" dirty="0"/>
                <a:t>of</a:t>
              </a:r>
            </a:p>
            <a:p>
              <a:r>
                <a:rPr lang="en-IN" sz="4000" b="1" i="0" dirty="0">
                  <a:latin typeface="Cambria Math" panose="02040503050406030204" pitchFamily="18" charset="0"/>
                </a:rPr>
                <a:t>𝐘</a:t>
              </a:r>
              <a:r>
                <a:rPr lang="en-US" sz="4000" b="1" dirty="0"/>
                <a:t> on </a:t>
              </a:r>
              <a:r>
                <a:rPr lang="en-IN" sz="4000" b="1" i="0" dirty="0">
                  <a:latin typeface="Cambria Math" panose="02040503050406030204" pitchFamily="18" charset="0"/>
                </a:rPr>
                <a:t>𝐗</a:t>
              </a:r>
              <a:endParaRPr lang="en-US" sz="4000" b="1" i="0" dirty="0"/>
            </a:p>
          </dgm:t>
        </dgm:pt>
      </mc:Fallback>
    </mc:AlternateContent>
    <dgm:pt modelId="{A7F4C86F-93DC-4FC2-B5BB-B7BF44FEE74F}" type="parTrans" cxnId="{4CC31D84-1BF1-446C-BC0D-07E2A8908A8D}">
      <dgm:prSet/>
      <dgm:spPr/>
      <dgm:t>
        <a:bodyPr/>
        <a:lstStyle/>
        <a:p>
          <a:endParaRPr lang="en-US"/>
        </a:p>
      </dgm:t>
    </dgm:pt>
    <dgm:pt modelId="{F87C5D3D-83CD-4130-84BE-9476A6842CD1}" type="sibTrans" cxnId="{4CC31D84-1BF1-446C-BC0D-07E2A8908A8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153397F-C690-4913-8082-75FA4E53433F}">
          <dgm:prSet phldrT="[Text]" custT="1"/>
          <dgm:spPr>
            <a:solidFill>
              <a:srgbClr val="FF9801"/>
            </a:solidFill>
          </dgm:spPr>
          <dgm:t>
            <a:bodyPr/>
            <a:lstStyle/>
            <a:p>
              <a:r>
                <a:rPr lang="en-US" sz="4000" b="1" dirty="0"/>
                <a:t>Line of Regression</a:t>
              </a:r>
            </a:p>
            <a:p>
              <a:r>
                <a:rPr lang="en-US" sz="4000" b="1" dirty="0"/>
                <a:t>of</a:t>
              </a:r>
            </a:p>
            <a:p>
              <a14:m>
                <m:oMath xmlns:m="http://schemas.openxmlformats.org/officeDocument/2006/math">
                  <m:r>
                    <a:rPr lang="en-IN" sz="4000" b="1" i="0" dirty="0" smtClean="0">
                      <a:latin typeface="Cambria Math" panose="02040503050406030204" pitchFamily="18" charset="0"/>
                    </a:rPr>
                    <m:t>𝐗</m:t>
                  </m:r>
                </m:oMath>
              </a14:m>
              <a:r>
                <a:rPr lang="en-US" sz="4000" b="1" dirty="0"/>
                <a:t> on </a:t>
              </a:r>
              <a14:m>
                <m:oMath xmlns:m="http://schemas.openxmlformats.org/officeDocument/2006/math">
                  <m:r>
                    <a:rPr lang="en-IN" sz="4000" b="1" i="0" dirty="0" smtClean="0">
                      <a:latin typeface="Cambria Math" panose="02040503050406030204" pitchFamily="18" charset="0"/>
                    </a:rPr>
                    <m:t>𝐘</m:t>
                  </m:r>
                </m:oMath>
              </a14:m>
              <a:endParaRPr lang="en-US" sz="4000" b="1" i="0" dirty="0"/>
            </a:p>
          </dgm:t>
        </dgm:pt>
      </mc:Choice>
      <mc:Fallback xmlns="">
        <dgm:pt modelId="{7153397F-C690-4913-8082-75FA4E53433F}">
          <dgm:prSet phldrT="[Text]" custT="1"/>
          <dgm:spPr>
            <a:solidFill>
              <a:srgbClr val="FF9801"/>
            </a:solidFill>
          </dgm:spPr>
          <dgm:t>
            <a:bodyPr/>
            <a:lstStyle/>
            <a:p>
              <a:r>
                <a:rPr lang="en-US" sz="4000" b="1" dirty="0"/>
                <a:t>Line of Regression</a:t>
              </a:r>
            </a:p>
            <a:p>
              <a:r>
                <a:rPr lang="en-US" sz="4000" b="1" dirty="0"/>
                <a:t>of</a:t>
              </a:r>
            </a:p>
            <a:p>
              <a:r>
                <a:rPr lang="en-IN" sz="4000" b="1" i="0" dirty="0">
                  <a:latin typeface="Cambria Math" panose="02040503050406030204" pitchFamily="18" charset="0"/>
                </a:rPr>
                <a:t>𝐗</a:t>
              </a:r>
              <a:r>
                <a:rPr lang="en-US" sz="4000" b="1" dirty="0"/>
                <a:t> on </a:t>
              </a:r>
              <a:r>
                <a:rPr lang="en-IN" sz="4000" b="1" i="0" dirty="0">
                  <a:latin typeface="Cambria Math" panose="02040503050406030204" pitchFamily="18" charset="0"/>
                </a:rPr>
                <a:t>𝐘</a:t>
              </a:r>
              <a:endParaRPr lang="en-US" sz="4000" b="1" i="0" dirty="0"/>
            </a:p>
          </dgm:t>
        </dgm:pt>
      </mc:Fallback>
    </mc:AlternateContent>
    <dgm:pt modelId="{A07F1A5D-E2DB-4BB0-B0FF-081D095EDFC8}" type="parTrans" cxnId="{9953E587-935D-4052-B27E-6678DBF37617}">
      <dgm:prSet/>
      <dgm:spPr/>
      <dgm:t>
        <a:bodyPr/>
        <a:lstStyle/>
        <a:p>
          <a:endParaRPr lang="en-US"/>
        </a:p>
      </dgm:t>
    </dgm:pt>
    <dgm:pt modelId="{8B032657-2F9B-443C-8D52-1719B1865CE5}" type="sibTrans" cxnId="{9953E587-935D-4052-B27E-6678DBF37617}">
      <dgm:prSet/>
      <dgm:spPr/>
      <dgm:t>
        <a:bodyPr/>
        <a:lstStyle/>
        <a:p>
          <a:endParaRPr lang="en-US"/>
        </a:p>
      </dgm:t>
    </dgm:pt>
    <dgm:pt modelId="{352E9F79-8CC1-4209-A352-4E74A1797433}" type="pres">
      <dgm:prSet presAssocID="{B97D9ACD-0388-4779-BC97-66DFE131DEA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46D9C3-579A-4FA2-A2BD-CDB683818991}" type="pres">
      <dgm:prSet presAssocID="{F5604BF3-6D2D-4293-A335-33B11BA6EE63}" presName="vertOne" presStyleCnt="0"/>
      <dgm:spPr/>
    </dgm:pt>
    <dgm:pt modelId="{C09C3C07-ABA9-48F2-83DF-D8E821ACC495}" type="pres">
      <dgm:prSet presAssocID="{F5604BF3-6D2D-4293-A335-33B11BA6EE63}" presName="txOne" presStyleLbl="node0" presStyleIdx="0" presStyleCnt="2" custScaleX="103546" custLinFactNeighborX="-4529">
        <dgm:presLayoutVars>
          <dgm:chPref val="3"/>
        </dgm:presLayoutVars>
      </dgm:prSet>
      <dgm:spPr>
        <a:prstGeom prst="pentagon">
          <a:avLst/>
        </a:prstGeom>
      </dgm:spPr>
    </dgm:pt>
    <dgm:pt modelId="{BDC3A669-0E9A-4623-9435-05A9A3C41A59}" type="pres">
      <dgm:prSet presAssocID="{F5604BF3-6D2D-4293-A335-33B11BA6EE63}" presName="horzOne" presStyleCnt="0"/>
      <dgm:spPr/>
    </dgm:pt>
    <dgm:pt modelId="{B06F47B0-13DE-4462-AE56-437FE75FC37F}" type="pres">
      <dgm:prSet presAssocID="{F87C5D3D-83CD-4130-84BE-9476A6842CD1}" presName="sibSpaceOne" presStyleCnt="0"/>
      <dgm:spPr/>
    </dgm:pt>
    <dgm:pt modelId="{79DBC034-1CFA-4507-A5D0-35D74B78E7D6}" type="pres">
      <dgm:prSet presAssocID="{7153397F-C690-4913-8082-75FA4E53433F}" presName="vertOne" presStyleCnt="0"/>
      <dgm:spPr/>
    </dgm:pt>
    <dgm:pt modelId="{A73A69B8-EA3A-43EC-9740-845C298FB65E}" type="pres">
      <dgm:prSet presAssocID="{7153397F-C690-4913-8082-75FA4E53433F}" presName="txOne" presStyleLbl="node0" presStyleIdx="1" presStyleCnt="2" custScaleX="103546">
        <dgm:presLayoutVars>
          <dgm:chPref val="3"/>
        </dgm:presLayoutVars>
      </dgm:prSet>
      <dgm:spPr>
        <a:prstGeom prst="pentagon">
          <a:avLst/>
        </a:prstGeom>
      </dgm:spPr>
    </dgm:pt>
    <dgm:pt modelId="{92643692-8628-4F7D-8A20-E1D518A5D2FE}" type="pres">
      <dgm:prSet presAssocID="{7153397F-C690-4913-8082-75FA4E53433F}" presName="horzOne" presStyleCnt="0"/>
      <dgm:spPr/>
    </dgm:pt>
  </dgm:ptLst>
  <dgm:cxnLst>
    <dgm:cxn modelId="{D7570710-01FC-4A50-8991-79045CF7ACCD}" type="presOf" srcId="{7153397F-C690-4913-8082-75FA4E53433F}" destId="{A73A69B8-EA3A-43EC-9740-845C298FB65E}" srcOrd="0" destOrd="0" presId="urn:microsoft.com/office/officeart/2005/8/layout/hierarchy4"/>
    <dgm:cxn modelId="{4CC31D84-1BF1-446C-BC0D-07E2A8908A8D}" srcId="{B97D9ACD-0388-4779-BC97-66DFE131DEAC}" destId="{F5604BF3-6D2D-4293-A335-33B11BA6EE63}" srcOrd="0" destOrd="0" parTransId="{A7F4C86F-93DC-4FC2-B5BB-B7BF44FEE74F}" sibTransId="{F87C5D3D-83CD-4130-84BE-9476A6842CD1}"/>
    <dgm:cxn modelId="{9953E587-935D-4052-B27E-6678DBF37617}" srcId="{B97D9ACD-0388-4779-BC97-66DFE131DEAC}" destId="{7153397F-C690-4913-8082-75FA4E53433F}" srcOrd="1" destOrd="0" parTransId="{A07F1A5D-E2DB-4BB0-B0FF-081D095EDFC8}" sibTransId="{8B032657-2F9B-443C-8D52-1719B1865CE5}"/>
    <dgm:cxn modelId="{25D6A9B9-836D-48E0-8663-2F2F2D9B0959}" type="presOf" srcId="{F5604BF3-6D2D-4293-A335-33B11BA6EE63}" destId="{C09C3C07-ABA9-48F2-83DF-D8E821ACC495}" srcOrd="0" destOrd="0" presId="urn:microsoft.com/office/officeart/2005/8/layout/hierarchy4"/>
    <dgm:cxn modelId="{4D7ECFBF-E73A-468A-B940-E4F72E57E3B2}" type="presOf" srcId="{B97D9ACD-0388-4779-BC97-66DFE131DEAC}" destId="{352E9F79-8CC1-4209-A352-4E74A1797433}" srcOrd="0" destOrd="0" presId="urn:microsoft.com/office/officeart/2005/8/layout/hierarchy4"/>
    <dgm:cxn modelId="{A45AD087-80F9-4C7F-A933-D6721794D2BD}" type="presParOf" srcId="{352E9F79-8CC1-4209-A352-4E74A1797433}" destId="{D646D9C3-579A-4FA2-A2BD-CDB683818991}" srcOrd="0" destOrd="0" presId="urn:microsoft.com/office/officeart/2005/8/layout/hierarchy4"/>
    <dgm:cxn modelId="{2E11C76A-1B19-4CC5-8FD0-E40ABB0D9310}" type="presParOf" srcId="{D646D9C3-579A-4FA2-A2BD-CDB683818991}" destId="{C09C3C07-ABA9-48F2-83DF-D8E821ACC495}" srcOrd="0" destOrd="0" presId="urn:microsoft.com/office/officeart/2005/8/layout/hierarchy4"/>
    <dgm:cxn modelId="{E8582D2A-5875-4BED-91AF-C3CDAF2247C5}" type="presParOf" srcId="{D646D9C3-579A-4FA2-A2BD-CDB683818991}" destId="{BDC3A669-0E9A-4623-9435-05A9A3C41A59}" srcOrd="1" destOrd="0" presId="urn:microsoft.com/office/officeart/2005/8/layout/hierarchy4"/>
    <dgm:cxn modelId="{5A57DF36-1ACD-4A62-A454-DFEF92711A03}" type="presParOf" srcId="{352E9F79-8CC1-4209-A352-4E74A1797433}" destId="{B06F47B0-13DE-4462-AE56-437FE75FC37F}" srcOrd="1" destOrd="0" presId="urn:microsoft.com/office/officeart/2005/8/layout/hierarchy4"/>
    <dgm:cxn modelId="{9045B7E6-468E-4BCC-B8A6-E187C8A60CA5}" type="presParOf" srcId="{352E9F79-8CC1-4209-A352-4E74A1797433}" destId="{79DBC034-1CFA-4507-A5D0-35D74B78E7D6}" srcOrd="2" destOrd="0" presId="urn:microsoft.com/office/officeart/2005/8/layout/hierarchy4"/>
    <dgm:cxn modelId="{47257FBC-2D8B-48A2-9AB4-15EAAB9A97AC}" type="presParOf" srcId="{79DBC034-1CFA-4507-A5D0-35D74B78E7D6}" destId="{A73A69B8-EA3A-43EC-9740-845C298FB65E}" srcOrd="0" destOrd="0" presId="urn:microsoft.com/office/officeart/2005/8/layout/hierarchy4"/>
    <dgm:cxn modelId="{BD6D3238-E050-4F38-A699-624C3EC7C5C8}" type="presParOf" srcId="{79DBC034-1CFA-4507-A5D0-35D74B78E7D6}" destId="{92643692-8628-4F7D-8A20-E1D518A5D2FE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97D9ACD-0388-4779-BC97-66DFE131DEAC}" type="doc">
      <dgm:prSet loTypeId="urn:microsoft.com/office/officeart/2005/8/layout/hierarchy4" loCatId="relationship" qsTypeId="urn:microsoft.com/office/officeart/2005/8/quickstyle/3d2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5604BF3-6D2D-4293-A335-33B11BA6EE63}">
      <dgm:prSet phldrT="[Text]" custT="1"/>
      <dgm:spPr>
        <a:blipFill>
          <a:blip xmlns:r="http://schemas.openxmlformats.org/officeDocument/2006/relationships" r:embed="rId1"/>
          <a:stretch>
            <a:fillRect b="-265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A7F4C86F-93DC-4FC2-B5BB-B7BF44FEE74F}" type="parTrans" cxnId="{4CC31D84-1BF1-446C-BC0D-07E2A8908A8D}">
      <dgm:prSet/>
      <dgm:spPr/>
      <dgm:t>
        <a:bodyPr/>
        <a:lstStyle/>
        <a:p>
          <a:endParaRPr lang="en-US"/>
        </a:p>
      </dgm:t>
    </dgm:pt>
    <dgm:pt modelId="{F87C5D3D-83CD-4130-84BE-9476A6842CD1}" type="sibTrans" cxnId="{4CC31D84-1BF1-446C-BC0D-07E2A8908A8D}">
      <dgm:prSet/>
      <dgm:spPr/>
      <dgm:t>
        <a:bodyPr/>
        <a:lstStyle/>
        <a:p>
          <a:endParaRPr lang="en-US"/>
        </a:p>
      </dgm:t>
    </dgm:pt>
    <dgm:pt modelId="{7153397F-C690-4913-8082-75FA4E53433F}">
      <dgm:prSet phldrT="[Text]" custT="1"/>
      <dgm:spPr>
        <a:blipFill>
          <a:blip xmlns:r="http://schemas.openxmlformats.org/officeDocument/2006/relationships" r:embed="rId2"/>
          <a:stretch>
            <a:fillRect b="-265"/>
          </a:stretch>
        </a:blipFill>
      </dgm:spPr>
      <dgm:t>
        <a:bodyPr/>
        <a:lstStyle/>
        <a:p>
          <a:r>
            <a:rPr lang="en-IN">
              <a:noFill/>
            </a:rPr>
            <a:t> </a:t>
          </a:r>
        </a:p>
      </dgm:t>
    </dgm:pt>
    <dgm:pt modelId="{A07F1A5D-E2DB-4BB0-B0FF-081D095EDFC8}" type="parTrans" cxnId="{9953E587-935D-4052-B27E-6678DBF37617}">
      <dgm:prSet/>
      <dgm:spPr/>
      <dgm:t>
        <a:bodyPr/>
        <a:lstStyle/>
        <a:p>
          <a:endParaRPr lang="en-US"/>
        </a:p>
      </dgm:t>
    </dgm:pt>
    <dgm:pt modelId="{8B032657-2F9B-443C-8D52-1719B1865CE5}" type="sibTrans" cxnId="{9953E587-935D-4052-B27E-6678DBF37617}">
      <dgm:prSet/>
      <dgm:spPr/>
      <dgm:t>
        <a:bodyPr/>
        <a:lstStyle/>
        <a:p>
          <a:endParaRPr lang="en-US"/>
        </a:p>
      </dgm:t>
    </dgm:pt>
    <dgm:pt modelId="{352E9F79-8CC1-4209-A352-4E74A1797433}" type="pres">
      <dgm:prSet presAssocID="{B97D9ACD-0388-4779-BC97-66DFE131DEAC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46D9C3-579A-4FA2-A2BD-CDB683818991}" type="pres">
      <dgm:prSet presAssocID="{F5604BF3-6D2D-4293-A335-33B11BA6EE63}" presName="vertOne" presStyleCnt="0"/>
      <dgm:spPr/>
    </dgm:pt>
    <dgm:pt modelId="{C09C3C07-ABA9-48F2-83DF-D8E821ACC495}" type="pres">
      <dgm:prSet presAssocID="{F5604BF3-6D2D-4293-A335-33B11BA6EE63}" presName="txOne" presStyleLbl="node0" presStyleIdx="0" presStyleCnt="2" custScaleX="103546" custLinFactNeighborX="-4529">
        <dgm:presLayoutVars>
          <dgm:chPref val="3"/>
        </dgm:presLayoutVars>
      </dgm:prSet>
      <dgm:spPr>
        <a:prstGeom prst="pentagon">
          <a:avLst/>
        </a:prstGeom>
      </dgm:spPr>
    </dgm:pt>
    <dgm:pt modelId="{BDC3A669-0E9A-4623-9435-05A9A3C41A59}" type="pres">
      <dgm:prSet presAssocID="{F5604BF3-6D2D-4293-A335-33B11BA6EE63}" presName="horzOne" presStyleCnt="0"/>
      <dgm:spPr/>
    </dgm:pt>
    <dgm:pt modelId="{B06F47B0-13DE-4462-AE56-437FE75FC37F}" type="pres">
      <dgm:prSet presAssocID="{F87C5D3D-83CD-4130-84BE-9476A6842CD1}" presName="sibSpaceOne" presStyleCnt="0"/>
      <dgm:spPr/>
    </dgm:pt>
    <dgm:pt modelId="{79DBC034-1CFA-4507-A5D0-35D74B78E7D6}" type="pres">
      <dgm:prSet presAssocID="{7153397F-C690-4913-8082-75FA4E53433F}" presName="vertOne" presStyleCnt="0"/>
      <dgm:spPr/>
    </dgm:pt>
    <dgm:pt modelId="{A73A69B8-EA3A-43EC-9740-845C298FB65E}" type="pres">
      <dgm:prSet presAssocID="{7153397F-C690-4913-8082-75FA4E53433F}" presName="txOne" presStyleLbl="node0" presStyleIdx="1" presStyleCnt="2" custScaleX="103546">
        <dgm:presLayoutVars>
          <dgm:chPref val="3"/>
        </dgm:presLayoutVars>
      </dgm:prSet>
      <dgm:spPr>
        <a:prstGeom prst="pentagon">
          <a:avLst/>
        </a:prstGeom>
      </dgm:spPr>
    </dgm:pt>
    <dgm:pt modelId="{92643692-8628-4F7D-8A20-E1D518A5D2FE}" type="pres">
      <dgm:prSet presAssocID="{7153397F-C690-4913-8082-75FA4E53433F}" presName="horzOne" presStyleCnt="0"/>
      <dgm:spPr/>
    </dgm:pt>
  </dgm:ptLst>
  <dgm:cxnLst>
    <dgm:cxn modelId="{D7570710-01FC-4A50-8991-79045CF7ACCD}" type="presOf" srcId="{7153397F-C690-4913-8082-75FA4E53433F}" destId="{A73A69B8-EA3A-43EC-9740-845C298FB65E}" srcOrd="0" destOrd="0" presId="urn:microsoft.com/office/officeart/2005/8/layout/hierarchy4"/>
    <dgm:cxn modelId="{4CC31D84-1BF1-446C-BC0D-07E2A8908A8D}" srcId="{B97D9ACD-0388-4779-BC97-66DFE131DEAC}" destId="{F5604BF3-6D2D-4293-A335-33B11BA6EE63}" srcOrd="0" destOrd="0" parTransId="{A7F4C86F-93DC-4FC2-B5BB-B7BF44FEE74F}" sibTransId="{F87C5D3D-83CD-4130-84BE-9476A6842CD1}"/>
    <dgm:cxn modelId="{9953E587-935D-4052-B27E-6678DBF37617}" srcId="{B97D9ACD-0388-4779-BC97-66DFE131DEAC}" destId="{7153397F-C690-4913-8082-75FA4E53433F}" srcOrd="1" destOrd="0" parTransId="{A07F1A5D-E2DB-4BB0-B0FF-081D095EDFC8}" sibTransId="{8B032657-2F9B-443C-8D52-1719B1865CE5}"/>
    <dgm:cxn modelId="{25D6A9B9-836D-48E0-8663-2F2F2D9B0959}" type="presOf" srcId="{F5604BF3-6D2D-4293-A335-33B11BA6EE63}" destId="{C09C3C07-ABA9-48F2-83DF-D8E821ACC495}" srcOrd="0" destOrd="0" presId="urn:microsoft.com/office/officeart/2005/8/layout/hierarchy4"/>
    <dgm:cxn modelId="{4D7ECFBF-E73A-468A-B940-E4F72E57E3B2}" type="presOf" srcId="{B97D9ACD-0388-4779-BC97-66DFE131DEAC}" destId="{352E9F79-8CC1-4209-A352-4E74A1797433}" srcOrd="0" destOrd="0" presId="urn:microsoft.com/office/officeart/2005/8/layout/hierarchy4"/>
    <dgm:cxn modelId="{A45AD087-80F9-4C7F-A933-D6721794D2BD}" type="presParOf" srcId="{352E9F79-8CC1-4209-A352-4E74A1797433}" destId="{D646D9C3-579A-4FA2-A2BD-CDB683818991}" srcOrd="0" destOrd="0" presId="urn:microsoft.com/office/officeart/2005/8/layout/hierarchy4"/>
    <dgm:cxn modelId="{2E11C76A-1B19-4CC5-8FD0-E40ABB0D9310}" type="presParOf" srcId="{D646D9C3-579A-4FA2-A2BD-CDB683818991}" destId="{C09C3C07-ABA9-48F2-83DF-D8E821ACC495}" srcOrd="0" destOrd="0" presId="urn:microsoft.com/office/officeart/2005/8/layout/hierarchy4"/>
    <dgm:cxn modelId="{E8582D2A-5875-4BED-91AF-C3CDAF2247C5}" type="presParOf" srcId="{D646D9C3-579A-4FA2-A2BD-CDB683818991}" destId="{BDC3A669-0E9A-4623-9435-05A9A3C41A59}" srcOrd="1" destOrd="0" presId="urn:microsoft.com/office/officeart/2005/8/layout/hierarchy4"/>
    <dgm:cxn modelId="{5A57DF36-1ACD-4A62-A454-DFEF92711A03}" type="presParOf" srcId="{352E9F79-8CC1-4209-A352-4E74A1797433}" destId="{B06F47B0-13DE-4462-AE56-437FE75FC37F}" srcOrd="1" destOrd="0" presId="urn:microsoft.com/office/officeart/2005/8/layout/hierarchy4"/>
    <dgm:cxn modelId="{9045B7E6-468E-4BCC-B8A6-E187C8A60CA5}" type="presParOf" srcId="{352E9F79-8CC1-4209-A352-4E74A1797433}" destId="{79DBC034-1CFA-4507-A5D0-35D74B78E7D6}" srcOrd="2" destOrd="0" presId="urn:microsoft.com/office/officeart/2005/8/layout/hierarchy4"/>
    <dgm:cxn modelId="{47257FBC-2D8B-48A2-9AB4-15EAAB9A97AC}" type="presParOf" srcId="{79DBC034-1CFA-4507-A5D0-35D74B78E7D6}" destId="{A73A69B8-EA3A-43EC-9740-845C298FB65E}" srcOrd="0" destOrd="0" presId="urn:microsoft.com/office/officeart/2005/8/layout/hierarchy4"/>
    <dgm:cxn modelId="{BD6D3238-E050-4F38-A699-624C3EC7C5C8}" type="presParOf" srcId="{79DBC034-1CFA-4507-A5D0-35D74B78E7D6}" destId="{92643692-8628-4F7D-8A20-E1D518A5D2FE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Mode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>
              <a:solidFill>
                <a:srgbClr val="FFFF00"/>
              </a:solidFill>
            </a:rPr>
            <a:t>Press 3</a:t>
          </a:r>
        </a:p>
        <a:p>
          <a:r>
            <a:rPr lang="en-US" sz="3600" b="1" dirty="0">
              <a:solidFill>
                <a:srgbClr val="FFFF00"/>
              </a:solidFill>
              <a:sym typeface="Wingdings" panose="05000000000000000000" pitchFamily="2" charset="2"/>
            </a:rPr>
            <a:t> </a:t>
          </a:r>
          <a:r>
            <a:rPr lang="en-US" sz="3600" b="1" dirty="0"/>
            <a:t>Reg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3600" b="1" dirty="0">
              <a:solidFill>
                <a:srgbClr val="FFFF00"/>
              </a:solidFill>
            </a:rPr>
            <a:t>Press 1</a:t>
          </a:r>
        </a:p>
        <a:p>
          <a:r>
            <a:rPr lang="en-US" sz="3600" b="1" dirty="0">
              <a:solidFill>
                <a:srgbClr val="FFFF00"/>
              </a:solidFill>
              <a:sym typeface="Wingdings" panose="05000000000000000000" pitchFamily="2" charset="2"/>
            </a:rPr>
            <a:t> </a:t>
          </a:r>
          <a:r>
            <a:rPr lang="en-US" sz="3600" b="1" dirty="0"/>
            <a:t>Lin</a:t>
          </a:r>
          <a:endParaRPr lang="en-US" sz="36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3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2"/>
      <dgm:spPr/>
    </dgm:pt>
    <dgm:pt modelId="{99AE6907-DE4A-4A2A-9F71-3AA51CC83CB9}" type="pres">
      <dgm:prSet presAssocID="{5A7B8353-D55C-40BC-AFA9-4101E69F0AAC}" presName="connectorText" presStyleLbl="sibTrans2D1" presStyleIdx="0" presStyleCnt="2"/>
      <dgm:spPr/>
    </dgm:pt>
    <dgm:pt modelId="{C1D3A877-193E-433E-996E-DE3797C7F529}" type="pres">
      <dgm:prSet presAssocID="{676B2E30-39F0-4B19-80A5-947E41665008}" presName="node" presStyleLbl="node1" presStyleIdx="1" presStyleCnt="3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2"/>
      <dgm:spPr/>
    </dgm:pt>
    <dgm:pt modelId="{052C7B0B-AC64-435F-9087-F76A8F81AD70}" type="pres">
      <dgm:prSet presAssocID="{6300F33D-AE15-417F-8922-C2991075A116}" presName="connectorText" presStyleLbl="sibTrans2D1" presStyleIdx="1" presStyleCnt="2"/>
      <dgm:spPr/>
    </dgm:pt>
    <dgm:pt modelId="{75494D80-AAE1-44AB-A5A1-D4E336C9A241}" type="pres">
      <dgm:prSet presAssocID="{3A2CE8DF-123E-43D2-99F9-012836600209}" presName="node" presStyleLbl="node1" presStyleIdx="2" presStyleCnt="3" custScaleY="99897">
        <dgm:presLayoutVars>
          <dgm:bulletEnabled val="1"/>
        </dgm:presLayoutVars>
      </dgm:prSet>
      <dgm:spPr/>
    </dgm:pt>
  </dgm:ptLst>
  <dgm:cxnLst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BE0A7929-1B74-4BDE-8C64-27AF9C5C1584}" type="presOf" srcId="{676B2E30-39F0-4B19-80A5-947E41665008}" destId="{C1D3A877-193E-433E-996E-DE3797C7F529}" srcOrd="0" destOrd="0" presId="urn:microsoft.com/office/officeart/2005/8/layout/process1"/>
    <dgm:cxn modelId="{A3BC272F-F64F-4241-9DF3-91DD8CEC7DA5}" type="presOf" srcId="{A5E483C9-A3BD-4F9A-8F9F-CDFA80B74485}" destId="{B450C243-F3FF-4B55-BCF1-0CE4D57F4091}" srcOrd="0" destOrd="0" presId="urn:microsoft.com/office/officeart/2005/8/layout/process1"/>
    <dgm:cxn modelId="{33F49436-40C4-4CA3-AB84-242AC402F07D}" type="presOf" srcId="{5A7B8353-D55C-40BC-AFA9-4101E69F0AAC}" destId="{99AE6907-DE4A-4A2A-9F71-3AA51CC83CB9}" srcOrd="1" destOrd="0" presId="urn:microsoft.com/office/officeart/2005/8/layout/process1"/>
    <dgm:cxn modelId="{B3092F4B-4B30-4EC4-9EE8-A435665614AE}" type="presOf" srcId="{6300F33D-AE15-417F-8922-C2991075A116}" destId="{052C7B0B-AC64-435F-9087-F76A8F81AD70}" srcOrd="1" destOrd="0" presId="urn:microsoft.com/office/officeart/2005/8/layout/process1"/>
    <dgm:cxn modelId="{693D0C76-23AD-4AF9-A3D8-640A7CE903AA}" type="presOf" srcId="{FDBF41EA-DF9A-4A44-9AAC-097517E2463F}" destId="{2DC0BE8A-A50D-459F-8803-8F629D24FD59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F0A4D77A-AE7D-4692-97E4-4E58CD207BEA}" type="presOf" srcId="{3A2CE8DF-123E-43D2-99F9-012836600209}" destId="{75494D80-AAE1-44AB-A5A1-D4E336C9A241}" srcOrd="0" destOrd="0" presId="urn:microsoft.com/office/officeart/2005/8/layout/process1"/>
    <dgm:cxn modelId="{83CFAB83-3BC7-4FC9-BA06-9086BC1F1B9C}" type="presOf" srcId="{6300F33D-AE15-417F-8922-C2991075A116}" destId="{98B97CCD-AFF1-49BB-8170-C62165E0F732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D28977EB-1D88-43F4-8976-7ACFD62B70C7}" type="presOf" srcId="{5A7B8353-D55C-40BC-AFA9-4101E69F0AAC}" destId="{44BA6F07-9809-453E-B5B3-AB636F82DB9E}" srcOrd="0" destOrd="0" presId="urn:microsoft.com/office/officeart/2005/8/layout/process1"/>
    <dgm:cxn modelId="{E856CD72-9388-4DDE-B5AF-A7DF8A99A785}" type="presParOf" srcId="{B450C243-F3FF-4B55-BCF1-0CE4D57F4091}" destId="{2DC0BE8A-A50D-459F-8803-8F629D24FD59}" srcOrd="0" destOrd="0" presId="urn:microsoft.com/office/officeart/2005/8/layout/process1"/>
    <dgm:cxn modelId="{FE95FD55-F4B1-46B0-A54F-4197BBA934E9}" type="presParOf" srcId="{B450C243-F3FF-4B55-BCF1-0CE4D57F4091}" destId="{44BA6F07-9809-453E-B5B3-AB636F82DB9E}" srcOrd="1" destOrd="0" presId="urn:microsoft.com/office/officeart/2005/8/layout/process1"/>
    <dgm:cxn modelId="{C1E06846-B5E5-4322-A6DC-2D768727EA6D}" type="presParOf" srcId="{44BA6F07-9809-453E-B5B3-AB636F82DB9E}" destId="{99AE6907-DE4A-4A2A-9F71-3AA51CC83CB9}" srcOrd="0" destOrd="0" presId="urn:microsoft.com/office/officeart/2005/8/layout/process1"/>
    <dgm:cxn modelId="{FEB332AC-61E8-4DDD-A6D1-7385A291241F}" type="presParOf" srcId="{B450C243-F3FF-4B55-BCF1-0CE4D57F4091}" destId="{C1D3A877-193E-433E-996E-DE3797C7F529}" srcOrd="2" destOrd="0" presId="urn:microsoft.com/office/officeart/2005/8/layout/process1"/>
    <dgm:cxn modelId="{C7B5C567-F67A-4515-BDE4-AF5007B9BD71}" type="presParOf" srcId="{B450C243-F3FF-4B55-BCF1-0CE4D57F4091}" destId="{98B97CCD-AFF1-49BB-8170-C62165E0F732}" srcOrd="3" destOrd="0" presId="urn:microsoft.com/office/officeart/2005/8/layout/process1"/>
    <dgm:cxn modelId="{5F167926-B161-49D3-BC40-DC3834FA5F3B}" type="presParOf" srcId="{98B97CCD-AFF1-49BB-8170-C62165E0F732}" destId="{052C7B0B-AC64-435F-9087-F76A8F81AD70}" srcOrd="0" destOrd="0" presId="urn:microsoft.com/office/officeart/2005/8/layout/process1"/>
    <dgm:cxn modelId="{981A2D4B-5522-4AD9-A683-64167F20A155}" type="presParOf" srcId="{B450C243-F3FF-4B55-BCF1-0CE4D57F4091}" destId="{75494D80-AAE1-44AB-A5A1-D4E336C9A24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mc:AlternateContent xmlns:mc="http://schemas.openxmlformats.org/markup-compatibility/2006" xmlns:a14="http://schemas.microsoft.com/office/drawing/2010/main">
      <mc:Choice Requires="a14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1</a:t>
              </a:r>
              <a:r>
                <a:rPr lang="en-US" sz="2800" b="1" baseline="30000" dirty="0"/>
                <a:t>st</a:t>
              </a:r>
              <a:r>
                <a:rPr lang="en-US" sz="2800" b="1" dirty="0"/>
                <a:t>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𝐗</m:t>
                  </m:r>
                </m:oMath>
              </a14:m>
              <a:endParaRPr lang="en-US" sz="2800" b="1" i="0" dirty="0"/>
            </a:p>
          </dgm:t>
        </dgm:pt>
      </mc:Choice>
      <mc:Fallback xmlns="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1</a:t>
              </a:r>
              <a:r>
                <a:rPr lang="en-US" sz="2800" b="1" baseline="30000" dirty="0"/>
                <a:t>st</a:t>
              </a:r>
              <a:r>
                <a:rPr lang="en-US" sz="2800" b="1" dirty="0"/>
                <a:t>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𝐗</a:t>
              </a:r>
              <a:endParaRPr lang="en-US" sz="2800" b="1" i="0" dirty="0"/>
            </a:p>
          </dgm:t>
        </dgm:pt>
      </mc:Fallback>
    </mc:AlternateConten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mc:AlternateContent xmlns:mc="http://schemas.openxmlformats.org/markup-compatibility/2006" xmlns:a14="http://schemas.microsoft.com/office/drawing/2010/main">
      <mc:Choice Requires="a14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1</a:t>
              </a:r>
              <a:r>
                <a:rPr lang="en-US" sz="2800" b="1" baseline="30000" dirty="0"/>
                <a:t>st</a:t>
              </a:r>
              <a:r>
                <a:rPr lang="en-US" sz="2800" b="1" dirty="0"/>
                <a:t>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𝐘</m:t>
                  </m:r>
                </m:oMath>
              </a14:m>
              <a:endParaRPr lang="en-US" sz="2800" b="1" i="0" dirty="0">
                <a:solidFill>
                  <a:srgbClr val="FFFF00"/>
                </a:solidFill>
              </a:endParaRPr>
            </a:p>
          </dgm:t>
        </dgm:pt>
      </mc:Choice>
      <mc:Fallback xmlns="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1</a:t>
              </a:r>
              <a:r>
                <a:rPr lang="en-US" sz="2800" b="1" baseline="30000" dirty="0"/>
                <a:t>st</a:t>
              </a:r>
              <a:r>
                <a:rPr lang="en-US" sz="2800" b="1" dirty="0"/>
                <a:t>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𝐘</a:t>
              </a:r>
              <a:endParaRPr lang="en-US" sz="2800" b="1" i="0" dirty="0">
                <a:solidFill>
                  <a:srgbClr val="FFFF00"/>
                </a:solidFill>
              </a:endParaRPr>
            </a:p>
          </dgm:t>
        </dgm:pt>
      </mc:Fallback>
    </mc:AlternateConten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40604F04-5F19-4FA0-8102-6E380DE93C02}" type="presOf" srcId="{5A7B8353-D55C-40BC-AFA9-4101E69F0AAC}" destId="{44BA6F07-9809-453E-B5B3-AB636F82DB9E}" srcOrd="0" destOrd="0" presId="urn:microsoft.com/office/officeart/2005/8/layout/process1"/>
    <dgm:cxn modelId="{6A431009-1787-43A1-948B-2496A00BB7F5}" type="presOf" srcId="{6300F33D-AE15-417F-8922-C2991075A116}" destId="{98B97CCD-AFF1-49BB-8170-C62165E0F732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F0D8D129-5803-4F1E-BA1F-05055C7755B0}" type="presOf" srcId="{3A2CE8DF-123E-43D2-99F9-012836600209}" destId="{75494D80-AAE1-44AB-A5A1-D4E336C9A241}" srcOrd="0" destOrd="0" presId="urn:microsoft.com/office/officeart/2005/8/layout/process1"/>
    <dgm:cxn modelId="{20CEFE32-F785-4088-AD71-3216C2D870A3}" type="presOf" srcId="{5A7B8353-D55C-40BC-AFA9-4101E69F0AAC}" destId="{99AE6907-DE4A-4A2A-9F71-3AA51CC83CB9}" srcOrd="1" destOrd="0" presId="urn:microsoft.com/office/officeart/2005/8/layout/process1"/>
    <dgm:cxn modelId="{3A19EA5E-0102-4D40-A0FA-084BC8BFBA08}" type="presOf" srcId="{FDBF41EA-DF9A-4A44-9AAC-097517E2463F}" destId="{2DC0BE8A-A50D-459F-8803-8F629D24FD59}" srcOrd="0" destOrd="0" presId="urn:microsoft.com/office/officeart/2005/8/layout/process1"/>
    <dgm:cxn modelId="{9AE43645-3141-4807-A134-47A63DC6A07B}" type="presOf" srcId="{676B2E30-39F0-4B19-80A5-947E41665008}" destId="{C1D3A877-193E-433E-996E-DE3797C7F529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00EDDEBE-12D5-4599-BB48-8EB82EE46B1C}" type="presOf" srcId="{A5E483C9-A3BD-4F9A-8F9F-CDFA80B74485}" destId="{B450C243-F3FF-4B55-BCF1-0CE4D57F4091}" srcOrd="0" destOrd="0" presId="urn:microsoft.com/office/officeart/2005/8/layout/process1"/>
    <dgm:cxn modelId="{327FF9C3-9E22-4493-974F-0198E6414619}" type="presOf" srcId="{46ADFC18-063A-4AD0-9AA3-8719DD99B43D}" destId="{FF7AE4D5-99CD-430E-997C-4D9624DA75B6}" srcOrd="0" destOrd="0" presId="urn:microsoft.com/office/officeart/2005/8/layout/process1"/>
    <dgm:cxn modelId="{7D6DE8CC-FC6F-4740-8564-DFA17970C653}" type="presOf" srcId="{6300F33D-AE15-417F-8922-C2991075A116}" destId="{052C7B0B-AC64-435F-9087-F76A8F81AD70}" srcOrd="1" destOrd="0" presId="urn:microsoft.com/office/officeart/2005/8/layout/process1"/>
    <dgm:cxn modelId="{4DAC8CE8-E932-444F-BB68-F9A27C3E5AF2}" type="presOf" srcId="{38CEDB57-7D29-4D21-8203-7F6E44EA777E}" destId="{2C8919B2-9A29-4B7C-B580-1CADFBED59E0}" srcOrd="0" destOrd="0" presId="urn:microsoft.com/office/officeart/2005/8/layout/process1"/>
    <dgm:cxn modelId="{15696BFA-A829-49DB-AC8D-FD2D2A8B1C5B}" type="presOf" srcId="{38CEDB57-7D29-4D21-8203-7F6E44EA777E}" destId="{08B094E6-470A-458C-BDCC-A0626256CFD5}" srcOrd="1" destOrd="0" presId="urn:microsoft.com/office/officeart/2005/8/layout/process1"/>
    <dgm:cxn modelId="{F67E294C-F5CA-4835-B621-4D7876A2FA6C}" type="presParOf" srcId="{B450C243-F3FF-4B55-BCF1-0CE4D57F4091}" destId="{2DC0BE8A-A50D-459F-8803-8F629D24FD59}" srcOrd="0" destOrd="0" presId="urn:microsoft.com/office/officeart/2005/8/layout/process1"/>
    <dgm:cxn modelId="{EA761C5B-3033-43CE-AC16-6A19BBB99385}" type="presParOf" srcId="{B450C243-F3FF-4B55-BCF1-0CE4D57F4091}" destId="{44BA6F07-9809-453E-B5B3-AB636F82DB9E}" srcOrd="1" destOrd="0" presId="urn:microsoft.com/office/officeart/2005/8/layout/process1"/>
    <dgm:cxn modelId="{D0D1263A-5D43-4358-9008-77636C2BDCB8}" type="presParOf" srcId="{44BA6F07-9809-453E-B5B3-AB636F82DB9E}" destId="{99AE6907-DE4A-4A2A-9F71-3AA51CC83CB9}" srcOrd="0" destOrd="0" presId="urn:microsoft.com/office/officeart/2005/8/layout/process1"/>
    <dgm:cxn modelId="{FDB7AAF8-CAE6-4701-AC76-199F6A781B79}" type="presParOf" srcId="{B450C243-F3FF-4B55-BCF1-0CE4D57F4091}" destId="{C1D3A877-193E-433E-996E-DE3797C7F529}" srcOrd="2" destOrd="0" presId="urn:microsoft.com/office/officeart/2005/8/layout/process1"/>
    <dgm:cxn modelId="{DAC02D38-528B-4710-BF10-CC3F874D062F}" type="presParOf" srcId="{B450C243-F3FF-4B55-BCF1-0CE4D57F4091}" destId="{98B97CCD-AFF1-49BB-8170-C62165E0F732}" srcOrd="3" destOrd="0" presId="urn:microsoft.com/office/officeart/2005/8/layout/process1"/>
    <dgm:cxn modelId="{5F31ED9C-FFC1-49C1-8C2E-478223C0F87D}" type="presParOf" srcId="{98B97CCD-AFF1-49BB-8170-C62165E0F732}" destId="{052C7B0B-AC64-435F-9087-F76A8F81AD70}" srcOrd="0" destOrd="0" presId="urn:microsoft.com/office/officeart/2005/8/layout/process1"/>
    <dgm:cxn modelId="{31B13D03-FB58-4C89-AFF0-E8A8BEA88B35}" type="presParOf" srcId="{B450C243-F3FF-4B55-BCF1-0CE4D57F4091}" destId="{75494D80-AAE1-44AB-A5A1-D4E336C9A241}" srcOrd="4" destOrd="0" presId="urn:microsoft.com/office/officeart/2005/8/layout/process1"/>
    <dgm:cxn modelId="{26829075-54FD-4720-8543-A4C2C4DF791B}" type="presParOf" srcId="{B450C243-F3FF-4B55-BCF1-0CE4D57F4091}" destId="{2C8919B2-9A29-4B7C-B580-1CADFBED59E0}" srcOrd="5" destOrd="0" presId="urn:microsoft.com/office/officeart/2005/8/layout/process1"/>
    <dgm:cxn modelId="{D4BAC398-360F-45E6-8503-585E3F7217F3}" type="presParOf" srcId="{2C8919B2-9A29-4B7C-B580-1CADFBED59E0}" destId="{08B094E6-470A-458C-BDCC-A0626256CFD5}" srcOrd="0" destOrd="0" presId="urn:microsoft.com/office/officeart/2005/8/layout/process1"/>
    <dgm:cxn modelId="{D12DB755-D83F-4271-901C-78E8681F650C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mc:AlternateContent xmlns:mc="http://schemas.openxmlformats.org/markup-compatibility/2006" xmlns:a14="http://schemas.microsoft.com/office/drawing/2010/main">
      <mc:Choice Requires="a14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2</a:t>
              </a:r>
              <a:r>
                <a:rPr lang="en-US" sz="2800" b="1" baseline="30000" dirty="0"/>
                <a:t>nd</a:t>
              </a:r>
              <a:r>
                <a:rPr lang="en-US" sz="2800" b="1" dirty="0"/>
                <a:t>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𝐗</m:t>
                  </m:r>
                </m:oMath>
              </a14:m>
              <a:endParaRPr lang="en-US" sz="2800" b="1" dirty="0"/>
            </a:p>
          </dgm:t>
        </dgm:pt>
      </mc:Choice>
      <mc:Fallback xmlns="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2</a:t>
              </a:r>
              <a:r>
                <a:rPr lang="en-US" sz="2800" b="1" baseline="30000" dirty="0"/>
                <a:t>nd</a:t>
              </a:r>
              <a:r>
                <a:rPr lang="en-US" sz="2800" b="1" dirty="0"/>
                <a:t>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𝐗</a:t>
              </a:r>
              <a:endParaRPr lang="en-US" sz="2800" b="1" dirty="0"/>
            </a:p>
          </dgm:t>
        </dgm:pt>
      </mc:Fallback>
    </mc:AlternateConten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mc:AlternateContent xmlns:mc="http://schemas.openxmlformats.org/markup-compatibility/2006" xmlns:a14="http://schemas.microsoft.com/office/drawing/2010/main">
      <mc:Choice Requires="a14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2</a:t>
              </a:r>
              <a:r>
                <a:rPr lang="en-US" sz="2800" b="1" baseline="30000" dirty="0"/>
                <a:t>nd</a:t>
              </a:r>
              <a:r>
                <a:rPr lang="en-US" sz="2800" b="1" dirty="0"/>
                <a:t>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𝐘</m:t>
                  </m:r>
                </m:oMath>
              </a14:m>
              <a:endParaRPr lang="en-US" sz="2800" b="1" dirty="0">
                <a:solidFill>
                  <a:srgbClr val="FFFF00"/>
                </a:solidFill>
              </a:endParaRPr>
            </a:p>
          </dgm:t>
        </dgm:pt>
      </mc:Choice>
      <mc:Fallback xmlns="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2</a:t>
              </a:r>
              <a:r>
                <a:rPr lang="en-US" sz="2800" b="1" baseline="30000" dirty="0"/>
                <a:t>nd</a:t>
              </a:r>
              <a:r>
                <a:rPr lang="en-US" sz="2800" b="1" dirty="0"/>
                <a:t>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𝐘</a:t>
              </a:r>
              <a:endParaRPr lang="en-US" sz="2800" b="1" dirty="0">
                <a:solidFill>
                  <a:srgbClr val="FFFF00"/>
                </a:solidFill>
              </a:endParaRPr>
            </a:p>
          </dgm:t>
        </dgm:pt>
      </mc:Fallback>
    </mc:AlternateConten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1E89FA1A-C145-48CD-BA51-89FF0DDF2400}" type="presOf" srcId="{6300F33D-AE15-417F-8922-C2991075A116}" destId="{98B97CCD-AFF1-49BB-8170-C62165E0F732}" srcOrd="0" destOrd="0" presId="urn:microsoft.com/office/officeart/2005/8/layout/process1"/>
    <dgm:cxn modelId="{576DC01C-D820-4249-A267-50C302F353A3}" type="presOf" srcId="{38CEDB57-7D29-4D21-8203-7F6E44EA777E}" destId="{08B094E6-470A-458C-BDCC-A0626256CFD5}" srcOrd="1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01A26931-0BE5-4FC3-9B82-BDE28DA0058E}" type="presOf" srcId="{A5E483C9-A3BD-4F9A-8F9F-CDFA80B74485}" destId="{B450C243-F3FF-4B55-BCF1-0CE4D57F4091}" srcOrd="0" destOrd="0" presId="urn:microsoft.com/office/officeart/2005/8/layout/process1"/>
    <dgm:cxn modelId="{F5306F34-961C-445A-BC88-C87262151025}" type="presOf" srcId="{6300F33D-AE15-417F-8922-C2991075A116}" destId="{052C7B0B-AC64-435F-9087-F76A8F81AD70}" srcOrd="1" destOrd="0" presId="urn:microsoft.com/office/officeart/2005/8/layout/process1"/>
    <dgm:cxn modelId="{4DB0F649-C118-4F21-A160-EDEDEC0AA943}" type="presOf" srcId="{5A7B8353-D55C-40BC-AFA9-4101E69F0AAC}" destId="{44BA6F07-9809-453E-B5B3-AB636F82DB9E}" srcOrd="0" destOrd="0" presId="urn:microsoft.com/office/officeart/2005/8/layout/process1"/>
    <dgm:cxn modelId="{80E84C72-3DC7-44BA-BFA3-C3829AC20B6D}" type="presOf" srcId="{3A2CE8DF-123E-43D2-99F9-012836600209}" destId="{75494D80-AAE1-44AB-A5A1-D4E336C9A241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E2CA257E-3D29-419F-B8A0-029EC39EA5B4}" type="presOf" srcId="{46ADFC18-063A-4AD0-9AA3-8719DD99B43D}" destId="{FF7AE4D5-99CD-430E-997C-4D9624DA75B6}" srcOrd="0" destOrd="0" presId="urn:microsoft.com/office/officeart/2005/8/layout/process1"/>
    <dgm:cxn modelId="{B0AE2A8A-7DFB-4C94-A7E9-944C326A20F6}" type="presOf" srcId="{FDBF41EA-DF9A-4A44-9AAC-097517E2463F}" destId="{2DC0BE8A-A50D-459F-8803-8F629D24FD59}" srcOrd="0" destOrd="0" presId="urn:microsoft.com/office/officeart/2005/8/layout/process1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673F78B7-F6A3-4ABB-AAE0-297C41FA7E41}" type="presOf" srcId="{676B2E30-39F0-4B19-80A5-947E41665008}" destId="{C1D3A877-193E-433E-996E-DE3797C7F529}" srcOrd="0" destOrd="0" presId="urn:microsoft.com/office/officeart/2005/8/layout/process1"/>
    <dgm:cxn modelId="{2AE0CDD7-5F21-4815-9DB4-A0E74B97D603}" type="presOf" srcId="{5A7B8353-D55C-40BC-AFA9-4101E69F0AAC}" destId="{99AE6907-DE4A-4A2A-9F71-3AA51CC83CB9}" srcOrd="1" destOrd="0" presId="urn:microsoft.com/office/officeart/2005/8/layout/process1"/>
    <dgm:cxn modelId="{B5AB8BDA-67EF-42B0-9E78-2BA5154258D6}" type="presOf" srcId="{38CEDB57-7D29-4D21-8203-7F6E44EA777E}" destId="{2C8919B2-9A29-4B7C-B580-1CADFBED59E0}" srcOrd="0" destOrd="0" presId="urn:microsoft.com/office/officeart/2005/8/layout/process1"/>
    <dgm:cxn modelId="{8B6D9124-8F69-4C67-AA75-4EA00B1F7243}" type="presParOf" srcId="{B450C243-F3FF-4B55-BCF1-0CE4D57F4091}" destId="{2DC0BE8A-A50D-459F-8803-8F629D24FD59}" srcOrd="0" destOrd="0" presId="urn:microsoft.com/office/officeart/2005/8/layout/process1"/>
    <dgm:cxn modelId="{EF9632B2-550E-4412-A820-D08FD747763E}" type="presParOf" srcId="{B450C243-F3FF-4B55-BCF1-0CE4D57F4091}" destId="{44BA6F07-9809-453E-B5B3-AB636F82DB9E}" srcOrd="1" destOrd="0" presId="urn:microsoft.com/office/officeart/2005/8/layout/process1"/>
    <dgm:cxn modelId="{2F0B1649-DAA2-4AD6-B37E-85CA3F893033}" type="presParOf" srcId="{44BA6F07-9809-453E-B5B3-AB636F82DB9E}" destId="{99AE6907-DE4A-4A2A-9F71-3AA51CC83CB9}" srcOrd="0" destOrd="0" presId="urn:microsoft.com/office/officeart/2005/8/layout/process1"/>
    <dgm:cxn modelId="{23304A1A-645C-4A16-9E4A-6AA7219A5F6F}" type="presParOf" srcId="{B450C243-F3FF-4B55-BCF1-0CE4D57F4091}" destId="{C1D3A877-193E-433E-996E-DE3797C7F529}" srcOrd="2" destOrd="0" presId="urn:microsoft.com/office/officeart/2005/8/layout/process1"/>
    <dgm:cxn modelId="{6D20BAC0-3F3C-4804-8CC1-99FC64DC9808}" type="presParOf" srcId="{B450C243-F3FF-4B55-BCF1-0CE4D57F4091}" destId="{98B97CCD-AFF1-49BB-8170-C62165E0F732}" srcOrd="3" destOrd="0" presId="urn:microsoft.com/office/officeart/2005/8/layout/process1"/>
    <dgm:cxn modelId="{499637AE-FFA7-488E-B454-1BD00517ACF8}" type="presParOf" srcId="{98B97CCD-AFF1-49BB-8170-C62165E0F732}" destId="{052C7B0B-AC64-435F-9087-F76A8F81AD70}" srcOrd="0" destOrd="0" presId="urn:microsoft.com/office/officeart/2005/8/layout/process1"/>
    <dgm:cxn modelId="{BD64C3C7-94B2-48BF-B262-CF792125481A}" type="presParOf" srcId="{B450C243-F3FF-4B55-BCF1-0CE4D57F4091}" destId="{75494D80-AAE1-44AB-A5A1-D4E336C9A241}" srcOrd="4" destOrd="0" presId="urn:microsoft.com/office/officeart/2005/8/layout/process1"/>
    <dgm:cxn modelId="{1805CD61-B49D-4841-B4FE-45B39B32A769}" type="presParOf" srcId="{B450C243-F3FF-4B55-BCF1-0CE4D57F4091}" destId="{2C8919B2-9A29-4B7C-B580-1CADFBED59E0}" srcOrd="5" destOrd="0" presId="urn:microsoft.com/office/officeart/2005/8/layout/process1"/>
    <dgm:cxn modelId="{46C27F73-3657-425B-B57A-D258064A2432}" type="presParOf" srcId="{2C8919B2-9A29-4B7C-B580-1CADFBED59E0}" destId="{08B094E6-470A-458C-BDCC-A0626256CFD5}" srcOrd="0" destOrd="0" presId="urn:microsoft.com/office/officeart/2005/8/layout/process1"/>
    <dgm:cxn modelId="{91EF9CA9-5932-49BE-93C9-6A294A774B42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mc:AlternateContent xmlns:mc="http://schemas.openxmlformats.org/markup-compatibility/2006" xmlns:a14="http://schemas.microsoft.com/office/drawing/2010/main">
      <mc:Choice Requires="a14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Last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𝐗</m:t>
                  </m:r>
                </m:oMath>
              </a14:m>
              <a:endParaRPr lang="en-US" sz="2800" b="1" dirty="0"/>
            </a:p>
          </dgm:t>
        </dgm:pt>
      </mc:Choice>
      <mc:Fallback xmlns="">
        <dgm:pt modelId="{FDBF41EA-DF9A-4A44-9AAC-097517E2463F}">
          <dgm:prSet phldrT="[Text]" custT="1"/>
          <dgm:spPr/>
          <dgm:t>
            <a:bodyPr/>
            <a:lstStyle/>
            <a:p>
              <a:r>
                <a:rPr lang="en-US" sz="2800" b="1" dirty="0"/>
                <a:t>Last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𝐗</a:t>
              </a:r>
              <a:endParaRPr lang="en-US" sz="2800" b="1" dirty="0"/>
            </a:p>
          </dgm:t>
        </dgm:pt>
      </mc:Fallback>
    </mc:AlternateConten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mc:AlternateContent xmlns:mc="http://schemas.openxmlformats.org/markup-compatibility/2006" xmlns:a14="http://schemas.microsoft.com/office/drawing/2010/main">
      <mc:Choice Requires="a14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Last value of </a:t>
              </a:r>
              <a14:m>
                <m:oMath xmlns:m="http://schemas.openxmlformats.org/officeDocument/2006/math">
                  <m:r>
                    <a:rPr lang="en-IN" sz="2800" b="1" i="0" dirty="0" smtClean="0">
                      <a:latin typeface="Cambria Math" panose="02040503050406030204" pitchFamily="18" charset="0"/>
                    </a:rPr>
                    <m:t>𝐘</m:t>
                  </m:r>
                </m:oMath>
              </a14:m>
              <a:endParaRPr lang="en-US" sz="2800" b="1" dirty="0">
                <a:solidFill>
                  <a:srgbClr val="FFFF00"/>
                </a:solidFill>
              </a:endParaRPr>
            </a:p>
          </dgm:t>
        </dgm:pt>
      </mc:Choice>
      <mc:Fallback xmlns="">
        <dgm:pt modelId="{3A2CE8DF-123E-43D2-99F9-012836600209}">
          <dgm:prSet phldrT="[Text]" custT="1"/>
          <dgm:spPr/>
          <dgm:t>
            <a:bodyPr/>
            <a:lstStyle/>
            <a:p>
              <a:r>
                <a:rPr lang="en-US" sz="2800" b="1" dirty="0"/>
                <a:t>Last value of </a:t>
              </a:r>
              <a:r>
                <a:rPr lang="en-IN" sz="2800" b="1" i="0" dirty="0">
                  <a:latin typeface="Cambria Math" panose="02040503050406030204" pitchFamily="18" charset="0"/>
                </a:rPr>
                <a:t>𝐘</a:t>
              </a:r>
              <a:endParaRPr lang="en-US" sz="2800" b="1" dirty="0">
                <a:solidFill>
                  <a:srgbClr val="FFFF00"/>
                </a:solidFill>
              </a:endParaRPr>
            </a:p>
          </dgm:t>
        </dgm:pt>
      </mc:Fallback>
    </mc:AlternateConten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BF6D171E-15CD-4A71-8145-F33B58AD4CAF}" type="presOf" srcId="{3A2CE8DF-123E-43D2-99F9-012836600209}" destId="{75494D80-AAE1-44AB-A5A1-D4E336C9A241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29F88037-5066-4890-A299-F33D18256E20}" type="presOf" srcId="{FDBF41EA-DF9A-4A44-9AAC-097517E2463F}" destId="{2DC0BE8A-A50D-459F-8803-8F629D24FD59}" srcOrd="0" destOrd="0" presId="urn:microsoft.com/office/officeart/2005/8/layout/process1"/>
    <dgm:cxn modelId="{A0A18442-D58F-4D9D-BAD0-263A4F4E30FA}" type="presOf" srcId="{38CEDB57-7D29-4D21-8203-7F6E44EA777E}" destId="{2C8919B2-9A29-4B7C-B580-1CADFBED59E0}" srcOrd="0" destOrd="0" presId="urn:microsoft.com/office/officeart/2005/8/layout/process1"/>
    <dgm:cxn modelId="{31D1A048-43CD-4611-AB0B-A97B3DDF5963}" type="presOf" srcId="{6300F33D-AE15-417F-8922-C2991075A116}" destId="{052C7B0B-AC64-435F-9087-F76A8F81AD70}" srcOrd="1" destOrd="0" presId="urn:microsoft.com/office/officeart/2005/8/layout/process1"/>
    <dgm:cxn modelId="{E151F178-4F99-4091-A325-EB187D4CEB04}" type="presOf" srcId="{6300F33D-AE15-417F-8922-C2991075A116}" destId="{98B97CCD-AFF1-49BB-8170-C62165E0F732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FEF3B697-02FF-4D54-9851-3F83175F08B0}" type="presOf" srcId="{A5E483C9-A3BD-4F9A-8F9F-CDFA80B74485}" destId="{B450C243-F3FF-4B55-BCF1-0CE4D57F4091}" srcOrd="0" destOrd="0" presId="urn:microsoft.com/office/officeart/2005/8/layout/process1"/>
    <dgm:cxn modelId="{B3C3B69D-C2FA-4FA7-94F8-6E9403BE0481}" type="presOf" srcId="{46ADFC18-063A-4AD0-9AA3-8719DD99B43D}" destId="{FF7AE4D5-99CD-430E-997C-4D9624DA75B6}" srcOrd="0" destOrd="0" presId="urn:microsoft.com/office/officeart/2005/8/layout/process1"/>
    <dgm:cxn modelId="{6C1A9CA0-E023-4E1F-A5CE-4A269459FF95}" type="presOf" srcId="{38CEDB57-7D29-4D21-8203-7F6E44EA777E}" destId="{08B094E6-470A-458C-BDCC-A0626256CFD5}" srcOrd="1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34CA2BB5-B461-40CA-B4A5-95D7FD0215D6}" type="presOf" srcId="{5A7B8353-D55C-40BC-AFA9-4101E69F0AAC}" destId="{44BA6F07-9809-453E-B5B3-AB636F82DB9E}" srcOrd="0" destOrd="0" presId="urn:microsoft.com/office/officeart/2005/8/layout/process1"/>
    <dgm:cxn modelId="{AC249FD5-3765-4987-B675-AF39E562D081}" type="presOf" srcId="{5A7B8353-D55C-40BC-AFA9-4101E69F0AAC}" destId="{99AE6907-DE4A-4A2A-9F71-3AA51CC83CB9}" srcOrd="1" destOrd="0" presId="urn:microsoft.com/office/officeart/2005/8/layout/process1"/>
    <dgm:cxn modelId="{2FE862DC-A93E-43F8-B609-7DA1AD2A1CC5}" type="presOf" srcId="{676B2E30-39F0-4B19-80A5-947E41665008}" destId="{C1D3A877-193E-433E-996E-DE3797C7F529}" srcOrd="0" destOrd="0" presId="urn:microsoft.com/office/officeart/2005/8/layout/process1"/>
    <dgm:cxn modelId="{BC73BB8F-6AE8-4555-8D95-D3F618E356E6}" type="presParOf" srcId="{B450C243-F3FF-4B55-BCF1-0CE4D57F4091}" destId="{2DC0BE8A-A50D-459F-8803-8F629D24FD59}" srcOrd="0" destOrd="0" presId="urn:microsoft.com/office/officeart/2005/8/layout/process1"/>
    <dgm:cxn modelId="{0F79583D-AF76-4BDF-AFCA-53D34D9CDDA6}" type="presParOf" srcId="{B450C243-F3FF-4B55-BCF1-0CE4D57F4091}" destId="{44BA6F07-9809-453E-B5B3-AB636F82DB9E}" srcOrd="1" destOrd="0" presId="urn:microsoft.com/office/officeart/2005/8/layout/process1"/>
    <dgm:cxn modelId="{83F973BD-A9E8-4299-AB01-6C1E2FE41789}" type="presParOf" srcId="{44BA6F07-9809-453E-B5B3-AB636F82DB9E}" destId="{99AE6907-DE4A-4A2A-9F71-3AA51CC83CB9}" srcOrd="0" destOrd="0" presId="urn:microsoft.com/office/officeart/2005/8/layout/process1"/>
    <dgm:cxn modelId="{0AA4E7B0-D1D1-4C62-B7F0-B0B20F249B0B}" type="presParOf" srcId="{B450C243-F3FF-4B55-BCF1-0CE4D57F4091}" destId="{C1D3A877-193E-433E-996E-DE3797C7F529}" srcOrd="2" destOrd="0" presId="urn:microsoft.com/office/officeart/2005/8/layout/process1"/>
    <dgm:cxn modelId="{2A5561DE-DD08-42FE-987C-B56E83DD318C}" type="presParOf" srcId="{B450C243-F3FF-4B55-BCF1-0CE4D57F4091}" destId="{98B97CCD-AFF1-49BB-8170-C62165E0F732}" srcOrd="3" destOrd="0" presId="urn:microsoft.com/office/officeart/2005/8/layout/process1"/>
    <dgm:cxn modelId="{5224E575-E471-414E-A9EB-B8E576F897BC}" type="presParOf" srcId="{98B97CCD-AFF1-49BB-8170-C62165E0F732}" destId="{052C7B0B-AC64-435F-9087-F76A8F81AD70}" srcOrd="0" destOrd="0" presId="urn:microsoft.com/office/officeart/2005/8/layout/process1"/>
    <dgm:cxn modelId="{06E3FADE-30CC-4368-B931-C6CE4E3BD2F0}" type="presParOf" srcId="{B450C243-F3FF-4B55-BCF1-0CE4D57F4091}" destId="{75494D80-AAE1-44AB-A5A1-D4E336C9A241}" srcOrd="4" destOrd="0" presId="urn:microsoft.com/office/officeart/2005/8/layout/process1"/>
    <dgm:cxn modelId="{AF4A3D4E-28DD-4F67-9A94-31C6DF1FCCAD}" type="presParOf" srcId="{B450C243-F3FF-4B55-BCF1-0CE4D57F4091}" destId="{2C8919B2-9A29-4B7C-B580-1CADFBED59E0}" srcOrd="5" destOrd="0" presId="urn:microsoft.com/office/officeart/2005/8/layout/process1"/>
    <dgm:cxn modelId="{2F46B516-7BE9-4820-BD86-8088D0113C37}" type="presParOf" srcId="{2C8919B2-9A29-4B7C-B580-1CADFBED59E0}" destId="{08B094E6-470A-458C-BDCC-A0626256CFD5}" srcOrd="0" destOrd="0" presId="urn:microsoft.com/office/officeart/2005/8/layout/process1"/>
    <dgm:cxn modelId="{3B398869-E078-4189-BD90-091EB82CF3B3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2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2800" b="1" dirty="0"/>
            <a:t>Right side            1 times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ADD9AF81-5340-4F51-9579-017EF83961C6}">
      <dgm:prSet phldrT="[Text]" custT="1"/>
      <dgm:spPr/>
      <dgm:t>
        <a:bodyPr/>
        <a:lstStyle/>
        <a:p>
          <a:r>
            <a:rPr lang="en-US" sz="2800" b="1" dirty="0"/>
            <a:t>Press 1</a:t>
          </a:r>
        </a:p>
      </dgm:t>
    </dgm:pt>
    <dgm:pt modelId="{D935D5DC-95CE-41C7-86D4-33A1934F86E3}" type="parTrans" cxnId="{45A12939-DB9B-4994-8B18-229ADF51BDC4}">
      <dgm:prSet/>
      <dgm:spPr/>
      <dgm:t>
        <a:bodyPr/>
        <a:lstStyle/>
        <a:p>
          <a:endParaRPr lang="en-US"/>
        </a:p>
      </dgm:t>
    </dgm:pt>
    <dgm:pt modelId="{5AC2B8B8-2C18-478E-A64D-5C509EFFA201}" type="sibTrans" cxnId="{45A12939-DB9B-4994-8B18-229ADF51BDC4}">
      <dgm:prSet/>
      <dgm:spPr/>
      <dgm:t>
        <a:bodyPr/>
        <a:lstStyle/>
        <a:p>
          <a:endParaRPr lang="en-US"/>
        </a:p>
      </dgm:t>
    </dgm:pt>
    <dgm:pt modelId="{4B2D9E61-B018-400A-84AD-524F43C217F1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63D4C690-8281-4674-B114-B6D85853D193}" type="parTrans" cxnId="{E8C0D4DF-2F85-4D3A-9BC9-597B3685054B}">
      <dgm:prSet/>
      <dgm:spPr/>
      <dgm:t>
        <a:bodyPr/>
        <a:lstStyle/>
        <a:p>
          <a:endParaRPr lang="en-US"/>
        </a:p>
      </dgm:t>
    </dgm:pt>
    <dgm:pt modelId="{EC99A658-5470-4A7D-BC4F-D35E465F7AE4}" type="sibTrans" cxnId="{E8C0D4DF-2F85-4D3A-9BC9-597B3685054B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5" custScaleX="102339" custLinFactNeighborX="-3097" custLinFactNeighborY="-1263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4"/>
      <dgm:spPr/>
    </dgm:pt>
    <dgm:pt modelId="{99AE6907-DE4A-4A2A-9F71-3AA51CC83CB9}" type="pres">
      <dgm:prSet presAssocID="{5A7B8353-D55C-40BC-AFA9-4101E69F0AAC}" presName="connectorText" presStyleLbl="sibTrans2D1" presStyleIdx="0" presStyleCnt="4"/>
      <dgm:spPr/>
    </dgm:pt>
    <dgm:pt modelId="{C1D3A877-193E-433E-996E-DE3797C7F529}" type="pres">
      <dgm:prSet presAssocID="{676B2E30-39F0-4B19-80A5-947E41665008}" presName="node" presStyleLbl="node1" presStyleIdx="1" presStyleCnt="5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4"/>
      <dgm:spPr/>
    </dgm:pt>
    <dgm:pt modelId="{052C7B0B-AC64-435F-9087-F76A8F81AD70}" type="pres">
      <dgm:prSet presAssocID="{6300F33D-AE15-417F-8922-C2991075A116}" presName="connectorText" presStyleLbl="sibTrans2D1" presStyleIdx="1" presStyleCnt="4"/>
      <dgm:spPr/>
    </dgm:pt>
    <dgm:pt modelId="{A7280906-DE55-492D-B5CB-040475BA6CF7}" type="pres">
      <dgm:prSet presAssocID="{0CD145DC-1283-47D9-9842-9F28D9292403}" presName="node" presStyleLbl="node1" presStyleIdx="2" presStyleCnt="5">
        <dgm:presLayoutVars>
          <dgm:bulletEnabled val="1"/>
        </dgm:presLayoutVars>
      </dgm:prSet>
      <dgm:spPr/>
    </dgm:pt>
    <dgm:pt modelId="{EE278DE9-2FD7-4E9F-964F-D06A7AEA7EF1}" type="pres">
      <dgm:prSet presAssocID="{8BFBDCF5-5907-42CD-A174-33BEF20C4F6E}" presName="sibTrans" presStyleLbl="sibTrans2D1" presStyleIdx="2" presStyleCnt="4"/>
      <dgm:spPr/>
    </dgm:pt>
    <dgm:pt modelId="{4B42DA26-4F80-420A-9BB9-911FAC2E068F}" type="pres">
      <dgm:prSet presAssocID="{8BFBDCF5-5907-42CD-A174-33BEF20C4F6E}" presName="connectorText" presStyleLbl="sibTrans2D1" presStyleIdx="2" presStyleCnt="4"/>
      <dgm:spPr/>
    </dgm:pt>
    <dgm:pt modelId="{F2D91B32-5FAB-464F-AFF0-3061A61BCF77}" type="pres">
      <dgm:prSet presAssocID="{ADD9AF81-5340-4F51-9579-017EF83961C6}" presName="node" presStyleLbl="node1" presStyleIdx="3" presStyleCnt="5">
        <dgm:presLayoutVars>
          <dgm:bulletEnabled val="1"/>
        </dgm:presLayoutVars>
      </dgm:prSet>
      <dgm:spPr/>
    </dgm:pt>
    <dgm:pt modelId="{F529AC4C-6940-442E-AD90-CB16FE443101}" type="pres">
      <dgm:prSet presAssocID="{5AC2B8B8-2C18-478E-A64D-5C509EFFA201}" presName="sibTrans" presStyleLbl="sibTrans2D1" presStyleIdx="3" presStyleCnt="4"/>
      <dgm:spPr/>
    </dgm:pt>
    <dgm:pt modelId="{740C2FFA-0A0F-48F8-94C3-3CE7E23A619A}" type="pres">
      <dgm:prSet presAssocID="{5AC2B8B8-2C18-478E-A64D-5C509EFFA201}" presName="connectorText" presStyleLbl="sibTrans2D1" presStyleIdx="3" presStyleCnt="4"/>
      <dgm:spPr/>
    </dgm:pt>
    <dgm:pt modelId="{5627E902-CF83-4687-B9C6-4920488473F8}" type="pres">
      <dgm:prSet presAssocID="{4B2D9E61-B018-400A-84AD-524F43C217F1}" presName="node" presStyleLbl="node1" presStyleIdx="4" presStyleCnt="5">
        <dgm:presLayoutVars>
          <dgm:bulletEnabled val="1"/>
        </dgm:presLayoutVars>
      </dgm:prSet>
      <dgm:spPr/>
    </dgm:pt>
  </dgm:ptLst>
  <dgm:cxnLst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86206531-9CAC-4B60-A90B-2890084902F2}" type="presOf" srcId="{8BFBDCF5-5907-42CD-A174-33BEF20C4F6E}" destId="{4B42DA26-4F80-420A-9BB9-911FAC2E068F}" srcOrd="1" destOrd="0" presId="urn:microsoft.com/office/officeart/2005/8/layout/process1"/>
    <dgm:cxn modelId="{45A12939-DB9B-4994-8B18-229ADF51BDC4}" srcId="{A5E483C9-A3BD-4F9A-8F9F-CDFA80B74485}" destId="{ADD9AF81-5340-4F51-9579-017EF83961C6}" srcOrd="3" destOrd="0" parTransId="{D935D5DC-95CE-41C7-86D4-33A1934F86E3}" sibTransId="{5AC2B8B8-2C18-478E-A64D-5C509EFFA201}"/>
    <dgm:cxn modelId="{2EEB713A-FF98-483B-975A-C34A68B49328}" type="presOf" srcId="{4B2D9E61-B018-400A-84AD-524F43C217F1}" destId="{5627E902-CF83-4687-B9C6-4920488473F8}" srcOrd="0" destOrd="0" presId="urn:microsoft.com/office/officeart/2005/8/layout/process1"/>
    <dgm:cxn modelId="{4D5D523D-BC45-4B90-8179-71B0DA45E51E}" type="presOf" srcId="{A5E483C9-A3BD-4F9A-8F9F-CDFA80B74485}" destId="{B450C243-F3FF-4B55-BCF1-0CE4D57F4091}" srcOrd="0" destOrd="0" presId="urn:microsoft.com/office/officeart/2005/8/layout/process1"/>
    <dgm:cxn modelId="{530ACB60-D5FF-434E-839E-30196DC60F57}" type="presOf" srcId="{5AC2B8B8-2C18-478E-A64D-5C509EFFA201}" destId="{F529AC4C-6940-442E-AD90-CB16FE443101}" srcOrd="0" destOrd="0" presId="urn:microsoft.com/office/officeart/2005/8/layout/process1"/>
    <dgm:cxn modelId="{E410F059-00AC-4B9E-8F77-7D31A5A7E043}" type="presOf" srcId="{0CD145DC-1283-47D9-9842-9F28D9292403}" destId="{A7280906-DE55-492D-B5CB-040475BA6CF7}" srcOrd="0" destOrd="0" presId="urn:microsoft.com/office/officeart/2005/8/layout/process1"/>
    <dgm:cxn modelId="{8C786D81-09A9-4197-B49E-D1DE8C9DAFC5}" type="presOf" srcId="{676B2E30-39F0-4B19-80A5-947E41665008}" destId="{C1D3A877-193E-433E-996E-DE3797C7F529}" srcOrd="0" destOrd="0" presId="urn:microsoft.com/office/officeart/2005/8/layout/process1"/>
    <dgm:cxn modelId="{555C8181-422E-4293-A5B2-29CF411103B9}" srcId="{A5E483C9-A3BD-4F9A-8F9F-CDFA80B74485}" destId="{0CD145DC-1283-47D9-9842-9F28D9292403}" srcOrd="2" destOrd="0" parTransId="{0D9B67D3-2181-406C-92D3-DC1D56CD0CD8}" sibTransId="{8BFBDCF5-5907-42CD-A174-33BEF20C4F6E}"/>
    <dgm:cxn modelId="{6F8AFB89-8AD0-4134-ADEF-45E8EE274A39}" type="presOf" srcId="{5AC2B8B8-2C18-478E-A64D-5C509EFFA201}" destId="{740C2FFA-0A0F-48F8-94C3-3CE7E23A619A}" srcOrd="1" destOrd="0" presId="urn:microsoft.com/office/officeart/2005/8/layout/process1"/>
    <dgm:cxn modelId="{52A7718A-CE8F-4F3D-8533-3BBA7B358914}" type="presOf" srcId="{8BFBDCF5-5907-42CD-A174-33BEF20C4F6E}" destId="{EE278DE9-2FD7-4E9F-964F-D06A7AEA7EF1}" srcOrd="0" destOrd="0" presId="urn:microsoft.com/office/officeart/2005/8/layout/process1"/>
    <dgm:cxn modelId="{140C788D-0A68-457F-9223-92D8583F7BA6}" type="presOf" srcId="{FDBF41EA-DF9A-4A44-9AAC-097517E2463F}" destId="{2DC0BE8A-A50D-459F-8803-8F629D24FD59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FAEBA3A9-65E4-4E56-BD44-0FDF4BB53CA3}" type="presOf" srcId="{5A7B8353-D55C-40BC-AFA9-4101E69F0AAC}" destId="{44BA6F07-9809-453E-B5B3-AB636F82DB9E}" srcOrd="0" destOrd="0" presId="urn:microsoft.com/office/officeart/2005/8/layout/process1"/>
    <dgm:cxn modelId="{DC8671C1-C772-4903-B932-442053DC490D}" type="presOf" srcId="{6300F33D-AE15-417F-8922-C2991075A116}" destId="{98B97CCD-AFF1-49BB-8170-C62165E0F732}" srcOrd="0" destOrd="0" presId="urn:microsoft.com/office/officeart/2005/8/layout/process1"/>
    <dgm:cxn modelId="{E07EF5CD-C1B4-46C5-A8B4-76F586868717}" type="presOf" srcId="{5A7B8353-D55C-40BC-AFA9-4101E69F0AAC}" destId="{99AE6907-DE4A-4A2A-9F71-3AA51CC83CB9}" srcOrd="1" destOrd="0" presId="urn:microsoft.com/office/officeart/2005/8/layout/process1"/>
    <dgm:cxn modelId="{64A8ADDB-7F55-4967-A773-992D3924EDF2}" type="presOf" srcId="{6300F33D-AE15-417F-8922-C2991075A116}" destId="{052C7B0B-AC64-435F-9087-F76A8F81AD70}" srcOrd="1" destOrd="0" presId="urn:microsoft.com/office/officeart/2005/8/layout/process1"/>
    <dgm:cxn modelId="{E8C0D4DF-2F85-4D3A-9BC9-597B3685054B}" srcId="{A5E483C9-A3BD-4F9A-8F9F-CDFA80B74485}" destId="{4B2D9E61-B018-400A-84AD-524F43C217F1}" srcOrd="4" destOrd="0" parTransId="{63D4C690-8281-4674-B114-B6D85853D193}" sibTransId="{EC99A658-5470-4A7D-BC4F-D35E465F7AE4}"/>
    <dgm:cxn modelId="{EE05C6E0-8C10-49EC-B59C-DA1A500CDE1B}" type="presOf" srcId="{ADD9AF81-5340-4F51-9579-017EF83961C6}" destId="{F2D91B32-5FAB-464F-AFF0-3061A61BCF77}" srcOrd="0" destOrd="0" presId="urn:microsoft.com/office/officeart/2005/8/layout/process1"/>
    <dgm:cxn modelId="{86D45AD4-B630-4F46-94BE-CE5D6DC874A4}" type="presParOf" srcId="{B450C243-F3FF-4B55-BCF1-0CE4D57F4091}" destId="{2DC0BE8A-A50D-459F-8803-8F629D24FD59}" srcOrd="0" destOrd="0" presId="urn:microsoft.com/office/officeart/2005/8/layout/process1"/>
    <dgm:cxn modelId="{C6ABF581-2D38-4A43-8D9E-7BC07462FFFC}" type="presParOf" srcId="{B450C243-F3FF-4B55-BCF1-0CE4D57F4091}" destId="{44BA6F07-9809-453E-B5B3-AB636F82DB9E}" srcOrd="1" destOrd="0" presId="urn:microsoft.com/office/officeart/2005/8/layout/process1"/>
    <dgm:cxn modelId="{6B887840-8F69-4700-9E95-647BCA460A23}" type="presParOf" srcId="{44BA6F07-9809-453E-B5B3-AB636F82DB9E}" destId="{99AE6907-DE4A-4A2A-9F71-3AA51CC83CB9}" srcOrd="0" destOrd="0" presId="urn:microsoft.com/office/officeart/2005/8/layout/process1"/>
    <dgm:cxn modelId="{267BA1CF-6D80-4647-9520-C47ACB3FB141}" type="presParOf" srcId="{B450C243-F3FF-4B55-BCF1-0CE4D57F4091}" destId="{C1D3A877-193E-433E-996E-DE3797C7F529}" srcOrd="2" destOrd="0" presId="urn:microsoft.com/office/officeart/2005/8/layout/process1"/>
    <dgm:cxn modelId="{B37EEC39-F296-4781-96EB-0729E759EE36}" type="presParOf" srcId="{B450C243-F3FF-4B55-BCF1-0CE4D57F4091}" destId="{98B97CCD-AFF1-49BB-8170-C62165E0F732}" srcOrd="3" destOrd="0" presId="urn:microsoft.com/office/officeart/2005/8/layout/process1"/>
    <dgm:cxn modelId="{F9F38611-0B80-4B29-B055-BC2B25D35625}" type="presParOf" srcId="{98B97CCD-AFF1-49BB-8170-C62165E0F732}" destId="{052C7B0B-AC64-435F-9087-F76A8F81AD70}" srcOrd="0" destOrd="0" presId="urn:microsoft.com/office/officeart/2005/8/layout/process1"/>
    <dgm:cxn modelId="{41EEAB84-9E0C-4A13-92AA-C1DA124202CC}" type="presParOf" srcId="{B450C243-F3FF-4B55-BCF1-0CE4D57F4091}" destId="{A7280906-DE55-492D-B5CB-040475BA6CF7}" srcOrd="4" destOrd="0" presId="urn:microsoft.com/office/officeart/2005/8/layout/process1"/>
    <dgm:cxn modelId="{C242412D-5E99-497A-BBF3-21AC216094D7}" type="presParOf" srcId="{B450C243-F3FF-4B55-BCF1-0CE4D57F4091}" destId="{EE278DE9-2FD7-4E9F-964F-D06A7AEA7EF1}" srcOrd="5" destOrd="0" presId="urn:microsoft.com/office/officeart/2005/8/layout/process1"/>
    <dgm:cxn modelId="{C9670570-B103-4B8C-9A7D-6F4AE93A4CD9}" type="presParOf" srcId="{EE278DE9-2FD7-4E9F-964F-D06A7AEA7EF1}" destId="{4B42DA26-4F80-420A-9BB9-911FAC2E068F}" srcOrd="0" destOrd="0" presId="urn:microsoft.com/office/officeart/2005/8/layout/process1"/>
    <dgm:cxn modelId="{3C8CEB5B-2BD7-49C5-B93A-72143BE2F851}" type="presParOf" srcId="{B450C243-F3FF-4B55-BCF1-0CE4D57F4091}" destId="{F2D91B32-5FAB-464F-AFF0-3061A61BCF77}" srcOrd="6" destOrd="0" presId="urn:microsoft.com/office/officeart/2005/8/layout/process1"/>
    <dgm:cxn modelId="{C0225908-8703-4D4F-9275-F236606009D7}" type="presParOf" srcId="{B450C243-F3FF-4B55-BCF1-0CE4D57F4091}" destId="{F529AC4C-6940-442E-AD90-CB16FE443101}" srcOrd="7" destOrd="0" presId="urn:microsoft.com/office/officeart/2005/8/layout/process1"/>
    <dgm:cxn modelId="{19562486-AEDE-43BD-8F74-67F76E82FAE8}" type="presParOf" srcId="{F529AC4C-6940-442E-AD90-CB16FE443101}" destId="{740C2FFA-0A0F-48F8-94C3-3CE7E23A619A}" srcOrd="0" destOrd="0" presId="urn:microsoft.com/office/officeart/2005/8/layout/process1"/>
    <dgm:cxn modelId="{2376B4D1-8B3D-4471-9E67-504941F20D4F}" type="presParOf" srcId="{B450C243-F3FF-4B55-BCF1-0CE4D57F4091}" destId="{5627E902-CF83-4687-B9C6-4920488473F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2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2800" b="1" dirty="0"/>
            <a:t>Right side            1 times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ADD9AF81-5340-4F51-9579-017EF83961C6}">
      <dgm:prSet phldrT="[Text]" custT="1"/>
      <dgm:spPr/>
      <dgm:t>
        <a:bodyPr/>
        <a:lstStyle/>
        <a:p>
          <a:r>
            <a:rPr lang="en-US" sz="2800" b="1" dirty="0"/>
            <a:t>Press 2</a:t>
          </a:r>
        </a:p>
      </dgm:t>
    </dgm:pt>
    <dgm:pt modelId="{D935D5DC-95CE-41C7-86D4-33A1934F86E3}" type="parTrans" cxnId="{45A12939-DB9B-4994-8B18-229ADF51BDC4}">
      <dgm:prSet/>
      <dgm:spPr/>
      <dgm:t>
        <a:bodyPr/>
        <a:lstStyle/>
        <a:p>
          <a:endParaRPr lang="en-US"/>
        </a:p>
      </dgm:t>
    </dgm:pt>
    <dgm:pt modelId="{5AC2B8B8-2C18-478E-A64D-5C509EFFA201}" type="sibTrans" cxnId="{45A12939-DB9B-4994-8B18-229ADF51BDC4}">
      <dgm:prSet/>
      <dgm:spPr/>
      <dgm:t>
        <a:bodyPr/>
        <a:lstStyle/>
        <a:p>
          <a:endParaRPr lang="en-US"/>
        </a:p>
      </dgm:t>
    </dgm:pt>
    <dgm:pt modelId="{4B2D9E61-B018-400A-84AD-524F43C217F1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63D4C690-8281-4674-B114-B6D85853D193}" type="parTrans" cxnId="{E8C0D4DF-2F85-4D3A-9BC9-597B3685054B}">
      <dgm:prSet/>
      <dgm:spPr/>
      <dgm:t>
        <a:bodyPr/>
        <a:lstStyle/>
        <a:p>
          <a:endParaRPr lang="en-US"/>
        </a:p>
      </dgm:t>
    </dgm:pt>
    <dgm:pt modelId="{EC99A658-5470-4A7D-BC4F-D35E465F7AE4}" type="sibTrans" cxnId="{E8C0D4DF-2F85-4D3A-9BC9-597B3685054B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5" custScaleX="102339" custLinFactNeighborX="-3097" custLinFactNeighborY="-1263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4"/>
      <dgm:spPr/>
    </dgm:pt>
    <dgm:pt modelId="{99AE6907-DE4A-4A2A-9F71-3AA51CC83CB9}" type="pres">
      <dgm:prSet presAssocID="{5A7B8353-D55C-40BC-AFA9-4101E69F0AAC}" presName="connectorText" presStyleLbl="sibTrans2D1" presStyleIdx="0" presStyleCnt="4"/>
      <dgm:spPr/>
    </dgm:pt>
    <dgm:pt modelId="{C1D3A877-193E-433E-996E-DE3797C7F529}" type="pres">
      <dgm:prSet presAssocID="{676B2E30-39F0-4B19-80A5-947E41665008}" presName="node" presStyleLbl="node1" presStyleIdx="1" presStyleCnt="5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4"/>
      <dgm:spPr/>
    </dgm:pt>
    <dgm:pt modelId="{052C7B0B-AC64-435F-9087-F76A8F81AD70}" type="pres">
      <dgm:prSet presAssocID="{6300F33D-AE15-417F-8922-C2991075A116}" presName="connectorText" presStyleLbl="sibTrans2D1" presStyleIdx="1" presStyleCnt="4"/>
      <dgm:spPr/>
    </dgm:pt>
    <dgm:pt modelId="{A7280906-DE55-492D-B5CB-040475BA6CF7}" type="pres">
      <dgm:prSet presAssocID="{0CD145DC-1283-47D9-9842-9F28D9292403}" presName="node" presStyleLbl="node1" presStyleIdx="2" presStyleCnt="5">
        <dgm:presLayoutVars>
          <dgm:bulletEnabled val="1"/>
        </dgm:presLayoutVars>
      </dgm:prSet>
      <dgm:spPr/>
    </dgm:pt>
    <dgm:pt modelId="{EE278DE9-2FD7-4E9F-964F-D06A7AEA7EF1}" type="pres">
      <dgm:prSet presAssocID="{8BFBDCF5-5907-42CD-A174-33BEF20C4F6E}" presName="sibTrans" presStyleLbl="sibTrans2D1" presStyleIdx="2" presStyleCnt="4"/>
      <dgm:spPr/>
    </dgm:pt>
    <dgm:pt modelId="{4B42DA26-4F80-420A-9BB9-911FAC2E068F}" type="pres">
      <dgm:prSet presAssocID="{8BFBDCF5-5907-42CD-A174-33BEF20C4F6E}" presName="connectorText" presStyleLbl="sibTrans2D1" presStyleIdx="2" presStyleCnt="4"/>
      <dgm:spPr/>
    </dgm:pt>
    <dgm:pt modelId="{F2D91B32-5FAB-464F-AFF0-3061A61BCF77}" type="pres">
      <dgm:prSet presAssocID="{ADD9AF81-5340-4F51-9579-017EF83961C6}" presName="node" presStyleLbl="node1" presStyleIdx="3" presStyleCnt="5">
        <dgm:presLayoutVars>
          <dgm:bulletEnabled val="1"/>
        </dgm:presLayoutVars>
      </dgm:prSet>
      <dgm:spPr/>
    </dgm:pt>
    <dgm:pt modelId="{F529AC4C-6940-442E-AD90-CB16FE443101}" type="pres">
      <dgm:prSet presAssocID="{5AC2B8B8-2C18-478E-A64D-5C509EFFA201}" presName="sibTrans" presStyleLbl="sibTrans2D1" presStyleIdx="3" presStyleCnt="4"/>
      <dgm:spPr/>
    </dgm:pt>
    <dgm:pt modelId="{740C2FFA-0A0F-48F8-94C3-3CE7E23A619A}" type="pres">
      <dgm:prSet presAssocID="{5AC2B8B8-2C18-478E-A64D-5C509EFFA201}" presName="connectorText" presStyleLbl="sibTrans2D1" presStyleIdx="3" presStyleCnt="4"/>
      <dgm:spPr/>
    </dgm:pt>
    <dgm:pt modelId="{5627E902-CF83-4687-B9C6-4920488473F8}" type="pres">
      <dgm:prSet presAssocID="{4B2D9E61-B018-400A-84AD-524F43C217F1}" presName="node" presStyleLbl="node1" presStyleIdx="4" presStyleCnt="5">
        <dgm:presLayoutVars>
          <dgm:bulletEnabled val="1"/>
        </dgm:presLayoutVars>
      </dgm:prSet>
      <dgm:spPr/>
    </dgm:pt>
  </dgm:ptLst>
  <dgm:cxnLst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86206531-9CAC-4B60-A90B-2890084902F2}" type="presOf" srcId="{8BFBDCF5-5907-42CD-A174-33BEF20C4F6E}" destId="{4B42DA26-4F80-420A-9BB9-911FAC2E068F}" srcOrd="1" destOrd="0" presId="urn:microsoft.com/office/officeart/2005/8/layout/process1"/>
    <dgm:cxn modelId="{45A12939-DB9B-4994-8B18-229ADF51BDC4}" srcId="{A5E483C9-A3BD-4F9A-8F9F-CDFA80B74485}" destId="{ADD9AF81-5340-4F51-9579-017EF83961C6}" srcOrd="3" destOrd="0" parTransId="{D935D5DC-95CE-41C7-86D4-33A1934F86E3}" sibTransId="{5AC2B8B8-2C18-478E-A64D-5C509EFFA201}"/>
    <dgm:cxn modelId="{2EEB713A-FF98-483B-975A-C34A68B49328}" type="presOf" srcId="{4B2D9E61-B018-400A-84AD-524F43C217F1}" destId="{5627E902-CF83-4687-B9C6-4920488473F8}" srcOrd="0" destOrd="0" presId="urn:microsoft.com/office/officeart/2005/8/layout/process1"/>
    <dgm:cxn modelId="{4D5D523D-BC45-4B90-8179-71B0DA45E51E}" type="presOf" srcId="{A5E483C9-A3BD-4F9A-8F9F-CDFA80B74485}" destId="{B450C243-F3FF-4B55-BCF1-0CE4D57F4091}" srcOrd="0" destOrd="0" presId="urn:microsoft.com/office/officeart/2005/8/layout/process1"/>
    <dgm:cxn modelId="{530ACB60-D5FF-434E-839E-30196DC60F57}" type="presOf" srcId="{5AC2B8B8-2C18-478E-A64D-5C509EFFA201}" destId="{F529AC4C-6940-442E-AD90-CB16FE443101}" srcOrd="0" destOrd="0" presId="urn:microsoft.com/office/officeart/2005/8/layout/process1"/>
    <dgm:cxn modelId="{E410F059-00AC-4B9E-8F77-7D31A5A7E043}" type="presOf" srcId="{0CD145DC-1283-47D9-9842-9F28D9292403}" destId="{A7280906-DE55-492D-B5CB-040475BA6CF7}" srcOrd="0" destOrd="0" presId="urn:microsoft.com/office/officeart/2005/8/layout/process1"/>
    <dgm:cxn modelId="{8C786D81-09A9-4197-B49E-D1DE8C9DAFC5}" type="presOf" srcId="{676B2E30-39F0-4B19-80A5-947E41665008}" destId="{C1D3A877-193E-433E-996E-DE3797C7F529}" srcOrd="0" destOrd="0" presId="urn:microsoft.com/office/officeart/2005/8/layout/process1"/>
    <dgm:cxn modelId="{555C8181-422E-4293-A5B2-29CF411103B9}" srcId="{A5E483C9-A3BD-4F9A-8F9F-CDFA80B74485}" destId="{0CD145DC-1283-47D9-9842-9F28D9292403}" srcOrd="2" destOrd="0" parTransId="{0D9B67D3-2181-406C-92D3-DC1D56CD0CD8}" sibTransId="{8BFBDCF5-5907-42CD-A174-33BEF20C4F6E}"/>
    <dgm:cxn modelId="{6F8AFB89-8AD0-4134-ADEF-45E8EE274A39}" type="presOf" srcId="{5AC2B8B8-2C18-478E-A64D-5C509EFFA201}" destId="{740C2FFA-0A0F-48F8-94C3-3CE7E23A619A}" srcOrd="1" destOrd="0" presId="urn:microsoft.com/office/officeart/2005/8/layout/process1"/>
    <dgm:cxn modelId="{52A7718A-CE8F-4F3D-8533-3BBA7B358914}" type="presOf" srcId="{8BFBDCF5-5907-42CD-A174-33BEF20C4F6E}" destId="{EE278DE9-2FD7-4E9F-964F-D06A7AEA7EF1}" srcOrd="0" destOrd="0" presId="urn:microsoft.com/office/officeart/2005/8/layout/process1"/>
    <dgm:cxn modelId="{140C788D-0A68-457F-9223-92D8583F7BA6}" type="presOf" srcId="{FDBF41EA-DF9A-4A44-9AAC-097517E2463F}" destId="{2DC0BE8A-A50D-459F-8803-8F629D24FD59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FAEBA3A9-65E4-4E56-BD44-0FDF4BB53CA3}" type="presOf" srcId="{5A7B8353-D55C-40BC-AFA9-4101E69F0AAC}" destId="{44BA6F07-9809-453E-B5B3-AB636F82DB9E}" srcOrd="0" destOrd="0" presId="urn:microsoft.com/office/officeart/2005/8/layout/process1"/>
    <dgm:cxn modelId="{DC8671C1-C772-4903-B932-442053DC490D}" type="presOf" srcId="{6300F33D-AE15-417F-8922-C2991075A116}" destId="{98B97CCD-AFF1-49BB-8170-C62165E0F732}" srcOrd="0" destOrd="0" presId="urn:microsoft.com/office/officeart/2005/8/layout/process1"/>
    <dgm:cxn modelId="{E07EF5CD-C1B4-46C5-A8B4-76F586868717}" type="presOf" srcId="{5A7B8353-D55C-40BC-AFA9-4101E69F0AAC}" destId="{99AE6907-DE4A-4A2A-9F71-3AA51CC83CB9}" srcOrd="1" destOrd="0" presId="urn:microsoft.com/office/officeart/2005/8/layout/process1"/>
    <dgm:cxn modelId="{64A8ADDB-7F55-4967-A773-992D3924EDF2}" type="presOf" srcId="{6300F33D-AE15-417F-8922-C2991075A116}" destId="{052C7B0B-AC64-435F-9087-F76A8F81AD70}" srcOrd="1" destOrd="0" presId="urn:microsoft.com/office/officeart/2005/8/layout/process1"/>
    <dgm:cxn modelId="{E8C0D4DF-2F85-4D3A-9BC9-597B3685054B}" srcId="{A5E483C9-A3BD-4F9A-8F9F-CDFA80B74485}" destId="{4B2D9E61-B018-400A-84AD-524F43C217F1}" srcOrd="4" destOrd="0" parTransId="{63D4C690-8281-4674-B114-B6D85853D193}" sibTransId="{EC99A658-5470-4A7D-BC4F-D35E465F7AE4}"/>
    <dgm:cxn modelId="{EE05C6E0-8C10-49EC-B59C-DA1A500CDE1B}" type="presOf" srcId="{ADD9AF81-5340-4F51-9579-017EF83961C6}" destId="{F2D91B32-5FAB-464F-AFF0-3061A61BCF77}" srcOrd="0" destOrd="0" presId="urn:microsoft.com/office/officeart/2005/8/layout/process1"/>
    <dgm:cxn modelId="{86D45AD4-B630-4F46-94BE-CE5D6DC874A4}" type="presParOf" srcId="{B450C243-F3FF-4B55-BCF1-0CE4D57F4091}" destId="{2DC0BE8A-A50D-459F-8803-8F629D24FD59}" srcOrd="0" destOrd="0" presId="urn:microsoft.com/office/officeart/2005/8/layout/process1"/>
    <dgm:cxn modelId="{C6ABF581-2D38-4A43-8D9E-7BC07462FFFC}" type="presParOf" srcId="{B450C243-F3FF-4B55-BCF1-0CE4D57F4091}" destId="{44BA6F07-9809-453E-B5B3-AB636F82DB9E}" srcOrd="1" destOrd="0" presId="urn:microsoft.com/office/officeart/2005/8/layout/process1"/>
    <dgm:cxn modelId="{6B887840-8F69-4700-9E95-647BCA460A23}" type="presParOf" srcId="{44BA6F07-9809-453E-B5B3-AB636F82DB9E}" destId="{99AE6907-DE4A-4A2A-9F71-3AA51CC83CB9}" srcOrd="0" destOrd="0" presId="urn:microsoft.com/office/officeart/2005/8/layout/process1"/>
    <dgm:cxn modelId="{267BA1CF-6D80-4647-9520-C47ACB3FB141}" type="presParOf" srcId="{B450C243-F3FF-4B55-BCF1-0CE4D57F4091}" destId="{C1D3A877-193E-433E-996E-DE3797C7F529}" srcOrd="2" destOrd="0" presId="urn:microsoft.com/office/officeart/2005/8/layout/process1"/>
    <dgm:cxn modelId="{B37EEC39-F296-4781-96EB-0729E759EE36}" type="presParOf" srcId="{B450C243-F3FF-4B55-BCF1-0CE4D57F4091}" destId="{98B97CCD-AFF1-49BB-8170-C62165E0F732}" srcOrd="3" destOrd="0" presId="urn:microsoft.com/office/officeart/2005/8/layout/process1"/>
    <dgm:cxn modelId="{F9F38611-0B80-4B29-B055-BC2B25D35625}" type="presParOf" srcId="{98B97CCD-AFF1-49BB-8170-C62165E0F732}" destId="{052C7B0B-AC64-435F-9087-F76A8F81AD70}" srcOrd="0" destOrd="0" presId="urn:microsoft.com/office/officeart/2005/8/layout/process1"/>
    <dgm:cxn modelId="{41EEAB84-9E0C-4A13-92AA-C1DA124202CC}" type="presParOf" srcId="{B450C243-F3FF-4B55-BCF1-0CE4D57F4091}" destId="{A7280906-DE55-492D-B5CB-040475BA6CF7}" srcOrd="4" destOrd="0" presId="urn:microsoft.com/office/officeart/2005/8/layout/process1"/>
    <dgm:cxn modelId="{C242412D-5E99-497A-BBF3-21AC216094D7}" type="presParOf" srcId="{B450C243-F3FF-4B55-BCF1-0CE4D57F4091}" destId="{EE278DE9-2FD7-4E9F-964F-D06A7AEA7EF1}" srcOrd="5" destOrd="0" presId="urn:microsoft.com/office/officeart/2005/8/layout/process1"/>
    <dgm:cxn modelId="{C9670570-B103-4B8C-9A7D-6F4AE93A4CD9}" type="presParOf" srcId="{EE278DE9-2FD7-4E9F-964F-D06A7AEA7EF1}" destId="{4B42DA26-4F80-420A-9BB9-911FAC2E068F}" srcOrd="0" destOrd="0" presId="urn:microsoft.com/office/officeart/2005/8/layout/process1"/>
    <dgm:cxn modelId="{3C8CEB5B-2BD7-49C5-B93A-72143BE2F851}" type="presParOf" srcId="{B450C243-F3FF-4B55-BCF1-0CE4D57F4091}" destId="{F2D91B32-5FAB-464F-AFF0-3061A61BCF77}" srcOrd="6" destOrd="0" presId="urn:microsoft.com/office/officeart/2005/8/layout/process1"/>
    <dgm:cxn modelId="{C0225908-8703-4D4F-9275-F236606009D7}" type="presParOf" srcId="{B450C243-F3FF-4B55-BCF1-0CE4D57F4091}" destId="{F529AC4C-6940-442E-AD90-CB16FE443101}" srcOrd="7" destOrd="0" presId="urn:microsoft.com/office/officeart/2005/8/layout/process1"/>
    <dgm:cxn modelId="{19562486-AEDE-43BD-8F74-67F76E82FAE8}" type="presParOf" srcId="{F529AC4C-6940-442E-AD90-CB16FE443101}" destId="{740C2FFA-0A0F-48F8-94C3-3CE7E23A619A}" srcOrd="0" destOrd="0" presId="urn:microsoft.com/office/officeart/2005/8/layout/process1"/>
    <dgm:cxn modelId="{2376B4D1-8B3D-4471-9E67-504941F20D4F}" type="presParOf" srcId="{B450C243-F3FF-4B55-BCF1-0CE4D57F4091}" destId="{5627E902-CF83-4687-B9C6-4920488473F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2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2800" b="1" dirty="0"/>
            <a:t>Right side            2 times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ADD9AF81-5340-4F51-9579-017EF83961C6}">
      <dgm:prSet phldrT="[Text]" custT="1"/>
      <dgm:spPr/>
      <dgm:t>
        <a:bodyPr/>
        <a:lstStyle/>
        <a:p>
          <a:r>
            <a:rPr lang="en-US" sz="2800" b="1" dirty="0"/>
            <a:t>Press 3</a:t>
          </a:r>
        </a:p>
      </dgm:t>
    </dgm:pt>
    <dgm:pt modelId="{D935D5DC-95CE-41C7-86D4-33A1934F86E3}" type="parTrans" cxnId="{45A12939-DB9B-4994-8B18-229ADF51BDC4}">
      <dgm:prSet/>
      <dgm:spPr/>
      <dgm:t>
        <a:bodyPr/>
        <a:lstStyle/>
        <a:p>
          <a:endParaRPr lang="en-US"/>
        </a:p>
      </dgm:t>
    </dgm:pt>
    <dgm:pt modelId="{5AC2B8B8-2C18-478E-A64D-5C509EFFA201}" type="sibTrans" cxnId="{45A12939-DB9B-4994-8B18-229ADF51BDC4}">
      <dgm:prSet/>
      <dgm:spPr/>
      <dgm:t>
        <a:bodyPr/>
        <a:lstStyle/>
        <a:p>
          <a:endParaRPr lang="en-US"/>
        </a:p>
      </dgm:t>
    </dgm:pt>
    <dgm:pt modelId="{4B2D9E61-B018-400A-84AD-524F43C217F1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63D4C690-8281-4674-B114-B6D85853D193}" type="parTrans" cxnId="{E8C0D4DF-2F85-4D3A-9BC9-597B3685054B}">
      <dgm:prSet/>
      <dgm:spPr/>
      <dgm:t>
        <a:bodyPr/>
        <a:lstStyle/>
        <a:p>
          <a:endParaRPr lang="en-US"/>
        </a:p>
      </dgm:t>
    </dgm:pt>
    <dgm:pt modelId="{EC99A658-5470-4A7D-BC4F-D35E465F7AE4}" type="sibTrans" cxnId="{E8C0D4DF-2F85-4D3A-9BC9-597B3685054B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5" custScaleX="102339" custLinFactNeighborX="-3097" custLinFactNeighborY="-1263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4"/>
      <dgm:spPr/>
    </dgm:pt>
    <dgm:pt modelId="{99AE6907-DE4A-4A2A-9F71-3AA51CC83CB9}" type="pres">
      <dgm:prSet presAssocID="{5A7B8353-D55C-40BC-AFA9-4101E69F0AAC}" presName="connectorText" presStyleLbl="sibTrans2D1" presStyleIdx="0" presStyleCnt="4"/>
      <dgm:spPr/>
    </dgm:pt>
    <dgm:pt modelId="{C1D3A877-193E-433E-996E-DE3797C7F529}" type="pres">
      <dgm:prSet presAssocID="{676B2E30-39F0-4B19-80A5-947E41665008}" presName="node" presStyleLbl="node1" presStyleIdx="1" presStyleCnt="5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4"/>
      <dgm:spPr/>
    </dgm:pt>
    <dgm:pt modelId="{052C7B0B-AC64-435F-9087-F76A8F81AD70}" type="pres">
      <dgm:prSet presAssocID="{6300F33D-AE15-417F-8922-C2991075A116}" presName="connectorText" presStyleLbl="sibTrans2D1" presStyleIdx="1" presStyleCnt="4"/>
      <dgm:spPr/>
    </dgm:pt>
    <dgm:pt modelId="{A7280906-DE55-492D-B5CB-040475BA6CF7}" type="pres">
      <dgm:prSet presAssocID="{0CD145DC-1283-47D9-9842-9F28D9292403}" presName="node" presStyleLbl="node1" presStyleIdx="2" presStyleCnt="5">
        <dgm:presLayoutVars>
          <dgm:bulletEnabled val="1"/>
        </dgm:presLayoutVars>
      </dgm:prSet>
      <dgm:spPr/>
    </dgm:pt>
    <dgm:pt modelId="{EE278DE9-2FD7-4E9F-964F-D06A7AEA7EF1}" type="pres">
      <dgm:prSet presAssocID="{8BFBDCF5-5907-42CD-A174-33BEF20C4F6E}" presName="sibTrans" presStyleLbl="sibTrans2D1" presStyleIdx="2" presStyleCnt="4"/>
      <dgm:spPr/>
    </dgm:pt>
    <dgm:pt modelId="{4B42DA26-4F80-420A-9BB9-911FAC2E068F}" type="pres">
      <dgm:prSet presAssocID="{8BFBDCF5-5907-42CD-A174-33BEF20C4F6E}" presName="connectorText" presStyleLbl="sibTrans2D1" presStyleIdx="2" presStyleCnt="4"/>
      <dgm:spPr/>
    </dgm:pt>
    <dgm:pt modelId="{F2D91B32-5FAB-464F-AFF0-3061A61BCF77}" type="pres">
      <dgm:prSet presAssocID="{ADD9AF81-5340-4F51-9579-017EF83961C6}" presName="node" presStyleLbl="node1" presStyleIdx="3" presStyleCnt="5">
        <dgm:presLayoutVars>
          <dgm:bulletEnabled val="1"/>
        </dgm:presLayoutVars>
      </dgm:prSet>
      <dgm:spPr/>
    </dgm:pt>
    <dgm:pt modelId="{F529AC4C-6940-442E-AD90-CB16FE443101}" type="pres">
      <dgm:prSet presAssocID="{5AC2B8B8-2C18-478E-A64D-5C509EFFA201}" presName="sibTrans" presStyleLbl="sibTrans2D1" presStyleIdx="3" presStyleCnt="4"/>
      <dgm:spPr/>
    </dgm:pt>
    <dgm:pt modelId="{740C2FFA-0A0F-48F8-94C3-3CE7E23A619A}" type="pres">
      <dgm:prSet presAssocID="{5AC2B8B8-2C18-478E-A64D-5C509EFFA201}" presName="connectorText" presStyleLbl="sibTrans2D1" presStyleIdx="3" presStyleCnt="4"/>
      <dgm:spPr/>
    </dgm:pt>
    <dgm:pt modelId="{5627E902-CF83-4687-B9C6-4920488473F8}" type="pres">
      <dgm:prSet presAssocID="{4B2D9E61-B018-400A-84AD-524F43C217F1}" presName="node" presStyleLbl="node1" presStyleIdx="4" presStyleCnt="5">
        <dgm:presLayoutVars>
          <dgm:bulletEnabled val="1"/>
        </dgm:presLayoutVars>
      </dgm:prSet>
      <dgm:spPr/>
    </dgm:pt>
  </dgm:ptLst>
  <dgm:cxnLst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86206531-9CAC-4B60-A90B-2890084902F2}" type="presOf" srcId="{8BFBDCF5-5907-42CD-A174-33BEF20C4F6E}" destId="{4B42DA26-4F80-420A-9BB9-911FAC2E068F}" srcOrd="1" destOrd="0" presId="urn:microsoft.com/office/officeart/2005/8/layout/process1"/>
    <dgm:cxn modelId="{45A12939-DB9B-4994-8B18-229ADF51BDC4}" srcId="{A5E483C9-A3BD-4F9A-8F9F-CDFA80B74485}" destId="{ADD9AF81-5340-4F51-9579-017EF83961C6}" srcOrd="3" destOrd="0" parTransId="{D935D5DC-95CE-41C7-86D4-33A1934F86E3}" sibTransId="{5AC2B8B8-2C18-478E-A64D-5C509EFFA201}"/>
    <dgm:cxn modelId="{2EEB713A-FF98-483B-975A-C34A68B49328}" type="presOf" srcId="{4B2D9E61-B018-400A-84AD-524F43C217F1}" destId="{5627E902-CF83-4687-B9C6-4920488473F8}" srcOrd="0" destOrd="0" presId="urn:microsoft.com/office/officeart/2005/8/layout/process1"/>
    <dgm:cxn modelId="{4D5D523D-BC45-4B90-8179-71B0DA45E51E}" type="presOf" srcId="{A5E483C9-A3BD-4F9A-8F9F-CDFA80B74485}" destId="{B450C243-F3FF-4B55-BCF1-0CE4D57F4091}" srcOrd="0" destOrd="0" presId="urn:microsoft.com/office/officeart/2005/8/layout/process1"/>
    <dgm:cxn modelId="{530ACB60-D5FF-434E-839E-30196DC60F57}" type="presOf" srcId="{5AC2B8B8-2C18-478E-A64D-5C509EFFA201}" destId="{F529AC4C-6940-442E-AD90-CB16FE443101}" srcOrd="0" destOrd="0" presId="urn:microsoft.com/office/officeart/2005/8/layout/process1"/>
    <dgm:cxn modelId="{E410F059-00AC-4B9E-8F77-7D31A5A7E043}" type="presOf" srcId="{0CD145DC-1283-47D9-9842-9F28D9292403}" destId="{A7280906-DE55-492D-B5CB-040475BA6CF7}" srcOrd="0" destOrd="0" presId="urn:microsoft.com/office/officeart/2005/8/layout/process1"/>
    <dgm:cxn modelId="{8C786D81-09A9-4197-B49E-D1DE8C9DAFC5}" type="presOf" srcId="{676B2E30-39F0-4B19-80A5-947E41665008}" destId="{C1D3A877-193E-433E-996E-DE3797C7F529}" srcOrd="0" destOrd="0" presId="urn:microsoft.com/office/officeart/2005/8/layout/process1"/>
    <dgm:cxn modelId="{555C8181-422E-4293-A5B2-29CF411103B9}" srcId="{A5E483C9-A3BD-4F9A-8F9F-CDFA80B74485}" destId="{0CD145DC-1283-47D9-9842-9F28D9292403}" srcOrd="2" destOrd="0" parTransId="{0D9B67D3-2181-406C-92D3-DC1D56CD0CD8}" sibTransId="{8BFBDCF5-5907-42CD-A174-33BEF20C4F6E}"/>
    <dgm:cxn modelId="{6F8AFB89-8AD0-4134-ADEF-45E8EE274A39}" type="presOf" srcId="{5AC2B8B8-2C18-478E-A64D-5C509EFFA201}" destId="{740C2FFA-0A0F-48F8-94C3-3CE7E23A619A}" srcOrd="1" destOrd="0" presId="urn:microsoft.com/office/officeart/2005/8/layout/process1"/>
    <dgm:cxn modelId="{52A7718A-CE8F-4F3D-8533-3BBA7B358914}" type="presOf" srcId="{8BFBDCF5-5907-42CD-A174-33BEF20C4F6E}" destId="{EE278DE9-2FD7-4E9F-964F-D06A7AEA7EF1}" srcOrd="0" destOrd="0" presId="urn:microsoft.com/office/officeart/2005/8/layout/process1"/>
    <dgm:cxn modelId="{140C788D-0A68-457F-9223-92D8583F7BA6}" type="presOf" srcId="{FDBF41EA-DF9A-4A44-9AAC-097517E2463F}" destId="{2DC0BE8A-A50D-459F-8803-8F629D24FD59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FAEBA3A9-65E4-4E56-BD44-0FDF4BB53CA3}" type="presOf" srcId="{5A7B8353-D55C-40BC-AFA9-4101E69F0AAC}" destId="{44BA6F07-9809-453E-B5B3-AB636F82DB9E}" srcOrd="0" destOrd="0" presId="urn:microsoft.com/office/officeart/2005/8/layout/process1"/>
    <dgm:cxn modelId="{DC8671C1-C772-4903-B932-442053DC490D}" type="presOf" srcId="{6300F33D-AE15-417F-8922-C2991075A116}" destId="{98B97CCD-AFF1-49BB-8170-C62165E0F732}" srcOrd="0" destOrd="0" presId="urn:microsoft.com/office/officeart/2005/8/layout/process1"/>
    <dgm:cxn modelId="{E07EF5CD-C1B4-46C5-A8B4-76F586868717}" type="presOf" srcId="{5A7B8353-D55C-40BC-AFA9-4101E69F0AAC}" destId="{99AE6907-DE4A-4A2A-9F71-3AA51CC83CB9}" srcOrd="1" destOrd="0" presId="urn:microsoft.com/office/officeart/2005/8/layout/process1"/>
    <dgm:cxn modelId="{64A8ADDB-7F55-4967-A773-992D3924EDF2}" type="presOf" srcId="{6300F33D-AE15-417F-8922-C2991075A116}" destId="{052C7B0B-AC64-435F-9087-F76A8F81AD70}" srcOrd="1" destOrd="0" presId="urn:microsoft.com/office/officeart/2005/8/layout/process1"/>
    <dgm:cxn modelId="{E8C0D4DF-2F85-4D3A-9BC9-597B3685054B}" srcId="{A5E483C9-A3BD-4F9A-8F9F-CDFA80B74485}" destId="{4B2D9E61-B018-400A-84AD-524F43C217F1}" srcOrd="4" destOrd="0" parTransId="{63D4C690-8281-4674-B114-B6D85853D193}" sibTransId="{EC99A658-5470-4A7D-BC4F-D35E465F7AE4}"/>
    <dgm:cxn modelId="{EE05C6E0-8C10-49EC-B59C-DA1A500CDE1B}" type="presOf" srcId="{ADD9AF81-5340-4F51-9579-017EF83961C6}" destId="{F2D91B32-5FAB-464F-AFF0-3061A61BCF77}" srcOrd="0" destOrd="0" presId="urn:microsoft.com/office/officeart/2005/8/layout/process1"/>
    <dgm:cxn modelId="{86D45AD4-B630-4F46-94BE-CE5D6DC874A4}" type="presParOf" srcId="{B450C243-F3FF-4B55-BCF1-0CE4D57F4091}" destId="{2DC0BE8A-A50D-459F-8803-8F629D24FD59}" srcOrd="0" destOrd="0" presId="urn:microsoft.com/office/officeart/2005/8/layout/process1"/>
    <dgm:cxn modelId="{C6ABF581-2D38-4A43-8D9E-7BC07462FFFC}" type="presParOf" srcId="{B450C243-F3FF-4B55-BCF1-0CE4D57F4091}" destId="{44BA6F07-9809-453E-B5B3-AB636F82DB9E}" srcOrd="1" destOrd="0" presId="urn:microsoft.com/office/officeart/2005/8/layout/process1"/>
    <dgm:cxn modelId="{6B887840-8F69-4700-9E95-647BCA460A23}" type="presParOf" srcId="{44BA6F07-9809-453E-B5B3-AB636F82DB9E}" destId="{99AE6907-DE4A-4A2A-9F71-3AA51CC83CB9}" srcOrd="0" destOrd="0" presId="urn:microsoft.com/office/officeart/2005/8/layout/process1"/>
    <dgm:cxn modelId="{267BA1CF-6D80-4647-9520-C47ACB3FB141}" type="presParOf" srcId="{B450C243-F3FF-4B55-BCF1-0CE4D57F4091}" destId="{C1D3A877-193E-433E-996E-DE3797C7F529}" srcOrd="2" destOrd="0" presId="urn:microsoft.com/office/officeart/2005/8/layout/process1"/>
    <dgm:cxn modelId="{B37EEC39-F296-4781-96EB-0729E759EE36}" type="presParOf" srcId="{B450C243-F3FF-4B55-BCF1-0CE4D57F4091}" destId="{98B97CCD-AFF1-49BB-8170-C62165E0F732}" srcOrd="3" destOrd="0" presId="urn:microsoft.com/office/officeart/2005/8/layout/process1"/>
    <dgm:cxn modelId="{F9F38611-0B80-4B29-B055-BC2B25D35625}" type="presParOf" srcId="{98B97CCD-AFF1-49BB-8170-C62165E0F732}" destId="{052C7B0B-AC64-435F-9087-F76A8F81AD70}" srcOrd="0" destOrd="0" presId="urn:microsoft.com/office/officeart/2005/8/layout/process1"/>
    <dgm:cxn modelId="{41EEAB84-9E0C-4A13-92AA-C1DA124202CC}" type="presParOf" srcId="{B450C243-F3FF-4B55-BCF1-0CE4D57F4091}" destId="{A7280906-DE55-492D-B5CB-040475BA6CF7}" srcOrd="4" destOrd="0" presId="urn:microsoft.com/office/officeart/2005/8/layout/process1"/>
    <dgm:cxn modelId="{C242412D-5E99-497A-BBF3-21AC216094D7}" type="presParOf" srcId="{B450C243-F3FF-4B55-BCF1-0CE4D57F4091}" destId="{EE278DE9-2FD7-4E9F-964F-D06A7AEA7EF1}" srcOrd="5" destOrd="0" presId="urn:microsoft.com/office/officeart/2005/8/layout/process1"/>
    <dgm:cxn modelId="{C9670570-B103-4B8C-9A7D-6F4AE93A4CD9}" type="presParOf" srcId="{EE278DE9-2FD7-4E9F-964F-D06A7AEA7EF1}" destId="{4B42DA26-4F80-420A-9BB9-911FAC2E068F}" srcOrd="0" destOrd="0" presId="urn:microsoft.com/office/officeart/2005/8/layout/process1"/>
    <dgm:cxn modelId="{3C8CEB5B-2BD7-49C5-B93A-72143BE2F851}" type="presParOf" srcId="{B450C243-F3FF-4B55-BCF1-0CE4D57F4091}" destId="{F2D91B32-5FAB-464F-AFF0-3061A61BCF77}" srcOrd="6" destOrd="0" presId="urn:microsoft.com/office/officeart/2005/8/layout/process1"/>
    <dgm:cxn modelId="{C0225908-8703-4D4F-9275-F236606009D7}" type="presParOf" srcId="{B450C243-F3FF-4B55-BCF1-0CE4D57F4091}" destId="{F529AC4C-6940-442E-AD90-CB16FE443101}" srcOrd="7" destOrd="0" presId="urn:microsoft.com/office/officeart/2005/8/layout/process1"/>
    <dgm:cxn modelId="{19562486-AEDE-43BD-8F74-67F76E82FAE8}" type="presParOf" srcId="{F529AC4C-6940-442E-AD90-CB16FE443101}" destId="{740C2FFA-0A0F-48F8-94C3-3CE7E23A619A}" srcOrd="0" destOrd="0" presId="urn:microsoft.com/office/officeart/2005/8/layout/process1"/>
    <dgm:cxn modelId="{2376B4D1-8B3D-4471-9E67-504941F20D4F}" type="presParOf" srcId="{B450C243-F3FF-4B55-BCF1-0CE4D57F4091}" destId="{5627E902-CF83-4687-B9C6-4920488473F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2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2800" b="1" dirty="0"/>
            <a:t>Right side            2 times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ADD9AF81-5340-4F51-9579-017EF83961C6}">
      <dgm:prSet phldrT="[Text]" custT="1"/>
      <dgm:spPr/>
      <dgm:t>
        <a:bodyPr/>
        <a:lstStyle/>
        <a:p>
          <a:r>
            <a:rPr lang="en-US" sz="2800" b="1" dirty="0"/>
            <a:t>Press 1</a:t>
          </a:r>
        </a:p>
      </dgm:t>
    </dgm:pt>
    <dgm:pt modelId="{D935D5DC-95CE-41C7-86D4-33A1934F86E3}" type="parTrans" cxnId="{45A12939-DB9B-4994-8B18-229ADF51BDC4}">
      <dgm:prSet/>
      <dgm:spPr/>
      <dgm:t>
        <a:bodyPr/>
        <a:lstStyle/>
        <a:p>
          <a:endParaRPr lang="en-US"/>
        </a:p>
      </dgm:t>
    </dgm:pt>
    <dgm:pt modelId="{5AC2B8B8-2C18-478E-A64D-5C509EFFA201}" type="sibTrans" cxnId="{45A12939-DB9B-4994-8B18-229ADF51BDC4}">
      <dgm:prSet/>
      <dgm:spPr/>
      <dgm:t>
        <a:bodyPr/>
        <a:lstStyle/>
        <a:p>
          <a:endParaRPr lang="en-US"/>
        </a:p>
      </dgm:t>
    </dgm:pt>
    <dgm:pt modelId="{4B2D9E61-B018-400A-84AD-524F43C217F1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63D4C690-8281-4674-B114-B6D85853D193}" type="parTrans" cxnId="{E8C0D4DF-2F85-4D3A-9BC9-597B3685054B}">
      <dgm:prSet/>
      <dgm:spPr/>
      <dgm:t>
        <a:bodyPr/>
        <a:lstStyle/>
        <a:p>
          <a:endParaRPr lang="en-US"/>
        </a:p>
      </dgm:t>
    </dgm:pt>
    <dgm:pt modelId="{EC99A658-5470-4A7D-BC4F-D35E465F7AE4}" type="sibTrans" cxnId="{E8C0D4DF-2F85-4D3A-9BC9-597B3685054B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5" custScaleX="102339" custLinFactNeighborX="-3097" custLinFactNeighborY="-1263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4"/>
      <dgm:spPr/>
    </dgm:pt>
    <dgm:pt modelId="{99AE6907-DE4A-4A2A-9F71-3AA51CC83CB9}" type="pres">
      <dgm:prSet presAssocID="{5A7B8353-D55C-40BC-AFA9-4101E69F0AAC}" presName="connectorText" presStyleLbl="sibTrans2D1" presStyleIdx="0" presStyleCnt="4"/>
      <dgm:spPr/>
    </dgm:pt>
    <dgm:pt modelId="{C1D3A877-193E-433E-996E-DE3797C7F529}" type="pres">
      <dgm:prSet presAssocID="{676B2E30-39F0-4B19-80A5-947E41665008}" presName="node" presStyleLbl="node1" presStyleIdx="1" presStyleCnt="5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4"/>
      <dgm:spPr/>
    </dgm:pt>
    <dgm:pt modelId="{052C7B0B-AC64-435F-9087-F76A8F81AD70}" type="pres">
      <dgm:prSet presAssocID="{6300F33D-AE15-417F-8922-C2991075A116}" presName="connectorText" presStyleLbl="sibTrans2D1" presStyleIdx="1" presStyleCnt="4"/>
      <dgm:spPr/>
    </dgm:pt>
    <dgm:pt modelId="{A7280906-DE55-492D-B5CB-040475BA6CF7}" type="pres">
      <dgm:prSet presAssocID="{0CD145DC-1283-47D9-9842-9F28D9292403}" presName="node" presStyleLbl="node1" presStyleIdx="2" presStyleCnt="5">
        <dgm:presLayoutVars>
          <dgm:bulletEnabled val="1"/>
        </dgm:presLayoutVars>
      </dgm:prSet>
      <dgm:spPr/>
    </dgm:pt>
    <dgm:pt modelId="{EE278DE9-2FD7-4E9F-964F-D06A7AEA7EF1}" type="pres">
      <dgm:prSet presAssocID="{8BFBDCF5-5907-42CD-A174-33BEF20C4F6E}" presName="sibTrans" presStyleLbl="sibTrans2D1" presStyleIdx="2" presStyleCnt="4"/>
      <dgm:spPr/>
    </dgm:pt>
    <dgm:pt modelId="{4B42DA26-4F80-420A-9BB9-911FAC2E068F}" type="pres">
      <dgm:prSet presAssocID="{8BFBDCF5-5907-42CD-A174-33BEF20C4F6E}" presName="connectorText" presStyleLbl="sibTrans2D1" presStyleIdx="2" presStyleCnt="4"/>
      <dgm:spPr/>
    </dgm:pt>
    <dgm:pt modelId="{F2D91B32-5FAB-464F-AFF0-3061A61BCF77}" type="pres">
      <dgm:prSet presAssocID="{ADD9AF81-5340-4F51-9579-017EF83961C6}" presName="node" presStyleLbl="node1" presStyleIdx="3" presStyleCnt="5">
        <dgm:presLayoutVars>
          <dgm:bulletEnabled val="1"/>
        </dgm:presLayoutVars>
      </dgm:prSet>
      <dgm:spPr/>
    </dgm:pt>
    <dgm:pt modelId="{F529AC4C-6940-442E-AD90-CB16FE443101}" type="pres">
      <dgm:prSet presAssocID="{5AC2B8B8-2C18-478E-A64D-5C509EFFA201}" presName="sibTrans" presStyleLbl="sibTrans2D1" presStyleIdx="3" presStyleCnt="4"/>
      <dgm:spPr/>
    </dgm:pt>
    <dgm:pt modelId="{740C2FFA-0A0F-48F8-94C3-3CE7E23A619A}" type="pres">
      <dgm:prSet presAssocID="{5AC2B8B8-2C18-478E-A64D-5C509EFFA201}" presName="connectorText" presStyleLbl="sibTrans2D1" presStyleIdx="3" presStyleCnt="4"/>
      <dgm:spPr/>
    </dgm:pt>
    <dgm:pt modelId="{5627E902-CF83-4687-B9C6-4920488473F8}" type="pres">
      <dgm:prSet presAssocID="{4B2D9E61-B018-400A-84AD-524F43C217F1}" presName="node" presStyleLbl="node1" presStyleIdx="4" presStyleCnt="5">
        <dgm:presLayoutVars>
          <dgm:bulletEnabled val="1"/>
        </dgm:presLayoutVars>
      </dgm:prSet>
      <dgm:spPr/>
    </dgm:pt>
  </dgm:ptLst>
  <dgm:cxnLst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86206531-9CAC-4B60-A90B-2890084902F2}" type="presOf" srcId="{8BFBDCF5-5907-42CD-A174-33BEF20C4F6E}" destId="{4B42DA26-4F80-420A-9BB9-911FAC2E068F}" srcOrd="1" destOrd="0" presId="urn:microsoft.com/office/officeart/2005/8/layout/process1"/>
    <dgm:cxn modelId="{45A12939-DB9B-4994-8B18-229ADF51BDC4}" srcId="{A5E483C9-A3BD-4F9A-8F9F-CDFA80B74485}" destId="{ADD9AF81-5340-4F51-9579-017EF83961C6}" srcOrd="3" destOrd="0" parTransId="{D935D5DC-95CE-41C7-86D4-33A1934F86E3}" sibTransId="{5AC2B8B8-2C18-478E-A64D-5C509EFFA201}"/>
    <dgm:cxn modelId="{2EEB713A-FF98-483B-975A-C34A68B49328}" type="presOf" srcId="{4B2D9E61-B018-400A-84AD-524F43C217F1}" destId="{5627E902-CF83-4687-B9C6-4920488473F8}" srcOrd="0" destOrd="0" presId="urn:microsoft.com/office/officeart/2005/8/layout/process1"/>
    <dgm:cxn modelId="{4D5D523D-BC45-4B90-8179-71B0DA45E51E}" type="presOf" srcId="{A5E483C9-A3BD-4F9A-8F9F-CDFA80B74485}" destId="{B450C243-F3FF-4B55-BCF1-0CE4D57F4091}" srcOrd="0" destOrd="0" presId="urn:microsoft.com/office/officeart/2005/8/layout/process1"/>
    <dgm:cxn modelId="{530ACB60-D5FF-434E-839E-30196DC60F57}" type="presOf" srcId="{5AC2B8B8-2C18-478E-A64D-5C509EFFA201}" destId="{F529AC4C-6940-442E-AD90-CB16FE443101}" srcOrd="0" destOrd="0" presId="urn:microsoft.com/office/officeart/2005/8/layout/process1"/>
    <dgm:cxn modelId="{E410F059-00AC-4B9E-8F77-7D31A5A7E043}" type="presOf" srcId="{0CD145DC-1283-47D9-9842-9F28D9292403}" destId="{A7280906-DE55-492D-B5CB-040475BA6CF7}" srcOrd="0" destOrd="0" presId="urn:microsoft.com/office/officeart/2005/8/layout/process1"/>
    <dgm:cxn modelId="{8C786D81-09A9-4197-B49E-D1DE8C9DAFC5}" type="presOf" srcId="{676B2E30-39F0-4B19-80A5-947E41665008}" destId="{C1D3A877-193E-433E-996E-DE3797C7F529}" srcOrd="0" destOrd="0" presId="urn:microsoft.com/office/officeart/2005/8/layout/process1"/>
    <dgm:cxn modelId="{555C8181-422E-4293-A5B2-29CF411103B9}" srcId="{A5E483C9-A3BD-4F9A-8F9F-CDFA80B74485}" destId="{0CD145DC-1283-47D9-9842-9F28D9292403}" srcOrd="2" destOrd="0" parTransId="{0D9B67D3-2181-406C-92D3-DC1D56CD0CD8}" sibTransId="{8BFBDCF5-5907-42CD-A174-33BEF20C4F6E}"/>
    <dgm:cxn modelId="{6F8AFB89-8AD0-4134-ADEF-45E8EE274A39}" type="presOf" srcId="{5AC2B8B8-2C18-478E-A64D-5C509EFFA201}" destId="{740C2FFA-0A0F-48F8-94C3-3CE7E23A619A}" srcOrd="1" destOrd="0" presId="urn:microsoft.com/office/officeart/2005/8/layout/process1"/>
    <dgm:cxn modelId="{52A7718A-CE8F-4F3D-8533-3BBA7B358914}" type="presOf" srcId="{8BFBDCF5-5907-42CD-A174-33BEF20C4F6E}" destId="{EE278DE9-2FD7-4E9F-964F-D06A7AEA7EF1}" srcOrd="0" destOrd="0" presId="urn:microsoft.com/office/officeart/2005/8/layout/process1"/>
    <dgm:cxn modelId="{140C788D-0A68-457F-9223-92D8583F7BA6}" type="presOf" srcId="{FDBF41EA-DF9A-4A44-9AAC-097517E2463F}" destId="{2DC0BE8A-A50D-459F-8803-8F629D24FD59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FAEBA3A9-65E4-4E56-BD44-0FDF4BB53CA3}" type="presOf" srcId="{5A7B8353-D55C-40BC-AFA9-4101E69F0AAC}" destId="{44BA6F07-9809-453E-B5B3-AB636F82DB9E}" srcOrd="0" destOrd="0" presId="urn:microsoft.com/office/officeart/2005/8/layout/process1"/>
    <dgm:cxn modelId="{DC8671C1-C772-4903-B932-442053DC490D}" type="presOf" srcId="{6300F33D-AE15-417F-8922-C2991075A116}" destId="{98B97CCD-AFF1-49BB-8170-C62165E0F732}" srcOrd="0" destOrd="0" presId="urn:microsoft.com/office/officeart/2005/8/layout/process1"/>
    <dgm:cxn modelId="{E07EF5CD-C1B4-46C5-A8B4-76F586868717}" type="presOf" srcId="{5A7B8353-D55C-40BC-AFA9-4101E69F0AAC}" destId="{99AE6907-DE4A-4A2A-9F71-3AA51CC83CB9}" srcOrd="1" destOrd="0" presId="urn:microsoft.com/office/officeart/2005/8/layout/process1"/>
    <dgm:cxn modelId="{64A8ADDB-7F55-4967-A773-992D3924EDF2}" type="presOf" srcId="{6300F33D-AE15-417F-8922-C2991075A116}" destId="{052C7B0B-AC64-435F-9087-F76A8F81AD70}" srcOrd="1" destOrd="0" presId="urn:microsoft.com/office/officeart/2005/8/layout/process1"/>
    <dgm:cxn modelId="{E8C0D4DF-2F85-4D3A-9BC9-597B3685054B}" srcId="{A5E483C9-A3BD-4F9A-8F9F-CDFA80B74485}" destId="{4B2D9E61-B018-400A-84AD-524F43C217F1}" srcOrd="4" destOrd="0" parTransId="{63D4C690-8281-4674-B114-B6D85853D193}" sibTransId="{EC99A658-5470-4A7D-BC4F-D35E465F7AE4}"/>
    <dgm:cxn modelId="{EE05C6E0-8C10-49EC-B59C-DA1A500CDE1B}" type="presOf" srcId="{ADD9AF81-5340-4F51-9579-017EF83961C6}" destId="{F2D91B32-5FAB-464F-AFF0-3061A61BCF77}" srcOrd="0" destOrd="0" presId="urn:microsoft.com/office/officeart/2005/8/layout/process1"/>
    <dgm:cxn modelId="{86D45AD4-B630-4F46-94BE-CE5D6DC874A4}" type="presParOf" srcId="{B450C243-F3FF-4B55-BCF1-0CE4D57F4091}" destId="{2DC0BE8A-A50D-459F-8803-8F629D24FD59}" srcOrd="0" destOrd="0" presId="urn:microsoft.com/office/officeart/2005/8/layout/process1"/>
    <dgm:cxn modelId="{C6ABF581-2D38-4A43-8D9E-7BC07462FFFC}" type="presParOf" srcId="{B450C243-F3FF-4B55-BCF1-0CE4D57F4091}" destId="{44BA6F07-9809-453E-B5B3-AB636F82DB9E}" srcOrd="1" destOrd="0" presId="urn:microsoft.com/office/officeart/2005/8/layout/process1"/>
    <dgm:cxn modelId="{6B887840-8F69-4700-9E95-647BCA460A23}" type="presParOf" srcId="{44BA6F07-9809-453E-B5B3-AB636F82DB9E}" destId="{99AE6907-DE4A-4A2A-9F71-3AA51CC83CB9}" srcOrd="0" destOrd="0" presId="urn:microsoft.com/office/officeart/2005/8/layout/process1"/>
    <dgm:cxn modelId="{267BA1CF-6D80-4647-9520-C47ACB3FB141}" type="presParOf" srcId="{B450C243-F3FF-4B55-BCF1-0CE4D57F4091}" destId="{C1D3A877-193E-433E-996E-DE3797C7F529}" srcOrd="2" destOrd="0" presId="urn:microsoft.com/office/officeart/2005/8/layout/process1"/>
    <dgm:cxn modelId="{B37EEC39-F296-4781-96EB-0729E759EE36}" type="presParOf" srcId="{B450C243-F3FF-4B55-BCF1-0CE4D57F4091}" destId="{98B97CCD-AFF1-49BB-8170-C62165E0F732}" srcOrd="3" destOrd="0" presId="urn:microsoft.com/office/officeart/2005/8/layout/process1"/>
    <dgm:cxn modelId="{F9F38611-0B80-4B29-B055-BC2B25D35625}" type="presParOf" srcId="{98B97CCD-AFF1-49BB-8170-C62165E0F732}" destId="{052C7B0B-AC64-435F-9087-F76A8F81AD70}" srcOrd="0" destOrd="0" presId="urn:microsoft.com/office/officeart/2005/8/layout/process1"/>
    <dgm:cxn modelId="{41EEAB84-9E0C-4A13-92AA-C1DA124202CC}" type="presParOf" srcId="{B450C243-F3FF-4B55-BCF1-0CE4D57F4091}" destId="{A7280906-DE55-492D-B5CB-040475BA6CF7}" srcOrd="4" destOrd="0" presId="urn:microsoft.com/office/officeart/2005/8/layout/process1"/>
    <dgm:cxn modelId="{C242412D-5E99-497A-BBF3-21AC216094D7}" type="presParOf" srcId="{B450C243-F3FF-4B55-BCF1-0CE4D57F4091}" destId="{EE278DE9-2FD7-4E9F-964F-D06A7AEA7EF1}" srcOrd="5" destOrd="0" presId="urn:microsoft.com/office/officeart/2005/8/layout/process1"/>
    <dgm:cxn modelId="{C9670570-B103-4B8C-9A7D-6F4AE93A4CD9}" type="presParOf" srcId="{EE278DE9-2FD7-4E9F-964F-D06A7AEA7EF1}" destId="{4B42DA26-4F80-420A-9BB9-911FAC2E068F}" srcOrd="0" destOrd="0" presId="urn:microsoft.com/office/officeart/2005/8/layout/process1"/>
    <dgm:cxn modelId="{3C8CEB5B-2BD7-49C5-B93A-72143BE2F851}" type="presParOf" srcId="{B450C243-F3FF-4B55-BCF1-0CE4D57F4091}" destId="{F2D91B32-5FAB-464F-AFF0-3061A61BCF77}" srcOrd="6" destOrd="0" presId="urn:microsoft.com/office/officeart/2005/8/layout/process1"/>
    <dgm:cxn modelId="{C0225908-8703-4D4F-9275-F236606009D7}" type="presParOf" srcId="{B450C243-F3FF-4B55-BCF1-0CE4D57F4091}" destId="{F529AC4C-6940-442E-AD90-CB16FE443101}" srcOrd="7" destOrd="0" presId="urn:microsoft.com/office/officeart/2005/8/layout/process1"/>
    <dgm:cxn modelId="{19562486-AEDE-43BD-8F74-67F76E82FAE8}" type="presParOf" srcId="{F529AC4C-6940-442E-AD90-CB16FE443101}" destId="{740C2FFA-0A0F-48F8-94C3-3CE7E23A619A}" srcOrd="0" destOrd="0" presId="urn:microsoft.com/office/officeart/2005/8/layout/process1"/>
    <dgm:cxn modelId="{2376B4D1-8B3D-4471-9E67-504941F20D4F}" type="presParOf" srcId="{B450C243-F3FF-4B55-BCF1-0CE4D57F4091}" destId="{5627E902-CF83-4687-B9C6-4920488473F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2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2800" b="1" dirty="0"/>
            <a:t>Right side            2 times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ADD9AF81-5340-4F51-9579-017EF83961C6}">
      <dgm:prSet phldrT="[Text]" custT="1"/>
      <dgm:spPr/>
      <dgm:t>
        <a:bodyPr/>
        <a:lstStyle/>
        <a:p>
          <a:r>
            <a:rPr lang="en-US" sz="2800" b="1" dirty="0"/>
            <a:t>Press 2</a:t>
          </a:r>
        </a:p>
      </dgm:t>
    </dgm:pt>
    <dgm:pt modelId="{D935D5DC-95CE-41C7-86D4-33A1934F86E3}" type="parTrans" cxnId="{45A12939-DB9B-4994-8B18-229ADF51BDC4}">
      <dgm:prSet/>
      <dgm:spPr/>
      <dgm:t>
        <a:bodyPr/>
        <a:lstStyle/>
        <a:p>
          <a:endParaRPr lang="en-US"/>
        </a:p>
      </dgm:t>
    </dgm:pt>
    <dgm:pt modelId="{5AC2B8B8-2C18-478E-A64D-5C509EFFA201}" type="sibTrans" cxnId="{45A12939-DB9B-4994-8B18-229ADF51BDC4}">
      <dgm:prSet/>
      <dgm:spPr/>
      <dgm:t>
        <a:bodyPr/>
        <a:lstStyle/>
        <a:p>
          <a:endParaRPr lang="en-US"/>
        </a:p>
      </dgm:t>
    </dgm:pt>
    <dgm:pt modelId="{4B2D9E61-B018-400A-84AD-524F43C217F1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63D4C690-8281-4674-B114-B6D85853D193}" type="parTrans" cxnId="{E8C0D4DF-2F85-4D3A-9BC9-597B3685054B}">
      <dgm:prSet/>
      <dgm:spPr/>
      <dgm:t>
        <a:bodyPr/>
        <a:lstStyle/>
        <a:p>
          <a:endParaRPr lang="en-US"/>
        </a:p>
      </dgm:t>
    </dgm:pt>
    <dgm:pt modelId="{EC99A658-5470-4A7D-BC4F-D35E465F7AE4}" type="sibTrans" cxnId="{E8C0D4DF-2F85-4D3A-9BC9-597B3685054B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5" custScaleX="102339" custLinFactNeighborX="-3097" custLinFactNeighborY="-1263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4"/>
      <dgm:spPr/>
    </dgm:pt>
    <dgm:pt modelId="{99AE6907-DE4A-4A2A-9F71-3AA51CC83CB9}" type="pres">
      <dgm:prSet presAssocID="{5A7B8353-D55C-40BC-AFA9-4101E69F0AAC}" presName="connectorText" presStyleLbl="sibTrans2D1" presStyleIdx="0" presStyleCnt="4"/>
      <dgm:spPr/>
    </dgm:pt>
    <dgm:pt modelId="{C1D3A877-193E-433E-996E-DE3797C7F529}" type="pres">
      <dgm:prSet presAssocID="{676B2E30-39F0-4B19-80A5-947E41665008}" presName="node" presStyleLbl="node1" presStyleIdx="1" presStyleCnt="5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4"/>
      <dgm:spPr/>
    </dgm:pt>
    <dgm:pt modelId="{052C7B0B-AC64-435F-9087-F76A8F81AD70}" type="pres">
      <dgm:prSet presAssocID="{6300F33D-AE15-417F-8922-C2991075A116}" presName="connectorText" presStyleLbl="sibTrans2D1" presStyleIdx="1" presStyleCnt="4"/>
      <dgm:spPr/>
    </dgm:pt>
    <dgm:pt modelId="{A7280906-DE55-492D-B5CB-040475BA6CF7}" type="pres">
      <dgm:prSet presAssocID="{0CD145DC-1283-47D9-9842-9F28D9292403}" presName="node" presStyleLbl="node1" presStyleIdx="2" presStyleCnt="5">
        <dgm:presLayoutVars>
          <dgm:bulletEnabled val="1"/>
        </dgm:presLayoutVars>
      </dgm:prSet>
      <dgm:spPr/>
    </dgm:pt>
    <dgm:pt modelId="{EE278DE9-2FD7-4E9F-964F-D06A7AEA7EF1}" type="pres">
      <dgm:prSet presAssocID="{8BFBDCF5-5907-42CD-A174-33BEF20C4F6E}" presName="sibTrans" presStyleLbl="sibTrans2D1" presStyleIdx="2" presStyleCnt="4"/>
      <dgm:spPr/>
    </dgm:pt>
    <dgm:pt modelId="{4B42DA26-4F80-420A-9BB9-911FAC2E068F}" type="pres">
      <dgm:prSet presAssocID="{8BFBDCF5-5907-42CD-A174-33BEF20C4F6E}" presName="connectorText" presStyleLbl="sibTrans2D1" presStyleIdx="2" presStyleCnt="4"/>
      <dgm:spPr/>
    </dgm:pt>
    <dgm:pt modelId="{F2D91B32-5FAB-464F-AFF0-3061A61BCF77}" type="pres">
      <dgm:prSet presAssocID="{ADD9AF81-5340-4F51-9579-017EF83961C6}" presName="node" presStyleLbl="node1" presStyleIdx="3" presStyleCnt="5">
        <dgm:presLayoutVars>
          <dgm:bulletEnabled val="1"/>
        </dgm:presLayoutVars>
      </dgm:prSet>
      <dgm:spPr/>
    </dgm:pt>
    <dgm:pt modelId="{F529AC4C-6940-442E-AD90-CB16FE443101}" type="pres">
      <dgm:prSet presAssocID="{5AC2B8B8-2C18-478E-A64D-5C509EFFA201}" presName="sibTrans" presStyleLbl="sibTrans2D1" presStyleIdx="3" presStyleCnt="4"/>
      <dgm:spPr/>
    </dgm:pt>
    <dgm:pt modelId="{740C2FFA-0A0F-48F8-94C3-3CE7E23A619A}" type="pres">
      <dgm:prSet presAssocID="{5AC2B8B8-2C18-478E-A64D-5C509EFFA201}" presName="connectorText" presStyleLbl="sibTrans2D1" presStyleIdx="3" presStyleCnt="4"/>
      <dgm:spPr/>
    </dgm:pt>
    <dgm:pt modelId="{5627E902-CF83-4687-B9C6-4920488473F8}" type="pres">
      <dgm:prSet presAssocID="{4B2D9E61-B018-400A-84AD-524F43C217F1}" presName="node" presStyleLbl="node1" presStyleIdx="4" presStyleCnt="5">
        <dgm:presLayoutVars>
          <dgm:bulletEnabled val="1"/>
        </dgm:presLayoutVars>
      </dgm:prSet>
      <dgm:spPr/>
    </dgm:pt>
  </dgm:ptLst>
  <dgm:cxnLst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86206531-9CAC-4B60-A90B-2890084902F2}" type="presOf" srcId="{8BFBDCF5-5907-42CD-A174-33BEF20C4F6E}" destId="{4B42DA26-4F80-420A-9BB9-911FAC2E068F}" srcOrd="1" destOrd="0" presId="urn:microsoft.com/office/officeart/2005/8/layout/process1"/>
    <dgm:cxn modelId="{45A12939-DB9B-4994-8B18-229ADF51BDC4}" srcId="{A5E483C9-A3BD-4F9A-8F9F-CDFA80B74485}" destId="{ADD9AF81-5340-4F51-9579-017EF83961C6}" srcOrd="3" destOrd="0" parTransId="{D935D5DC-95CE-41C7-86D4-33A1934F86E3}" sibTransId="{5AC2B8B8-2C18-478E-A64D-5C509EFFA201}"/>
    <dgm:cxn modelId="{2EEB713A-FF98-483B-975A-C34A68B49328}" type="presOf" srcId="{4B2D9E61-B018-400A-84AD-524F43C217F1}" destId="{5627E902-CF83-4687-B9C6-4920488473F8}" srcOrd="0" destOrd="0" presId="urn:microsoft.com/office/officeart/2005/8/layout/process1"/>
    <dgm:cxn modelId="{4D5D523D-BC45-4B90-8179-71B0DA45E51E}" type="presOf" srcId="{A5E483C9-A3BD-4F9A-8F9F-CDFA80B74485}" destId="{B450C243-F3FF-4B55-BCF1-0CE4D57F4091}" srcOrd="0" destOrd="0" presId="urn:microsoft.com/office/officeart/2005/8/layout/process1"/>
    <dgm:cxn modelId="{530ACB60-D5FF-434E-839E-30196DC60F57}" type="presOf" srcId="{5AC2B8B8-2C18-478E-A64D-5C509EFFA201}" destId="{F529AC4C-6940-442E-AD90-CB16FE443101}" srcOrd="0" destOrd="0" presId="urn:microsoft.com/office/officeart/2005/8/layout/process1"/>
    <dgm:cxn modelId="{E410F059-00AC-4B9E-8F77-7D31A5A7E043}" type="presOf" srcId="{0CD145DC-1283-47D9-9842-9F28D9292403}" destId="{A7280906-DE55-492D-B5CB-040475BA6CF7}" srcOrd="0" destOrd="0" presId="urn:microsoft.com/office/officeart/2005/8/layout/process1"/>
    <dgm:cxn modelId="{8C786D81-09A9-4197-B49E-D1DE8C9DAFC5}" type="presOf" srcId="{676B2E30-39F0-4B19-80A5-947E41665008}" destId="{C1D3A877-193E-433E-996E-DE3797C7F529}" srcOrd="0" destOrd="0" presId="urn:microsoft.com/office/officeart/2005/8/layout/process1"/>
    <dgm:cxn modelId="{555C8181-422E-4293-A5B2-29CF411103B9}" srcId="{A5E483C9-A3BD-4F9A-8F9F-CDFA80B74485}" destId="{0CD145DC-1283-47D9-9842-9F28D9292403}" srcOrd="2" destOrd="0" parTransId="{0D9B67D3-2181-406C-92D3-DC1D56CD0CD8}" sibTransId="{8BFBDCF5-5907-42CD-A174-33BEF20C4F6E}"/>
    <dgm:cxn modelId="{6F8AFB89-8AD0-4134-ADEF-45E8EE274A39}" type="presOf" srcId="{5AC2B8B8-2C18-478E-A64D-5C509EFFA201}" destId="{740C2FFA-0A0F-48F8-94C3-3CE7E23A619A}" srcOrd="1" destOrd="0" presId="urn:microsoft.com/office/officeart/2005/8/layout/process1"/>
    <dgm:cxn modelId="{52A7718A-CE8F-4F3D-8533-3BBA7B358914}" type="presOf" srcId="{8BFBDCF5-5907-42CD-A174-33BEF20C4F6E}" destId="{EE278DE9-2FD7-4E9F-964F-D06A7AEA7EF1}" srcOrd="0" destOrd="0" presId="urn:microsoft.com/office/officeart/2005/8/layout/process1"/>
    <dgm:cxn modelId="{140C788D-0A68-457F-9223-92D8583F7BA6}" type="presOf" srcId="{FDBF41EA-DF9A-4A44-9AAC-097517E2463F}" destId="{2DC0BE8A-A50D-459F-8803-8F629D24FD59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FAEBA3A9-65E4-4E56-BD44-0FDF4BB53CA3}" type="presOf" srcId="{5A7B8353-D55C-40BC-AFA9-4101E69F0AAC}" destId="{44BA6F07-9809-453E-B5B3-AB636F82DB9E}" srcOrd="0" destOrd="0" presId="urn:microsoft.com/office/officeart/2005/8/layout/process1"/>
    <dgm:cxn modelId="{DC8671C1-C772-4903-B932-442053DC490D}" type="presOf" srcId="{6300F33D-AE15-417F-8922-C2991075A116}" destId="{98B97CCD-AFF1-49BB-8170-C62165E0F732}" srcOrd="0" destOrd="0" presId="urn:microsoft.com/office/officeart/2005/8/layout/process1"/>
    <dgm:cxn modelId="{E07EF5CD-C1B4-46C5-A8B4-76F586868717}" type="presOf" srcId="{5A7B8353-D55C-40BC-AFA9-4101E69F0AAC}" destId="{99AE6907-DE4A-4A2A-9F71-3AA51CC83CB9}" srcOrd="1" destOrd="0" presId="urn:microsoft.com/office/officeart/2005/8/layout/process1"/>
    <dgm:cxn modelId="{64A8ADDB-7F55-4967-A773-992D3924EDF2}" type="presOf" srcId="{6300F33D-AE15-417F-8922-C2991075A116}" destId="{052C7B0B-AC64-435F-9087-F76A8F81AD70}" srcOrd="1" destOrd="0" presId="urn:microsoft.com/office/officeart/2005/8/layout/process1"/>
    <dgm:cxn modelId="{E8C0D4DF-2F85-4D3A-9BC9-597B3685054B}" srcId="{A5E483C9-A3BD-4F9A-8F9F-CDFA80B74485}" destId="{4B2D9E61-B018-400A-84AD-524F43C217F1}" srcOrd="4" destOrd="0" parTransId="{63D4C690-8281-4674-B114-B6D85853D193}" sibTransId="{EC99A658-5470-4A7D-BC4F-D35E465F7AE4}"/>
    <dgm:cxn modelId="{EE05C6E0-8C10-49EC-B59C-DA1A500CDE1B}" type="presOf" srcId="{ADD9AF81-5340-4F51-9579-017EF83961C6}" destId="{F2D91B32-5FAB-464F-AFF0-3061A61BCF77}" srcOrd="0" destOrd="0" presId="urn:microsoft.com/office/officeart/2005/8/layout/process1"/>
    <dgm:cxn modelId="{86D45AD4-B630-4F46-94BE-CE5D6DC874A4}" type="presParOf" srcId="{B450C243-F3FF-4B55-BCF1-0CE4D57F4091}" destId="{2DC0BE8A-A50D-459F-8803-8F629D24FD59}" srcOrd="0" destOrd="0" presId="urn:microsoft.com/office/officeart/2005/8/layout/process1"/>
    <dgm:cxn modelId="{C6ABF581-2D38-4A43-8D9E-7BC07462FFFC}" type="presParOf" srcId="{B450C243-F3FF-4B55-BCF1-0CE4D57F4091}" destId="{44BA6F07-9809-453E-B5B3-AB636F82DB9E}" srcOrd="1" destOrd="0" presId="urn:microsoft.com/office/officeart/2005/8/layout/process1"/>
    <dgm:cxn modelId="{6B887840-8F69-4700-9E95-647BCA460A23}" type="presParOf" srcId="{44BA6F07-9809-453E-B5B3-AB636F82DB9E}" destId="{99AE6907-DE4A-4A2A-9F71-3AA51CC83CB9}" srcOrd="0" destOrd="0" presId="urn:microsoft.com/office/officeart/2005/8/layout/process1"/>
    <dgm:cxn modelId="{267BA1CF-6D80-4647-9520-C47ACB3FB141}" type="presParOf" srcId="{B450C243-F3FF-4B55-BCF1-0CE4D57F4091}" destId="{C1D3A877-193E-433E-996E-DE3797C7F529}" srcOrd="2" destOrd="0" presId="urn:microsoft.com/office/officeart/2005/8/layout/process1"/>
    <dgm:cxn modelId="{B37EEC39-F296-4781-96EB-0729E759EE36}" type="presParOf" srcId="{B450C243-F3FF-4B55-BCF1-0CE4D57F4091}" destId="{98B97CCD-AFF1-49BB-8170-C62165E0F732}" srcOrd="3" destOrd="0" presId="urn:microsoft.com/office/officeart/2005/8/layout/process1"/>
    <dgm:cxn modelId="{F9F38611-0B80-4B29-B055-BC2B25D35625}" type="presParOf" srcId="{98B97CCD-AFF1-49BB-8170-C62165E0F732}" destId="{052C7B0B-AC64-435F-9087-F76A8F81AD70}" srcOrd="0" destOrd="0" presId="urn:microsoft.com/office/officeart/2005/8/layout/process1"/>
    <dgm:cxn modelId="{41EEAB84-9E0C-4A13-92AA-C1DA124202CC}" type="presParOf" srcId="{B450C243-F3FF-4B55-BCF1-0CE4D57F4091}" destId="{A7280906-DE55-492D-B5CB-040475BA6CF7}" srcOrd="4" destOrd="0" presId="urn:microsoft.com/office/officeart/2005/8/layout/process1"/>
    <dgm:cxn modelId="{C242412D-5E99-497A-BBF3-21AC216094D7}" type="presParOf" srcId="{B450C243-F3FF-4B55-BCF1-0CE4D57F4091}" destId="{EE278DE9-2FD7-4E9F-964F-D06A7AEA7EF1}" srcOrd="5" destOrd="0" presId="urn:microsoft.com/office/officeart/2005/8/layout/process1"/>
    <dgm:cxn modelId="{C9670570-B103-4B8C-9A7D-6F4AE93A4CD9}" type="presParOf" srcId="{EE278DE9-2FD7-4E9F-964F-D06A7AEA7EF1}" destId="{4B42DA26-4F80-420A-9BB9-911FAC2E068F}" srcOrd="0" destOrd="0" presId="urn:microsoft.com/office/officeart/2005/8/layout/process1"/>
    <dgm:cxn modelId="{3C8CEB5B-2BD7-49C5-B93A-72143BE2F851}" type="presParOf" srcId="{B450C243-F3FF-4B55-BCF1-0CE4D57F4091}" destId="{F2D91B32-5FAB-464F-AFF0-3061A61BCF77}" srcOrd="6" destOrd="0" presId="urn:microsoft.com/office/officeart/2005/8/layout/process1"/>
    <dgm:cxn modelId="{C0225908-8703-4D4F-9275-F236606009D7}" type="presParOf" srcId="{B450C243-F3FF-4B55-BCF1-0CE4D57F4091}" destId="{F529AC4C-6940-442E-AD90-CB16FE443101}" srcOrd="7" destOrd="0" presId="urn:microsoft.com/office/officeart/2005/8/layout/process1"/>
    <dgm:cxn modelId="{19562486-AEDE-43BD-8F74-67F76E82FAE8}" type="presParOf" srcId="{F529AC4C-6940-442E-AD90-CB16FE443101}" destId="{740C2FFA-0A0F-48F8-94C3-3CE7E23A619A}" srcOrd="0" destOrd="0" presId="urn:microsoft.com/office/officeart/2005/8/layout/process1"/>
    <dgm:cxn modelId="{2376B4D1-8B3D-4471-9E67-504941F20D4F}" type="presParOf" srcId="{B450C243-F3FF-4B55-BCF1-0CE4D57F4091}" destId="{5627E902-CF83-4687-B9C6-4920488473F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DFB4EC0E-2065-490D-934C-558EC53119E0}" type="doc">
      <dgm:prSet loTypeId="urn:microsoft.com/office/officeart/2005/8/layout/hList9" loCatId="list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7578BBD-97E8-4D04-B8CB-446F8A757443}">
      <dgm:prSet phldrT="[Text]"/>
      <dgm:spPr/>
      <dgm:t>
        <a:bodyPr/>
        <a:lstStyle/>
        <a:p>
          <a:r>
            <a:rPr lang="en-US" b="1" dirty="0"/>
            <a:t>Linear Curve</a:t>
          </a:r>
        </a:p>
      </dgm:t>
    </dgm:pt>
    <dgm:pt modelId="{E44D23B1-44DF-43E0-8F2E-0DEBA6177996}" type="parTrans" cxnId="{221826B9-B71A-4F96-B616-B94DB2F8CE75}">
      <dgm:prSet/>
      <dgm:spPr/>
      <dgm:t>
        <a:bodyPr/>
        <a:lstStyle/>
        <a:p>
          <a:endParaRPr lang="en-US"/>
        </a:p>
      </dgm:t>
    </dgm:pt>
    <dgm:pt modelId="{5E283C6A-AE3D-42E3-A3EE-FB6676B97EB3}" type="sibTrans" cxnId="{221826B9-B71A-4F96-B616-B94DB2F8CE75}">
      <dgm:prSet/>
      <dgm:spPr/>
      <dgm:t>
        <a:bodyPr/>
        <a:lstStyle/>
        <a:p>
          <a:endParaRPr lang="en-US"/>
        </a:p>
      </dgm:t>
    </dgm:pt>
    <dgm:pt modelId="{41FF536A-2B60-4B48-8192-4BB45D022B53}">
      <dgm:prSet phldrT="[Text]" custT="1"/>
      <dgm:spPr/>
      <dgm:t>
        <a:bodyPr/>
        <a:lstStyle/>
        <a:p>
          <a:pPr algn="ctr"/>
          <a:r>
            <a:rPr lang="en-US" sz="2800" dirty="0">
              <a:solidFill>
                <a:srgbClr val="7030A0"/>
              </a:solidFill>
            </a:rPr>
            <a:t>Straight</a:t>
          </a:r>
          <a:r>
            <a:rPr lang="en-US" sz="2800" dirty="0">
              <a:solidFill>
                <a:srgbClr val="002060"/>
              </a:solidFill>
            </a:rPr>
            <a:t> </a:t>
          </a:r>
          <a:r>
            <a:rPr lang="en-US" sz="2800" dirty="0">
              <a:solidFill>
                <a:srgbClr val="7030A0"/>
              </a:solidFill>
            </a:rPr>
            <a:t>line</a:t>
          </a:r>
        </a:p>
      </dgm:t>
    </dgm:pt>
    <dgm:pt modelId="{82F3B47C-0F72-4940-9ABF-2C5C2D87180A}" type="parTrans" cxnId="{79BD39E4-7DF8-4067-8CFE-187C74E1D04E}">
      <dgm:prSet/>
      <dgm:spPr/>
      <dgm:t>
        <a:bodyPr/>
        <a:lstStyle/>
        <a:p>
          <a:endParaRPr lang="en-US"/>
        </a:p>
      </dgm:t>
    </dgm:pt>
    <dgm:pt modelId="{EAF38AFA-1F9B-4A1B-9DE7-D271231E106F}" type="sibTrans" cxnId="{79BD39E4-7DF8-4067-8CFE-187C74E1D04E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08E9D1C2-759A-4F37-A1AB-49A3D6317474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"/>
                  </m:oMathParaPr>
                  <m:oMath xmlns:m="http://schemas.openxmlformats.org/officeDocument/2006/math"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𝐛𝐱</m:t>
                    </m:r>
                  </m:oMath>
                </m:oMathPara>
              </a14:m>
              <a:endParaRPr lang="en-US" sz="2800" b="1" dirty="0">
                <a:solidFill>
                  <a:srgbClr val="002060"/>
                </a:solidFill>
              </a:endParaRPr>
            </a:p>
          </dgm:t>
        </dgm:pt>
      </mc:Choice>
      <mc:Fallback xmlns="">
        <dgm:pt modelId="{08E9D1C2-759A-4F37-A1AB-49A3D6317474}">
          <dgm:prSet phldrT="[Text]" custT="1"/>
          <dgm:spPr/>
          <dgm:t>
            <a:bodyPr/>
            <a:lstStyle/>
            <a:p>
              <a:pPr/>
              <a:r>
                <a:rPr lang="en-US" sz="2800" b="1" i="0" smtClean="0">
                  <a:solidFill>
                    <a:srgbClr val="002060"/>
                  </a:solidFill>
                  <a:latin typeface="Cambria Math" panose="02040503050406030204" pitchFamily="18" charset="0"/>
                </a:rPr>
                <a:t>𝐲=𝐚+𝐛𝐱</a:t>
              </a:r>
              <a:endParaRPr lang="en-US" sz="2800" b="1" dirty="0">
                <a:solidFill>
                  <a:srgbClr val="002060"/>
                </a:solidFill>
              </a:endParaRPr>
            </a:p>
          </dgm:t>
        </dgm:pt>
      </mc:Fallback>
    </mc:AlternateContent>
    <dgm:pt modelId="{1B7441EE-B2E6-4FA3-AF43-E095F39BE519}" type="parTrans" cxnId="{F4A53AA4-CD30-401D-BF6D-D68C2582D4E4}">
      <dgm:prSet/>
      <dgm:spPr/>
      <dgm:t>
        <a:bodyPr/>
        <a:lstStyle/>
        <a:p>
          <a:endParaRPr lang="en-US"/>
        </a:p>
      </dgm:t>
    </dgm:pt>
    <dgm:pt modelId="{52B1BF67-C1AF-47D8-AB1E-A9A95F791DF9}" type="sibTrans" cxnId="{F4A53AA4-CD30-401D-BF6D-D68C2582D4E4}">
      <dgm:prSet/>
      <dgm:spPr/>
      <dgm:t>
        <a:bodyPr/>
        <a:lstStyle/>
        <a:p>
          <a:endParaRPr lang="en-US"/>
        </a:p>
      </dgm:t>
    </dgm:pt>
    <dgm:pt modelId="{39205027-8FFC-47DC-94D1-63AC79FB3765}">
      <dgm:prSet phldrT="[Text]"/>
      <dgm:spPr/>
      <dgm:t>
        <a:bodyPr/>
        <a:lstStyle/>
        <a:p>
          <a:r>
            <a:rPr lang="en-US" b="1" dirty="0"/>
            <a:t>Quadratic</a:t>
          </a:r>
          <a:r>
            <a:rPr lang="en-US" dirty="0"/>
            <a:t> </a:t>
          </a:r>
          <a:r>
            <a:rPr lang="en-US" b="1" dirty="0"/>
            <a:t>Curve</a:t>
          </a:r>
        </a:p>
      </dgm:t>
    </dgm:pt>
    <dgm:pt modelId="{8C10D9B7-AB1A-498C-9F8D-BC2A9D40A7BC}" type="parTrans" cxnId="{8A1C619B-B0A4-423B-96FE-EF0EE2C1759C}">
      <dgm:prSet/>
      <dgm:spPr/>
      <dgm:t>
        <a:bodyPr/>
        <a:lstStyle/>
        <a:p>
          <a:endParaRPr lang="en-US"/>
        </a:p>
      </dgm:t>
    </dgm:pt>
    <dgm:pt modelId="{49E75810-AE00-4176-8C2F-822DB6D73F0E}" type="sibTrans" cxnId="{8A1C619B-B0A4-423B-96FE-EF0EE2C1759C}">
      <dgm:prSet/>
      <dgm:spPr/>
      <dgm:t>
        <a:bodyPr/>
        <a:lstStyle/>
        <a:p>
          <a:endParaRPr lang="en-US"/>
        </a:p>
      </dgm:t>
    </dgm:pt>
    <dgm:pt modelId="{D2362346-21CB-4A85-94FF-584DED25C7DB}">
      <dgm:prSet phldrT="[Text]" custT="1"/>
      <dgm:spPr/>
      <dgm:t>
        <a:bodyPr/>
        <a:lstStyle/>
        <a:p>
          <a:pPr algn="ctr"/>
          <a:r>
            <a:rPr lang="en-US" sz="2800" dirty="0">
              <a:solidFill>
                <a:srgbClr val="7030A0"/>
              </a:solidFill>
            </a:rPr>
            <a:t>Parabola</a:t>
          </a:r>
        </a:p>
      </dgm:t>
    </dgm:pt>
    <dgm:pt modelId="{0DE537A9-4905-47C5-B71A-8BF2C5197F02}" type="parTrans" cxnId="{AF9633B1-99B5-4A36-82F9-F259BFFC0B7B}">
      <dgm:prSet/>
      <dgm:spPr/>
      <dgm:t>
        <a:bodyPr/>
        <a:lstStyle/>
        <a:p>
          <a:endParaRPr lang="en-US"/>
        </a:p>
      </dgm:t>
    </dgm:pt>
    <dgm:pt modelId="{1178CC1B-B477-477B-B675-799F9CF6E07B}" type="sibTrans" cxnId="{AF9633B1-99B5-4A36-82F9-F259BFFC0B7B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67E75C53-2562-480B-B478-7A1C0EE771CE}">
          <dgm:prSet phldrT="[Text]" custT="1"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8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sz="2800" b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𝐛𝐱</m:t>
                    </m:r>
                    <m:r>
                      <a:rPr lang="en-US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𝐜𝐱</m:t>
                        </m:r>
                      </m:e>
                      <m:sup>
                        <m:r>
                          <a:rPr lang="en-US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m:oMathPara>
              </a14:m>
              <a:endParaRPr lang="en-US" sz="2800" b="1" dirty="0">
                <a:solidFill>
                  <a:srgbClr val="002060"/>
                </a:solidFill>
              </a:endParaRPr>
            </a:p>
          </dgm:t>
        </dgm:pt>
      </mc:Choice>
      <mc:Fallback xmlns="">
        <dgm:pt modelId="{67E75C53-2562-480B-B478-7A1C0EE771CE}">
          <dgm:prSet phldrT="[Text]" custT="1"/>
          <dgm:spPr/>
          <dgm:t>
            <a:bodyPr/>
            <a:lstStyle/>
            <a:p>
              <a:r>
                <a:rPr lang="en-US" sz="2800" b="1" i="0" smtClean="0">
                  <a:solidFill>
                    <a:srgbClr val="002060"/>
                  </a:solidFill>
                  <a:latin typeface="Cambria Math" panose="02040503050406030204" pitchFamily="18" charset="0"/>
                </a:rPr>
                <a:t>𝐲=𝐚+𝐛𝐱</a:t>
              </a:r>
              <a:r>
                <a:rPr lang="en-US" sz="2800" b="1" i="0" smtClean="0">
                  <a:solidFill>
                    <a:srgbClr val="002060"/>
                  </a:solidFill>
                  <a:latin typeface="Cambria Math" panose="02040503050406030204" pitchFamily="18" charset="0"/>
                </a:rPr>
                <a:t>+〖𝐜𝐱〗^𝟐</a:t>
              </a:r>
              <a:endParaRPr lang="en-US" sz="2800" b="1" dirty="0">
                <a:solidFill>
                  <a:srgbClr val="002060"/>
                </a:solidFill>
              </a:endParaRPr>
            </a:p>
          </dgm:t>
        </dgm:pt>
      </mc:Fallback>
    </mc:AlternateContent>
    <dgm:pt modelId="{AD92D607-6D4F-462E-B207-D329022F7D62}" type="parTrans" cxnId="{3C4E026D-4889-4B6C-B635-DDA2A1D2DB01}">
      <dgm:prSet/>
      <dgm:spPr/>
      <dgm:t>
        <a:bodyPr/>
        <a:lstStyle/>
        <a:p>
          <a:endParaRPr lang="en-US"/>
        </a:p>
      </dgm:t>
    </dgm:pt>
    <dgm:pt modelId="{FEB2B9E4-4226-45D2-AB8D-2FE95A58DBF7}" type="sibTrans" cxnId="{3C4E026D-4889-4B6C-B635-DDA2A1D2DB01}">
      <dgm:prSet/>
      <dgm:spPr/>
      <dgm:t>
        <a:bodyPr/>
        <a:lstStyle/>
        <a:p>
          <a:endParaRPr lang="en-US"/>
        </a:p>
      </dgm:t>
    </dgm:pt>
    <dgm:pt modelId="{4363D245-8775-4354-8235-F39E0AC13E18}" type="pres">
      <dgm:prSet presAssocID="{DFB4EC0E-2065-490D-934C-558EC53119E0}" presName="list" presStyleCnt="0">
        <dgm:presLayoutVars>
          <dgm:dir/>
          <dgm:animLvl val="lvl"/>
        </dgm:presLayoutVars>
      </dgm:prSet>
      <dgm:spPr/>
    </dgm:pt>
    <dgm:pt modelId="{0FC2EB02-CC34-4C1A-9A02-8B8C20DFAC6E}" type="pres">
      <dgm:prSet presAssocID="{B7578BBD-97E8-4D04-B8CB-446F8A757443}" presName="posSpace" presStyleCnt="0"/>
      <dgm:spPr/>
    </dgm:pt>
    <dgm:pt modelId="{80EB8F99-7861-46BE-9481-901B059C00AB}" type="pres">
      <dgm:prSet presAssocID="{B7578BBD-97E8-4D04-B8CB-446F8A757443}" presName="vertFlow" presStyleCnt="0"/>
      <dgm:spPr/>
    </dgm:pt>
    <dgm:pt modelId="{D8CEF50C-1947-40AF-8F8D-0B5CBB32EA04}" type="pres">
      <dgm:prSet presAssocID="{B7578BBD-97E8-4D04-B8CB-446F8A757443}" presName="topSpace" presStyleCnt="0"/>
      <dgm:spPr/>
    </dgm:pt>
    <dgm:pt modelId="{59A8FF70-9F9B-4D79-AECB-A29A942E89DB}" type="pres">
      <dgm:prSet presAssocID="{B7578BBD-97E8-4D04-B8CB-446F8A757443}" presName="firstComp" presStyleCnt="0"/>
      <dgm:spPr/>
    </dgm:pt>
    <dgm:pt modelId="{2F05B29E-1B9F-4DEC-B79A-DC83E4149990}" type="pres">
      <dgm:prSet presAssocID="{B7578BBD-97E8-4D04-B8CB-446F8A757443}" presName="firstChild" presStyleLbl="bgAccFollowNode1" presStyleIdx="0" presStyleCnt="4" custScaleX="98497" custScaleY="67470"/>
      <dgm:spPr/>
    </dgm:pt>
    <dgm:pt modelId="{D1461D06-B62C-4107-B155-7B26249A8F44}" type="pres">
      <dgm:prSet presAssocID="{B7578BBD-97E8-4D04-B8CB-446F8A757443}" presName="firstChildTx" presStyleLbl="bgAccFollowNode1" presStyleIdx="0" presStyleCnt="4">
        <dgm:presLayoutVars>
          <dgm:bulletEnabled val="1"/>
        </dgm:presLayoutVars>
      </dgm:prSet>
      <dgm:spPr/>
    </dgm:pt>
    <dgm:pt modelId="{E2E603CE-44DE-461F-86D6-465E137B2BF4}" type="pres">
      <dgm:prSet presAssocID="{08E9D1C2-759A-4F37-A1AB-49A3D6317474}" presName="comp" presStyleCnt="0"/>
      <dgm:spPr/>
    </dgm:pt>
    <dgm:pt modelId="{469B5CA2-5F0F-4431-B59C-09710A2716AC}" type="pres">
      <dgm:prSet presAssocID="{08E9D1C2-759A-4F37-A1AB-49A3D6317474}" presName="child" presStyleLbl="bgAccFollowNode1" presStyleIdx="1" presStyleCnt="4" custScaleX="109111" custScaleY="67470"/>
      <dgm:spPr/>
    </dgm:pt>
    <dgm:pt modelId="{B4EE2EDE-9F87-4FBE-AD41-CFE7A8C8E39E}" type="pres">
      <dgm:prSet presAssocID="{08E9D1C2-759A-4F37-A1AB-49A3D6317474}" presName="childTx" presStyleLbl="bgAccFollowNode1" presStyleIdx="1" presStyleCnt="4">
        <dgm:presLayoutVars>
          <dgm:bulletEnabled val="1"/>
        </dgm:presLayoutVars>
      </dgm:prSet>
      <dgm:spPr/>
    </dgm:pt>
    <dgm:pt modelId="{1727AF6E-AA31-4E93-B386-F30977668410}" type="pres">
      <dgm:prSet presAssocID="{B7578BBD-97E8-4D04-B8CB-446F8A757443}" presName="negSpace" presStyleCnt="0"/>
      <dgm:spPr/>
    </dgm:pt>
    <dgm:pt modelId="{1B949808-C3B1-4B29-BC1D-7C5840D259FD}" type="pres">
      <dgm:prSet presAssocID="{B7578BBD-97E8-4D04-B8CB-446F8A757443}" presName="circle" presStyleLbl="node1" presStyleIdx="0" presStyleCnt="2"/>
      <dgm:spPr/>
    </dgm:pt>
    <dgm:pt modelId="{10E1965B-6140-4934-AA5B-6A88B0DC75C9}" type="pres">
      <dgm:prSet presAssocID="{5E283C6A-AE3D-42E3-A3EE-FB6676B97EB3}" presName="transSpace" presStyleCnt="0"/>
      <dgm:spPr/>
    </dgm:pt>
    <dgm:pt modelId="{A708441D-7D78-4277-99A9-D7629750FE4B}" type="pres">
      <dgm:prSet presAssocID="{39205027-8FFC-47DC-94D1-63AC79FB3765}" presName="posSpace" presStyleCnt="0"/>
      <dgm:spPr/>
    </dgm:pt>
    <dgm:pt modelId="{45419066-D7DE-47D2-B501-26F495178F64}" type="pres">
      <dgm:prSet presAssocID="{39205027-8FFC-47DC-94D1-63AC79FB3765}" presName="vertFlow" presStyleCnt="0"/>
      <dgm:spPr/>
    </dgm:pt>
    <dgm:pt modelId="{E5264CD3-9E1E-4FD9-BF1E-ABC814B34FF4}" type="pres">
      <dgm:prSet presAssocID="{39205027-8FFC-47DC-94D1-63AC79FB3765}" presName="topSpace" presStyleCnt="0"/>
      <dgm:spPr/>
    </dgm:pt>
    <dgm:pt modelId="{18E99AF6-A38A-413A-A924-94FD3A305307}" type="pres">
      <dgm:prSet presAssocID="{39205027-8FFC-47DC-94D1-63AC79FB3765}" presName="firstComp" presStyleCnt="0"/>
      <dgm:spPr/>
    </dgm:pt>
    <dgm:pt modelId="{A4221394-677D-4227-8D4A-248CECEE7FA3}" type="pres">
      <dgm:prSet presAssocID="{39205027-8FFC-47DC-94D1-63AC79FB3765}" presName="firstChild" presStyleLbl="bgAccFollowNode1" presStyleIdx="2" presStyleCnt="4" custScaleX="98497" custScaleY="67470"/>
      <dgm:spPr/>
    </dgm:pt>
    <dgm:pt modelId="{F5BF2A2A-B7F9-4A6A-BFE3-81EB9D70EF5E}" type="pres">
      <dgm:prSet presAssocID="{39205027-8FFC-47DC-94D1-63AC79FB3765}" presName="firstChildTx" presStyleLbl="bgAccFollowNode1" presStyleIdx="2" presStyleCnt="4">
        <dgm:presLayoutVars>
          <dgm:bulletEnabled val="1"/>
        </dgm:presLayoutVars>
      </dgm:prSet>
      <dgm:spPr/>
    </dgm:pt>
    <dgm:pt modelId="{85C19D6E-ED9E-4942-9310-D0EEBEBFD914}" type="pres">
      <dgm:prSet presAssocID="{67E75C53-2562-480B-B478-7A1C0EE771CE}" presName="comp" presStyleCnt="0"/>
      <dgm:spPr/>
    </dgm:pt>
    <dgm:pt modelId="{3A484D1E-07BF-47BD-B8E8-A53A4AA025C1}" type="pres">
      <dgm:prSet presAssocID="{67E75C53-2562-480B-B478-7A1C0EE771CE}" presName="child" presStyleLbl="bgAccFollowNode1" presStyleIdx="3" presStyleCnt="4" custScaleX="109111" custScaleY="67470"/>
      <dgm:spPr/>
    </dgm:pt>
    <dgm:pt modelId="{FA58D2F7-6C9A-40BD-B546-B17BB8E9847D}" type="pres">
      <dgm:prSet presAssocID="{67E75C53-2562-480B-B478-7A1C0EE771CE}" presName="childTx" presStyleLbl="bgAccFollowNode1" presStyleIdx="3" presStyleCnt="4">
        <dgm:presLayoutVars>
          <dgm:bulletEnabled val="1"/>
        </dgm:presLayoutVars>
      </dgm:prSet>
      <dgm:spPr/>
    </dgm:pt>
    <dgm:pt modelId="{B7F0265C-35E5-400C-947F-F8429AB87AA4}" type="pres">
      <dgm:prSet presAssocID="{39205027-8FFC-47DC-94D1-63AC79FB3765}" presName="negSpace" presStyleCnt="0"/>
      <dgm:spPr/>
    </dgm:pt>
    <dgm:pt modelId="{B3C7F712-D1F6-4F71-82C9-DAB6542BD890}" type="pres">
      <dgm:prSet presAssocID="{39205027-8FFC-47DC-94D1-63AC79FB3765}" presName="circle" presStyleLbl="node1" presStyleIdx="1" presStyleCnt="2"/>
      <dgm:spPr/>
    </dgm:pt>
  </dgm:ptLst>
  <dgm:cxnLst>
    <dgm:cxn modelId="{AD71B111-6551-4057-962A-58E1E9542F3A}" type="presOf" srcId="{67E75C53-2562-480B-B478-7A1C0EE771CE}" destId="{FA58D2F7-6C9A-40BD-B546-B17BB8E9847D}" srcOrd="1" destOrd="0" presId="urn:microsoft.com/office/officeart/2005/8/layout/hList9"/>
    <dgm:cxn modelId="{C03ED319-415E-47DE-B655-5423687B2A29}" type="presOf" srcId="{08E9D1C2-759A-4F37-A1AB-49A3D6317474}" destId="{469B5CA2-5F0F-4431-B59C-09710A2716AC}" srcOrd="0" destOrd="0" presId="urn:microsoft.com/office/officeart/2005/8/layout/hList9"/>
    <dgm:cxn modelId="{83DBC022-B0BD-47C4-B674-C5C2D052C19D}" type="presOf" srcId="{67E75C53-2562-480B-B478-7A1C0EE771CE}" destId="{3A484D1E-07BF-47BD-B8E8-A53A4AA025C1}" srcOrd="0" destOrd="0" presId="urn:microsoft.com/office/officeart/2005/8/layout/hList9"/>
    <dgm:cxn modelId="{82248933-92DB-43F1-ADBD-5EA00614E318}" type="presOf" srcId="{39205027-8FFC-47DC-94D1-63AC79FB3765}" destId="{B3C7F712-D1F6-4F71-82C9-DAB6542BD890}" srcOrd="0" destOrd="0" presId="urn:microsoft.com/office/officeart/2005/8/layout/hList9"/>
    <dgm:cxn modelId="{B42C4A3F-9FE5-454D-9CA9-58E440B3C6DA}" type="presOf" srcId="{DFB4EC0E-2065-490D-934C-558EC53119E0}" destId="{4363D245-8775-4354-8235-F39E0AC13E18}" srcOrd="0" destOrd="0" presId="urn:microsoft.com/office/officeart/2005/8/layout/hList9"/>
    <dgm:cxn modelId="{3C4E026D-4889-4B6C-B635-DDA2A1D2DB01}" srcId="{39205027-8FFC-47DC-94D1-63AC79FB3765}" destId="{67E75C53-2562-480B-B478-7A1C0EE771CE}" srcOrd="1" destOrd="0" parTransId="{AD92D607-6D4F-462E-B207-D329022F7D62}" sibTransId="{FEB2B9E4-4226-45D2-AB8D-2FE95A58DBF7}"/>
    <dgm:cxn modelId="{2D90A34D-FC48-4024-A335-9A8ED8D66591}" type="presOf" srcId="{D2362346-21CB-4A85-94FF-584DED25C7DB}" destId="{A4221394-677D-4227-8D4A-248CECEE7FA3}" srcOrd="0" destOrd="0" presId="urn:microsoft.com/office/officeart/2005/8/layout/hList9"/>
    <dgm:cxn modelId="{923AAD76-44B6-4599-9D3A-116AF145D8D2}" type="presOf" srcId="{B7578BBD-97E8-4D04-B8CB-446F8A757443}" destId="{1B949808-C3B1-4B29-BC1D-7C5840D259FD}" srcOrd="0" destOrd="0" presId="urn:microsoft.com/office/officeart/2005/8/layout/hList9"/>
    <dgm:cxn modelId="{8A1C619B-B0A4-423B-96FE-EF0EE2C1759C}" srcId="{DFB4EC0E-2065-490D-934C-558EC53119E0}" destId="{39205027-8FFC-47DC-94D1-63AC79FB3765}" srcOrd="1" destOrd="0" parTransId="{8C10D9B7-AB1A-498C-9F8D-BC2A9D40A7BC}" sibTransId="{49E75810-AE00-4176-8C2F-822DB6D73F0E}"/>
    <dgm:cxn modelId="{F4A53AA4-CD30-401D-BF6D-D68C2582D4E4}" srcId="{B7578BBD-97E8-4D04-B8CB-446F8A757443}" destId="{08E9D1C2-759A-4F37-A1AB-49A3D6317474}" srcOrd="1" destOrd="0" parTransId="{1B7441EE-B2E6-4FA3-AF43-E095F39BE519}" sibTransId="{52B1BF67-C1AF-47D8-AB1E-A9A95F791DF9}"/>
    <dgm:cxn modelId="{955CF7A6-2CE6-4F7E-907F-B58FC2A20A34}" type="presOf" srcId="{41FF536A-2B60-4B48-8192-4BB45D022B53}" destId="{D1461D06-B62C-4107-B155-7B26249A8F44}" srcOrd="1" destOrd="0" presId="urn:microsoft.com/office/officeart/2005/8/layout/hList9"/>
    <dgm:cxn modelId="{AF9633B1-99B5-4A36-82F9-F259BFFC0B7B}" srcId="{39205027-8FFC-47DC-94D1-63AC79FB3765}" destId="{D2362346-21CB-4A85-94FF-584DED25C7DB}" srcOrd="0" destOrd="0" parTransId="{0DE537A9-4905-47C5-B71A-8BF2C5197F02}" sibTransId="{1178CC1B-B477-477B-B675-799F9CF6E07B}"/>
    <dgm:cxn modelId="{221826B9-B71A-4F96-B616-B94DB2F8CE75}" srcId="{DFB4EC0E-2065-490D-934C-558EC53119E0}" destId="{B7578BBD-97E8-4D04-B8CB-446F8A757443}" srcOrd="0" destOrd="0" parTransId="{E44D23B1-44DF-43E0-8F2E-0DEBA6177996}" sibTransId="{5E283C6A-AE3D-42E3-A3EE-FB6676B97EB3}"/>
    <dgm:cxn modelId="{AA8DAFD5-750F-4CD2-A267-482C2750CBA3}" type="presOf" srcId="{41FF536A-2B60-4B48-8192-4BB45D022B53}" destId="{2F05B29E-1B9F-4DEC-B79A-DC83E4149990}" srcOrd="0" destOrd="0" presId="urn:microsoft.com/office/officeart/2005/8/layout/hList9"/>
    <dgm:cxn modelId="{7FB935D8-1002-419F-8B79-A552368728DD}" type="presOf" srcId="{08E9D1C2-759A-4F37-A1AB-49A3D6317474}" destId="{B4EE2EDE-9F87-4FBE-AD41-CFE7A8C8E39E}" srcOrd="1" destOrd="0" presId="urn:microsoft.com/office/officeart/2005/8/layout/hList9"/>
    <dgm:cxn modelId="{79BD39E4-7DF8-4067-8CFE-187C74E1D04E}" srcId="{B7578BBD-97E8-4D04-B8CB-446F8A757443}" destId="{41FF536A-2B60-4B48-8192-4BB45D022B53}" srcOrd="0" destOrd="0" parTransId="{82F3B47C-0F72-4940-9ABF-2C5C2D87180A}" sibTransId="{EAF38AFA-1F9B-4A1B-9DE7-D271231E106F}"/>
    <dgm:cxn modelId="{1ECC5BE9-CF63-4599-8BF7-9FFEC65FFE53}" type="presOf" srcId="{D2362346-21CB-4A85-94FF-584DED25C7DB}" destId="{F5BF2A2A-B7F9-4A6A-BFE3-81EB9D70EF5E}" srcOrd="1" destOrd="0" presId="urn:microsoft.com/office/officeart/2005/8/layout/hList9"/>
    <dgm:cxn modelId="{1BB52E4A-F421-4655-921E-2D9CBBF9F5F4}" type="presParOf" srcId="{4363D245-8775-4354-8235-F39E0AC13E18}" destId="{0FC2EB02-CC34-4C1A-9A02-8B8C20DFAC6E}" srcOrd="0" destOrd="0" presId="urn:microsoft.com/office/officeart/2005/8/layout/hList9"/>
    <dgm:cxn modelId="{091383E4-74A5-42EC-9C27-1A4D98164ED9}" type="presParOf" srcId="{4363D245-8775-4354-8235-F39E0AC13E18}" destId="{80EB8F99-7861-46BE-9481-901B059C00AB}" srcOrd="1" destOrd="0" presId="urn:microsoft.com/office/officeart/2005/8/layout/hList9"/>
    <dgm:cxn modelId="{FF6FD8D9-A2AE-4AD3-B7AC-E1E744F6FA6A}" type="presParOf" srcId="{80EB8F99-7861-46BE-9481-901B059C00AB}" destId="{D8CEF50C-1947-40AF-8F8D-0B5CBB32EA04}" srcOrd="0" destOrd="0" presId="urn:microsoft.com/office/officeart/2005/8/layout/hList9"/>
    <dgm:cxn modelId="{0B5C7C69-0F6E-47B8-A33A-72A029BC7AE0}" type="presParOf" srcId="{80EB8F99-7861-46BE-9481-901B059C00AB}" destId="{59A8FF70-9F9B-4D79-AECB-A29A942E89DB}" srcOrd="1" destOrd="0" presId="urn:microsoft.com/office/officeart/2005/8/layout/hList9"/>
    <dgm:cxn modelId="{EE00D807-E7EB-48C1-A082-691F16B76AF9}" type="presParOf" srcId="{59A8FF70-9F9B-4D79-AECB-A29A942E89DB}" destId="{2F05B29E-1B9F-4DEC-B79A-DC83E4149990}" srcOrd="0" destOrd="0" presId="urn:microsoft.com/office/officeart/2005/8/layout/hList9"/>
    <dgm:cxn modelId="{515B8766-2367-47D1-8928-D9C574C796C2}" type="presParOf" srcId="{59A8FF70-9F9B-4D79-AECB-A29A942E89DB}" destId="{D1461D06-B62C-4107-B155-7B26249A8F44}" srcOrd="1" destOrd="0" presId="urn:microsoft.com/office/officeart/2005/8/layout/hList9"/>
    <dgm:cxn modelId="{01295DA9-6394-4C66-937B-824A49A62585}" type="presParOf" srcId="{80EB8F99-7861-46BE-9481-901B059C00AB}" destId="{E2E603CE-44DE-461F-86D6-465E137B2BF4}" srcOrd="2" destOrd="0" presId="urn:microsoft.com/office/officeart/2005/8/layout/hList9"/>
    <dgm:cxn modelId="{95ACD177-E44A-4F2A-8BD0-27B669A5D8C3}" type="presParOf" srcId="{E2E603CE-44DE-461F-86D6-465E137B2BF4}" destId="{469B5CA2-5F0F-4431-B59C-09710A2716AC}" srcOrd="0" destOrd="0" presId="urn:microsoft.com/office/officeart/2005/8/layout/hList9"/>
    <dgm:cxn modelId="{D0C33CE9-BC26-4EAA-8D63-D83C870F68BA}" type="presParOf" srcId="{E2E603CE-44DE-461F-86D6-465E137B2BF4}" destId="{B4EE2EDE-9F87-4FBE-AD41-CFE7A8C8E39E}" srcOrd="1" destOrd="0" presId="urn:microsoft.com/office/officeart/2005/8/layout/hList9"/>
    <dgm:cxn modelId="{04A5A215-D953-4B46-8606-F240DC883991}" type="presParOf" srcId="{4363D245-8775-4354-8235-F39E0AC13E18}" destId="{1727AF6E-AA31-4E93-B386-F30977668410}" srcOrd="2" destOrd="0" presId="urn:microsoft.com/office/officeart/2005/8/layout/hList9"/>
    <dgm:cxn modelId="{3F2F540F-0A37-4335-8797-3A198E24807B}" type="presParOf" srcId="{4363D245-8775-4354-8235-F39E0AC13E18}" destId="{1B949808-C3B1-4B29-BC1D-7C5840D259FD}" srcOrd="3" destOrd="0" presId="urn:microsoft.com/office/officeart/2005/8/layout/hList9"/>
    <dgm:cxn modelId="{9DC9DE18-D9E1-4D86-A441-63E047A48C05}" type="presParOf" srcId="{4363D245-8775-4354-8235-F39E0AC13E18}" destId="{10E1965B-6140-4934-AA5B-6A88B0DC75C9}" srcOrd="4" destOrd="0" presId="urn:microsoft.com/office/officeart/2005/8/layout/hList9"/>
    <dgm:cxn modelId="{4DF52B06-E063-4D84-95F4-33A7E86CC545}" type="presParOf" srcId="{4363D245-8775-4354-8235-F39E0AC13E18}" destId="{A708441D-7D78-4277-99A9-D7629750FE4B}" srcOrd="5" destOrd="0" presId="urn:microsoft.com/office/officeart/2005/8/layout/hList9"/>
    <dgm:cxn modelId="{0917C5C2-F5C4-4D4C-A36B-6E1E0E2B09D3}" type="presParOf" srcId="{4363D245-8775-4354-8235-F39E0AC13E18}" destId="{45419066-D7DE-47D2-B501-26F495178F64}" srcOrd="6" destOrd="0" presId="urn:microsoft.com/office/officeart/2005/8/layout/hList9"/>
    <dgm:cxn modelId="{19D029D1-2890-46DA-8799-C4C1E8086A12}" type="presParOf" srcId="{45419066-D7DE-47D2-B501-26F495178F64}" destId="{E5264CD3-9E1E-4FD9-BF1E-ABC814B34FF4}" srcOrd="0" destOrd="0" presId="urn:microsoft.com/office/officeart/2005/8/layout/hList9"/>
    <dgm:cxn modelId="{403C5B5E-9DEB-41FB-98C1-B3B64E32E06D}" type="presParOf" srcId="{45419066-D7DE-47D2-B501-26F495178F64}" destId="{18E99AF6-A38A-413A-A924-94FD3A305307}" srcOrd="1" destOrd="0" presId="urn:microsoft.com/office/officeart/2005/8/layout/hList9"/>
    <dgm:cxn modelId="{496352A6-8017-4DBA-8F5F-4A774ED843DE}" type="presParOf" srcId="{18E99AF6-A38A-413A-A924-94FD3A305307}" destId="{A4221394-677D-4227-8D4A-248CECEE7FA3}" srcOrd="0" destOrd="0" presId="urn:microsoft.com/office/officeart/2005/8/layout/hList9"/>
    <dgm:cxn modelId="{37EE14F6-BAAF-470A-97AB-C95FD34C1762}" type="presParOf" srcId="{18E99AF6-A38A-413A-A924-94FD3A305307}" destId="{F5BF2A2A-B7F9-4A6A-BFE3-81EB9D70EF5E}" srcOrd="1" destOrd="0" presId="urn:microsoft.com/office/officeart/2005/8/layout/hList9"/>
    <dgm:cxn modelId="{757746E5-C5FE-4BC9-AE91-32EC019C3BF6}" type="presParOf" srcId="{45419066-D7DE-47D2-B501-26F495178F64}" destId="{85C19D6E-ED9E-4942-9310-D0EEBEBFD914}" srcOrd="2" destOrd="0" presId="urn:microsoft.com/office/officeart/2005/8/layout/hList9"/>
    <dgm:cxn modelId="{D021D181-3EBD-40E5-AAD5-7229A4989547}" type="presParOf" srcId="{85C19D6E-ED9E-4942-9310-D0EEBEBFD914}" destId="{3A484D1E-07BF-47BD-B8E8-A53A4AA025C1}" srcOrd="0" destOrd="0" presId="urn:microsoft.com/office/officeart/2005/8/layout/hList9"/>
    <dgm:cxn modelId="{02D3333D-4400-44D3-8A3D-39F459EE85EE}" type="presParOf" srcId="{85C19D6E-ED9E-4942-9310-D0EEBEBFD914}" destId="{FA58D2F7-6C9A-40BD-B546-B17BB8E9847D}" srcOrd="1" destOrd="0" presId="urn:microsoft.com/office/officeart/2005/8/layout/hList9"/>
    <dgm:cxn modelId="{8BA4043C-A68A-40F4-AD9B-49361DF7AE67}" type="presParOf" srcId="{4363D245-8775-4354-8235-F39E0AC13E18}" destId="{B7F0265C-35E5-400C-947F-F8429AB87AA4}" srcOrd="7" destOrd="0" presId="urn:microsoft.com/office/officeart/2005/8/layout/hList9"/>
    <dgm:cxn modelId="{9DF4D558-B915-4BB8-B121-AF460E9A5075}" type="presParOf" srcId="{4363D245-8775-4354-8235-F39E0AC13E18}" destId="{B3C7F712-D1F6-4F71-82C9-DAB6542BD890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Mode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3600" b="1" dirty="0"/>
            <a:t>All</a:t>
          </a:r>
          <a:r>
            <a:rPr lang="en-US" sz="3600" b="1" dirty="0">
              <a:solidFill>
                <a:srgbClr val="FFFF00"/>
              </a:solidFill>
            </a:rPr>
            <a:t>(3)</a:t>
          </a: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85521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A7280906-DE55-492D-B5CB-040475BA6CF7}" type="pres">
      <dgm:prSet presAssocID="{0CD145DC-1283-47D9-9842-9F28D9292403}" presName="node" presStyleLbl="node1" presStyleIdx="3" presStyleCnt="4">
        <dgm:presLayoutVars>
          <dgm:bulletEnabled val="1"/>
        </dgm:presLayoutVars>
      </dgm:prSet>
      <dgm:spPr/>
    </dgm:pt>
  </dgm:ptLst>
  <dgm:cxnLst>
    <dgm:cxn modelId="{8F95EB09-9885-4155-8CA9-1F0BD36576AB}" type="presOf" srcId="{676B2E30-39F0-4B19-80A5-947E41665008}" destId="{C1D3A877-193E-433E-996E-DE3797C7F529}" srcOrd="0" destOrd="0" presId="urn:microsoft.com/office/officeart/2005/8/layout/process1"/>
    <dgm:cxn modelId="{5CDA3E1F-0B54-4439-9021-05BC856F3452}" type="presOf" srcId="{6300F33D-AE15-417F-8922-C2991075A116}" destId="{052C7B0B-AC64-435F-9087-F76A8F81AD70}" srcOrd="1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E358CE3F-089B-4FF0-85A5-5599A23A1308}" type="presOf" srcId="{38CEDB57-7D29-4D21-8203-7F6E44EA777E}" destId="{08B094E6-470A-458C-BDCC-A0626256CFD5}" srcOrd="1" destOrd="0" presId="urn:microsoft.com/office/officeart/2005/8/layout/process1"/>
    <dgm:cxn modelId="{6EDD6E5D-9391-42D2-A907-B5B31A8BF8C8}" type="presOf" srcId="{3A2CE8DF-123E-43D2-99F9-012836600209}" destId="{75494D80-AAE1-44AB-A5A1-D4E336C9A241}" srcOrd="0" destOrd="0" presId="urn:microsoft.com/office/officeart/2005/8/layout/process1"/>
    <dgm:cxn modelId="{39151562-9639-405F-9CF4-EBCD33C64F65}" type="presOf" srcId="{38CEDB57-7D29-4D21-8203-7F6E44EA777E}" destId="{2C8919B2-9A29-4B7C-B580-1CADFBED59E0}" srcOrd="0" destOrd="0" presId="urn:microsoft.com/office/officeart/2005/8/layout/process1"/>
    <dgm:cxn modelId="{2887904B-1158-4926-B424-7F7832F0C452}" type="presOf" srcId="{0CD145DC-1283-47D9-9842-9F28D9292403}" destId="{A7280906-DE55-492D-B5CB-040475BA6CF7}" srcOrd="0" destOrd="0" presId="urn:microsoft.com/office/officeart/2005/8/layout/process1"/>
    <dgm:cxn modelId="{44886B4C-61B4-4759-80EB-21402608FFDD}" type="presOf" srcId="{FDBF41EA-DF9A-4A44-9AAC-097517E2463F}" destId="{2DC0BE8A-A50D-459F-8803-8F629D24FD59}" srcOrd="0" destOrd="0" presId="urn:microsoft.com/office/officeart/2005/8/layout/process1"/>
    <dgm:cxn modelId="{58814858-3849-4864-A52A-B97D830792DA}" type="presOf" srcId="{A5E483C9-A3BD-4F9A-8F9F-CDFA80B74485}" destId="{B450C243-F3FF-4B55-BCF1-0CE4D57F4091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555C8181-422E-4293-A5B2-29CF411103B9}" srcId="{A5E483C9-A3BD-4F9A-8F9F-CDFA80B74485}" destId="{0CD145DC-1283-47D9-9842-9F28D9292403}" srcOrd="3" destOrd="0" parTransId="{0D9B67D3-2181-406C-92D3-DC1D56CD0CD8}" sibTransId="{8BFBDCF5-5907-42CD-A174-33BEF20C4F6E}"/>
    <dgm:cxn modelId="{4FAF198E-B9AE-4420-85DF-D40C118332B5}" type="presOf" srcId="{6300F33D-AE15-417F-8922-C2991075A116}" destId="{98B97CCD-AFF1-49BB-8170-C62165E0F732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30394DAF-FA89-423B-B19E-CD8E248202E7}" type="presOf" srcId="{5A7B8353-D55C-40BC-AFA9-4101E69F0AAC}" destId="{99AE6907-DE4A-4A2A-9F71-3AA51CC83CB9}" srcOrd="1" destOrd="0" presId="urn:microsoft.com/office/officeart/2005/8/layout/process1"/>
    <dgm:cxn modelId="{CB3C8AF7-2E7F-4FE4-8ACD-1A816D2CF429}" type="presOf" srcId="{5A7B8353-D55C-40BC-AFA9-4101E69F0AAC}" destId="{44BA6F07-9809-453E-B5B3-AB636F82DB9E}" srcOrd="0" destOrd="0" presId="urn:microsoft.com/office/officeart/2005/8/layout/process1"/>
    <dgm:cxn modelId="{22C44AD1-6D42-407B-B598-EEE30ABEC653}" type="presParOf" srcId="{B450C243-F3FF-4B55-BCF1-0CE4D57F4091}" destId="{2DC0BE8A-A50D-459F-8803-8F629D24FD59}" srcOrd="0" destOrd="0" presId="urn:microsoft.com/office/officeart/2005/8/layout/process1"/>
    <dgm:cxn modelId="{1AC240FD-C658-4ED9-A81F-D5B73020D8E7}" type="presParOf" srcId="{B450C243-F3FF-4B55-BCF1-0CE4D57F4091}" destId="{44BA6F07-9809-453E-B5B3-AB636F82DB9E}" srcOrd="1" destOrd="0" presId="urn:microsoft.com/office/officeart/2005/8/layout/process1"/>
    <dgm:cxn modelId="{FE253FF6-5EFC-46A0-B20F-5568D4EE37CF}" type="presParOf" srcId="{44BA6F07-9809-453E-B5B3-AB636F82DB9E}" destId="{99AE6907-DE4A-4A2A-9F71-3AA51CC83CB9}" srcOrd="0" destOrd="0" presId="urn:microsoft.com/office/officeart/2005/8/layout/process1"/>
    <dgm:cxn modelId="{F18D4711-A811-448C-955C-94E21ED059E2}" type="presParOf" srcId="{B450C243-F3FF-4B55-BCF1-0CE4D57F4091}" destId="{C1D3A877-193E-433E-996E-DE3797C7F529}" srcOrd="2" destOrd="0" presId="urn:microsoft.com/office/officeart/2005/8/layout/process1"/>
    <dgm:cxn modelId="{68CC6966-D4FF-4E6B-A1FC-C2A326FF68F5}" type="presParOf" srcId="{B450C243-F3FF-4B55-BCF1-0CE4D57F4091}" destId="{98B97CCD-AFF1-49BB-8170-C62165E0F732}" srcOrd="3" destOrd="0" presId="urn:microsoft.com/office/officeart/2005/8/layout/process1"/>
    <dgm:cxn modelId="{8AFA6457-F5E4-409C-BE6C-1E06B088AD31}" type="presParOf" srcId="{98B97CCD-AFF1-49BB-8170-C62165E0F732}" destId="{052C7B0B-AC64-435F-9087-F76A8F81AD70}" srcOrd="0" destOrd="0" presId="urn:microsoft.com/office/officeart/2005/8/layout/process1"/>
    <dgm:cxn modelId="{43D95E56-04A0-4756-A77A-49B17F427FB4}" type="presParOf" srcId="{B450C243-F3FF-4B55-BCF1-0CE4D57F4091}" destId="{75494D80-AAE1-44AB-A5A1-D4E336C9A241}" srcOrd="4" destOrd="0" presId="urn:microsoft.com/office/officeart/2005/8/layout/process1"/>
    <dgm:cxn modelId="{AA0B0CA5-6EF5-400E-B687-C4CAEBCB357C}" type="presParOf" srcId="{B450C243-F3FF-4B55-BCF1-0CE4D57F4091}" destId="{2C8919B2-9A29-4B7C-B580-1CADFBED59E0}" srcOrd="5" destOrd="0" presId="urn:microsoft.com/office/officeart/2005/8/layout/process1"/>
    <dgm:cxn modelId="{9388EB52-80F3-48CA-903A-FA9B0EFF7199}" type="presParOf" srcId="{2C8919B2-9A29-4B7C-B580-1CADFBED59E0}" destId="{08B094E6-470A-458C-BDCC-A0626256CFD5}" srcOrd="0" destOrd="0" presId="urn:microsoft.com/office/officeart/2005/8/layout/process1"/>
    <dgm:cxn modelId="{4CC79B26-919A-468E-BDB0-3934E4643700}" type="presParOf" srcId="{B450C243-F3FF-4B55-BCF1-0CE4D57F4091}" destId="{A7280906-DE55-492D-B5CB-040475BA6CF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Mode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 err="1"/>
            <a:t>Reg</a:t>
          </a:r>
          <a:r>
            <a:rPr lang="en-US" sz="3600" b="1" dirty="0">
              <a:solidFill>
                <a:srgbClr val="FFFF00"/>
              </a:solidFill>
            </a:rPr>
            <a:t>(3)</a:t>
          </a:r>
          <a:endParaRPr lang="en-US" sz="3600" b="1" dirty="0"/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3200" b="1" dirty="0"/>
            <a:t>Right side</a:t>
          </a:r>
          <a:endParaRPr lang="en-US" sz="32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3600" b="1" dirty="0"/>
            <a:t>Quad</a:t>
          </a:r>
          <a:r>
            <a:rPr lang="en-US" sz="3600" b="1" dirty="0">
              <a:solidFill>
                <a:srgbClr val="FFFF00"/>
              </a:solidFill>
            </a:rPr>
            <a:t>(3)</a:t>
          </a:r>
          <a:endParaRPr lang="en-US" sz="3600" b="1" dirty="0"/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LinFactNeighborX="2824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85521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A7280906-DE55-492D-B5CB-040475BA6CF7}" type="pres">
      <dgm:prSet presAssocID="{0CD145DC-1283-47D9-9842-9F28D9292403}" presName="node" presStyleLbl="node1" presStyleIdx="3" presStyleCnt="4">
        <dgm:presLayoutVars>
          <dgm:bulletEnabled val="1"/>
        </dgm:presLayoutVars>
      </dgm:prSet>
      <dgm:spPr/>
    </dgm:pt>
  </dgm:ptLst>
  <dgm:cxnLst>
    <dgm:cxn modelId="{5A985C08-529D-4000-98A2-A814857FEF6F}" type="presOf" srcId="{3A2CE8DF-123E-43D2-99F9-012836600209}" destId="{75494D80-AAE1-44AB-A5A1-D4E336C9A241}" srcOrd="0" destOrd="0" presId="urn:microsoft.com/office/officeart/2005/8/layout/process1"/>
    <dgm:cxn modelId="{3FA52810-54EC-45E6-868A-B9D2F38A1178}" type="presOf" srcId="{38CEDB57-7D29-4D21-8203-7F6E44EA777E}" destId="{2C8919B2-9A29-4B7C-B580-1CADFBED59E0}" srcOrd="0" destOrd="0" presId="urn:microsoft.com/office/officeart/2005/8/layout/process1"/>
    <dgm:cxn modelId="{6DEBC41F-CE01-4498-AD55-FBAAB2D9428E}" type="presOf" srcId="{676B2E30-39F0-4B19-80A5-947E41665008}" destId="{C1D3A877-193E-433E-996E-DE3797C7F529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25C59325-3B33-460F-924C-959B867BA523}" type="presOf" srcId="{6300F33D-AE15-417F-8922-C2991075A116}" destId="{052C7B0B-AC64-435F-9087-F76A8F81AD70}" srcOrd="1" destOrd="0" presId="urn:microsoft.com/office/officeart/2005/8/layout/process1"/>
    <dgm:cxn modelId="{A2F6704B-1AF9-4527-A083-2DCB2819DC03}" type="presOf" srcId="{A5E483C9-A3BD-4F9A-8F9F-CDFA80B74485}" destId="{B450C243-F3FF-4B55-BCF1-0CE4D57F4091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175DED7A-999D-49D9-A392-49307C30ACE6}" type="presOf" srcId="{0CD145DC-1283-47D9-9842-9F28D9292403}" destId="{A7280906-DE55-492D-B5CB-040475BA6CF7}" srcOrd="0" destOrd="0" presId="urn:microsoft.com/office/officeart/2005/8/layout/process1"/>
    <dgm:cxn modelId="{AA90C37E-5A4B-47CB-9B94-784D4FF9B5AF}" type="presOf" srcId="{38CEDB57-7D29-4D21-8203-7F6E44EA777E}" destId="{08B094E6-470A-458C-BDCC-A0626256CFD5}" srcOrd="1" destOrd="0" presId="urn:microsoft.com/office/officeart/2005/8/layout/process1"/>
    <dgm:cxn modelId="{555C8181-422E-4293-A5B2-29CF411103B9}" srcId="{A5E483C9-A3BD-4F9A-8F9F-CDFA80B74485}" destId="{0CD145DC-1283-47D9-9842-9F28D9292403}" srcOrd="3" destOrd="0" parTransId="{0D9B67D3-2181-406C-92D3-DC1D56CD0CD8}" sibTransId="{8BFBDCF5-5907-42CD-A174-33BEF20C4F6E}"/>
    <dgm:cxn modelId="{A4F25384-3977-42AF-B055-D63D03477108}" type="presOf" srcId="{6300F33D-AE15-417F-8922-C2991075A116}" destId="{98B97CCD-AFF1-49BB-8170-C62165E0F732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A4864BAD-7D4C-450C-817B-195293FE1004}" type="presOf" srcId="{5A7B8353-D55C-40BC-AFA9-4101E69F0AAC}" destId="{44BA6F07-9809-453E-B5B3-AB636F82DB9E}" srcOrd="0" destOrd="0" presId="urn:microsoft.com/office/officeart/2005/8/layout/process1"/>
    <dgm:cxn modelId="{D70BAFAE-944F-492D-BA7B-923832080590}" type="presOf" srcId="{5A7B8353-D55C-40BC-AFA9-4101E69F0AAC}" destId="{99AE6907-DE4A-4A2A-9F71-3AA51CC83CB9}" srcOrd="1" destOrd="0" presId="urn:microsoft.com/office/officeart/2005/8/layout/process1"/>
    <dgm:cxn modelId="{EC3452D1-75FA-4D5D-8BEF-357B8D59BB87}" type="presOf" srcId="{FDBF41EA-DF9A-4A44-9AAC-097517E2463F}" destId="{2DC0BE8A-A50D-459F-8803-8F629D24FD59}" srcOrd="0" destOrd="0" presId="urn:microsoft.com/office/officeart/2005/8/layout/process1"/>
    <dgm:cxn modelId="{9579D4A2-3562-4AD0-8DF1-DD430D0D3493}" type="presParOf" srcId="{B450C243-F3FF-4B55-BCF1-0CE4D57F4091}" destId="{2DC0BE8A-A50D-459F-8803-8F629D24FD59}" srcOrd="0" destOrd="0" presId="urn:microsoft.com/office/officeart/2005/8/layout/process1"/>
    <dgm:cxn modelId="{BBF184A6-ED77-4BD0-A8E2-7E3D853915EE}" type="presParOf" srcId="{B450C243-F3FF-4B55-BCF1-0CE4D57F4091}" destId="{44BA6F07-9809-453E-B5B3-AB636F82DB9E}" srcOrd="1" destOrd="0" presId="urn:microsoft.com/office/officeart/2005/8/layout/process1"/>
    <dgm:cxn modelId="{A3892670-849E-4667-8181-55F598A37E2F}" type="presParOf" srcId="{44BA6F07-9809-453E-B5B3-AB636F82DB9E}" destId="{99AE6907-DE4A-4A2A-9F71-3AA51CC83CB9}" srcOrd="0" destOrd="0" presId="urn:microsoft.com/office/officeart/2005/8/layout/process1"/>
    <dgm:cxn modelId="{39501294-D2D8-4A16-91D1-15F73C6CD4EF}" type="presParOf" srcId="{B450C243-F3FF-4B55-BCF1-0CE4D57F4091}" destId="{C1D3A877-193E-433E-996E-DE3797C7F529}" srcOrd="2" destOrd="0" presId="urn:microsoft.com/office/officeart/2005/8/layout/process1"/>
    <dgm:cxn modelId="{343F8672-32F6-4F37-935C-F8D1FC412953}" type="presParOf" srcId="{B450C243-F3FF-4B55-BCF1-0CE4D57F4091}" destId="{98B97CCD-AFF1-49BB-8170-C62165E0F732}" srcOrd="3" destOrd="0" presId="urn:microsoft.com/office/officeart/2005/8/layout/process1"/>
    <dgm:cxn modelId="{2AA98D3D-6C5B-48BA-86DD-C25083E1E5B8}" type="presParOf" srcId="{98B97CCD-AFF1-49BB-8170-C62165E0F732}" destId="{052C7B0B-AC64-435F-9087-F76A8F81AD70}" srcOrd="0" destOrd="0" presId="urn:microsoft.com/office/officeart/2005/8/layout/process1"/>
    <dgm:cxn modelId="{772145E7-F23B-467A-BB2A-52A3BAD8E95D}" type="presParOf" srcId="{B450C243-F3FF-4B55-BCF1-0CE4D57F4091}" destId="{75494D80-AAE1-44AB-A5A1-D4E336C9A241}" srcOrd="4" destOrd="0" presId="urn:microsoft.com/office/officeart/2005/8/layout/process1"/>
    <dgm:cxn modelId="{9188E196-4871-4C54-AF79-0778F61FC2D8}" type="presParOf" srcId="{B450C243-F3FF-4B55-BCF1-0CE4D57F4091}" destId="{2C8919B2-9A29-4B7C-B580-1CADFBED59E0}" srcOrd="5" destOrd="0" presId="urn:microsoft.com/office/officeart/2005/8/layout/process1"/>
    <dgm:cxn modelId="{5066666D-78A8-4ED8-9C01-8A03A45A42F1}" type="presParOf" srcId="{2C8919B2-9A29-4B7C-B580-1CADFBED59E0}" destId="{08B094E6-470A-458C-BDCC-A0626256CFD5}" srcOrd="0" destOrd="0" presId="urn:microsoft.com/office/officeart/2005/8/layout/process1"/>
    <dgm:cxn modelId="{4955EF83-3B9C-4AA3-AEF6-55CA87A4E634}" type="presParOf" srcId="{B450C243-F3FF-4B55-BCF1-0CE4D57F4091}" destId="{A7280906-DE55-492D-B5CB-040475BA6CF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2800" b="1" dirty="0"/>
            <a:t>1</a:t>
          </a:r>
          <a:r>
            <a:rPr lang="en-US" sz="2800" b="1" baseline="30000" dirty="0"/>
            <a:t>st</a:t>
          </a:r>
          <a:r>
            <a:rPr lang="en-US" sz="2800" b="1" dirty="0"/>
            <a:t> value    of x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2800" b="1" dirty="0"/>
            <a:t>1</a:t>
          </a:r>
          <a:r>
            <a:rPr lang="en-US" sz="2800" b="1" baseline="30000" dirty="0"/>
            <a:t>st</a:t>
          </a:r>
          <a:r>
            <a:rPr lang="en-US" sz="2800" b="1" dirty="0"/>
            <a:t> value    of y</a:t>
          </a:r>
          <a:endParaRPr lang="en-US" sz="28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015A5416-09D9-482C-B4FC-9A3845B82E13}" type="presOf" srcId="{3A2CE8DF-123E-43D2-99F9-012836600209}" destId="{75494D80-AAE1-44AB-A5A1-D4E336C9A241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E2E97B5B-AA86-4514-B2E5-E1EE0F7B0691}" type="presOf" srcId="{38CEDB57-7D29-4D21-8203-7F6E44EA777E}" destId="{2C8919B2-9A29-4B7C-B580-1CADFBED59E0}" srcOrd="0" destOrd="0" presId="urn:microsoft.com/office/officeart/2005/8/layout/process1"/>
    <dgm:cxn modelId="{204BF94F-6669-485F-9CC7-4CE570BD4A1F}" type="presOf" srcId="{6300F33D-AE15-417F-8922-C2991075A116}" destId="{052C7B0B-AC64-435F-9087-F76A8F81AD70}" srcOrd="1" destOrd="0" presId="urn:microsoft.com/office/officeart/2005/8/layout/process1"/>
    <dgm:cxn modelId="{0D278071-0C53-4A67-A424-C8F9C091A8C9}" type="presOf" srcId="{46ADFC18-063A-4AD0-9AA3-8719DD99B43D}" destId="{FF7AE4D5-99CD-430E-997C-4D9624DA75B6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9C3C2184-168D-4A82-B360-325AC3573839}" type="presOf" srcId="{38CEDB57-7D29-4D21-8203-7F6E44EA777E}" destId="{08B094E6-470A-458C-BDCC-A0626256CFD5}" srcOrd="1" destOrd="0" presId="urn:microsoft.com/office/officeart/2005/8/layout/process1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06DA059E-D030-4EFB-A19C-2B8B6DFFBCE7}" type="presOf" srcId="{5A7B8353-D55C-40BC-AFA9-4101E69F0AAC}" destId="{44BA6F07-9809-453E-B5B3-AB636F82DB9E}" srcOrd="0" destOrd="0" presId="urn:microsoft.com/office/officeart/2005/8/layout/process1"/>
    <dgm:cxn modelId="{396F179E-9B5C-4679-AD97-BBC995FECA9D}" type="presOf" srcId="{A5E483C9-A3BD-4F9A-8F9F-CDFA80B74485}" destId="{B450C243-F3FF-4B55-BCF1-0CE4D57F4091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830EB2B2-6936-489C-A3C7-9723281184FE}" type="presOf" srcId="{676B2E30-39F0-4B19-80A5-947E41665008}" destId="{C1D3A877-193E-433E-996E-DE3797C7F529}" srcOrd="0" destOrd="0" presId="urn:microsoft.com/office/officeart/2005/8/layout/process1"/>
    <dgm:cxn modelId="{2C73ECB6-03CB-4CED-A9E0-420AFCE6CA8B}" type="presOf" srcId="{FDBF41EA-DF9A-4A44-9AAC-097517E2463F}" destId="{2DC0BE8A-A50D-459F-8803-8F629D24FD59}" srcOrd="0" destOrd="0" presId="urn:microsoft.com/office/officeart/2005/8/layout/process1"/>
    <dgm:cxn modelId="{B44F81EE-E487-4909-AD6E-ADDBC6A0652B}" type="presOf" srcId="{6300F33D-AE15-417F-8922-C2991075A116}" destId="{98B97CCD-AFF1-49BB-8170-C62165E0F732}" srcOrd="0" destOrd="0" presId="urn:microsoft.com/office/officeart/2005/8/layout/process1"/>
    <dgm:cxn modelId="{DB489AFB-9B1D-4AEA-A622-0C19F6F4088D}" type="presOf" srcId="{5A7B8353-D55C-40BC-AFA9-4101E69F0AAC}" destId="{99AE6907-DE4A-4A2A-9F71-3AA51CC83CB9}" srcOrd="1" destOrd="0" presId="urn:microsoft.com/office/officeart/2005/8/layout/process1"/>
    <dgm:cxn modelId="{302EB958-3540-4F60-9D07-2E9665491F4A}" type="presParOf" srcId="{B450C243-F3FF-4B55-BCF1-0CE4D57F4091}" destId="{2DC0BE8A-A50D-459F-8803-8F629D24FD59}" srcOrd="0" destOrd="0" presId="urn:microsoft.com/office/officeart/2005/8/layout/process1"/>
    <dgm:cxn modelId="{270A3736-1FBF-42FD-AB55-C4BBEEC34747}" type="presParOf" srcId="{B450C243-F3FF-4B55-BCF1-0CE4D57F4091}" destId="{44BA6F07-9809-453E-B5B3-AB636F82DB9E}" srcOrd="1" destOrd="0" presId="urn:microsoft.com/office/officeart/2005/8/layout/process1"/>
    <dgm:cxn modelId="{79E95445-0779-48D6-825E-40A912FE893B}" type="presParOf" srcId="{44BA6F07-9809-453E-B5B3-AB636F82DB9E}" destId="{99AE6907-DE4A-4A2A-9F71-3AA51CC83CB9}" srcOrd="0" destOrd="0" presId="urn:microsoft.com/office/officeart/2005/8/layout/process1"/>
    <dgm:cxn modelId="{877946FB-23C2-45B1-B453-D5EB6DCC8DC2}" type="presParOf" srcId="{B450C243-F3FF-4B55-BCF1-0CE4D57F4091}" destId="{C1D3A877-193E-433E-996E-DE3797C7F529}" srcOrd="2" destOrd="0" presId="urn:microsoft.com/office/officeart/2005/8/layout/process1"/>
    <dgm:cxn modelId="{D0E183F5-AC2D-47CB-B052-71633CB9AB7C}" type="presParOf" srcId="{B450C243-F3FF-4B55-BCF1-0CE4D57F4091}" destId="{98B97CCD-AFF1-49BB-8170-C62165E0F732}" srcOrd="3" destOrd="0" presId="urn:microsoft.com/office/officeart/2005/8/layout/process1"/>
    <dgm:cxn modelId="{7BF04B5B-B43F-445B-95B6-E0E393A2ECB4}" type="presParOf" srcId="{98B97CCD-AFF1-49BB-8170-C62165E0F732}" destId="{052C7B0B-AC64-435F-9087-F76A8F81AD70}" srcOrd="0" destOrd="0" presId="urn:microsoft.com/office/officeart/2005/8/layout/process1"/>
    <dgm:cxn modelId="{A1B73AE4-7010-4D6F-892D-E8AD127222BE}" type="presParOf" srcId="{B450C243-F3FF-4B55-BCF1-0CE4D57F4091}" destId="{75494D80-AAE1-44AB-A5A1-D4E336C9A241}" srcOrd="4" destOrd="0" presId="urn:microsoft.com/office/officeart/2005/8/layout/process1"/>
    <dgm:cxn modelId="{9C82C2BB-5DEA-4EDE-93B9-AA4A3FCAE777}" type="presParOf" srcId="{B450C243-F3FF-4B55-BCF1-0CE4D57F4091}" destId="{2C8919B2-9A29-4B7C-B580-1CADFBED59E0}" srcOrd="5" destOrd="0" presId="urn:microsoft.com/office/officeart/2005/8/layout/process1"/>
    <dgm:cxn modelId="{CDBC0028-DA87-420A-A302-EEDFE37B8E73}" type="presParOf" srcId="{2C8919B2-9A29-4B7C-B580-1CADFBED59E0}" destId="{08B094E6-470A-458C-BDCC-A0626256CFD5}" srcOrd="0" destOrd="0" presId="urn:microsoft.com/office/officeart/2005/8/layout/process1"/>
    <dgm:cxn modelId="{844C33AD-4E51-43D0-A3D8-C245441B5056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2800" b="1" dirty="0"/>
            <a:t>2</a:t>
          </a:r>
          <a:r>
            <a:rPr lang="en-US" sz="2800" b="1" baseline="30000" dirty="0"/>
            <a:t>nd</a:t>
          </a:r>
          <a:r>
            <a:rPr lang="en-US" sz="2800" b="1" dirty="0"/>
            <a:t> value   of x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2800" b="1" dirty="0"/>
            <a:t>2</a:t>
          </a:r>
          <a:r>
            <a:rPr lang="en-US" sz="2800" b="1" baseline="30000" dirty="0"/>
            <a:t>nd</a:t>
          </a:r>
          <a:r>
            <a:rPr lang="en-US" sz="2800" b="1" dirty="0"/>
            <a:t> value   of y</a:t>
          </a:r>
          <a:endParaRPr lang="en-US" sz="28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20517307-0EDE-4973-9F90-FBE4D5A01474}" type="presOf" srcId="{5A7B8353-D55C-40BC-AFA9-4101E69F0AAC}" destId="{99AE6907-DE4A-4A2A-9F71-3AA51CC83CB9}" srcOrd="1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7E00405E-839E-43A7-8197-47856826BE4D}" type="presOf" srcId="{38CEDB57-7D29-4D21-8203-7F6E44EA777E}" destId="{08B094E6-470A-458C-BDCC-A0626256CFD5}" srcOrd="1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FA43F788-3615-4B7E-BA88-85A8341FFCF3}" type="presOf" srcId="{46ADFC18-063A-4AD0-9AA3-8719DD99B43D}" destId="{FF7AE4D5-99CD-430E-997C-4D9624DA75B6}" srcOrd="0" destOrd="0" presId="urn:microsoft.com/office/officeart/2005/8/layout/process1"/>
    <dgm:cxn modelId="{55AA5B8F-EACF-4884-BDE7-57C1537F5DAE}" type="presOf" srcId="{5A7B8353-D55C-40BC-AFA9-4101E69F0AAC}" destId="{44BA6F07-9809-453E-B5B3-AB636F82DB9E}" srcOrd="0" destOrd="0" presId="urn:microsoft.com/office/officeart/2005/8/layout/process1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4CB7D299-D00A-4BAB-A958-13CCF66B0589}" type="presOf" srcId="{6300F33D-AE15-417F-8922-C2991075A116}" destId="{98B97CCD-AFF1-49BB-8170-C62165E0F732}" srcOrd="0" destOrd="0" presId="urn:microsoft.com/office/officeart/2005/8/layout/process1"/>
    <dgm:cxn modelId="{99495DA1-2118-4273-8A4D-67A766BE2F95}" type="presOf" srcId="{676B2E30-39F0-4B19-80A5-947E41665008}" destId="{C1D3A877-193E-433E-996E-DE3797C7F529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E3498FA7-470F-4F1A-872D-F7EA0E4084C8}" type="presOf" srcId="{6300F33D-AE15-417F-8922-C2991075A116}" destId="{052C7B0B-AC64-435F-9087-F76A8F81AD70}" srcOrd="1" destOrd="0" presId="urn:microsoft.com/office/officeart/2005/8/layout/process1"/>
    <dgm:cxn modelId="{8CBC12B3-21F8-4DE3-806A-95DD261771ED}" type="presOf" srcId="{38CEDB57-7D29-4D21-8203-7F6E44EA777E}" destId="{2C8919B2-9A29-4B7C-B580-1CADFBED59E0}" srcOrd="0" destOrd="0" presId="urn:microsoft.com/office/officeart/2005/8/layout/process1"/>
    <dgm:cxn modelId="{C10B7DD2-9960-464B-BC68-0381140C4AC9}" type="presOf" srcId="{A5E483C9-A3BD-4F9A-8F9F-CDFA80B74485}" destId="{B450C243-F3FF-4B55-BCF1-0CE4D57F4091}" srcOrd="0" destOrd="0" presId="urn:microsoft.com/office/officeart/2005/8/layout/process1"/>
    <dgm:cxn modelId="{5A96ADDE-E6C3-418B-A922-9568BE368646}" type="presOf" srcId="{FDBF41EA-DF9A-4A44-9AAC-097517E2463F}" destId="{2DC0BE8A-A50D-459F-8803-8F629D24FD59}" srcOrd="0" destOrd="0" presId="urn:microsoft.com/office/officeart/2005/8/layout/process1"/>
    <dgm:cxn modelId="{0CFB6EEA-9863-4FB5-9D30-3C6649EF2177}" type="presOf" srcId="{3A2CE8DF-123E-43D2-99F9-012836600209}" destId="{75494D80-AAE1-44AB-A5A1-D4E336C9A241}" srcOrd="0" destOrd="0" presId="urn:microsoft.com/office/officeart/2005/8/layout/process1"/>
    <dgm:cxn modelId="{083796C5-A68F-4C94-BFF4-45FF9BAD0598}" type="presParOf" srcId="{B450C243-F3FF-4B55-BCF1-0CE4D57F4091}" destId="{2DC0BE8A-A50D-459F-8803-8F629D24FD59}" srcOrd="0" destOrd="0" presId="urn:microsoft.com/office/officeart/2005/8/layout/process1"/>
    <dgm:cxn modelId="{607D106F-AEB8-4FEE-BAAC-4865A6977E2F}" type="presParOf" srcId="{B450C243-F3FF-4B55-BCF1-0CE4D57F4091}" destId="{44BA6F07-9809-453E-B5B3-AB636F82DB9E}" srcOrd="1" destOrd="0" presId="urn:microsoft.com/office/officeart/2005/8/layout/process1"/>
    <dgm:cxn modelId="{4F244A30-0846-4050-95C7-99A6BE1206C8}" type="presParOf" srcId="{44BA6F07-9809-453E-B5B3-AB636F82DB9E}" destId="{99AE6907-DE4A-4A2A-9F71-3AA51CC83CB9}" srcOrd="0" destOrd="0" presId="urn:microsoft.com/office/officeart/2005/8/layout/process1"/>
    <dgm:cxn modelId="{4645014E-5385-4F95-812F-931167A0251F}" type="presParOf" srcId="{B450C243-F3FF-4B55-BCF1-0CE4D57F4091}" destId="{C1D3A877-193E-433E-996E-DE3797C7F529}" srcOrd="2" destOrd="0" presId="urn:microsoft.com/office/officeart/2005/8/layout/process1"/>
    <dgm:cxn modelId="{49CBCBCE-65F9-43EC-B024-65E130E2EA04}" type="presParOf" srcId="{B450C243-F3FF-4B55-BCF1-0CE4D57F4091}" destId="{98B97CCD-AFF1-49BB-8170-C62165E0F732}" srcOrd="3" destOrd="0" presId="urn:microsoft.com/office/officeart/2005/8/layout/process1"/>
    <dgm:cxn modelId="{6C65D682-A198-40EC-B35E-0E6D6DCCCA4D}" type="presParOf" srcId="{98B97CCD-AFF1-49BB-8170-C62165E0F732}" destId="{052C7B0B-AC64-435F-9087-F76A8F81AD70}" srcOrd="0" destOrd="0" presId="urn:microsoft.com/office/officeart/2005/8/layout/process1"/>
    <dgm:cxn modelId="{153E9C9F-D322-46E3-82A8-BF4B8BB7D819}" type="presParOf" srcId="{B450C243-F3FF-4B55-BCF1-0CE4D57F4091}" destId="{75494D80-AAE1-44AB-A5A1-D4E336C9A241}" srcOrd="4" destOrd="0" presId="urn:microsoft.com/office/officeart/2005/8/layout/process1"/>
    <dgm:cxn modelId="{972BF12E-583D-42D8-8D75-5CEC8D4831D4}" type="presParOf" srcId="{B450C243-F3FF-4B55-BCF1-0CE4D57F4091}" destId="{2C8919B2-9A29-4B7C-B580-1CADFBED59E0}" srcOrd="5" destOrd="0" presId="urn:microsoft.com/office/officeart/2005/8/layout/process1"/>
    <dgm:cxn modelId="{EE7A9045-0C4F-49EE-9E8B-C96CDB7506C1}" type="presParOf" srcId="{2C8919B2-9A29-4B7C-B580-1CADFBED59E0}" destId="{08B094E6-470A-458C-BDCC-A0626256CFD5}" srcOrd="0" destOrd="0" presId="urn:microsoft.com/office/officeart/2005/8/layout/process1"/>
    <dgm:cxn modelId="{E769B653-D761-45B7-AF15-9D33D614AFFD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2800" b="1" dirty="0"/>
            <a:t>Last value of x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,</a:t>
          </a:r>
          <a:endParaRPr lang="en-US" sz="3600" b="1" dirty="0">
            <a:solidFill>
              <a:srgbClr val="FFFF00"/>
            </a:solidFill>
          </a:endParaRP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2800" b="1" dirty="0"/>
            <a:t>Last value of y</a:t>
          </a:r>
          <a:endParaRPr lang="en-US" sz="28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46ADFC18-063A-4AD0-9AA3-8719DD99B43D}">
      <dgm:prSet phldrT="[Text]" custT="1"/>
      <dgm:spPr/>
      <dgm:t>
        <a:bodyPr/>
        <a:lstStyle/>
        <a:p>
          <a:r>
            <a:rPr lang="en-US" sz="3600" b="1" dirty="0">
              <a:solidFill>
                <a:schemeClr val="bg1"/>
              </a:solidFill>
            </a:rPr>
            <a:t>M+</a:t>
          </a:r>
        </a:p>
      </dgm:t>
    </dgm:pt>
    <dgm:pt modelId="{F95033D6-CEE0-4595-85E5-E6D28978F9E4}" type="parTrans" cxnId="{14A7E591-D54E-44C5-92C9-46716053204E}">
      <dgm:prSet/>
      <dgm:spPr/>
      <dgm:t>
        <a:bodyPr/>
        <a:lstStyle/>
        <a:p>
          <a:endParaRPr lang="en-US"/>
        </a:p>
      </dgm:t>
    </dgm:pt>
    <dgm:pt modelId="{B0CDDA58-271B-40A2-AA14-C02EAA021DF3}" type="sibTrans" cxnId="{14A7E591-D54E-44C5-92C9-46716053204E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 custScaleY="90909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 custScaleY="90909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90909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FF7AE4D5-99CD-430E-997C-4D9624DA75B6}" type="pres">
      <dgm:prSet presAssocID="{46ADFC18-063A-4AD0-9AA3-8719DD99B43D}" presName="node" presStyleLbl="node1" presStyleIdx="3" presStyleCnt="4" custScaleY="90909">
        <dgm:presLayoutVars>
          <dgm:bulletEnabled val="1"/>
        </dgm:presLayoutVars>
      </dgm:prSet>
      <dgm:spPr/>
    </dgm:pt>
  </dgm:ptLst>
  <dgm:cxnLst>
    <dgm:cxn modelId="{CB029C09-FEF0-459A-958C-635F3599E42E}" type="presOf" srcId="{FDBF41EA-DF9A-4A44-9AAC-097517E2463F}" destId="{2DC0BE8A-A50D-459F-8803-8F629D24FD59}" srcOrd="0" destOrd="0" presId="urn:microsoft.com/office/officeart/2005/8/layout/process1"/>
    <dgm:cxn modelId="{31BA910C-5429-459C-A550-9C92A7E11668}" type="presOf" srcId="{676B2E30-39F0-4B19-80A5-947E41665008}" destId="{C1D3A877-193E-433E-996E-DE3797C7F529}" srcOrd="0" destOrd="0" presId="urn:microsoft.com/office/officeart/2005/8/layout/process1"/>
    <dgm:cxn modelId="{5DC16E1A-B2E2-41FD-983F-0686C7E84E44}" type="presOf" srcId="{6300F33D-AE15-417F-8922-C2991075A116}" destId="{98B97CCD-AFF1-49BB-8170-C62165E0F732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F4CD2C7E-7055-42EC-B35C-CEB712ACA75A}" type="presOf" srcId="{5A7B8353-D55C-40BC-AFA9-4101E69F0AAC}" destId="{44BA6F07-9809-453E-B5B3-AB636F82DB9E}" srcOrd="0" destOrd="0" presId="urn:microsoft.com/office/officeart/2005/8/layout/process1"/>
    <dgm:cxn modelId="{A5BC7487-923E-4053-8BFD-BA94C731F413}" type="presOf" srcId="{5A7B8353-D55C-40BC-AFA9-4101E69F0AAC}" destId="{99AE6907-DE4A-4A2A-9F71-3AA51CC83CB9}" srcOrd="1" destOrd="0" presId="urn:microsoft.com/office/officeart/2005/8/layout/process1"/>
    <dgm:cxn modelId="{B7D0DD8D-76AF-413A-8216-AAE6CE0AA103}" type="presOf" srcId="{A5E483C9-A3BD-4F9A-8F9F-CDFA80B74485}" destId="{B450C243-F3FF-4B55-BCF1-0CE4D57F4091}" srcOrd="0" destOrd="0" presId="urn:microsoft.com/office/officeart/2005/8/layout/process1"/>
    <dgm:cxn modelId="{F3146690-CF3B-4015-9481-3770381DF0A0}" type="presOf" srcId="{3A2CE8DF-123E-43D2-99F9-012836600209}" destId="{75494D80-AAE1-44AB-A5A1-D4E336C9A241}" srcOrd="0" destOrd="0" presId="urn:microsoft.com/office/officeart/2005/8/layout/process1"/>
    <dgm:cxn modelId="{14A7E591-D54E-44C5-92C9-46716053204E}" srcId="{A5E483C9-A3BD-4F9A-8F9F-CDFA80B74485}" destId="{46ADFC18-063A-4AD0-9AA3-8719DD99B43D}" srcOrd="3" destOrd="0" parTransId="{F95033D6-CEE0-4595-85E5-E6D28978F9E4}" sibTransId="{B0CDDA58-271B-40A2-AA14-C02EAA021DF3}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252672BF-5B9A-415E-A1C6-61ADAC8BFE12}" type="presOf" srcId="{6300F33D-AE15-417F-8922-C2991075A116}" destId="{052C7B0B-AC64-435F-9087-F76A8F81AD70}" srcOrd="1" destOrd="0" presId="urn:microsoft.com/office/officeart/2005/8/layout/process1"/>
    <dgm:cxn modelId="{A21C05C6-4C4B-495D-9151-837C79901AA6}" type="presOf" srcId="{38CEDB57-7D29-4D21-8203-7F6E44EA777E}" destId="{2C8919B2-9A29-4B7C-B580-1CADFBED59E0}" srcOrd="0" destOrd="0" presId="urn:microsoft.com/office/officeart/2005/8/layout/process1"/>
    <dgm:cxn modelId="{3D6463CC-3DC6-4E69-9FAD-148DE51241C5}" type="presOf" srcId="{38CEDB57-7D29-4D21-8203-7F6E44EA777E}" destId="{08B094E6-470A-458C-BDCC-A0626256CFD5}" srcOrd="1" destOrd="0" presId="urn:microsoft.com/office/officeart/2005/8/layout/process1"/>
    <dgm:cxn modelId="{0FE7F4DE-9732-4E24-896F-D75482D23D6F}" type="presOf" srcId="{46ADFC18-063A-4AD0-9AA3-8719DD99B43D}" destId="{FF7AE4D5-99CD-430E-997C-4D9624DA75B6}" srcOrd="0" destOrd="0" presId="urn:microsoft.com/office/officeart/2005/8/layout/process1"/>
    <dgm:cxn modelId="{BD9EA092-EAED-4267-9092-2111DF5BD801}" type="presParOf" srcId="{B450C243-F3FF-4B55-BCF1-0CE4D57F4091}" destId="{2DC0BE8A-A50D-459F-8803-8F629D24FD59}" srcOrd="0" destOrd="0" presId="urn:microsoft.com/office/officeart/2005/8/layout/process1"/>
    <dgm:cxn modelId="{3742D237-97C3-4E31-BF10-B69376E42AE2}" type="presParOf" srcId="{B450C243-F3FF-4B55-BCF1-0CE4D57F4091}" destId="{44BA6F07-9809-453E-B5B3-AB636F82DB9E}" srcOrd="1" destOrd="0" presId="urn:microsoft.com/office/officeart/2005/8/layout/process1"/>
    <dgm:cxn modelId="{70673E9D-EB07-412F-8533-2D9E82FAED4B}" type="presParOf" srcId="{44BA6F07-9809-453E-B5B3-AB636F82DB9E}" destId="{99AE6907-DE4A-4A2A-9F71-3AA51CC83CB9}" srcOrd="0" destOrd="0" presId="urn:microsoft.com/office/officeart/2005/8/layout/process1"/>
    <dgm:cxn modelId="{0DC48168-4A7F-49DE-9F03-8FCB523D60B2}" type="presParOf" srcId="{B450C243-F3FF-4B55-BCF1-0CE4D57F4091}" destId="{C1D3A877-193E-433E-996E-DE3797C7F529}" srcOrd="2" destOrd="0" presId="urn:microsoft.com/office/officeart/2005/8/layout/process1"/>
    <dgm:cxn modelId="{A4742FE7-267E-43FC-88DF-585F67822488}" type="presParOf" srcId="{B450C243-F3FF-4B55-BCF1-0CE4D57F4091}" destId="{98B97CCD-AFF1-49BB-8170-C62165E0F732}" srcOrd="3" destOrd="0" presId="urn:microsoft.com/office/officeart/2005/8/layout/process1"/>
    <dgm:cxn modelId="{7C5B3032-83D6-4DD3-88CF-741C94F9B095}" type="presParOf" srcId="{98B97CCD-AFF1-49BB-8170-C62165E0F732}" destId="{052C7B0B-AC64-435F-9087-F76A8F81AD70}" srcOrd="0" destOrd="0" presId="urn:microsoft.com/office/officeart/2005/8/layout/process1"/>
    <dgm:cxn modelId="{48278B89-7F42-4189-B23A-E4DA06B796CE}" type="presParOf" srcId="{B450C243-F3FF-4B55-BCF1-0CE4D57F4091}" destId="{75494D80-AAE1-44AB-A5A1-D4E336C9A241}" srcOrd="4" destOrd="0" presId="urn:microsoft.com/office/officeart/2005/8/layout/process1"/>
    <dgm:cxn modelId="{D12F611E-0EBD-4B38-B7E3-E690A03F1AD8}" type="presParOf" srcId="{B450C243-F3FF-4B55-BCF1-0CE4D57F4091}" destId="{2C8919B2-9A29-4B7C-B580-1CADFBED59E0}" srcOrd="5" destOrd="0" presId="urn:microsoft.com/office/officeart/2005/8/layout/process1"/>
    <dgm:cxn modelId="{85BA8CD6-1AB9-4830-90A9-F11C9EBC7202}" type="presParOf" srcId="{2C8919B2-9A29-4B7C-B580-1CADFBED59E0}" destId="{08B094E6-470A-458C-BDCC-A0626256CFD5}" srcOrd="0" destOrd="0" presId="urn:microsoft.com/office/officeart/2005/8/layout/process1"/>
    <dgm:cxn modelId="{3070EB06-E564-45CD-831A-BF8D8E9EFADA}" type="presParOf" srcId="{B450C243-F3FF-4B55-BCF1-0CE4D57F4091}" destId="{FF7AE4D5-99CD-430E-997C-4D9624DA75B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1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3600" b="1" dirty="0"/>
            <a:t>Digit</a:t>
          </a:r>
          <a:endParaRPr lang="en-US" sz="36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85521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A7280906-DE55-492D-B5CB-040475BA6CF7}" type="pres">
      <dgm:prSet presAssocID="{0CD145DC-1283-47D9-9842-9F28D9292403}" presName="node" presStyleLbl="node1" presStyleIdx="3" presStyleCnt="4">
        <dgm:presLayoutVars>
          <dgm:bulletEnabled val="1"/>
        </dgm:presLayoutVars>
      </dgm:prSet>
      <dgm:spPr/>
    </dgm:pt>
  </dgm:ptLst>
  <dgm:cxnLst>
    <dgm:cxn modelId="{9CB8F703-CADD-410D-944C-58987BF2183F}" type="presOf" srcId="{5A7B8353-D55C-40BC-AFA9-4101E69F0AAC}" destId="{44BA6F07-9809-453E-B5B3-AB636F82DB9E}" srcOrd="0" destOrd="0" presId="urn:microsoft.com/office/officeart/2005/8/layout/process1"/>
    <dgm:cxn modelId="{F88CAD1E-99BE-4375-B147-B9CAC54B8CAA}" type="presOf" srcId="{A5E483C9-A3BD-4F9A-8F9F-CDFA80B74485}" destId="{B450C243-F3FF-4B55-BCF1-0CE4D57F4091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D8190A60-2E77-4E01-BAEA-87C849ABF156}" type="presOf" srcId="{FDBF41EA-DF9A-4A44-9AAC-097517E2463F}" destId="{2DC0BE8A-A50D-459F-8803-8F629D24FD59}" srcOrd="0" destOrd="0" presId="urn:microsoft.com/office/officeart/2005/8/layout/process1"/>
    <dgm:cxn modelId="{B38DE770-64B2-4DFD-BBE4-71536F10D0F9}" type="presOf" srcId="{38CEDB57-7D29-4D21-8203-7F6E44EA777E}" destId="{08B094E6-470A-458C-BDCC-A0626256CFD5}" srcOrd="1" destOrd="0" presId="urn:microsoft.com/office/officeart/2005/8/layout/process1"/>
    <dgm:cxn modelId="{2494F574-EE2E-43F3-9113-106596916695}" type="presOf" srcId="{6300F33D-AE15-417F-8922-C2991075A116}" destId="{052C7B0B-AC64-435F-9087-F76A8F81AD70}" srcOrd="1" destOrd="0" presId="urn:microsoft.com/office/officeart/2005/8/layout/process1"/>
    <dgm:cxn modelId="{DD606C55-A4B3-48A4-AC9A-076CB641F3C9}" type="presOf" srcId="{3A2CE8DF-123E-43D2-99F9-012836600209}" destId="{75494D80-AAE1-44AB-A5A1-D4E336C9A241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555C8181-422E-4293-A5B2-29CF411103B9}" srcId="{A5E483C9-A3BD-4F9A-8F9F-CDFA80B74485}" destId="{0CD145DC-1283-47D9-9842-9F28D9292403}" srcOrd="3" destOrd="0" parTransId="{0D9B67D3-2181-406C-92D3-DC1D56CD0CD8}" sibTransId="{8BFBDCF5-5907-42CD-A174-33BEF20C4F6E}"/>
    <dgm:cxn modelId="{442A6C99-2F86-4D0E-9B2F-AF96BED98432}" type="presOf" srcId="{0CD145DC-1283-47D9-9842-9F28D9292403}" destId="{A7280906-DE55-492D-B5CB-040475BA6CF7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E65D39AA-0C86-4BAC-9F61-3B2498BE8468}" type="presOf" srcId="{5A7B8353-D55C-40BC-AFA9-4101E69F0AAC}" destId="{99AE6907-DE4A-4A2A-9F71-3AA51CC83CB9}" srcOrd="1" destOrd="0" presId="urn:microsoft.com/office/officeart/2005/8/layout/process1"/>
    <dgm:cxn modelId="{DD4E09AF-70EC-4DA9-9D7E-E7BBF41CBA64}" type="presOf" srcId="{676B2E30-39F0-4B19-80A5-947E41665008}" destId="{C1D3A877-193E-433E-996E-DE3797C7F529}" srcOrd="0" destOrd="0" presId="urn:microsoft.com/office/officeart/2005/8/layout/process1"/>
    <dgm:cxn modelId="{54A269DB-E011-47E4-B3B4-91A51C056581}" type="presOf" srcId="{38CEDB57-7D29-4D21-8203-7F6E44EA777E}" destId="{2C8919B2-9A29-4B7C-B580-1CADFBED59E0}" srcOrd="0" destOrd="0" presId="urn:microsoft.com/office/officeart/2005/8/layout/process1"/>
    <dgm:cxn modelId="{819150DC-32E6-4354-8BA8-C10B8CED32ED}" type="presOf" srcId="{6300F33D-AE15-417F-8922-C2991075A116}" destId="{98B97CCD-AFF1-49BB-8170-C62165E0F732}" srcOrd="0" destOrd="0" presId="urn:microsoft.com/office/officeart/2005/8/layout/process1"/>
    <dgm:cxn modelId="{A4201731-0779-4018-A9C3-CF7AF50BD316}" type="presParOf" srcId="{B450C243-F3FF-4B55-BCF1-0CE4D57F4091}" destId="{2DC0BE8A-A50D-459F-8803-8F629D24FD59}" srcOrd="0" destOrd="0" presId="urn:microsoft.com/office/officeart/2005/8/layout/process1"/>
    <dgm:cxn modelId="{F43B7FD5-D8F0-4F3D-8029-77B2F9B39ED2}" type="presParOf" srcId="{B450C243-F3FF-4B55-BCF1-0CE4D57F4091}" destId="{44BA6F07-9809-453E-B5B3-AB636F82DB9E}" srcOrd="1" destOrd="0" presId="urn:microsoft.com/office/officeart/2005/8/layout/process1"/>
    <dgm:cxn modelId="{DA8BBF3A-5161-4946-A8AD-57E86B23FCA9}" type="presParOf" srcId="{44BA6F07-9809-453E-B5B3-AB636F82DB9E}" destId="{99AE6907-DE4A-4A2A-9F71-3AA51CC83CB9}" srcOrd="0" destOrd="0" presId="urn:microsoft.com/office/officeart/2005/8/layout/process1"/>
    <dgm:cxn modelId="{475CC29F-B59C-449A-AB1B-E8B2B8F9B80F}" type="presParOf" srcId="{B450C243-F3FF-4B55-BCF1-0CE4D57F4091}" destId="{C1D3A877-193E-433E-996E-DE3797C7F529}" srcOrd="2" destOrd="0" presId="urn:microsoft.com/office/officeart/2005/8/layout/process1"/>
    <dgm:cxn modelId="{420010F2-E2AA-4A75-9AE6-8C5F0021D9A9}" type="presParOf" srcId="{B450C243-F3FF-4B55-BCF1-0CE4D57F4091}" destId="{98B97CCD-AFF1-49BB-8170-C62165E0F732}" srcOrd="3" destOrd="0" presId="urn:microsoft.com/office/officeart/2005/8/layout/process1"/>
    <dgm:cxn modelId="{D2F5D8F6-F3B1-43B9-BDEA-DF6A7BCA026E}" type="presParOf" srcId="{98B97CCD-AFF1-49BB-8170-C62165E0F732}" destId="{052C7B0B-AC64-435F-9087-F76A8F81AD70}" srcOrd="0" destOrd="0" presId="urn:microsoft.com/office/officeart/2005/8/layout/process1"/>
    <dgm:cxn modelId="{EC02D18D-F9F8-48E5-BA27-261315BD1D52}" type="presParOf" srcId="{B450C243-F3FF-4B55-BCF1-0CE4D57F4091}" destId="{75494D80-AAE1-44AB-A5A1-D4E336C9A241}" srcOrd="4" destOrd="0" presId="urn:microsoft.com/office/officeart/2005/8/layout/process1"/>
    <dgm:cxn modelId="{B3830DDB-951F-47BD-8A8E-ACA9CC92B3CF}" type="presParOf" srcId="{B450C243-F3FF-4B55-BCF1-0CE4D57F4091}" destId="{2C8919B2-9A29-4B7C-B580-1CADFBED59E0}" srcOrd="5" destOrd="0" presId="urn:microsoft.com/office/officeart/2005/8/layout/process1"/>
    <dgm:cxn modelId="{18228D72-8D17-4786-BB8E-663E5DEB371D}" type="presParOf" srcId="{2C8919B2-9A29-4B7C-B580-1CADFBED59E0}" destId="{08B094E6-470A-458C-BDCC-A0626256CFD5}" srcOrd="0" destOrd="0" presId="urn:microsoft.com/office/officeart/2005/8/layout/process1"/>
    <dgm:cxn modelId="{A9464A19-0625-4C2F-B0B3-F4C4CFBAD375}" type="presParOf" srcId="{B450C243-F3FF-4B55-BCF1-0CE4D57F4091}" destId="{A7280906-DE55-492D-B5CB-040475BA6CF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1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3600" b="1" dirty="0"/>
            <a:t>Digit</a:t>
          </a:r>
          <a:endParaRPr lang="en-US" sz="36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2684763D-B7AD-42C8-8B98-884819581026}">
      <dgm:prSet phldrT="[Text]" custT="1"/>
      <dgm:spPr/>
      <dgm:t>
        <a:bodyPr/>
        <a:lstStyle/>
        <a:p>
          <a:r>
            <a:rPr lang="en-US" sz="2800" b="1" dirty="0">
              <a:solidFill>
                <a:srgbClr val="002060"/>
              </a:solidFill>
            </a:rPr>
            <a:t>Right Side</a:t>
          </a:r>
        </a:p>
      </dgm:t>
    </dgm:pt>
    <dgm:pt modelId="{C378E5D0-706C-40B1-875E-284805739B40}" type="parTrans" cxnId="{D045775A-8713-42B2-B02D-37D2078B4755}">
      <dgm:prSet/>
      <dgm:spPr/>
      <dgm:t>
        <a:bodyPr/>
        <a:lstStyle/>
        <a:p>
          <a:endParaRPr lang="en-US"/>
        </a:p>
      </dgm:t>
    </dgm:pt>
    <dgm:pt modelId="{370CD1F3-97D6-4969-AD3D-CC35B3420198}" type="sibTrans" cxnId="{D045775A-8713-42B2-B02D-37D2078B4755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5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4"/>
      <dgm:spPr/>
    </dgm:pt>
    <dgm:pt modelId="{99AE6907-DE4A-4A2A-9F71-3AA51CC83CB9}" type="pres">
      <dgm:prSet presAssocID="{5A7B8353-D55C-40BC-AFA9-4101E69F0AAC}" presName="connectorText" presStyleLbl="sibTrans2D1" presStyleIdx="0" presStyleCnt="4"/>
      <dgm:spPr/>
    </dgm:pt>
    <dgm:pt modelId="{C1D3A877-193E-433E-996E-DE3797C7F529}" type="pres">
      <dgm:prSet presAssocID="{676B2E30-39F0-4B19-80A5-947E41665008}" presName="node" presStyleLbl="node1" presStyleIdx="1" presStyleCnt="5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4"/>
      <dgm:spPr/>
    </dgm:pt>
    <dgm:pt modelId="{052C7B0B-AC64-435F-9087-F76A8F81AD70}" type="pres">
      <dgm:prSet presAssocID="{6300F33D-AE15-417F-8922-C2991075A116}" presName="connectorText" presStyleLbl="sibTrans2D1" presStyleIdx="1" presStyleCnt="4"/>
      <dgm:spPr/>
    </dgm:pt>
    <dgm:pt modelId="{E0C570FE-9914-4A6D-9031-C7F5D06CA4B6}" type="pres">
      <dgm:prSet presAssocID="{2684763D-B7AD-42C8-8B98-884819581026}" presName="node" presStyleLbl="node1" presStyleIdx="2" presStyleCnt="5">
        <dgm:presLayoutVars>
          <dgm:bulletEnabled val="1"/>
        </dgm:presLayoutVars>
      </dgm:prSet>
      <dgm:spPr/>
    </dgm:pt>
    <dgm:pt modelId="{4C28BE01-289E-4DB1-8B74-4F0C1045C683}" type="pres">
      <dgm:prSet presAssocID="{370CD1F3-97D6-4969-AD3D-CC35B3420198}" presName="sibTrans" presStyleLbl="sibTrans2D1" presStyleIdx="2" presStyleCnt="4"/>
      <dgm:spPr/>
    </dgm:pt>
    <dgm:pt modelId="{BFE2A48B-6BE2-48B5-85BD-EFA88010AC56}" type="pres">
      <dgm:prSet presAssocID="{370CD1F3-97D6-4969-AD3D-CC35B3420198}" presName="connectorText" presStyleLbl="sibTrans2D1" presStyleIdx="2" presStyleCnt="4"/>
      <dgm:spPr/>
    </dgm:pt>
    <dgm:pt modelId="{75494D80-AAE1-44AB-A5A1-D4E336C9A241}" type="pres">
      <dgm:prSet presAssocID="{3A2CE8DF-123E-43D2-99F9-012836600209}" presName="node" presStyleLbl="node1" presStyleIdx="3" presStyleCnt="5" custScaleY="85521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3" presStyleCnt="4"/>
      <dgm:spPr/>
    </dgm:pt>
    <dgm:pt modelId="{08B094E6-470A-458C-BDCC-A0626256CFD5}" type="pres">
      <dgm:prSet presAssocID="{38CEDB57-7D29-4D21-8203-7F6E44EA777E}" presName="connectorText" presStyleLbl="sibTrans2D1" presStyleIdx="3" presStyleCnt="4"/>
      <dgm:spPr/>
    </dgm:pt>
    <dgm:pt modelId="{A7280906-DE55-492D-B5CB-040475BA6CF7}" type="pres">
      <dgm:prSet presAssocID="{0CD145DC-1283-47D9-9842-9F28D9292403}" presName="node" presStyleLbl="node1" presStyleIdx="4" presStyleCnt="5">
        <dgm:presLayoutVars>
          <dgm:bulletEnabled val="1"/>
        </dgm:presLayoutVars>
      </dgm:prSet>
      <dgm:spPr/>
    </dgm:pt>
  </dgm:ptLst>
  <dgm:cxnLst>
    <dgm:cxn modelId="{435FA00A-4EB6-4ACF-8258-802AA08E0457}" type="presOf" srcId="{38CEDB57-7D29-4D21-8203-7F6E44EA777E}" destId="{2C8919B2-9A29-4B7C-B580-1CADFBED59E0}" srcOrd="0" destOrd="0" presId="urn:microsoft.com/office/officeart/2005/8/layout/process1"/>
    <dgm:cxn modelId="{57D79410-EEEA-49C2-B165-8F837CB3CE45}" type="presOf" srcId="{3A2CE8DF-123E-43D2-99F9-012836600209}" destId="{75494D80-AAE1-44AB-A5A1-D4E336C9A241}" srcOrd="0" destOrd="0" presId="urn:microsoft.com/office/officeart/2005/8/layout/process1"/>
    <dgm:cxn modelId="{93628121-81A2-4CCC-85BA-47F1207EE8B1}" type="presOf" srcId="{38CEDB57-7D29-4D21-8203-7F6E44EA777E}" destId="{08B094E6-470A-458C-BDCC-A0626256CFD5}" srcOrd="1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A2B9A12C-2196-47B7-9D1E-D3B50BC179A8}" type="presOf" srcId="{370CD1F3-97D6-4969-AD3D-CC35B3420198}" destId="{4C28BE01-289E-4DB1-8B74-4F0C1045C683}" srcOrd="0" destOrd="0" presId="urn:microsoft.com/office/officeart/2005/8/layout/process1"/>
    <dgm:cxn modelId="{3138BF48-E71A-48C5-BEA9-0F883842B6E5}" type="presOf" srcId="{6300F33D-AE15-417F-8922-C2991075A116}" destId="{052C7B0B-AC64-435F-9087-F76A8F81AD70}" srcOrd="1" destOrd="0" presId="urn:microsoft.com/office/officeart/2005/8/layout/process1"/>
    <dgm:cxn modelId="{B2CDCC71-C2B8-4F35-B4ED-A8EB6BA38326}" type="presOf" srcId="{FDBF41EA-DF9A-4A44-9AAC-097517E2463F}" destId="{2DC0BE8A-A50D-459F-8803-8F629D24FD59}" srcOrd="0" destOrd="0" presId="urn:microsoft.com/office/officeart/2005/8/layout/process1"/>
    <dgm:cxn modelId="{D045775A-8713-42B2-B02D-37D2078B4755}" srcId="{A5E483C9-A3BD-4F9A-8F9F-CDFA80B74485}" destId="{2684763D-B7AD-42C8-8B98-884819581026}" srcOrd="2" destOrd="0" parTransId="{C378E5D0-706C-40B1-875E-284805739B40}" sibTransId="{370CD1F3-97D6-4969-AD3D-CC35B3420198}"/>
    <dgm:cxn modelId="{8D2E8B5A-6F08-4337-8277-E183FCC2E3FD}" srcId="{A5E483C9-A3BD-4F9A-8F9F-CDFA80B74485}" destId="{3A2CE8DF-123E-43D2-99F9-012836600209}" srcOrd="3" destOrd="0" parTransId="{8F4A4DFA-E902-4F63-9C66-7A5222C9C171}" sibTransId="{38CEDB57-7D29-4D21-8203-7F6E44EA777E}"/>
    <dgm:cxn modelId="{555C8181-422E-4293-A5B2-29CF411103B9}" srcId="{A5E483C9-A3BD-4F9A-8F9F-CDFA80B74485}" destId="{0CD145DC-1283-47D9-9842-9F28D9292403}" srcOrd="4" destOrd="0" parTransId="{0D9B67D3-2181-406C-92D3-DC1D56CD0CD8}" sibTransId="{8BFBDCF5-5907-42CD-A174-33BEF20C4F6E}"/>
    <dgm:cxn modelId="{DDBE949F-E5F5-41EF-A6BF-EFCB9299CD51}" type="presOf" srcId="{5A7B8353-D55C-40BC-AFA9-4101E69F0AAC}" destId="{99AE6907-DE4A-4A2A-9F71-3AA51CC83CB9}" srcOrd="1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6C5A20A9-1FA9-48A0-8ABE-391488150B1C}" type="presOf" srcId="{6300F33D-AE15-417F-8922-C2991075A116}" destId="{98B97CCD-AFF1-49BB-8170-C62165E0F732}" srcOrd="0" destOrd="0" presId="urn:microsoft.com/office/officeart/2005/8/layout/process1"/>
    <dgm:cxn modelId="{7D98D9AE-BA40-4687-BAA1-94B38B6B0AA7}" type="presOf" srcId="{2684763D-B7AD-42C8-8B98-884819581026}" destId="{E0C570FE-9914-4A6D-9031-C7F5D06CA4B6}" srcOrd="0" destOrd="0" presId="urn:microsoft.com/office/officeart/2005/8/layout/process1"/>
    <dgm:cxn modelId="{96CA06D4-65A0-4CBF-B424-D65528007210}" type="presOf" srcId="{676B2E30-39F0-4B19-80A5-947E41665008}" destId="{C1D3A877-193E-433E-996E-DE3797C7F529}" srcOrd="0" destOrd="0" presId="urn:microsoft.com/office/officeart/2005/8/layout/process1"/>
    <dgm:cxn modelId="{5D6770E4-DAEF-4205-A8A6-662D4D83A37D}" type="presOf" srcId="{5A7B8353-D55C-40BC-AFA9-4101E69F0AAC}" destId="{44BA6F07-9809-453E-B5B3-AB636F82DB9E}" srcOrd="0" destOrd="0" presId="urn:microsoft.com/office/officeart/2005/8/layout/process1"/>
    <dgm:cxn modelId="{6EA2C1E7-8654-447D-9A97-E071BE771E66}" type="presOf" srcId="{0CD145DC-1283-47D9-9842-9F28D9292403}" destId="{A7280906-DE55-492D-B5CB-040475BA6CF7}" srcOrd="0" destOrd="0" presId="urn:microsoft.com/office/officeart/2005/8/layout/process1"/>
    <dgm:cxn modelId="{DEF5E9F9-4036-4CF8-BC41-6FB65FEFFB62}" type="presOf" srcId="{A5E483C9-A3BD-4F9A-8F9F-CDFA80B74485}" destId="{B450C243-F3FF-4B55-BCF1-0CE4D57F4091}" srcOrd="0" destOrd="0" presId="urn:microsoft.com/office/officeart/2005/8/layout/process1"/>
    <dgm:cxn modelId="{6CE824FF-D2DD-4020-BC5F-E46FE65B0BEF}" type="presOf" srcId="{370CD1F3-97D6-4969-AD3D-CC35B3420198}" destId="{BFE2A48B-6BE2-48B5-85BD-EFA88010AC56}" srcOrd="1" destOrd="0" presId="urn:microsoft.com/office/officeart/2005/8/layout/process1"/>
    <dgm:cxn modelId="{A2289764-62C4-4AF0-9FD6-664D3EE8D87C}" type="presParOf" srcId="{B450C243-F3FF-4B55-BCF1-0CE4D57F4091}" destId="{2DC0BE8A-A50D-459F-8803-8F629D24FD59}" srcOrd="0" destOrd="0" presId="urn:microsoft.com/office/officeart/2005/8/layout/process1"/>
    <dgm:cxn modelId="{336E6004-D336-4291-B202-94CA60ECBA3E}" type="presParOf" srcId="{B450C243-F3FF-4B55-BCF1-0CE4D57F4091}" destId="{44BA6F07-9809-453E-B5B3-AB636F82DB9E}" srcOrd="1" destOrd="0" presId="urn:microsoft.com/office/officeart/2005/8/layout/process1"/>
    <dgm:cxn modelId="{BFB2AA22-E662-455B-A3E6-6C2D61B18F37}" type="presParOf" srcId="{44BA6F07-9809-453E-B5B3-AB636F82DB9E}" destId="{99AE6907-DE4A-4A2A-9F71-3AA51CC83CB9}" srcOrd="0" destOrd="0" presId="urn:microsoft.com/office/officeart/2005/8/layout/process1"/>
    <dgm:cxn modelId="{5392E54A-D535-4DED-A14F-4477F7534BA5}" type="presParOf" srcId="{B450C243-F3FF-4B55-BCF1-0CE4D57F4091}" destId="{C1D3A877-193E-433E-996E-DE3797C7F529}" srcOrd="2" destOrd="0" presId="urn:microsoft.com/office/officeart/2005/8/layout/process1"/>
    <dgm:cxn modelId="{647A300F-215D-4900-9232-5EAF97B876D7}" type="presParOf" srcId="{B450C243-F3FF-4B55-BCF1-0CE4D57F4091}" destId="{98B97CCD-AFF1-49BB-8170-C62165E0F732}" srcOrd="3" destOrd="0" presId="urn:microsoft.com/office/officeart/2005/8/layout/process1"/>
    <dgm:cxn modelId="{62769030-86C3-4ABF-899A-DC480D5E29D8}" type="presParOf" srcId="{98B97CCD-AFF1-49BB-8170-C62165E0F732}" destId="{052C7B0B-AC64-435F-9087-F76A8F81AD70}" srcOrd="0" destOrd="0" presId="urn:microsoft.com/office/officeart/2005/8/layout/process1"/>
    <dgm:cxn modelId="{342FE5A2-EE9C-4124-BFBD-0356731EF6D5}" type="presParOf" srcId="{B450C243-F3FF-4B55-BCF1-0CE4D57F4091}" destId="{E0C570FE-9914-4A6D-9031-C7F5D06CA4B6}" srcOrd="4" destOrd="0" presId="urn:microsoft.com/office/officeart/2005/8/layout/process1"/>
    <dgm:cxn modelId="{7F16D3D9-3549-4E71-8E22-0B36DD5942D7}" type="presParOf" srcId="{B450C243-F3FF-4B55-BCF1-0CE4D57F4091}" destId="{4C28BE01-289E-4DB1-8B74-4F0C1045C683}" srcOrd="5" destOrd="0" presId="urn:microsoft.com/office/officeart/2005/8/layout/process1"/>
    <dgm:cxn modelId="{158C1C18-F5D7-4374-BB5B-F26CFDA8035B}" type="presParOf" srcId="{4C28BE01-289E-4DB1-8B74-4F0C1045C683}" destId="{BFE2A48B-6BE2-48B5-85BD-EFA88010AC56}" srcOrd="0" destOrd="0" presId="urn:microsoft.com/office/officeart/2005/8/layout/process1"/>
    <dgm:cxn modelId="{7E55F387-A9BA-4454-A3D3-F22C2868147E}" type="presParOf" srcId="{B450C243-F3FF-4B55-BCF1-0CE4D57F4091}" destId="{75494D80-AAE1-44AB-A5A1-D4E336C9A241}" srcOrd="6" destOrd="0" presId="urn:microsoft.com/office/officeart/2005/8/layout/process1"/>
    <dgm:cxn modelId="{6AB32E10-D1A5-4C1A-B797-4EC0BEC58723}" type="presParOf" srcId="{B450C243-F3FF-4B55-BCF1-0CE4D57F4091}" destId="{2C8919B2-9A29-4B7C-B580-1CADFBED59E0}" srcOrd="7" destOrd="0" presId="urn:microsoft.com/office/officeart/2005/8/layout/process1"/>
    <dgm:cxn modelId="{3B96AF73-8F84-41FE-9E96-B2743A7D3AB8}" type="presParOf" srcId="{2C8919B2-9A29-4B7C-B580-1CADFBED59E0}" destId="{08B094E6-470A-458C-BDCC-A0626256CFD5}" srcOrd="0" destOrd="0" presId="urn:microsoft.com/office/officeart/2005/8/layout/process1"/>
    <dgm:cxn modelId="{EFEB8E97-13B2-4C4E-B275-CF99B107BE7D}" type="presParOf" srcId="{B450C243-F3FF-4B55-BCF1-0CE4D57F4091}" destId="{A7280906-DE55-492D-B5CB-040475BA6CF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2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3600" b="1" dirty="0"/>
            <a:t>Digit</a:t>
          </a:r>
          <a:endParaRPr lang="en-US" sz="36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4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3"/>
      <dgm:spPr/>
    </dgm:pt>
    <dgm:pt modelId="{99AE6907-DE4A-4A2A-9F71-3AA51CC83CB9}" type="pres">
      <dgm:prSet presAssocID="{5A7B8353-D55C-40BC-AFA9-4101E69F0AAC}" presName="connectorText" presStyleLbl="sibTrans2D1" presStyleIdx="0" presStyleCnt="3"/>
      <dgm:spPr/>
    </dgm:pt>
    <dgm:pt modelId="{C1D3A877-193E-433E-996E-DE3797C7F529}" type="pres">
      <dgm:prSet presAssocID="{676B2E30-39F0-4B19-80A5-947E41665008}" presName="node" presStyleLbl="node1" presStyleIdx="1" presStyleCnt="4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3"/>
      <dgm:spPr/>
    </dgm:pt>
    <dgm:pt modelId="{052C7B0B-AC64-435F-9087-F76A8F81AD70}" type="pres">
      <dgm:prSet presAssocID="{6300F33D-AE15-417F-8922-C2991075A116}" presName="connectorText" presStyleLbl="sibTrans2D1" presStyleIdx="1" presStyleCnt="3"/>
      <dgm:spPr/>
    </dgm:pt>
    <dgm:pt modelId="{75494D80-AAE1-44AB-A5A1-D4E336C9A241}" type="pres">
      <dgm:prSet presAssocID="{3A2CE8DF-123E-43D2-99F9-012836600209}" presName="node" presStyleLbl="node1" presStyleIdx="2" presStyleCnt="4" custScaleY="85521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2" presStyleCnt="3"/>
      <dgm:spPr/>
    </dgm:pt>
    <dgm:pt modelId="{08B094E6-470A-458C-BDCC-A0626256CFD5}" type="pres">
      <dgm:prSet presAssocID="{38CEDB57-7D29-4D21-8203-7F6E44EA777E}" presName="connectorText" presStyleLbl="sibTrans2D1" presStyleIdx="2" presStyleCnt="3"/>
      <dgm:spPr/>
    </dgm:pt>
    <dgm:pt modelId="{A7280906-DE55-492D-B5CB-040475BA6CF7}" type="pres">
      <dgm:prSet presAssocID="{0CD145DC-1283-47D9-9842-9F28D9292403}" presName="node" presStyleLbl="node1" presStyleIdx="3" presStyleCnt="4">
        <dgm:presLayoutVars>
          <dgm:bulletEnabled val="1"/>
        </dgm:presLayoutVars>
      </dgm:prSet>
      <dgm:spPr/>
    </dgm:pt>
  </dgm:ptLst>
  <dgm:cxnLst>
    <dgm:cxn modelId="{FB6DDB03-E9AE-42B2-8D47-5035EF73973C}" type="presOf" srcId="{38CEDB57-7D29-4D21-8203-7F6E44EA777E}" destId="{2C8919B2-9A29-4B7C-B580-1CADFBED59E0}" srcOrd="0" destOrd="0" presId="urn:microsoft.com/office/officeart/2005/8/layout/process1"/>
    <dgm:cxn modelId="{04614414-D1BD-4871-B76F-2EE2877CA363}" type="presOf" srcId="{6300F33D-AE15-417F-8922-C2991075A116}" destId="{052C7B0B-AC64-435F-9087-F76A8F81AD70}" srcOrd="1" destOrd="0" presId="urn:microsoft.com/office/officeart/2005/8/layout/process1"/>
    <dgm:cxn modelId="{00227E1F-30B7-49AE-A2E0-90BA4F7662C4}" type="presOf" srcId="{5A7B8353-D55C-40BC-AFA9-4101E69F0AAC}" destId="{99AE6907-DE4A-4A2A-9F71-3AA51CC83CB9}" srcOrd="1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04D31528-5B0A-46DD-80AF-BC1C752581BB}" type="presOf" srcId="{FDBF41EA-DF9A-4A44-9AAC-097517E2463F}" destId="{2DC0BE8A-A50D-459F-8803-8F629D24FD59}" srcOrd="0" destOrd="0" presId="urn:microsoft.com/office/officeart/2005/8/layout/process1"/>
    <dgm:cxn modelId="{2BE47A41-54F5-4872-AD81-E8F289DA5D35}" type="presOf" srcId="{38CEDB57-7D29-4D21-8203-7F6E44EA777E}" destId="{08B094E6-470A-458C-BDCC-A0626256CFD5}" srcOrd="1" destOrd="0" presId="urn:microsoft.com/office/officeart/2005/8/layout/process1"/>
    <dgm:cxn modelId="{02DB094C-DCD5-40FB-8B16-A70AD7F7AE91}" type="presOf" srcId="{676B2E30-39F0-4B19-80A5-947E41665008}" destId="{C1D3A877-193E-433E-996E-DE3797C7F529}" srcOrd="0" destOrd="0" presId="urn:microsoft.com/office/officeart/2005/8/layout/process1"/>
    <dgm:cxn modelId="{6C1AB575-5792-47A5-9D46-F83E8CDBB42E}" type="presOf" srcId="{A5E483C9-A3BD-4F9A-8F9F-CDFA80B74485}" destId="{B450C243-F3FF-4B55-BCF1-0CE4D57F4091}" srcOrd="0" destOrd="0" presId="urn:microsoft.com/office/officeart/2005/8/layout/process1"/>
    <dgm:cxn modelId="{8D2E8B5A-6F08-4337-8277-E183FCC2E3FD}" srcId="{A5E483C9-A3BD-4F9A-8F9F-CDFA80B74485}" destId="{3A2CE8DF-123E-43D2-99F9-012836600209}" srcOrd="2" destOrd="0" parTransId="{8F4A4DFA-E902-4F63-9C66-7A5222C9C171}" sibTransId="{38CEDB57-7D29-4D21-8203-7F6E44EA777E}"/>
    <dgm:cxn modelId="{555C8181-422E-4293-A5B2-29CF411103B9}" srcId="{A5E483C9-A3BD-4F9A-8F9F-CDFA80B74485}" destId="{0CD145DC-1283-47D9-9842-9F28D9292403}" srcOrd="3" destOrd="0" parTransId="{0D9B67D3-2181-406C-92D3-DC1D56CD0CD8}" sibTransId="{8BFBDCF5-5907-42CD-A174-33BEF20C4F6E}"/>
    <dgm:cxn modelId="{72F78B84-EBEA-47FC-A372-E42C59E4AAA4}" type="presOf" srcId="{3A2CE8DF-123E-43D2-99F9-012836600209}" destId="{75494D80-AAE1-44AB-A5A1-D4E336C9A241}" srcOrd="0" destOrd="0" presId="urn:microsoft.com/office/officeart/2005/8/layout/process1"/>
    <dgm:cxn modelId="{3E91729D-577B-48B2-A716-C90069DECA2D}" type="presOf" srcId="{6300F33D-AE15-417F-8922-C2991075A116}" destId="{98B97CCD-AFF1-49BB-8170-C62165E0F732}" srcOrd="0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7E6C0CB9-743B-4A5C-BEC1-93C3478FC61E}" type="presOf" srcId="{0CD145DC-1283-47D9-9842-9F28D9292403}" destId="{A7280906-DE55-492D-B5CB-040475BA6CF7}" srcOrd="0" destOrd="0" presId="urn:microsoft.com/office/officeart/2005/8/layout/process1"/>
    <dgm:cxn modelId="{185F52EC-E832-46FE-9DF1-F513191E72E0}" type="presOf" srcId="{5A7B8353-D55C-40BC-AFA9-4101E69F0AAC}" destId="{44BA6F07-9809-453E-B5B3-AB636F82DB9E}" srcOrd="0" destOrd="0" presId="urn:microsoft.com/office/officeart/2005/8/layout/process1"/>
    <dgm:cxn modelId="{A104EC2D-41A6-4AFB-984F-AA389E37A658}" type="presParOf" srcId="{B450C243-F3FF-4B55-BCF1-0CE4D57F4091}" destId="{2DC0BE8A-A50D-459F-8803-8F629D24FD59}" srcOrd="0" destOrd="0" presId="urn:microsoft.com/office/officeart/2005/8/layout/process1"/>
    <dgm:cxn modelId="{E297E144-FB24-4C61-8ED1-6A0E077C6DCB}" type="presParOf" srcId="{B450C243-F3FF-4B55-BCF1-0CE4D57F4091}" destId="{44BA6F07-9809-453E-B5B3-AB636F82DB9E}" srcOrd="1" destOrd="0" presId="urn:microsoft.com/office/officeart/2005/8/layout/process1"/>
    <dgm:cxn modelId="{F66D0AD7-B48C-4DD6-82EC-215C53EE1B37}" type="presParOf" srcId="{44BA6F07-9809-453E-B5B3-AB636F82DB9E}" destId="{99AE6907-DE4A-4A2A-9F71-3AA51CC83CB9}" srcOrd="0" destOrd="0" presId="urn:microsoft.com/office/officeart/2005/8/layout/process1"/>
    <dgm:cxn modelId="{96E582DA-AB94-4C19-8177-A6E1D199122E}" type="presParOf" srcId="{B450C243-F3FF-4B55-BCF1-0CE4D57F4091}" destId="{C1D3A877-193E-433E-996E-DE3797C7F529}" srcOrd="2" destOrd="0" presId="urn:microsoft.com/office/officeart/2005/8/layout/process1"/>
    <dgm:cxn modelId="{83D73EC4-F31B-4F2E-92B9-97C4517EAC2F}" type="presParOf" srcId="{B450C243-F3FF-4B55-BCF1-0CE4D57F4091}" destId="{98B97CCD-AFF1-49BB-8170-C62165E0F732}" srcOrd="3" destOrd="0" presId="urn:microsoft.com/office/officeart/2005/8/layout/process1"/>
    <dgm:cxn modelId="{E1DEE8A7-3D4B-4262-B238-D6E37C57B271}" type="presParOf" srcId="{98B97CCD-AFF1-49BB-8170-C62165E0F732}" destId="{052C7B0B-AC64-435F-9087-F76A8F81AD70}" srcOrd="0" destOrd="0" presId="urn:microsoft.com/office/officeart/2005/8/layout/process1"/>
    <dgm:cxn modelId="{C1889B78-E68E-4D42-A2C1-869AF48D5FC2}" type="presParOf" srcId="{B450C243-F3FF-4B55-BCF1-0CE4D57F4091}" destId="{75494D80-AAE1-44AB-A5A1-D4E336C9A241}" srcOrd="4" destOrd="0" presId="urn:microsoft.com/office/officeart/2005/8/layout/process1"/>
    <dgm:cxn modelId="{D8D93E64-9BD7-4E93-855F-352E43D8E64F}" type="presParOf" srcId="{B450C243-F3FF-4B55-BCF1-0CE4D57F4091}" destId="{2C8919B2-9A29-4B7C-B580-1CADFBED59E0}" srcOrd="5" destOrd="0" presId="urn:microsoft.com/office/officeart/2005/8/layout/process1"/>
    <dgm:cxn modelId="{0BE89AD9-5545-4AE2-86BB-82AD0FF6663C}" type="presParOf" srcId="{2C8919B2-9A29-4B7C-B580-1CADFBED59E0}" destId="{08B094E6-470A-458C-BDCC-A0626256CFD5}" srcOrd="0" destOrd="0" presId="urn:microsoft.com/office/officeart/2005/8/layout/process1"/>
    <dgm:cxn modelId="{23518650-B362-4E1B-A5FF-11B820797499}" type="presParOf" srcId="{B450C243-F3FF-4B55-BCF1-0CE4D57F4091}" destId="{A7280906-DE55-492D-B5CB-040475BA6CF7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A5E483C9-A3BD-4F9A-8F9F-CDFA80B74485}" type="doc">
      <dgm:prSet loTypeId="urn:microsoft.com/office/officeart/2005/8/layout/process1" loCatId="process" qsTypeId="urn:microsoft.com/office/officeart/2005/8/quickstyle/3d3" qsCatId="3D" csTypeId="urn:microsoft.com/office/officeart/2005/8/colors/colorful5" csCatId="colorful" phldr="1"/>
      <dgm:spPr/>
    </dgm:pt>
    <dgm:pt modelId="{FDBF41EA-DF9A-4A44-9AAC-097517E2463F}">
      <dgm:prSet phldrT="[Text]" custT="1"/>
      <dgm:spPr/>
      <dgm:t>
        <a:bodyPr/>
        <a:lstStyle/>
        <a:p>
          <a:r>
            <a:rPr lang="en-US" sz="3600" b="1" dirty="0"/>
            <a:t>Shift</a:t>
          </a:r>
        </a:p>
      </dgm:t>
    </dgm:pt>
    <dgm:pt modelId="{CF759CB2-C87D-4427-A4B2-5AD3E63BC3B6}" type="parTrans" cxnId="{BC9B51A1-ACA8-4CBD-87E5-C9213C385E27}">
      <dgm:prSet/>
      <dgm:spPr/>
      <dgm:t>
        <a:bodyPr/>
        <a:lstStyle/>
        <a:p>
          <a:endParaRPr lang="en-US" sz="3600" b="1"/>
        </a:p>
      </dgm:t>
    </dgm:pt>
    <dgm:pt modelId="{5A7B8353-D55C-40BC-AFA9-4101E69F0AAC}" type="sibTrans" cxnId="{BC9B51A1-ACA8-4CBD-87E5-C9213C385E27}">
      <dgm:prSet custT="1"/>
      <dgm:spPr/>
      <dgm:t>
        <a:bodyPr/>
        <a:lstStyle/>
        <a:p>
          <a:endParaRPr lang="en-US" sz="3600" b="1"/>
        </a:p>
      </dgm:t>
    </dgm:pt>
    <dgm:pt modelId="{676B2E30-39F0-4B19-80A5-947E41665008}">
      <dgm:prSet phldrT="[Text]" custT="1"/>
      <dgm:spPr/>
      <dgm:t>
        <a:bodyPr/>
        <a:lstStyle/>
        <a:p>
          <a:r>
            <a:rPr lang="en-US" sz="3600" b="1" dirty="0"/>
            <a:t>2</a:t>
          </a:r>
        </a:p>
      </dgm:t>
    </dgm:pt>
    <dgm:pt modelId="{A7BFF212-4C41-40DE-9345-E8AAA8F4ACAD}" type="parTrans" cxnId="{B6B15E23-2288-4E53-AC6C-5C2C072B52CF}">
      <dgm:prSet/>
      <dgm:spPr/>
      <dgm:t>
        <a:bodyPr/>
        <a:lstStyle/>
        <a:p>
          <a:endParaRPr lang="en-US" sz="3600" b="1"/>
        </a:p>
      </dgm:t>
    </dgm:pt>
    <dgm:pt modelId="{6300F33D-AE15-417F-8922-C2991075A116}" type="sibTrans" cxnId="{B6B15E23-2288-4E53-AC6C-5C2C072B52CF}">
      <dgm:prSet custT="1"/>
      <dgm:spPr/>
      <dgm:t>
        <a:bodyPr/>
        <a:lstStyle/>
        <a:p>
          <a:endParaRPr lang="en-US" sz="3600" b="1"/>
        </a:p>
      </dgm:t>
    </dgm:pt>
    <dgm:pt modelId="{3A2CE8DF-123E-43D2-99F9-012836600209}">
      <dgm:prSet phldrT="[Text]" custT="1"/>
      <dgm:spPr/>
      <dgm:t>
        <a:bodyPr/>
        <a:lstStyle/>
        <a:p>
          <a:r>
            <a:rPr lang="en-US" sz="3600" b="1" dirty="0"/>
            <a:t>Digit</a:t>
          </a:r>
          <a:endParaRPr lang="en-US" sz="3600" b="1" dirty="0">
            <a:solidFill>
              <a:srgbClr val="FFFF00"/>
            </a:solidFill>
          </a:endParaRPr>
        </a:p>
      </dgm:t>
    </dgm:pt>
    <dgm:pt modelId="{8F4A4DFA-E902-4F63-9C66-7A5222C9C171}" type="parTrans" cxnId="{8D2E8B5A-6F08-4337-8277-E183FCC2E3FD}">
      <dgm:prSet/>
      <dgm:spPr/>
      <dgm:t>
        <a:bodyPr/>
        <a:lstStyle/>
        <a:p>
          <a:endParaRPr lang="en-US" sz="3600" b="1"/>
        </a:p>
      </dgm:t>
    </dgm:pt>
    <dgm:pt modelId="{38CEDB57-7D29-4D21-8203-7F6E44EA777E}" type="sibTrans" cxnId="{8D2E8B5A-6F08-4337-8277-E183FCC2E3FD}">
      <dgm:prSet custT="1"/>
      <dgm:spPr/>
      <dgm:t>
        <a:bodyPr/>
        <a:lstStyle/>
        <a:p>
          <a:endParaRPr lang="en-US" sz="3600" b="1"/>
        </a:p>
      </dgm:t>
    </dgm:pt>
    <dgm:pt modelId="{0CD145DC-1283-47D9-9842-9F28D9292403}">
      <dgm:prSet phldrT="[Text]" custT="1"/>
      <dgm:spPr/>
      <dgm:t>
        <a:bodyPr/>
        <a:lstStyle/>
        <a:p>
          <a:r>
            <a:rPr lang="en-US" sz="3600" b="1" dirty="0"/>
            <a:t>=</a:t>
          </a:r>
        </a:p>
      </dgm:t>
    </dgm:pt>
    <dgm:pt modelId="{0D9B67D3-2181-406C-92D3-DC1D56CD0CD8}" type="par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8BFBDCF5-5907-42CD-A174-33BEF20C4F6E}" type="sibTrans" cxnId="{555C8181-422E-4293-A5B2-29CF411103B9}">
      <dgm:prSet/>
      <dgm:spPr/>
      <dgm:t>
        <a:bodyPr/>
        <a:lstStyle/>
        <a:p>
          <a:endParaRPr lang="en-US" sz="3600" b="1"/>
        </a:p>
      </dgm:t>
    </dgm:pt>
    <dgm:pt modelId="{2684763D-B7AD-42C8-8B98-884819581026}">
      <dgm:prSet phldrT="[Text]" custT="1"/>
      <dgm:spPr/>
      <dgm:t>
        <a:bodyPr/>
        <a:lstStyle/>
        <a:p>
          <a:r>
            <a:rPr lang="en-US" sz="2800" b="1" dirty="0">
              <a:solidFill>
                <a:srgbClr val="002060"/>
              </a:solidFill>
            </a:rPr>
            <a:t>Right Side</a:t>
          </a:r>
        </a:p>
      </dgm:t>
    </dgm:pt>
    <dgm:pt modelId="{C378E5D0-706C-40B1-875E-284805739B40}" type="parTrans" cxnId="{D045775A-8713-42B2-B02D-37D2078B4755}">
      <dgm:prSet/>
      <dgm:spPr/>
      <dgm:t>
        <a:bodyPr/>
        <a:lstStyle/>
        <a:p>
          <a:endParaRPr lang="en-US"/>
        </a:p>
      </dgm:t>
    </dgm:pt>
    <dgm:pt modelId="{370CD1F3-97D6-4969-AD3D-CC35B3420198}" type="sibTrans" cxnId="{D045775A-8713-42B2-B02D-37D2078B4755}">
      <dgm:prSet/>
      <dgm:spPr/>
      <dgm:t>
        <a:bodyPr/>
        <a:lstStyle/>
        <a:p>
          <a:endParaRPr lang="en-US"/>
        </a:p>
      </dgm:t>
    </dgm:pt>
    <dgm:pt modelId="{B450C243-F3FF-4B55-BCF1-0CE4D57F4091}" type="pres">
      <dgm:prSet presAssocID="{A5E483C9-A3BD-4F9A-8F9F-CDFA80B74485}" presName="Name0" presStyleCnt="0">
        <dgm:presLayoutVars>
          <dgm:dir/>
          <dgm:resizeHandles val="exact"/>
        </dgm:presLayoutVars>
      </dgm:prSet>
      <dgm:spPr/>
    </dgm:pt>
    <dgm:pt modelId="{2DC0BE8A-A50D-459F-8803-8F629D24FD59}" type="pres">
      <dgm:prSet presAssocID="{FDBF41EA-DF9A-4A44-9AAC-097517E2463F}" presName="node" presStyleLbl="node1" presStyleIdx="0" presStyleCnt="5">
        <dgm:presLayoutVars>
          <dgm:bulletEnabled val="1"/>
        </dgm:presLayoutVars>
      </dgm:prSet>
      <dgm:spPr/>
    </dgm:pt>
    <dgm:pt modelId="{44BA6F07-9809-453E-B5B3-AB636F82DB9E}" type="pres">
      <dgm:prSet presAssocID="{5A7B8353-D55C-40BC-AFA9-4101E69F0AAC}" presName="sibTrans" presStyleLbl="sibTrans2D1" presStyleIdx="0" presStyleCnt="4"/>
      <dgm:spPr/>
    </dgm:pt>
    <dgm:pt modelId="{99AE6907-DE4A-4A2A-9F71-3AA51CC83CB9}" type="pres">
      <dgm:prSet presAssocID="{5A7B8353-D55C-40BC-AFA9-4101E69F0AAC}" presName="connectorText" presStyleLbl="sibTrans2D1" presStyleIdx="0" presStyleCnt="4"/>
      <dgm:spPr/>
    </dgm:pt>
    <dgm:pt modelId="{C1D3A877-193E-433E-996E-DE3797C7F529}" type="pres">
      <dgm:prSet presAssocID="{676B2E30-39F0-4B19-80A5-947E41665008}" presName="node" presStyleLbl="node1" presStyleIdx="1" presStyleCnt="5">
        <dgm:presLayoutVars>
          <dgm:bulletEnabled val="1"/>
        </dgm:presLayoutVars>
      </dgm:prSet>
      <dgm:spPr/>
    </dgm:pt>
    <dgm:pt modelId="{98B97CCD-AFF1-49BB-8170-C62165E0F732}" type="pres">
      <dgm:prSet presAssocID="{6300F33D-AE15-417F-8922-C2991075A116}" presName="sibTrans" presStyleLbl="sibTrans2D1" presStyleIdx="1" presStyleCnt="4"/>
      <dgm:spPr/>
    </dgm:pt>
    <dgm:pt modelId="{052C7B0B-AC64-435F-9087-F76A8F81AD70}" type="pres">
      <dgm:prSet presAssocID="{6300F33D-AE15-417F-8922-C2991075A116}" presName="connectorText" presStyleLbl="sibTrans2D1" presStyleIdx="1" presStyleCnt="4"/>
      <dgm:spPr/>
    </dgm:pt>
    <dgm:pt modelId="{E0C570FE-9914-4A6D-9031-C7F5D06CA4B6}" type="pres">
      <dgm:prSet presAssocID="{2684763D-B7AD-42C8-8B98-884819581026}" presName="node" presStyleLbl="node1" presStyleIdx="2" presStyleCnt="5">
        <dgm:presLayoutVars>
          <dgm:bulletEnabled val="1"/>
        </dgm:presLayoutVars>
      </dgm:prSet>
      <dgm:spPr/>
    </dgm:pt>
    <dgm:pt modelId="{4C28BE01-289E-4DB1-8B74-4F0C1045C683}" type="pres">
      <dgm:prSet presAssocID="{370CD1F3-97D6-4969-AD3D-CC35B3420198}" presName="sibTrans" presStyleLbl="sibTrans2D1" presStyleIdx="2" presStyleCnt="4"/>
      <dgm:spPr/>
    </dgm:pt>
    <dgm:pt modelId="{BFE2A48B-6BE2-48B5-85BD-EFA88010AC56}" type="pres">
      <dgm:prSet presAssocID="{370CD1F3-97D6-4969-AD3D-CC35B3420198}" presName="connectorText" presStyleLbl="sibTrans2D1" presStyleIdx="2" presStyleCnt="4"/>
      <dgm:spPr/>
    </dgm:pt>
    <dgm:pt modelId="{75494D80-AAE1-44AB-A5A1-D4E336C9A241}" type="pres">
      <dgm:prSet presAssocID="{3A2CE8DF-123E-43D2-99F9-012836600209}" presName="node" presStyleLbl="node1" presStyleIdx="3" presStyleCnt="5" custScaleY="85521">
        <dgm:presLayoutVars>
          <dgm:bulletEnabled val="1"/>
        </dgm:presLayoutVars>
      </dgm:prSet>
      <dgm:spPr/>
    </dgm:pt>
    <dgm:pt modelId="{2C8919B2-9A29-4B7C-B580-1CADFBED59E0}" type="pres">
      <dgm:prSet presAssocID="{38CEDB57-7D29-4D21-8203-7F6E44EA777E}" presName="sibTrans" presStyleLbl="sibTrans2D1" presStyleIdx="3" presStyleCnt="4"/>
      <dgm:spPr/>
    </dgm:pt>
    <dgm:pt modelId="{08B094E6-470A-458C-BDCC-A0626256CFD5}" type="pres">
      <dgm:prSet presAssocID="{38CEDB57-7D29-4D21-8203-7F6E44EA777E}" presName="connectorText" presStyleLbl="sibTrans2D1" presStyleIdx="3" presStyleCnt="4"/>
      <dgm:spPr/>
    </dgm:pt>
    <dgm:pt modelId="{A7280906-DE55-492D-B5CB-040475BA6CF7}" type="pres">
      <dgm:prSet presAssocID="{0CD145DC-1283-47D9-9842-9F28D9292403}" presName="node" presStyleLbl="node1" presStyleIdx="4" presStyleCnt="5">
        <dgm:presLayoutVars>
          <dgm:bulletEnabled val="1"/>
        </dgm:presLayoutVars>
      </dgm:prSet>
      <dgm:spPr/>
    </dgm:pt>
  </dgm:ptLst>
  <dgm:cxnLst>
    <dgm:cxn modelId="{B6B69A0E-B6EF-4FC1-8234-0DFD33F69BE8}" type="presOf" srcId="{6300F33D-AE15-417F-8922-C2991075A116}" destId="{98B97CCD-AFF1-49BB-8170-C62165E0F732}" srcOrd="0" destOrd="0" presId="urn:microsoft.com/office/officeart/2005/8/layout/process1"/>
    <dgm:cxn modelId="{B6B15E23-2288-4E53-AC6C-5C2C072B52CF}" srcId="{A5E483C9-A3BD-4F9A-8F9F-CDFA80B74485}" destId="{676B2E30-39F0-4B19-80A5-947E41665008}" srcOrd="1" destOrd="0" parTransId="{A7BFF212-4C41-40DE-9345-E8AAA8F4ACAD}" sibTransId="{6300F33D-AE15-417F-8922-C2991075A116}"/>
    <dgm:cxn modelId="{27961724-6BEC-4AA7-B300-4EB417AA82EE}" type="presOf" srcId="{FDBF41EA-DF9A-4A44-9AAC-097517E2463F}" destId="{2DC0BE8A-A50D-459F-8803-8F629D24FD59}" srcOrd="0" destOrd="0" presId="urn:microsoft.com/office/officeart/2005/8/layout/process1"/>
    <dgm:cxn modelId="{E2033E65-D8C7-419A-90F7-4532285FF5D3}" type="presOf" srcId="{676B2E30-39F0-4B19-80A5-947E41665008}" destId="{C1D3A877-193E-433E-996E-DE3797C7F529}" srcOrd="0" destOrd="0" presId="urn:microsoft.com/office/officeart/2005/8/layout/process1"/>
    <dgm:cxn modelId="{C155546D-4309-48E5-A2CA-105D269051D4}" type="presOf" srcId="{370CD1F3-97D6-4969-AD3D-CC35B3420198}" destId="{BFE2A48B-6BE2-48B5-85BD-EFA88010AC56}" srcOrd="1" destOrd="0" presId="urn:microsoft.com/office/officeart/2005/8/layout/process1"/>
    <dgm:cxn modelId="{B3350451-D7A6-4C76-A727-36A810244ABE}" type="presOf" srcId="{6300F33D-AE15-417F-8922-C2991075A116}" destId="{052C7B0B-AC64-435F-9087-F76A8F81AD70}" srcOrd="1" destOrd="0" presId="urn:microsoft.com/office/officeart/2005/8/layout/process1"/>
    <dgm:cxn modelId="{F4A7C451-B13D-4BB5-A2B4-C0762282B8B2}" type="presOf" srcId="{38CEDB57-7D29-4D21-8203-7F6E44EA777E}" destId="{2C8919B2-9A29-4B7C-B580-1CADFBED59E0}" srcOrd="0" destOrd="0" presId="urn:microsoft.com/office/officeart/2005/8/layout/process1"/>
    <dgm:cxn modelId="{D045775A-8713-42B2-B02D-37D2078B4755}" srcId="{A5E483C9-A3BD-4F9A-8F9F-CDFA80B74485}" destId="{2684763D-B7AD-42C8-8B98-884819581026}" srcOrd="2" destOrd="0" parTransId="{C378E5D0-706C-40B1-875E-284805739B40}" sibTransId="{370CD1F3-97D6-4969-AD3D-CC35B3420198}"/>
    <dgm:cxn modelId="{8D2E8B5A-6F08-4337-8277-E183FCC2E3FD}" srcId="{A5E483C9-A3BD-4F9A-8F9F-CDFA80B74485}" destId="{3A2CE8DF-123E-43D2-99F9-012836600209}" srcOrd="3" destOrd="0" parTransId="{8F4A4DFA-E902-4F63-9C66-7A5222C9C171}" sibTransId="{38CEDB57-7D29-4D21-8203-7F6E44EA777E}"/>
    <dgm:cxn modelId="{555C8181-422E-4293-A5B2-29CF411103B9}" srcId="{A5E483C9-A3BD-4F9A-8F9F-CDFA80B74485}" destId="{0CD145DC-1283-47D9-9842-9F28D9292403}" srcOrd="4" destOrd="0" parTransId="{0D9B67D3-2181-406C-92D3-DC1D56CD0CD8}" sibTransId="{8BFBDCF5-5907-42CD-A174-33BEF20C4F6E}"/>
    <dgm:cxn modelId="{E15DA78B-CBF6-4892-A8AE-B82C25A33A4E}" type="presOf" srcId="{38CEDB57-7D29-4D21-8203-7F6E44EA777E}" destId="{08B094E6-470A-458C-BDCC-A0626256CFD5}" srcOrd="1" destOrd="0" presId="urn:microsoft.com/office/officeart/2005/8/layout/process1"/>
    <dgm:cxn modelId="{BC9B51A1-ACA8-4CBD-87E5-C9213C385E27}" srcId="{A5E483C9-A3BD-4F9A-8F9F-CDFA80B74485}" destId="{FDBF41EA-DF9A-4A44-9AAC-097517E2463F}" srcOrd="0" destOrd="0" parTransId="{CF759CB2-C87D-4427-A4B2-5AD3E63BC3B6}" sibTransId="{5A7B8353-D55C-40BC-AFA9-4101E69F0AAC}"/>
    <dgm:cxn modelId="{B5B8D5A1-F40A-428B-86FE-390D4F09EEA1}" type="presOf" srcId="{0CD145DC-1283-47D9-9842-9F28D9292403}" destId="{A7280906-DE55-492D-B5CB-040475BA6CF7}" srcOrd="0" destOrd="0" presId="urn:microsoft.com/office/officeart/2005/8/layout/process1"/>
    <dgm:cxn modelId="{D8114CA4-29BC-4119-963A-380A4A08D680}" type="presOf" srcId="{5A7B8353-D55C-40BC-AFA9-4101E69F0AAC}" destId="{44BA6F07-9809-453E-B5B3-AB636F82DB9E}" srcOrd="0" destOrd="0" presId="urn:microsoft.com/office/officeart/2005/8/layout/process1"/>
    <dgm:cxn modelId="{979FF0AE-5D41-4288-9EBA-0E0F853E3015}" type="presOf" srcId="{A5E483C9-A3BD-4F9A-8F9F-CDFA80B74485}" destId="{B450C243-F3FF-4B55-BCF1-0CE4D57F4091}" srcOrd="0" destOrd="0" presId="urn:microsoft.com/office/officeart/2005/8/layout/process1"/>
    <dgm:cxn modelId="{998F5EC4-B940-4502-9031-8722806C3173}" type="presOf" srcId="{3A2CE8DF-123E-43D2-99F9-012836600209}" destId="{75494D80-AAE1-44AB-A5A1-D4E336C9A241}" srcOrd="0" destOrd="0" presId="urn:microsoft.com/office/officeart/2005/8/layout/process1"/>
    <dgm:cxn modelId="{FF10A7D9-C07B-4326-AE11-BF5537FDB27E}" type="presOf" srcId="{370CD1F3-97D6-4969-AD3D-CC35B3420198}" destId="{4C28BE01-289E-4DB1-8B74-4F0C1045C683}" srcOrd="0" destOrd="0" presId="urn:microsoft.com/office/officeart/2005/8/layout/process1"/>
    <dgm:cxn modelId="{2C1AFEE6-8F9E-421F-92F8-A1554A2C706B}" type="presOf" srcId="{5A7B8353-D55C-40BC-AFA9-4101E69F0AAC}" destId="{99AE6907-DE4A-4A2A-9F71-3AA51CC83CB9}" srcOrd="1" destOrd="0" presId="urn:microsoft.com/office/officeart/2005/8/layout/process1"/>
    <dgm:cxn modelId="{BA6DA1FB-608D-4D69-8CBA-50D764E4A8BA}" type="presOf" srcId="{2684763D-B7AD-42C8-8B98-884819581026}" destId="{E0C570FE-9914-4A6D-9031-C7F5D06CA4B6}" srcOrd="0" destOrd="0" presId="urn:microsoft.com/office/officeart/2005/8/layout/process1"/>
    <dgm:cxn modelId="{BBD253F5-1EF1-4469-BE08-939AA613D0D7}" type="presParOf" srcId="{B450C243-F3FF-4B55-BCF1-0CE4D57F4091}" destId="{2DC0BE8A-A50D-459F-8803-8F629D24FD59}" srcOrd="0" destOrd="0" presId="urn:microsoft.com/office/officeart/2005/8/layout/process1"/>
    <dgm:cxn modelId="{852B4F3F-C458-4A84-83B2-ED9A09C0378D}" type="presParOf" srcId="{B450C243-F3FF-4B55-BCF1-0CE4D57F4091}" destId="{44BA6F07-9809-453E-B5B3-AB636F82DB9E}" srcOrd="1" destOrd="0" presId="urn:microsoft.com/office/officeart/2005/8/layout/process1"/>
    <dgm:cxn modelId="{8ABC4375-C393-43C2-866A-6AAB9CDA8669}" type="presParOf" srcId="{44BA6F07-9809-453E-B5B3-AB636F82DB9E}" destId="{99AE6907-DE4A-4A2A-9F71-3AA51CC83CB9}" srcOrd="0" destOrd="0" presId="urn:microsoft.com/office/officeart/2005/8/layout/process1"/>
    <dgm:cxn modelId="{48AA612B-EBFF-44E4-B50C-216CA27865A1}" type="presParOf" srcId="{B450C243-F3FF-4B55-BCF1-0CE4D57F4091}" destId="{C1D3A877-193E-433E-996E-DE3797C7F529}" srcOrd="2" destOrd="0" presId="urn:microsoft.com/office/officeart/2005/8/layout/process1"/>
    <dgm:cxn modelId="{4D7CD39C-0BE1-4E8C-AC63-E7372219956E}" type="presParOf" srcId="{B450C243-F3FF-4B55-BCF1-0CE4D57F4091}" destId="{98B97CCD-AFF1-49BB-8170-C62165E0F732}" srcOrd="3" destOrd="0" presId="urn:microsoft.com/office/officeart/2005/8/layout/process1"/>
    <dgm:cxn modelId="{DB6A4D1D-B606-4B23-BD09-B1C345C237EC}" type="presParOf" srcId="{98B97CCD-AFF1-49BB-8170-C62165E0F732}" destId="{052C7B0B-AC64-435F-9087-F76A8F81AD70}" srcOrd="0" destOrd="0" presId="urn:microsoft.com/office/officeart/2005/8/layout/process1"/>
    <dgm:cxn modelId="{E9A8A388-F56A-4B57-B0D0-2E1363F5ACDD}" type="presParOf" srcId="{B450C243-F3FF-4B55-BCF1-0CE4D57F4091}" destId="{E0C570FE-9914-4A6D-9031-C7F5D06CA4B6}" srcOrd="4" destOrd="0" presId="urn:microsoft.com/office/officeart/2005/8/layout/process1"/>
    <dgm:cxn modelId="{DF31FBF4-F348-4BDE-B49D-C4C88F8CAD4D}" type="presParOf" srcId="{B450C243-F3FF-4B55-BCF1-0CE4D57F4091}" destId="{4C28BE01-289E-4DB1-8B74-4F0C1045C683}" srcOrd="5" destOrd="0" presId="urn:microsoft.com/office/officeart/2005/8/layout/process1"/>
    <dgm:cxn modelId="{3CC1EF30-C565-4EA6-B496-FBA458BAB993}" type="presParOf" srcId="{4C28BE01-289E-4DB1-8B74-4F0C1045C683}" destId="{BFE2A48B-6BE2-48B5-85BD-EFA88010AC56}" srcOrd="0" destOrd="0" presId="urn:microsoft.com/office/officeart/2005/8/layout/process1"/>
    <dgm:cxn modelId="{95A2AD6E-95D1-473B-AB79-25507B9C339E}" type="presParOf" srcId="{B450C243-F3FF-4B55-BCF1-0CE4D57F4091}" destId="{75494D80-AAE1-44AB-A5A1-D4E336C9A241}" srcOrd="6" destOrd="0" presId="urn:microsoft.com/office/officeart/2005/8/layout/process1"/>
    <dgm:cxn modelId="{E64323D9-6355-4640-BA40-0C0DA9A2A0FA}" type="presParOf" srcId="{B450C243-F3FF-4B55-BCF1-0CE4D57F4091}" destId="{2C8919B2-9A29-4B7C-B580-1CADFBED59E0}" srcOrd="7" destOrd="0" presId="urn:microsoft.com/office/officeart/2005/8/layout/process1"/>
    <dgm:cxn modelId="{70D812CB-3EE7-4B6E-B076-A7B97D8DDF21}" type="presParOf" srcId="{2C8919B2-9A29-4B7C-B580-1CADFBED59E0}" destId="{08B094E6-470A-458C-BDCC-A0626256CFD5}" srcOrd="0" destOrd="0" presId="urn:microsoft.com/office/officeart/2005/8/layout/process1"/>
    <dgm:cxn modelId="{ADAC7BE7-9B99-4419-8B76-165CC41C04F5}" type="presParOf" srcId="{B450C243-F3FF-4B55-BCF1-0CE4D57F4091}" destId="{A7280906-DE55-492D-B5CB-040475BA6CF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70.xml><?xml version="1.0" encoding="utf-8"?>
<dgm:dataModel xmlns:dgm="http://schemas.openxmlformats.org/drawingml/2006/diagram" xmlns:a="http://schemas.openxmlformats.org/drawingml/2006/main">
  <dgm:ptLst>
    <dgm:pt modelId="{DFB4EC0E-2065-490D-934C-558EC53119E0}" type="doc">
      <dgm:prSet loTypeId="urn:microsoft.com/office/officeart/2005/8/layout/hList9" loCatId="list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7578BBD-97E8-4D04-B8CB-446F8A757443}">
      <dgm:prSet phldrT="[Text]"/>
      <dgm:spPr/>
      <dgm:t>
        <a:bodyPr/>
        <a:lstStyle/>
        <a:p>
          <a:r>
            <a:rPr lang="en-US" b="1" dirty="0" smtClean="0"/>
            <a:t>Linear Curve</a:t>
          </a:r>
          <a:endParaRPr lang="en-US" b="1" dirty="0"/>
        </a:p>
      </dgm:t>
    </dgm:pt>
    <dgm:pt modelId="{E44D23B1-44DF-43E0-8F2E-0DEBA6177996}" type="parTrans" cxnId="{221826B9-B71A-4F96-B616-B94DB2F8CE75}">
      <dgm:prSet/>
      <dgm:spPr/>
      <dgm:t>
        <a:bodyPr/>
        <a:lstStyle/>
        <a:p>
          <a:endParaRPr lang="en-US"/>
        </a:p>
      </dgm:t>
    </dgm:pt>
    <dgm:pt modelId="{5E283C6A-AE3D-42E3-A3EE-FB6676B97EB3}" type="sibTrans" cxnId="{221826B9-B71A-4F96-B616-B94DB2F8CE75}">
      <dgm:prSet/>
      <dgm:spPr/>
      <dgm:t>
        <a:bodyPr/>
        <a:lstStyle/>
        <a:p>
          <a:endParaRPr lang="en-US"/>
        </a:p>
      </dgm:t>
    </dgm:pt>
    <dgm:pt modelId="{41FF536A-2B60-4B48-8192-4BB45D022B53}">
      <dgm:prSet phldrT="[Text]" custT="1"/>
      <dgm:spPr/>
      <dgm:t>
        <a:bodyPr/>
        <a:lstStyle/>
        <a:p>
          <a:pPr algn="ctr"/>
          <a:r>
            <a:rPr lang="en-US" sz="2800" dirty="0" smtClean="0">
              <a:solidFill>
                <a:srgbClr val="7030A0"/>
              </a:solidFill>
            </a:rPr>
            <a:t>Straight</a:t>
          </a:r>
          <a:r>
            <a:rPr lang="en-US" sz="2800" dirty="0" smtClean="0">
              <a:solidFill>
                <a:srgbClr val="002060"/>
              </a:solidFill>
            </a:rPr>
            <a:t> </a:t>
          </a:r>
          <a:r>
            <a:rPr lang="en-US" sz="2800" dirty="0" smtClean="0">
              <a:solidFill>
                <a:srgbClr val="7030A0"/>
              </a:solidFill>
            </a:rPr>
            <a:t>line</a:t>
          </a:r>
          <a:endParaRPr lang="en-US" sz="2800" dirty="0">
            <a:solidFill>
              <a:srgbClr val="7030A0"/>
            </a:solidFill>
          </a:endParaRPr>
        </a:p>
      </dgm:t>
    </dgm:pt>
    <dgm:pt modelId="{82F3B47C-0F72-4940-9ABF-2C5C2D87180A}" type="parTrans" cxnId="{79BD39E4-7DF8-4067-8CFE-187C74E1D04E}">
      <dgm:prSet/>
      <dgm:spPr/>
      <dgm:t>
        <a:bodyPr/>
        <a:lstStyle/>
        <a:p>
          <a:endParaRPr lang="en-US"/>
        </a:p>
      </dgm:t>
    </dgm:pt>
    <dgm:pt modelId="{EAF38AFA-1F9B-4A1B-9DE7-D271231E106F}" type="sibTrans" cxnId="{79BD39E4-7DF8-4067-8CFE-187C74E1D04E}">
      <dgm:prSet/>
      <dgm:spPr/>
      <dgm:t>
        <a:bodyPr/>
        <a:lstStyle/>
        <a:p>
          <a:endParaRPr lang="en-US"/>
        </a:p>
      </dgm:t>
    </dgm:pt>
    <dgm:pt modelId="{08E9D1C2-759A-4F37-A1AB-49A3D6317474}">
      <dgm:prSet phldrT="[Text]" cust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B7441EE-B2E6-4FA3-AF43-E095F39BE519}" type="parTrans" cxnId="{F4A53AA4-CD30-401D-BF6D-D68C2582D4E4}">
      <dgm:prSet/>
      <dgm:spPr/>
      <dgm:t>
        <a:bodyPr/>
        <a:lstStyle/>
        <a:p>
          <a:endParaRPr lang="en-US"/>
        </a:p>
      </dgm:t>
    </dgm:pt>
    <dgm:pt modelId="{52B1BF67-C1AF-47D8-AB1E-A9A95F791DF9}" type="sibTrans" cxnId="{F4A53AA4-CD30-401D-BF6D-D68C2582D4E4}">
      <dgm:prSet/>
      <dgm:spPr/>
      <dgm:t>
        <a:bodyPr/>
        <a:lstStyle/>
        <a:p>
          <a:endParaRPr lang="en-US"/>
        </a:p>
      </dgm:t>
    </dgm:pt>
    <dgm:pt modelId="{39205027-8FFC-47DC-94D1-63AC79FB3765}">
      <dgm:prSet phldrT="[Text]"/>
      <dgm:spPr/>
      <dgm:t>
        <a:bodyPr/>
        <a:lstStyle/>
        <a:p>
          <a:r>
            <a:rPr lang="en-US" b="1" dirty="0" smtClean="0"/>
            <a:t>Quadratic</a:t>
          </a:r>
          <a:r>
            <a:rPr lang="en-US" dirty="0" smtClean="0"/>
            <a:t> </a:t>
          </a:r>
          <a:r>
            <a:rPr lang="en-US" b="1" dirty="0" smtClean="0"/>
            <a:t>Curve</a:t>
          </a:r>
          <a:endParaRPr lang="en-US" b="1" dirty="0"/>
        </a:p>
      </dgm:t>
    </dgm:pt>
    <dgm:pt modelId="{8C10D9B7-AB1A-498C-9F8D-BC2A9D40A7BC}" type="parTrans" cxnId="{8A1C619B-B0A4-423B-96FE-EF0EE2C1759C}">
      <dgm:prSet/>
      <dgm:spPr/>
      <dgm:t>
        <a:bodyPr/>
        <a:lstStyle/>
        <a:p>
          <a:endParaRPr lang="en-US"/>
        </a:p>
      </dgm:t>
    </dgm:pt>
    <dgm:pt modelId="{49E75810-AE00-4176-8C2F-822DB6D73F0E}" type="sibTrans" cxnId="{8A1C619B-B0A4-423B-96FE-EF0EE2C1759C}">
      <dgm:prSet/>
      <dgm:spPr/>
      <dgm:t>
        <a:bodyPr/>
        <a:lstStyle/>
        <a:p>
          <a:endParaRPr lang="en-US"/>
        </a:p>
      </dgm:t>
    </dgm:pt>
    <dgm:pt modelId="{D2362346-21CB-4A85-94FF-584DED25C7DB}">
      <dgm:prSet phldrT="[Text]" custT="1"/>
      <dgm:spPr/>
      <dgm:t>
        <a:bodyPr/>
        <a:lstStyle/>
        <a:p>
          <a:pPr algn="ctr"/>
          <a:r>
            <a:rPr lang="en-US" sz="2800" dirty="0" smtClean="0">
              <a:solidFill>
                <a:srgbClr val="7030A0"/>
              </a:solidFill>
            </a:rPr>
            <a:t>Parabola</a:t>
          </a:r>
          <a:endParaRPr lang="en-US" sz="2800" dirty="0">
            <a:solidFill>
              <a:srgbClr val="7030A0"/>
            </a:solidFill>
          </a:endParaRPr>
        </a:p>
      </dgm:t>
    </dgm:pt>
    <dgm:pt modelId="{0DE537A9-4905-47C5-B71A-8BF2C5197F02}" type="parTrans" cxnId="{AF9633B1-99B5-4A36-82F9-F259BFFC0B7B}">
      <dgm:prSet/>
      <dgm:spPr/>
      <dgm:t>
        <a:bodyPr/>
        <a:lstStyle/>
        <a:p>
          <a:endParaRPr lang="en-US"/>
        </a:p>
      </dgm:t>
    </dgm:pt>
    <dgm:pt modelId="{1178CC1B-B477-477B-B675-799F9CF6E07B}" type="sibTrans" cxnId="{AF9633B1-99B5-4A36-82F9-F259BFFC0B7B}">
      <dgm:prSet/>
      <dgm:spPr/>
      <dgm:t>
        <a:bodyPr/>
        <a:lstStyle/>
        <a:p>
          <a:endParaRPr lang="en-US"/>
        </a:p>
      </dgm:t>
    </dgm:pt>
    <dgm:pt modelId="{67E75C53-2562-480B-B478-7A1C0EE771CE}">
      <dgm:prSet phldrT="[Text]" custT="1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D92D607-6D4F-462E-B207-D329022F7D62}" type="parTrans" cxnId="{3C4E026D-4889-4B6C-B635-DDA2A1D2DB01}">
      <dgm:prSet/>
      <dgm:spPr/>
      <dgm:t>
        <a:bodyPr/>
        <a:lstStyle/>
        <a:p>
          <a:endParaRPr lang="en-US"/>
        </a:p>
      </dgm:t>
    </dgm:pt>
    <dgm:pt modelId="{FEB2B9E4-4226-45D2-AB8D-2FE95A58DBF7}" type="sibTrans" cxnId="{3C4E026D-4889-4B6C-B635-DDA2A1D2DB01}">
      <dgm:prSet/>
      <dgm:spPr/>
      <dgm:t>
        <a:bodyPr/>
        <a:lstStyle/>
        <a:p>
          <a:endParaRPr lang="en-US"/>
        </a:p>
      </dgm:t>
    </dgm:pt>
    <dgm:pt modelId="{4363D245-8775-4354-8235-F39E0AC13E18}" type="pres">
      <dgm:prSet presAssocID="{DFB4EC0E-2065-490D-934C-558EC53119E0}" presName="list" presStyleCnt="0">
        <dgm:presLayoutVars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FC2EB02-CC34-4C1A-9A02-8B8C20DFAC6E}" type="pres">
      <dgm:prSet presAssocID="{B7578BBD-97E8-4D04-B8CB-446F8A757443}" presName="posSpace" presStyleCnt="0"/>
      <dgm:spPr/>
    </dgm:pt>
    <dgm:pt modelId="{80EB8F99-7861-46BE-9481-901B059C00AB}" type="pres">
      <dgm:prSet presAssocID="{B7578BBD-97E8-4D04-B8CB-446F8A757443}" presName="vertFlow" presStyleCnt="0"/>
      <dgm:spPr/>
    </dgm:pt>
    <dgm:pt modelId="{D8CEF50C-1947-40AF-8F8D-0B5CBB32EA04}" type="pres">
      <dgm:prSet presAssocID="{B7578BBD-97E8-4D04-B8CB-446F8A757443}" presName="topSpace" presStyleCnt="0"/>
      <dgm:spPr/>
    </dgm:pt>
    <dgm:pt modelId="{59A8FF70-9F9B-4D79-AECB-A29A942E89DB}" type="pres">
      <dgm:prSet presAssocID="{B7578BBD-97E8-4D04-B8CB-446F8A757443}" presName="firstComp" presStyleCnt="0"/>
      <dgm:spPr/>
    </dgm:pt>
    <dgm:pt modelId="{2F05B29E-1B9F-4DEC-B79A-DC83E4149990}" type="pres">
      <dgm:prSet presAssocID="{B7578BBD-97E8-4D04-B8CB-446F8A757443}" presName="firstChild" presStyleLbl="bgAccFollowNode1" presStyleIdx="0" presStyleCnt="4" custScaleX="98497" custScaleY="67470"/>
      <dgm:spPr/>
      <dgm:t>
        <a:bodyPr/>
        <a:lstStyle/>
        <a:p>
          <a:endParaRPr lang="en-US"/>
        </a:p>
      </dgm:t>
    </dgm:pt>
    <dgm:pt modelId="{D1461D06-B62C-4107-B155-7B26249A8F44}" type="pres">
      <dgm:prSet presAssocID="{B7578BBD-97E8-4D04-B8CB-446F8A757443}" presName="firstChildTx" presStyleLbl="b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E603CE-44DE-461F-86D6-465E137B2BF4}" type="pres">
      <dgm:prSet presAssocID="{08E9D1C2-759A-4F37-A1AB-49A3D6317474}" presName="comp" presStyleCnt="0"/>
      <dgm:spPr/>
    </dgm:pt>
    <dgm:pt modelId="{469B5CA2-5F0F-4431-B59C-09710A2716AC}" type="pres">
      <dgm:prSet presAssocID="{08E9D1C2-759A-4F37-A1AB-49A3D6317474}" presName="child" presStyleLbl="bgAccFollowNode1" presStyleIdx="1" presStyleCnt="4" custScaleX="109111" custScaleY="67470"/>
      <dgm:spPr/>
      <dgm:t>
        <a:bodyPr/>
        <a:lstStyle/>
        <a:p>
          <a:endParaRPr lang="en-US"/>
        </a:p>
      </dgm:t>
    </dgm:pt>
    <dgm:pt modelId="{B4EE2EDE-9F87-4FBE-AD41-CFE7A8C8E39E}" type="pres">
      <dgm:prSet presAssocID="{08E9D1C2-759A-4F37-A1AB-49A3D6317474}" presName="childTx" presStyleLbl="b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27AF6E-AA31-4E93-B386-F30977668410}" type="pres">
      <dgm:prSet presAssocID="{B7578BBD-97E8-4D04-B8CB-446F8A757443}" presName="negSpace" presStyleCnt="0"/>
      <dgm:spPr/>
    </dgm:pt>
    <dgm:pt modelId="{1B949808-C3B1-4B29-BC1D-7C5840D259FD}" type="pres">
      <dgm:prSet presAssocID="{B7578BBD-97E8-4D04-B8CB-446F8A757443}" presName="circle" presStyleLbl="node1" presStyleIdx="0" presStyleCnt="2"/>
      <dgm:spPr/>
      <dgm:t>
        <a:bodyPr/>
        <a:lstStyle/>
        <a:p>
          <a:endParaRPr lang="en-US"/>
        </a:p>
      </dgm:t>
    </dgm:pt>
    <dgm:pt modelId="{10E1965B-6140-4934-AA5B-6A88B0DC75C9}" type="pres">
      <dgm:prSet presAssocID="{5E283C6A-AE3D-42E3-A3EE-FB6676B97EB3}" presName="transSpace" presStyleCnt="0"/>
      <dgm:spPr/>
    </dgm:pt>
    <dgm:pt modelId="{A708441D-7D78-4277-99A9-D7629750FE4B}" type="pres">
      <dgm:prSet presAssocID="{39205027-8FFC-47DC-94D1-63AC79FB3765}" presName="posSpace" presStyleCnt="0"/>
      <dgm:spPr/>
    </dgm:pt>
    <dgm:pt modelId="{45419066-D7DE-47D2-B501-26F495178F64}" type="pres">
      <dgm:prSet presAssocID="{39205027-8FFC-47DC-94D1-63AC79FB3765}" presName="vertFlow" presStyleCnt="0"/>
      <dgm:spPr/>
    </dgm:pt>
    <dgm:pt modelId="{E5264CD3-9E1E-4FD9-BF1E-ABC814B34FF4}" type="pres">
      <dgm:prSet presAssocID="{39205027-8FFC-47DC-94D1-63AC79FB3765}" presName="topSpace" presStyleCnt="0"/>
      <dgm:spPr/>
    </dgm:pt>
    <dgm:pt modelId="{18E99AF6-A38A-413A-A924-94FD3A305307}" type="pres">
      <dgm:prSet presAssocID="{39205027-8FFC-47DC-94D1-63AC79FB3765}" presName="firstComp" presStyleCnt="0"/>
      <dgm:spPr/>
    </dgm:pt>
    <dgm:pt modelId="{A4221394-677D-4227-8D4A-248CECEE7FA3}" type="pres">
      <dgm:prSet presAssocID="{39205027-8FFC-47DC-94D1-63AC79FB3765}" presName="firstChild" presStyleLbl="bgAccFollowNode1" presStyleIdx="2" presStyleCnt="4" custScaleX="98497" custScaleY="67470"/>
      <dgm:spPr/>
      <dgm:t>
        <a:bodyPr/>
        <a:lstStyle/>
        <a:p>
          <a:endParaRPr lang="en-US"/>
        </a:p>
      </dgm:t>
    </dgm:pt>
    <dgm:pt modelId="{F5BF2A2A-B7F9-4A6A-BFE3-81EB9D70EF5E}" type="pres">
      <dgm:prSet presAssocID="{39205027-8FFC-47DC-94D1-63AC79FB3765}" presName="firstChildTx" presStyleLbl="b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C19D6E-ED9E-4942-9310-D0EEBEBFD914}" type="pres">
      <dgm:prSet presAssocID="{67E75C53-2562-480B-B478-7A1C0EE771CE}" presName="comp" presStyleCnt="0"/>
      <dgm:spPr/>
    </dgm:pt>
    <dgm:pt modelId="{3A484D1E-07BF-47BD-B8E8-A53A4AA025C1}" type="pres">
      <dgm:prSet presAssocID="{67E75C53-2562-480B-B478-7A1C0EE771CE}" presName="child" presStyleLbl="bgAccFollowNode1" presStyleIdx="3" presStyleCnt="4" custScaleX="109111" custScaleY="67470"/>
      <dgm:spPr/>
      <dgm:t>
        <a:bodyPr/>
        <a:lstStyle/>
        <a:p>
          <a:endParaRPr lang="en-US"/>
        </a:p>
      </dgm:t>
    </dgm:pt>
    <dgm:pt modelId="{FA58D2F7-6C9A-40BD-B546-B17BB8E9847D}" type="pres">
      <dgm:prSet presAssocID="{67E75C53-2562-480B-B478-7A1C0EE771CE}" presName="childTx" presStyleLbl="b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F0265C-35E5-400C-947F-F8429AB87AA4}" type="pres">
      <dgm:prSet presAssocID="{39205027-8FFC-47DC-94D1-63AC79FB3765}" presName="negSpace" presStyleCnt="0"/>
      <dgm:spPr/>
    </dgm:pt>
    <dgm:pt modelId="{B3C7F712-D1F6-4F71-82C9-DAB6542BD890}" type="pres">
      <dgm:prSet presAssocID="{39205027-8FFC-47DC-94D1-63AC79FB3765}" presName="circle" presStyleLbl="node1" presStyleIdx="1" presStyleCnt="2"/>
      <dgm:spPr/>
      <dgm:t>
        <a:bodyPr/>
        <a:lstStyle/>
        <a:p>
          <a:endParaRPr lang="en-US"/>
        </a:p>
      </dgm:t>
    </dgm:pt>
  </dgm:ptLst>
  <dgm:cxnLst>
    <dgm:cxn modelId="{8A1C619B-B0A4-423B-96FE-EF0EE2C1759C}" srcId="{DFB4EC0E-2065-490D-934C-558EC53119E0}" destId="{39205027-8FFC-47DC-94D1-63AC79FB3765}" srcOrd="1" destOrd="0" parTransId="{8C10D9B7-AB1A-498C-9F8D-BC2A9D40A7BC}" sibTransId="{49E75810-AE00-4176-8C2F-822DB6D73F0E}"/>
    <dgm:cxn modelId="{F4A53AA4-CD30-401D-BF6D-D68C2582D4E4}" srcId="{B7578BBD-97E8-4D04-B8CB-446F8A757443}" destId="{08E9D1C2-759A-4F37-A1AB-49A3D6317474}" srcOrd="1" destOrd="0" parTransId="{1B7441EE-B2E6-4FA3-AF43-E095F39BE519}" sibTransId="{52B1BF67-C1AF-47D8-AB1E-A9A95F791DF9}"/>
    <dgm:cxn modelId="{AF9633B1-99B5-4A36-82F9-F259BFFC0B7B}" srcId="{39205027-8FFC-47DC-94D1-63AC79FB3765}" destId="{D2362346-21CB-4A85-94FF-584DED25C7DB}" srcOrd="0" destOrd="0" parTransId="{0DE537A9-4905-47C5-B71A-8BF2C5197F02}" sibTransId="{1178CC1B-B477-477B-B675-799F9CF6E07B}"/>
    <dgm:cxn modelId="{7FB935D8-1002-419F-8B79-A552368728DD}" type="presOf" srcId="{08E9D1C2-759A-4F37-A1AB-49A3D6317474}" destId="{B4EE2EDE-9F87-4FBE-AD41-CFE7A8C8E39E}" srcOrd="1" destOrd="0" presId="urn:microsoft.com/office/officeart/2005/8/layout/hList9"/>
    <dgm:cxn modelId="{955CF7A6-2CE6-4F7E-907F-B58FC2A20A34}" type="presOf" srcId="{41FF536A-2B60-4B48-8192-4BB45D022B53}" destId="{D1461D06-B62C-4107-B155-7B26249A8F44}" srcOrd="1" destOrd="0" presId="urn:microsoft.com/office/officeart/2005/8/layout/hList9"/>
    <dgm:cxn modelId="{2D90A34D-FC48-4024-A335-9A8ED8D66591}" type="presOf" srcId="{D2362346-21CB-4A85-94FF-584DED25C7DB}" destId="{A4221394-677D-4227-8D4A-248CECEE7FA3}" srcOrd="0" destOrd="0" presId="urn:microsoft.com/office/officeart/2005/8/layout/hList9"/>
    <dgm:cxn modelId="{AA8DAFD5-750F-4CD2-A267-482C2750CBA3}" type="presOf" srcId="{41FF536A-2B60-4B48-8192-4BB45D022B53}" destId="{2F05B29E-1B9F-4DEC-B79A-DC83E4149990}" srcOrd="0" destOrd="0" presId="urn:microsoft.com/office/officeart/2005/8/layout/hList9"/>
    <dgm:cxn modelId="{221826B9-B71A-4F96-B616-B94DB2F8CE75}" srcId="{DFB4EC0E-2065-490D-934C-558EC53119E0}" destId="{B7578BBD-97E8-4D04-B8CB-446F8A757443}" srcOrd="0" destOrd="0" parTransId="{E44D23B1-44DF-43E0-8F2E-0DEBA6177996}" sibTransId="{5E283C6A-AE3D-42E3-A3EE-FB6676B97EB3}"/>
    <dgm:cxn modelId="{AD71B111-6551-4057-962A-58E1E9542F3A}" type="presOf" srcId="{67E75C53-2562-480B-B478-7A1C0EE771CE}" destId="{FA58D2F7-6C9A-40BD-B546-B17BB8E9847D}" srcOrd="1" destOrd="0" presId="urn:microsoft.com/office/officeart/2005/8/layout/hList9"/>
    <dgm:cxn modelId="{3C4E026D-4889-4B6C-B635-DDA2A1D2DB01}" srcId="{39205027-8FFC-47DC-94D1-63AC79FB3765}" destId="{67E75C53-2562-480B-B478-7A1C0EE771CE}" srcOrd="1" destOrd="0" parTransId="{AD92D607-6D4F-462E-B207-D329022F7D62}" sibTransId="{FEB2B9E4-4226-45D2-AB8D-2FE95A58DBF7}"/>
    <dgm:cxn modelId="{1ECC5BE9-CF63-4599-8BF7-9FFEC65FFE53}" type="presOf" srcId="{D2362346-21CB-4A85-94FF-584DED25C7DB}" destId="{F5BF2A2A-B7F9-4A6A-BFE3-81EB9D70EF5E}" srcOrd="1" destOrd="0" presId="urn:microsoft.com/office/officeart/2005/8/layout/hList9"/>
    <dgm:cxn modelId="{B42C4A3F-9FE5-454D-9CA9-58E440B3C6DA}" type="presOf" srcId="{DFB4EC0E-2065-490D-934C-558EC53119E0}" destId="{4363D245-8775-4354-8235-F39E0AC13E18}" srcOrd="0" destOrd="0" presId="urn:microsoft.com/office/officeart/2005/8/layout/hList9"/>
    <dgm:cxn modelId="{79BD39E4-7DF8-4067-8CFE-187C74E1D04E}" srcId="{B7578BBD-97E8-4D04-B8CB-446F8A757443}" destId="{41FF536A-2B60-4B48-8192-4BB45D022B53}" srcOrd="0" destOrd="0" parTransId="{82F3B47C-0F72-4940-9ABF-2C5C2D87180A}" sibTransId="{EAF38AFA-1F9B-4A1B-9DE7-D271231E106F}"/>
    <dgm:cxn modelId="{C03ED319-415E-47DE-B655-5423687B2A29}" type="presOf" srcId="{08E9D1C2-759A-4F37-A1AB-49A3D6317474}" destId="{469B5CA2-5F0F-4431-B59C-09710A2716AC}" srcOrd="0" destOrd="0" presId="urn:microsoft.com/office/officeart/2005/8/layout/hList9"/>
    <dgm:cxn modelId="{83DBC022-B0BD-47C4-B674-C5C2D052C19D}" type="presOf" srcId="{67E75C53-2562-480B-B478-7A1C0EE771CE}" destId="{3A484D1E-07BF-47BD-B8E8-A53A4AA025C1}" srcOrd="0" destOrd="0" presId="urn:microsoft.com/office/officeart/2005/8/layout/hList9"/>
    <dgm:cxn modelId="{923AAD76-44B6-4599-9D3A-116AF145D8D2}" type="presOf" srcId="{B7578BBD-97E8-4D04-B8CB-446F8A757443}" destId="{1B949808-C3B1-4B29-BC1D-7C5840D259FD}" srcOrd="0" destOrd="0" presId="urn:microsoft.com/office/officeart/2005/8/layout/hList9"/>
    <dgm:cxn modelId="{82248933-92DB-43F1-ADBD-5EA00614E318}" type="presOf" srcId="{39205027-8FFC-47DC-94D1-63AC79FB3765}" destId="{B3C7F712-D1F6-4F71-82C9-DAB6542BD890}" srcOrd="0" destOrd="0" presId="urn:microsoft.com/office/officeart/2005/8/layout/hList9"/>
    <dgm:cxn modelId="{1BB52E4A-F421-4655-921E-2D9CBBF9F5F4}" type="presParOf" srcId="{4363D245-8775-4354-8235-F39E0AC13E18}" destId="{0FC2EB02-CC34-4C1A-9A02-8B8C20DFAC6E}" srcOrd="0" destOrd="0" presId="urn:microsoft.com/office/officeart/2005/8/layout/hList9"/>
    <dgm:cxn modelId="{091383E4-74A5-42EC-9C27-1A4D98164ED9}" type="presParOf" srcId="{4363D245-8775-4354-8235-F39E0AC13E18}" destId="{80EB8F99-7861-46BE-9481-901B059C00AB}" srcOrd="1" destOrd="0" presId="urn:microsoft.com/office/officeart/2005/8/layout/hList9"/>
    <dgm:cxn modelId="{FF6FD8D9-A2AE-4AD3-B7AC-E1E744F6FA6A}" type="presParOf" srcId="{80EB8F99-7861-46BE-9481-901B059C00AB}" destId="{D8CEF50C-1947-40AF-8F8D-0B5CBB32EA04}" srcOrd="0" destOrd="0" presId="urn:microsoft.com/office/officeart/2005/8/layout/hList9"/>
    <dgm:cxn modelId="{0B5C7C69-0F6E-47B8-A33A-72A029BC7AE0}" type="presParOf" srcId="{80EB8F99-7861-46BE-9481-901B059C00AB}" destId="{59A8FF70-9F9B-4D79-AECB-A29A942E89DB}" srcOrd="1" destOrd="0" presId="urn:microsoft.com/office/officeart/2005/8/layout/hList9"/>
    <dgm:cxn modelId="{EE00D807-E7EB-48C1-A082-691F16B76AF9}" type="presParOf" srcId="{59A8FF70-9F9B-4D79-AECB-A29A942E89DB}" destId="{2F05B29E-1B9F-4DEC-B79A-DC83E4149990}" srcOrd="0" destOrd="0" presId="urn:microsoft.com/office/officeart/2005/8/layout/hList9"/>
    <dgm:cxn modelId="{515B8766-2367-47D1-8928-D9C574C796C2}" type="presParOf" srcId="{59A8FF70-9F9B-4D79-AECB-A29A942E89DB}" destId="{D1461D06-B62C-4107-B155-7B26249A8F44}" srcOrd="1" destOrd="0" presId="urn:microsoft.com/office/officeart/2005/8/layout/hList9"/>
    <dgm:cxn modelId="{01295DA9-6394-4C66-937B-824A49A62585}" type="presParOf" srcId="{80EB8F99-7861-46BE-9481-901B059C00AB}" destId="{E2E603CE-44DE-461F-86D6-465E137B2BF4}" srcOrd="2" destOrd="0" presId="urn:microsoft.com/office/officeart/2005/8/layout/hList9"/>
    <dgm:cxn modelId="{95ACD177-E44A-4F2A-8BD0-27B669A5D8C3}" type="presParOf" srcId="{E2E603CE-44DE-461F-86D6-465E137B2BF4}" destId="{469B5CA2-5F0F-4431-B59C-09710A2716AC}" srcOrd="0" destOrd="0" presId="urn:microsoft.com/office/officeart/2005/8/layout/hList9"/>
    <dgm:cxn modelId="{D0C33CE9-BC26-4EAA-8D63-D83C870F68BA}" type="presParOf" srcId="{E2E603CE-44DE-461F-86D6-465E137B2BF4}" destId="{B4EE2EDE-9F87-4FBE-AD41-CFE7A8C8E39E}" srcOrd="1" destOrd="0" presId="urn:microsoft.com/office/officeart/2005/8/layout/hList9"/>
    <dgm:cxn modelId="{04A5A215-D953-4B46-8606-F240DC883991}" type="presParOf" srcId="{4363D245-8775-4354-8235-F39E0AC13E18}" destId="{1727AF6E-AA31-4E93-B386-F30977668410}" srcOrd="2" destOrd="0" presId="urn:microsoft.com/office/officeart/2005/8/layout/hList9"/>
    <dgm:cxn modelId="{3F2F540F-0A37-4335-8797-3A198E24807B}" type="presParOf" srcId="{4363D245-8775-4354-8235-F39E0AC13E18}" destId="{1B949808-C3B1-4B29-BC1D-7C5840D259FD}" srcOrd="3" destOrd="0" presId="urn:microsoft.com/office/officeart/2005/8/layout/hList9"/>
    <dgm:cxn modelId="{9DC9DE18-D9E1-4D86-A441-63E047A48C05}" type="presParOf" srcId="{4363D245-8775-4354-8235-F39E0AC13E18}" destId="{10E1965B-6140-4934-AA5B-6A88B0DC75C9}" srcOrd="4" destOrd="0" presId="urn:microsoft.com/office/officeart/2005/8/layout/hList9"/>
    <dgm:cxn modelId="{4DF52B06-E063-4D84-95F4-33A7E86CC545}" type="presParOf" srcId="{4363D245-8775-4354-8235-F39E0AC13E18}" destId="{A708441D-7D78-4277-99A9-D7629750FE4B}" srcOrd="5" destOrd="0" presId="urn:microsoft.com/office/officeart/2005/8/layout/hList9"/>
    <dgm:cxn modelId="{0917C5C2-F5C4-4D4C-A36B-6E1E0E2B09D3}" type="presParOf" srcId="{4363D245-8775-4354-8235-F39E0AC13E18}" destId="{45419066-D7DE-47D2-B501-26F495178F64}" srcOrd="6" destOrd="0" presId="urn:microsoft.com/office/officeart/2005/8/layout/hList9"/>
    <dgm:cxn modelId="{19D029D1-2890-46DA-8799-C4C1E8086A12}" type="presParOf" srcId="{45419066-D7DE-47D2-B501-26F495178F64}" destId="{E5264CD3-9E1E-4FD9-BF1E-ABC814B34FF4}" srcOrd="0" destOrd="0" presId="urn:microsoft.com/office/officeart/2005/8/layout/hList9"/>
    <dgm:cxn modelId="{403C5B5E-9DEB-41FB-98C1-B3B64E32E06D}" type="presParOf" srcId="{45419066-D7DE-47D2-B501-26F495178F64}" destId="{18E99AF6-A38A-413A-A924-94FD3A305307}" srcOrd="1" destOrd="0" presId="urn:microsoft.com/office/officeart/2005/8/layout/hList9"/>
    <dgm:cxn modelId="{496352A6-8017-4DBA-8F5F-4A774ED843DE}" type="presParOf" srcId="{18E99AF6-A38A-413A-A924-94FD3A305307}" destId="{A4221394-677D-4227-8D4A-248CECEE7FA3}" srcOrd="0" destOrd="0" presId="urn:microsoft.com/office/officeart/2005/8/layout/hList9"/>
    <dgm:cxn modelId="{37EE14F6-BAAF-470A-97AB-C95FD34C1762}" type="presParOf" srcId="{18E99AF6-A38A-413A-A924-94FD3A305307}" destId="{F5BF2A2A-B7F9-4A6A-BFE3-81EB9D70EF5E}" srcOrd="1" destOrd="0" presId="urn:microsoft.com/office/officeart/2005/8/layout/hList9"/>
    <dgm:cxn modelId="{757746E5-C5FE-4BC9-AE91-32EC019C3BF6}" type="presParOf" srcId="{45419066-D7DE-47D2-B501-26F495178F64}" destId="{85C19D6E-ED9E-4942-9310-D0EEBEBFD914}" srcOrd="2" destOrd="0" presId="urn:microsoft.com/office/officeart/2005/8/layout/hList9"/>
    <dgm:cxn modelId="{D021D181-3EBD-40E5-AAD5-7229A4989547}" type="presParOf" srcId="{85C19D6E-ED9E-4942-9310-D0EEBEBFD914}" destId="{3A484D1E-07BF-47BD-B8E8-A53A4AA025C1}" srcOrd="0" destOrd="0" presId="urn:microsoft.com/office/officeart/2005/8/layout/hList9"/>
    <dgm:cxn modelId="{02D3333D-4400-44D3-8A3D-39F459EE85EE}" type="presParOf" srcId="{85C19D6E-ED9E-4942-9310-D0EEBEBFD914}" destId="{FA58D2F7-6C9A-40BD-B546-B17BB8E9847D}" srcOrd="1" destOrd="0" presId="urn:microsoft.com/office/officeart/2005/8/layout/hList9"/>
    <dgm:cxn modelId="{8BA4043C-A68A-40F4-AD9B-49361DF7AE67}" type="presParOf" srcId="{4363D245-8775-4354-8235-F39E0AC13E18}" destId="{B7F0265C-35E5-400C-947F-F8429AB87AA4}" srcOrd="7" destOrd="0" presId="urn:microsoft.com/office/officeart/2005/8/layout/hList9"/>
    <dgm:cxn modelId="{9DF4D558-B915-4BB8-B121-AF460E9A5075}" type="presParOf" srcId="{4363D245-8775-4354-8235-F39E0AC13E18}" destId="{B3C7F712-D1F6-4F71-82C9-DAB6542BD890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8BCAC-23C3-4932-AAB2-39310585EFF8}">
      <dsp:nvSpPr>
        <dsp:cNvPr id="0" name=""/>
        <dsp:cNvSpPr/>
      </dsp:nvSpPr>
      <dsp:spPr>
        <a:xfrm>
          <a:off x="4926968" y="4975975"/>
          <a:ext cx="441917" cy="12631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0958" y="0"/>
              </a:lnTo>
              <a:lnTo>
                <a:pt x="220958" y="1263101"/>
              </a:lnTo>
              <a:lnTo>
                <a:pt x="441917" y="126310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14472" y="5574072"/>
        <a:ext cx="66908" cy="66908"/>
      </dsp:txXfrm>
    </dsp:sp>
    <dsp:sp modelId="{301F455A-5EF6-4365-AE49-7BEB79E8E1DF}">
      <dsp:nvSpPr>
        <dsp:cNvPr id="0" name=""/>
        <dsp:cNvSpPr/>
      </dsp:nvSpPr>
      <dsp:spPr>
        <a:xfrm>
          <a:off x="4926968" y="4975975"/>
          <a:ext cx="441917" cy="421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0958" y="0"/>
              </a:lnTo>
              <a:lnTo>
                <a:pt x="220958" y="421033"/>
              </a:lnTo>
              <a:lnTo>
                <a:pt x="441917" y="42103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32667" y="5171233"/>
        <a:ext cx="30518" cy="30518"/>
      </dsp:txXfrm>
    </dsp:sp>
    <dsp:sp modelId="{59CE0662-B62E-4154-A706-48186BF21A37}">
      <dsp:nvSpPr>
        <dsp:cNvPr id="0" name=""/>
        <dsp:cNvSpPr/>
      </dsp:nvSpPr>
      <dsp:spPr>
        <a:xfrm>
          <a:off x="4926968" y="4554941"/>
          <a:ext cx="441917" cy="421033"/>
        </a:xfrm>
        <a:custGeom>
          <a:avLst/>
          <a:gdLst/>
          <a:ahLst/>
          <a:cxnLst/>
          <a:rect l="0" t="0" r="0" b="0"/>
          <a:pathLst>
            <a:path>
              <a:moveTo>
                <a:pt x="0" y="421033"/>
              </a:moveTo>
              <a:lnTo>
                <a:pt x="220958" y="421033"/>
              </a:lnTo>
              <a:lnTo>
                <a:pt x="220958" y="0"/>
              </a:lnTo>
              <a:lnTo>
                <a:pt x="441917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32667" y="4750199"/>
        <a:ext cx="30518" cy="30518"/>
      </dsp:txXfrm>
    </dsp:sp>
    <dsp:sp modelId="{3CB65087-B2C7-4512-B83C-EE7CB3255E2F}">
      <dsp:nvSpPr>
        <dsp:cNvPr id="0" name=""/>
        <dsp:cNvSpPr/>
      </dsp:nvSpPr>
      <dsp:spPr>
        <a:xfrm>
          <a:off x="4926968" y="3712873"/>
          <a:ext cx="441917" cy="1263101"/>
        </a:xfrm>
        <a:custGeom>
          <a:avLst/>
          <a:gdLst/>
          <a:ahLst/>
          <a:cxnLst/>
          <a:rect l="0" t="0" r="0" b="0"/>
          <a:pathLst>
            <a:path>
              <a:moveTo>
                <a:pt x="0" y="1263101"/>
              </a:moveTo>
              <a:lnTo>
                <a:pt x="220958" y="1263101"/>
              </a:lnTo>
              <a:lnTo>
                <a:pt x="220958" y="0"/>
              </a:lnTo>
              <a:lnTo>
                <a:pt x="441917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14472" y="4310970"/>
        <a:ext cx="66908" cy="66908"/>
      </dsp:txXfrm>
    </dsp:sp>
    <dsp:sp modelId="{0FAF362C-3BC9-4C3D-8C62-5A9965223D18}">
      <dsp:nvSpPr>
        <dsp:cNvPr id="0" name=""/>
        <dsp:cNvSpPr/>
      </dsp:nvSpPr>
      <dsp:spPr>
        <a:xfrm>
          <a:off x="827457" y="2870806"/>
          <a:ext cx="441917" cy="2105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0958" y="0"/>
              </a:lnTo>
              <a:lnTo>
                <a:pt x="220958" y="2105169"/>
              </a:lnTo>
              <a:lnTo>
                <a:pt x="441917" y="210516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94639" y="3869614"/>
        <a:ext cx="107552" cy="107552"/>
      </dsp:txXfrm>
    </dsp:sp>
    <dsp:sp modelId="{57ED6F44-CA02-424C-8337-521C22BBA932}">
      <dsp:nvSpPr>
        <dsp:cNvPr id="0" name=""/>
        <dsp:cNvSpPr/>
      </dsp:nvSpPr>
      <dsp:spPr>
        <a:xfrm>
          <a:off x="4926968" y="2449772"/>
          <a:ext cx="441917" cy="421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0958" y="0"/>
              </a:lnTo>
              <a:lnTo>
                <a:pt x="220958" y="421033"/>
              </a:lnTo>
              <a:lnTo>
                <a:pt x="441917" y="42103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32667" y="2645029"/>
        <a:ext cx="30518" cy="30518"/>
      </dsp:txXfrm>
    </dsp:sp>
    <dsp:sp modelId="{6948C841-4BA5-43C0-93EA-7EC2AFE16AEE}">
      <dsp:nvSpPr>
        <dsp:cNvPr id="0" name=""/>
        <dsp:cNvSpPr/>
      </dsp:nvSpPr>
      <dsp:spPr>
        <a:xfrm>
          <a:off x="4926968" y="2028738"/>
          <a:ext cx="441917" cy="421033"/>
        </a:xfrm>
        <a:custGeom>
          <a:avLst/>
          <a:gdLst/>
          <a:ahLst/>
          <a:cxnLst/>
          <a:rect l="0" t="0" r="0" b="0"/>
          <a:pathLst>
            <a:path>
              <a:moveTo>
                <a:pt x="0" y="421033"/>
              </a:moveTo>
              <a:lnTo>
                <a:pt x="220958" y="421033"/>
              </a:lnTo>
              <a:lnTo>
                <a:pt x="220958" y="0"/>
              </a:lnTo>
              <a:lnTo>
                <a:pt x="441917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32667" y="2223995"/>
        <a:ext cx="30518" cy="30518"/>
      </dsp:txXfrm>
    </dsp:sp>
    <dsp:sp modelId="{1F977605-4724-4FAE-90A0-241B56E79D6C}">
      <dsp:nvSpPr>
        <dsp:cNvPr id="0" name=""/>
        <dsp:cNvSpPr/>
      </dsp:nvSpPr>
      <dsp:spPr>
        <a:xfrm>
          <a:off x="827457" y="2449772"/>
          <a:ext cx="441917" cy="421033"/>
        </a:xfrm>
        <a:custGeom>
          <a:avLst/>
          <a:gdLst/>
          <a:ahLst/>
          <a:cxnLst/>
          <a:rect l="0" t="0" r="0" b="0"/>
          <a:pathLst>
            <a:path>
              <a:moveTo>
                <a:pt x="0" y="421033"/>
              </a:moveTo>
              <a:lnTo>
                <a:pt x="220958" y="421033"/>
              </a:lnTo>
              <a:lnTo>
                <a:pt x="220958" y="0"/>
              </a:lnTo>
              <a:lnTo>
                <a:pt x="441917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1033156" y="2645029"/>
        <a:ext cx="30518" cy="30518"/>
      </dsp:txXfrm>
    </dsp:sp>
    <dsp:sp modelId="{76E278D8-2DB1-4FBD-A027-8A43BA50C9AD}">
      <dsp:nvSpPr>
        <dsp:cNvPr id="0" name=""/>
        <dsp:cNvSpPr/>
      </dsp:nvSpPr>
      <dsp:spPr>
        <a:xfrm>
          <a:off x="4926968" y="765636"/>
          <a:ext cx="441917" cy="421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20958" y="0"/>
              </a:lnTo>
              <a:lnTo>
                <a:pt x="220958" y="421033"/>
              </a:lnTo>
              <a:lnTo>
                <a:pt x="441917" y="421033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32667" y="960893"/>
        <a:ext cx="30518" cy="30518"/>
      </dsp:txXfrm>
    </dsp:sp>
    <dsp:sp modelId="{57CD5811-3B4C-4482-8E58-A7C78D76C43E}">
      <dsp:nvSpPr>
        <dsp:cNvPr id="0" name=""/>
        <dsp:cNvSpPr/>
      </dsp:nvSpPr>
      <dsp:spPr>
        <a:xfrm>
          <a:off x="4926968" y="344602"/>
          <a:ext cx="441917" cy="421033"/>
        </a:xfrm>
        <a:custGeom>
          <a:avLst/>
          <a:gdLst/>
          <a:ahLst/>
          <a:cxnLst/>
          <a:rect l="0" t="0" r="0" b="0"/>
          <a:pathLst>
            <a:path>
              <a:moveTo>
                <a:pt x="0" y="421033"/>
              </a:moveTo>
              <a:lnTo>
                <a:pt x="220958" y="421033"/>
              </a:lnTo>
              <a:lnTo>
                <a:pt x="220958" y="0"/>
              </a:lnTo>
              <a:lnTo>
                <a:pt x="441917" y="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132667" y="539859"/>
        <a:ext cx="30518" cy="30518"/>
      </dsp:txXfrm>
    </dsp:sp>
    <dsp:sp modelId="{2BECC748-E082-4EF4-8FC7-EF79EC8DCB28}">
      <dsp:nvSpPr>
        <dsp:cNvPr id="0" name=""/>
        <dsp:cNvSpPr/>
      </dsp:nvSpPr>
      <dsp:spPr>
        <a:xfrm>
          <a:off x="827457" y="765636"/>
          <a:ext cx="441917" cy="2105169"/>
        </a:xfrm>
        <a:custGeom>
          <a:avLst/>
          <a:gdLst/>
          <a:ahLst/>
          <a:cxnLst/>
          <a:rect l="0" t="0" r="0" b="0"/>
          <a:pathLst>
            <a:path>
              <a:moveTo>
                <a:pt x="0" y="2105169"/>
              </a:moveTo>
              <a:lnTo>
                <a:pt x="220958" y="2105169"/>
              </a:lnTo>
              <a:lnTo>
                <a:pt x="220958" y="0"/>
              </a:lnTo>
              <a:lnTo>
                <a:pt x="441917" y="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94639" y="1764444"/>
        <a:ext cx="107552" cy="107552"/>
      </dsp:txXfrm>
    </dsp:sp>
    <dsp:sp modelId="{5EC79A03-2E40-4B3C-96E6-A6483958B750}">
      <dsp:nvSpPr>
        <dsp:cNvPr id="0" name=""/>
        <dsp:cNvSpPr/>
      </dsp:nvSpPr>
      <dsp:spPr>
        <a:xfrm rot="16200000">
          <a:off x="-1282144" y="2533978"/>
          <a:ext cx="3545549" cy="6736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Inferential Statistics</a:t>
          </a:r>
          <a:endParaRPr lang="en-US" sz="2800" kern="1200" dirty="0"/>
        </a:p>
      </dsp:txBody>
      <dsp:txXfrm>
        <a:off x="-1282144" y="2533978"/>
        <a:ext cx="3545549" cy="673654"/>
      </dsp:txXfrm>
    </dsp:sp>
    <dsp:sp modelId="{9D3A7FC3-4D44-4BA3-8A85-4C999FCFA295}">
      <dsp:nvSpPr>
        <dsp:cNvPr id="0" name=""/>
        <dsp:cNvSpPr/>
      </dsp:nvSpPr>
      <dsp:spPr>
        <a:xfrm>
          <a:off x="1269374" y="428809"/>
          <a:ext cx="3657594" cy="67365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u="sng" kern="1200" dirty="0"/>
            <a:t>Correlation</a:t>
          </a:r>
          <a:endParaRPr lang="en-US" sz="2800" kern="1200" dirty="0"/>
        </a:p>
      </dsp:txBody>
      <dsp:txXfrm>
        <a:off x="1269374" y="428809"/>
        <a:ext cx="3657594" cy="673654"/>
      </dsp:txXfrm>
    </dsp:sp>
    <dsp:sp modelId="{12FFADAC-4B4A-41BE-ACA9-1D15F1D55FF0}">
      <dsp:nvSpPr>
        <dsp:cNvPr id="0" name=""/>
        <dsp:cNvSpPr/>
      </dsp:nvSpPr>
      <dsp:spPr>
        <a:xfrm>
          <a:off x="5368885" y="7775"/>
          <a:ext cx="4672678" cy="673654"/>
        </a:xfrm>
        <a:prstGeom prst="rect">
          <a:avLst/>
        </a:prstGeom>
        <a:solidFill>
          <a:srgbClr val="B1444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Correlation Coefficient</a:t>
          </a:r>
        </a:p>
      </dsp:txBody>
      <dsp:txXfrm>
        <a:off x="5368885" y="7775"/>
        <a:ext cx="4672678" cy="673654"/>
      </dsp:txXfrm>
    </dsp:sp>
    <dsp:sp modelId="{F3FE7014-DCFD-416A-B907-1F15B85AD4CE}">
      <dsp:nvSpPr>
        <dsp:cNvPr id="0" name=""/>
        <dsp:cNvSpPr/>
      </dsp:nvSpPr>
      <dsp:spPr>
        <a:xfrm>
          <a:off x="5368885" y="849843"/>
          <a:ext cx="4672678" cy="673654"/>
        </a:xfrm>
        <a:prstGeom prst="rect">
          <a:avLst/>
        </a:prstGeom>
        <a:solidFill>
          <a:srgbClr val="B1444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Rank Correlation Coefficient</a:t>
          </a:r>
        </a:p>
      </dsp:txBody>
      <dsp:txXfrm>
        <a:off x="5368885" y="849843"/>
        <a:ext cx="4672678" cy="673654"/>
      </dsp:txXfrm>
    </dsp:sp>
    <dsp:sp modelId="{4FDC5538-ECFD-438B-898B-C8AAF6CB57B0}">
      <dsp:nvSpPr>
        <dsp:cNvPr id="0" name=""/>
        <dsp:cNvSpPr/>
      </dsp:nvSpPr>
      <dsp:spPr>
        <a:xfrm>
          <a:off x="1269374" y="2112944"/>
          <a:ext cx="3657594" cy="67365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u="sng" kern="1200" dirty="0"/>
            <a:t>Regression</a:t>
          </a:r>
          <a:endParaRPr lang="en-US" sz="2800" kern="1200" dirty="0"/>
        </a:p>
      </dsp:txBody>
      <dsp:txXfrm>
        <a:off x="1269374" y="2112944"/>
        <a:ext cx="3657594" cy="673654"/>
      </dsp:txXfrm>
    </dsp:sp>
    <dsp:sp modelId="{E9BF5D78-4682-43FA-9D74-E79971406B7B}">
      <dsp:nvSpPr>
        <dsp:cNvPr id="0" name=""/>
        <dsp:cNvSpPr/>
      </dsp:nvSpPr>
      <dsp:spPr>
        <a:xfrm>
          <a:off x="5368885" y="1691910"/>
          <a:ext cx="4672678" cy="673654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Linear Regression</a:t>
          </a:r>
        </a:p>
      </dsp:txBody>
      <dsp:txXfrm>
        <a:off x="5368885" y="1691910"/>
        <a:ext cx="4672678" cy="673654"/>
      </dsp:txXfrm>
    </dsp:sp>
    <dsp:sp modelId="{053B944D-73A6-4CE8-9EE8-30270E92EE83}">
      <dsp:nvSpPr>
        <dsp:cNvPr id="0" name=""/>
        <dsp:cNvSpPr/>
      </dsp:nvSpPr>
      <dsp:spPr>
        <a:xfrm>
          <a:off x="5368885" y="2533978"/>
          <a:ext cx="4672678" cy="673654"/>
        </a:xfrm>
        <a:prstGeom prst="rect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Curve Fitting</a:t>
          </a:r>
        </a:p>
      </dsp:txBody>
      <dsp:txXfrm>
        <a:off x="5368885" y="2533978"/>
        <a:ext cx="4672678" cy="673654"/>
      </dsp:txXfrm>
    </dsp:sp>
    <dsp:sp modelId="{CD69D2F8-283B-4D0A-9743-B7F1464F6DB9}">
      <dsp:nvSpPr>
        <dsp:cNvPr id="0" name=""/>
        <dsp:cNvSpPr/>
      </dsp:nvSpPr>
      <dsp:spPr>
        <a:xfrm>
          <a:off x="1269374" y="4639148"/>
          <a:ext cx="3657594" cy="67365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u="sng" kern="1200"/>
            <a:t>Hypothesis Testing</a:t>
          </a:r>
          <a:endParaRPr lang="en-US" sz="2800" kern="1200" dirty="0"/>
        </a:p>
      </dsp:txBody>
      <dsp:txXfrm>
        <a:off x="1269374" y="4639148"/>
        <a:ext cx="3657594" cy="673654"/>
      </dsp:txXfrm>
    </dsp:sp>
    <dsp:sp modelId="{674E6A40-A5B8-409A-8B13-3D8B52D023FD}">
      <dsp:nvSpPr>
        <dsp:cNvPr id="0" name=""/>
        <dsp:cNvSpPr/>
      </dsp:nvSpPr>
      <dsp:spPr>
        <a:xfrm>
          <a:off x="5368885" y="3376046"/>
          <a:ext cx="4672678" cy="673654"/>
        </a:xfrm>
        <a:prstGeom prst="rect">
          <a:avLst/>
        </a:prstGeom>
        <a:solidFill>
          <a:srgbClr val="B1444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Z - Test</a:t>
          </a:r>
        </a:p>
      </dsp:txBody>
      <dsp:txXfrm>
        <a:off x="5368885" y="3376046"/>
        <a:ext cx="4672678" cy="673654"/>
      </dsp:txXfrm>
    </dsp:sp>
    <dsp:sp modelId="{7C2006F4-07A1-42B5-8DDB-95B737D4D6E5}">
      <dsp:nvSpPr>
        <dsp:cNvPr id="0" name=""/>
        <dsp:cNvSpPr/>
      </dsp:nvSpPr>
      <dsp:spPr>
        <a:xfrm>
          <a:off x="5368885" y="4218114"/>
          <a:ext cx="4672678" cy="673654"/>
        </a:xfrm>
        <a:prstGeom prst="rect">
          <a:avLst/>
        </a:prstGeom>
        <a:solidFill>
          <a:srgbClr val="B1444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 – Test</a:t>
          </a:r>
        </a:p>
      </dsp:txBody>
      <dsp:txXfrm>
        <a:off x="5368885" y="4218114"/>
        <a:ext cx="4672678" cy="673654"/>
      </dsp:txXfrm>
    </dsp:sp>
    <dsp:sp modelId="{1AB7745A-BC6D-4AEF-9413-09E9FD0BE70C}">
      <dsp:nvSpPr>
        <dsp:cNvPr id="0" name=""/>
        <dsp:cNvSpPr/>
      </dsp:nvSpPr>
      <dsp:spPr>
        <a:xfrm>
          <a:off x="5368885" y="5060182"/>
          <a:ext cx="4672678" cy="673654"/>
        </a:xfrm>
        <a:prstGeom prst="rect">
          <a:avLst/>
        </a:prstGeom>
        <a:solidFill>
          <a:srgbClr val="B1444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 - Test</a:t>
          </a:r>
        </a:p>
      </dsp:txBody>
      <dsp:txXfrm>
        <a:off x="5368885" y="5060182"/>
        <a:ext cx="4672678" cy="673654"/>
      </dsp:txXfrm>
    </dsp:sp>
    <dsp:sp modelId="{CE060C20-7370-47A5-8DCB-2B795E09C899}">
      <dsp:nvSpPr>
        <dsp:cNvPr id="0" name=""/>
        <dsp:cNvSpPr/>
      </dsp:nvSpPr>
      <dsp:spPr>
        <a:xfrm>
          <a:off x="5368885" y="5902250"/>
          <a:ext cx="4672678" cy="673654"/>
        </a:xfrm>
        <a:prstGeom prst="rect">
          <a:avLst/>
        </a:prstGeom>
        <a:solidFill>
          <a:srgbClr val="B1444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Chi Square Test</a:t>
          </a:r>
        </a:p>
      </dsp:txBody>
      <dsp:txXfrm>
        <a:off x="5368885" y="5902250"/>
        <a:ext cx="4672678" cy="673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DAF43-C2BC-4584-A805-898E3C524EFA}">
      <dsp:nvSpPr>
        <dsp:cNvPr id="0" name=""/>
        <dsp:cNvSpPr/>
      </dsp:nvSpPr>
      <dsp:spPr>
        <a:xfrm>
          <a:off x="2094" y="264709"/>
          <a:ext cx="3711342" cy="128565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Graphical Methods</a:t>
          </a:r>
          <a:endParaRPr lang="en-US" sz="2800" b="1" kern="1200" dirty="0">
            <a:solidFill>
              <a:srgbClr val="002060"/>
            </a:solidFill>
          </a:endParaRPr>
        </a:p>
      </dsp:txBody>
      <dsp:txXfrm>
        <a:off x="39749" y="302364"/>
        <a:ext cx="3636032" cy="1210341"/>
      </dsp:txXfrm>
    </dsp:sp>
    <dsp:sp modelId="{5C1F0B61-3FA8-4E5C-92FE-0E8A5C22B68A}">
      <dsp:nvSpPr>
        <dsp:cNvPr id="0" name=""/>
        <dsp:cNvSpPr/>
      </dsp:nvSpPr>
      <dsp:spPr>
        <a:xfrm>
          <a:off x="373228" y="1550361"/>
          <a:ext cx="371134" cy="964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4238"/>
              </a:lnTo>
              <a:lnTo>
                <a:pt x="371134" y="96423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C8D00F-40F1-4546-B59C-D1F7CCA30E1C}">
      <dsp:nvSpPr>
        <dsp:cNvPr id="0" name=""/>
        <dsp:cNvSpPr/>
      </dsp:nvSpPr>
      <dsp:spPr>
        <a:xfrm>
          <a:off x="744362" y="1871774"/>
          <a:ext cx="2743190" cy="12856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02060"/>
              </a:solidFill>
            </a:rPr>
            <a:t>Scatter Diagram</a:t>
          </a:r>
        </a:p>
      </dsp:txBody>
      <dsp:txXfrm>
        <a:off x="782017" y="1909429"/>
        <a:ext cx="2667880" cy="1210341"/>
      </dsp:txXfrm>
    </dsp:sp>
    <dsp:sp modelId="{C8B48EB4-2325-4417-A77B-F8C10228D87F}">
      <dsp:nvSpPr>
        <dsp:cNvPr id="0" name=""/>
        <dsp:cNvSpPr/>
      </dsp:nvSpPr>
      <dsp:spPr>
        <a:xfrm>
          <a:off x="373228" y="1550361"/>
          <a:ext cx="371134" cy="25713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1303"/>
              </a:lnTo>
              <a:lnTo>
                <a:pt x="371134" y="257130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FDF4C2-1961-4F55-91F2-2EDE077FB81E}">
      <dsp:nvSpPr>
        <dsp:cNvPr id="0" name=""/>
        <dsp:cNvSpPr/>
      </dsp:nvSpPr>
      <dsp:spPr>
        <a:xfrm>
          <a:off x="744362" y="3478838"/>
          <a:ext cx="2743190" cy="12856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82485"/>
              <a:satOff val="-13775"/>
              <a:lumOff val="-10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02060"/>
              </a:solidFill>
            </a:rPr>
            <a:t>Simple Graph</a:t>
          </a:r>
        </a:p>
      </dsp:txBody>
      <dsp:txXfrm>
        <a:off x="782017" y="3516493"/>
        <a:ext cx="2667880" cy="1210341"/>
      </dsp:txXfrm>
    </dsp:sp>
    <dsp:sp modelId="{C66D18FF-A13D-4755-B587-FCA3B65D7FFD}">
      <dsp:nvSpPr>
        <dsp:cNvPr id="0" name=""/>
        <dsp:cNvSpPr/>
      </dsp:nvSpPr>
      <dsp:spPr>
        <a:xfrm>
          <a:off x="4356262" y="264709"/>
          <a:ext cx="3711342" cy="1285651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Mathematical Methods</a:t>
          </a:r>
        </a:p>
      </dsp:txBody>
      <dsp:txXfrm>
        <a:off x="4393917" y="302364"/>
        <a:ext cx="3636032" cy="1210341"/>
      </dsp:txXfrm>
    </dsp:sp>
    <dsp:sp modelId="{B1F16C50-A37D-41CE-A4C8-80C2921B2983}">
      <dsp:nvSpPr>
        <dsp:cNvPr id="0" name=""/>
        <dsp:cNvSpPr/>
      </dsp:nvSpPr>
      <dsp:spPr>
        <a:xfrm>
          <a:off x="4727396" y="1550361"/>
          <a:ext cx="371134" cy="9642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4238"/>
              </a:lnTo>
              <a:lnTo>
                <a:pt x="371134" y="96423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81AB4C-B4DC-45FB-8458-2EFD6908FE26}">
      <dsp:nvSpPr>
        <dsp:cNvPr id="0" name=""/>
        <dsp:cNvSpPr/>
      </dsp:nvSpPr>
      <dsp:spPr>
        <a:xfrm>
          <a:off x="5098530" y="1871774"/>
          <a:ext cx="6786575" cy="12856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364971"/>
              <a:satOff val="-27549"/>
              <a:lumOff val="-209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02060"/>
              </a:solidFill>
            </a:rPr>
            <a:t>Karl Pearson’s coefficient of correlation</a:t>
          </a:r>
        </a:p>
      </dsp:txBody>
      <dsp:txXfrm>
        <a:off x="5136185" y="1909429"/>
        <a:ext cx="6711265" cy="1210341"/>
      </dsp:txXfrm>
    </dsp:sp>
    <dsp:sp modelId="{0E06BE20-C642-4825-B135-C90D7B8F433B}">
      <dsp:nvSpPr>
        <dsp:cNvPr id="0" name=""/>
        <dsp:cNvSpPr/>
      </dsp:nvSpPr>
      <dsp:spPr>
        <a:xfrm>
          <a:off x="4727396" y="1550361"/>
          <a:ext cx="371134" cy="25713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71303"/>
              </a:lnTo>
              <a:lnTo>
                <a:pt x="371134" y="257130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7B2C0D-FF94-4B21-81BB-56825EE7819A}">
      <dsp:nvSpPr>
        <dsp:cNvPr id="0" name=""/>
        <dsp:cNvSpPr/>
      </dsp:nvSpPr>
      <dsp:spPr>
        <a:xfrm>
          <a:off x="5098530" y="3478838"/>
          <a:ext cx="6786575" cy="12856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047456"/>
              <a:satOff val="-41324"/>
              <a:lumOff val="-31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002060"/>
              </a:solidFill>
            </a:rPr>
            <a:t>Spearman’s coefficient of rank correlation</a:t>
          </a:r>
        </a:p>
      </dsp:txBody>
      <dsp:txXfrm>
        <a:off x="5136185" y="3516493"/>
        <a:ext cx="6711265" cy="12103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7744" y="178532"/>
          <a:ext cx="2411997" cy="11549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41571" y="212359"/>
        <a:ext cx="2344343" cy="1087281"/>
      </dsp:txXfrm>
    </dsp:sp>
    <dsp:sp modelId="{44BA6F07-9809-453E-B5B3-AB636F82DB9E}">
      <dsp:nvSpPr>
        <dsp:cNvPr id="0" name=""/>
        <dsp:cNvSpPr/>
      </dsp:nvSpPr>
      <dsp:spPr>
        <a:xfrm>
          <a:off x="2493260" y="664836"/>
          <a:ext cx="155859" cy="1823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493260" y="701301"/>
        <a:ext cx="109101" cy="109396"/>
      </dsp:txXfrm>
    </dsp:sp>
    <dsp:sp modelId="{C1D3A877-193E-433E-996E-DE3797C7F529}">
      <dsp:nvSpPr>
        <dsp:cNvPr id="0" name=""/>
        <dsp:cNvSpPr/>
      </dsp:nvSpPr>
      <dsp:spPr>
        <a:xfrm>
          <a:off x="2713816" y="94522"/>
          <a:ext cx="2453417" cy="1322954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Mode</a:t>
          </a:r>
        </a:p>
      </dsp:txBody>
      <dsp:txXfrm>
        <a:off x="2752564" y="133270"/>
        <a:ext cx="2375921" cy="1245458"/>
      </dsp:txXfrm>
    </dsp:sp>
    <dsp:sp modelId="{98B97CCD-AFF1-49BB-8170-C62165E0F732}">
      <dsp:nvSpPr>
        <dsp:cNvPr id="0" name=""/>
        <dsp:cNvSpPr/>
      </dsp:nvSpPr>
      <dsp:spPr>
        <a:xfrm>
          <a:off x="5240752" y="664836"/>
          <a:ext cx="155859" cy="1823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240752" y="701301"/>
        <a:ext cx="109101" cy="109396"/>
      </dsp:txXfrm>
    </dsp:sp>
    <dsp:sp modelId="{75494D80-AAE1-44AB-A5A1-D4E336C9A241}">
      <dsp:nvSpPr>
        <dsp:cNvPr id="0" name=""/>
        <dsp:cNvSpPr/>
      </dsp:nvSpPr>
      <dsp:spPr>
        <a:xfrm>
          <a:off x="5461308" y="94522"/>
          <a:ext cx="2453417" cy="1322954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</a:rPr>
            <a:t>Press 3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  <a:sym typeface="Wingdings" panose="05000000000000000000" pitchFamily="2" charset="2"/>
            </a:rPr>
            <a:t></a:t>
          </a:r>
          <a:r>
            <a:rPr lang="en-US" sz="3600" b="1" kern="1200" dirty="0"/>
            <a:t>All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5500056" y="133270"/>
        <a:ext cx="2375921" cy="1245458"/>
      </dsp:txXfrm>
    </dsp:sp>
    <dsp:sp modelId="{2C8919B2-9A29-4B7C-B580-1CADFBED59E0}">
      <dsp:nvSpPr>
        <dsp:cNvPr id="0" name=""/>
        <dsp:cNvSpPr/>
      </dsp:nvSpPr>
      <dsp:spPr>
        <a:xfrm>
          <a:off x="7988244" y="664836"/>
          <a:ext cx="155859" cy="1823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988244" y="701301"/>
        <a:ext cx="109101" cy="109396"/>
      </dsp:txXfrm>
    </dsp:sp>
    <dsp:sp modelId="{A7280906-DE55-492D-B5CB-040475BA6CF7}">
      <dsp:nvSpPr>
        <dsp:cNvPr id="0" name=""/>
        <dsp:cNvSpPr/>
      </dsp:nvSpPr>
      <dsp:spPr>
        <a:xfrm>
          <a:off x="8208800" y="96014"/>
          <a:ext cx="2453417" cy="1319971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 times =</a:t>
          </a:r>
        </a:p>
      </dsp:txBody>
      <dsp:txXfrm>
        <a:off x="8247461" y="134675"/>
        <a:ext cx="2376095" cy="12426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14578" y="0"/>
          <a:ext cx="2800212" cy="12973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Mode</a:t>
          </a:r>
        </a:p>
      </dsp:txBody>
      <dsp:txXfrm>
        <a:off x="52576" y="37998"/>
        <a:ext cx="2724216" cy="1221340"/>
      </dsp:txXfrm>
    </dsp:sp>
    <dsp:sp modelId="{44BA6F07-9809-453E-B5B3-AB636F82DB9E}">
      <dsp:nvSpPr>
        <dsp:cNvPr id="0" name=""/>
        <dsp:cNvSpPr/>
      </dsp:nvSpPr>
      <dsp:spPr>
        <a:xfrm>
          <a:off x="3094811" y="301441"/>
          <a:ext cx="593644" cy="694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3094811" y="440331"/>
        <a:ext cx="415551" cy="416672"/>
      </dsp:txXfrm>
    </dsp:sp>
    <dsp:sp modelId="{C1D3A877-193E-433E-996E-DE3797C7F529}">
      <dsp:nvSpPr>
        <dsp:cNvPr id="0" name=""/>
        <dsp:cNvSpPr/>
      </dsp:nvSpPr>
      <dsp:spPr>
        <a:xfrm>
          <a:off x="3934875" y="0"/>
          <a:ext cx="2800212" cy="1297336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</a:rPr>
            <a:t>Press 3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  <a:sym typeface="Wingdings" panose="05000000000000000000" pitchFamily="2" charset="2"/>
            </a:rPr>
            <a:t> </a:t>
          </a:r>
          <a:r>
            <a:rPr lang="en-US" sz="3600" b="1" kern="1200" dirty="0"/>
            <a:t>Reg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3972873" y="37998"/>
        <a:ext cx="2724216" cy="1221340"/>
      </dsp:txXfrm>
    </dsp:sp>
    <dsp:sp modelId="{98B97CCD-AFF1-49BB-8170-C62165E0F732}">
      <dsp:nvSpPr>
        <dsp:cNvPr id="0" name=""/>
        <dsp:cNvSpPr/>
      </dsp:nvSpPr>
      <dsp:spPr>
        <a:xfrm>
          <a:off x="7015108" y="301441"/>
          <a:ext cx="593644" cy="694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015108" y="440331"/>
        <a:ext cx="415551" cy="416672"/>
      </dsp:txXfrm>
    </dsp:sp>
    <dsp:sp modelId="{75494D80-AAE1-44AB-A5A1-D4E336C9A241}">
      <dsp:nvSpPr>
        <dsp:cNvPr id="0" name=""/>
        <dsp:cNvSpPr/>
      </dsp:nvSpPr>
      <dsp:spPr>
        <a:xfrm>
          <a:off x="7855172" y="668"/>
          <a:ext cx="2800212" cy="12959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</a:rPr>
            <a:t>Press 1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  <a:sym typeface="Wingdings" panose="05000000000000000000" pitchFamily="2" charset="2"/>
            </a:rPr>
            <a:t> </a:t>
          </a:r>
          <a:r>
            <a:rPr lang="en-US" sz="3600" b="1" kern="1200" dirty="0"/>
            <a:t>Lin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7893131" y="38627"/>
        <a:ext cx="2724294" cy="12200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9894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1</a:t>
          </a:r>
          <a:r>
            <a:rPr lang="en-US" sz="2800" b="1" kern="1200" baseline="30000" dirty="0"/>
            <a:t>st</a:t>
          </a:r>
          <a:r>
            <a:rPr lang="en-US" sz="2800" b="1" kern="1200" dirty="0"/>
            <a:t>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𝐗</m:t>
              </m:r>
            </m:oMath>
          </a14:m>
          <a:endParaRPr lang="en-US" sz="2800" b="1" i="0" kern="1200" dirty="0"/>
        </a:p>
      </dsp:txBody>
      <dsp:txXfrm>
        <a:off x="36676" y="72502"/>
        <a:ext cx="1994546" cy="860835"/>
      </dsp:txXfrm>
    </dsp:sp>
    <dsp:sp modelId="{44BA6F07-9809-453E-B5B3-AB636F82DB9E}">
      <dsp:nvSpPr>
        <dsp:cNvPr id="0" name=""/>
        <dsp:cNvSpPr/>
      </dsp:nvSpPr>
      <dsp:spPr>
        <a:xfrm>
          <a:off x="226281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62815" y="350540"/>
        <a:ext cx="303939" cy="304759"/>
      </dsp:txXfrm>
    </dsp:sp>
    <dsp:sp modelId="{C1D3A877-193E-433E-996E-DE3797C7F529}">
      <dsp:nvSpPr>
        <dsp:cNvPr id="0" name=""/>
        <dsp:cNvSpPr/>
      </dsp:nvSpPr>
      <dsp:spPr>
        <a:xfrm>
          <a:off x="287724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,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2904030" y="72502"/>
        <a:ext cx="1994546" cy="860835"/>
      </dsp:txXfrm>
    </dsp:sp>
    <dsp:sp modelId="{98B97CCD-AFF1-49BB-8170-C62165E0F732}">
      <dsp:nvSpPr>
        <dsp:cNvPr id="0" name=""/>
        <dsp:cNvSpPr/>
      </dsp:nvSpPr>
      <dsp:spPr>
        <a:xfrm>
          <a:off x="5130170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30170" y="350540"/>
        <a:ext cx="303939" cy="304759"/>
      </dsp:txXfrm>
    </dsp:sp>
    <dsp:sp modelId="{75494D80-AAE1-44AB-A5A1-D4E336C9A241}">
      <dsp:nvSpPr>
        <dsp:cNvPr id="0" name=""/>
        <dsp:cNvSpPr/>
      </dsp:nvSpPr>
      <dsp:spPr>
        <a:xfrm>
          <a:off x="5744603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1</a:t>
          </a:r>
          <a:r>
            <a:rPr lang="en-US" sz="2800" b="1" kern="1200" baseline="30000" dirty="0"/>
            <a:t>st</a:t>
          </a:r>
          <a:r>
            <a:rPr lang="en-US" sz="2800" b="1" kern="1200" dirty="0"/>
            <a:t>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𝐘</m:t>
              </m:r>
            </m:oMath>
          </a14:m>
          <a:endParaRPr lang="en-US" sz="2800" b="1" i="0" kern="1200" dirty="0">
            <a:solidFill>
              <a:srgbClr val="FFFF00"/>
            </a:solidFill>
          </a:endParaRPr>
        </a:p>
      </dsp:txBody>
      <dsp:txXfrm>
        <a:off x="5771385" y="72502"/>
        <a:ext cx="1994546" cy="860835"/>
      </dsp:txXfrm>
    </dsp:sp>
    <dsp:sp modelId="{2C8919B2-9A29-4B7C-B580-1CADFBED59E0}">
      <dsp:nvSpPr>
        <dsp:cNvPr id="0" name=""/>
        <dsp:cNvSpPr/>
      </dsp:nvSpPr>
      <dsp:spPr>
        <a:xfrm>
          <a:off x="799752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997525" y="350540"/>
        <a:ext cx="303939" cy="304759"/>
      </dsp:txXfrm>
    </dsp:sp>
    <dsp:sp modelId="{FF7AE4D5-99CD-430E-997C-4D9624DA75B6}">
      <dsp:nvSpPr>
        <dsp:cNvPr id="0" name=""/>
        <dsp:cNvSpPr/>
      </dsp:nvSpPr>
      <dsp:spPr>
        <a:xfrm>
          <a:off x="861195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bg1"/>
              </a:solidFill>
            </a:rPr>
            <a:t>M+</a:t>
          </a:r>
        </a:p>
      </dsp:txBody>
      <dsp:txXfrm>
        <a:off x="8638740" y="72502"/>
        <a:ext cx="1994546" cy="8608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9894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2</a:t>
          </a:r>
          <a:r>
            <a:rPr lang="en-US" sz="2800" b="1" kern="1200" baseline="30000" dirty="0"/>
            <a:t>nd</a:t>
          </a:r>
          <a:r>
            <a:rPr lang="en-US" sz="2800" b="1" kern="1200" dirty="0"/>
            <a:t>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𝐗</m:t>
              </m:r>
            </m:oMath>
          </a14:m>
          <a:endParaRPr lang="en-US" sz="2800" b="1" kern="1200" dirty="0"/>
        </a:p>
      </dsp:txBody>
      <dsp:txXfrm>
        <a:off x="36676" y="72502"/>
        <a:ext cx="1994546" cy="860835"/>
      </dsp:txXfrm>
    </dsp:sp>
    <dsp:sp modelId="{44BA6F07-9809-453E-B5B3-AB636F82DB9E}">
      <dsp:nvSpPr>
        <dsp:cNvPr id="0" name=""/>
        <dsp:cNvSpPr/>
      </dsp:nvSpPr>
      <dsp:spPr>
        <a:xfrm>
          <a:off x="226281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62815" y="350540"/>
        <a:ext cx="303939" cy="304759"/>
      </dsp:txXfrm>
    </dsp:sp>
    <dsp:sp modelId="{C1D3A877-193E-433E-996E-DE3797C7F529}">
      <dsp:nvSpPr>
        <dsp:cNvPr id="0" name=""/>
        <dsp:cNvSpPr/>
      </dsp:nvSpPr>
      <dsp:spPr>
        <a:xfrm>
          <a:off x="287724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,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2904030" y="72502"/>
        <a:ext cx="1994546" cy="860835"/>
      </dsp:txXfrm>
    </dsp:sp>
    <dsp:sp modelId="{98B97CCD-AFF1-49BB-8170-C62165E0F732}">
      <dsp:nvSpPr>
        <dsp:cNvPr id="0" name=""/>
        <dsp:cNvSpPr/>
      </dsp:nvSpPr>
      <dsp:spPr>
        <a:xfrm>
          <a:off x="5130170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30170" y="350540"/>
        <a:ext cx="303939" cy="304759"/>
      </dsp:txXfrm>
    </dsp:sp>
    <dsp:sp modelId="{75494D80-AAE1-44AB-A5A1-D4E336C9A241}">
      <dsp:nvSpPr>
        <dsp:cNvPr id="0" name=""/>
        <dsp:cNvSpPr/>
      </dsp:nvSpPr>
      <dsp:spPr>
        <a:xfrm>
          <a:off x="5744603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2</a:t>
          </a:r>
          <a:r>
            <a:rPr lang="en-US" sz="2800" b="1" kern="1200" baseline="30000" dirty="0"/>
            <a:t>nd</a:t>
          </a:r>
          <a:r>
            <a:rPr lang="en-US" sz="2800" b="1" kern="1200" dirty="0"/>
            <a:t>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𝐘</m:t>
              </m:r>
            </m:oMath>
          </a14:m>
          <a:endParaRPr lang="en-US" sz="2800" b="1" kern="1200" dirty="0">
            <a:solidFill>
              <a:srgbClr val="FFFF00"/>
            </a:solidFill>
          </a:endParaRPr>
        </a:p>
      </dsp:txBody>
      <dsp:txXfrm>
        <a:off x="5771385" y="72502"/>
        <a:ext cx="1994546" cy="860835"/>
      </dsp:txXfrm>
    </dsp:sp>
    <dsp:sp modelId="{2C8919B2-9A29-4B7C-B580-1CADFBED59E0}">
      <dsp:nvSpPr>
        <dsp:cNvPr id="0" name=""/>
        <dsp:cNvSpPr/>
      </dsp:nvSpPr>
      <dsp:spPr>
        <a:xfrm>
          <a:off x="799752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997525" y="350540"/>
        <a:ext cx="303939" cy="304759"/>
      </dsp:txXfrm>
    </dsp:sp>
    <dsp:sp modelId="{FF7AE4D5-99CD-430E-997C-4D9624DA75B6}">
      <dsp:nvSpPr>
        <dsp:cNvPr id="0" name=""/>
        <dsp:cNvSpPr/>
      </dsp:nvSpPr>
      <dsp:spPr>
        <a:xfrm>
          <a:off x="861195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bg1"/>
              </a:solidFill>
            </a:rPr>
            <a:t>M+</a:t>
          </a:r>
        </a:p>
      </dsp:txBody>
      <dsp:txXfrm>
        <a:off x="8638740" y="72502"/>
        <a:ext cx="1994546" cy="8608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9894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Last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𝐗</m:t>
              </m:r>
            </m:oMath>
          </a14:m>
          <a:endParaRPr lang="en-US" sz="2800" b="1" kern="1200" dirty="0"/>
        </a:p>
      </dsp:txBody>
      <dsp:txXfrm>
        <a:off x="36676" y="72502"/>
        <a:ext cx="1994546" cy="860835"/>
      </dsp:txXfrm>
    </dsp:sp>
    <dsp:sp modelId="{44BA6F07-9809-453E-B5B3-AB636F82DB9E}">
      <dsp:nvSpPr>
        <dsp:cNvPr id="0" name=""/>
        <dsp:cNvSpPr/>
      </dsp:nvSpPr>
      <dsp:spPr>
        <a:xfrm>
          <a:off x="226281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62815" y="350540"/>
        <a:ext cx="303939" cy="304759"/>
      </dsp:txXfrm>
    </dsp:sp>
    <dsp:sp modelId="{C1D3A877-193E-433E-996E-DE3797C7F529}">
      <dsp:nvSpPr>
        <dsp:cNvPr id="0" name=""/>
        <dsp:cNvSpPr/>
      </dsp:nvSpPr>
      <dsp:spPr>
        <a:xfrm>
          <a:off x="287724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,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2904030" y="72502"/>
        <a:ext cx="1994546" cy="860835"/>
      </dsp:txXfrm>
    </dsp:sp>
    <dsp:sp modelId="{98B97CCD-AFF1-49BB-8170-C62165E0F732}">
      <dsp:nvSpPr>
        <dsp:cNvPr id="0" name=""/>
        <dsp:cNvSpPr/>
      </dsp:nvSpPr>
      <dsp:spPr>
        <a:xfrm>
          <a:off x="5130170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30170" y="350540"/>
        <a:ext cx="303939" cy="304759"/>
      </dsp:txXfrm>
    </dsp:sp>
    <dsp:sp modelId="{75494D80-AAE1-44AB-A5A1-D4E336C9A241}">
      <dsp:nvSpPr>
        <dsp:cNvPr id="0" name=""/>
        <dsp:cNvSpPr/>
      </dsp:nvSpPr>
      <dsp:spPr>
        <a:xfrm>
          <a:off x="5744603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Last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𝐘</m:t>
              </m:r>
            </m:oMath>
          </a14:m>
          <a:endParaRPr lang="en-US" sz="2800" b="1" kern="1200" dirty="0">
            <a:solidFill>
              <a:srgbClr val="FFFF00"/>
            </a:solidFill>
          </a:endParaRPr>
        </a:p>
      </dsp:txBody>
      <dsp:txXfrm>
        <a:off x="5771385" y="72502"/>
        <a:ext cx="1994546" cy="860835"/>
      </dsp:txXfrm>
    </dsp:sp>
    <dsp:sp modelId="{2C8919B2-9A29-4B7C-B580-1CADFBED59E0}">
      <dsp:nvSpPr>
        <dsp:cNvPr id="0" name=""/>
        <dsp:cNvSpPr/>
      </dsp:nvSpPr>
      <dsp:spPr>
        <a:xfrm>
          <a:off x="799752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997525" y="350540"/>
        <a:ext cx="303939" cy="304759"/>
      </dsp:txXfrm>
    </dsp:sp>
    <dsp:sp modelId="{FF7AE4D5-99CD-430E-997C-4D9624DA75B6}">
      <dsp:nvSpPr>
        <dsp:cNvPr id="0" name=""/>
        <dsp:cNvSpPr/>
      </dsp:nvSpPr>
      <dsp:spPr>
        <a:xfrm>
          <a:off x="861195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bg1"/>
              </a:solidFill>
            </a:rPr>
            <a:t>M+</a:t>
          </a:r>
        </a:p>
      </dsp:txBody>
      <dsp:txXfrm>
        <a:off x="8638740" y="72502"/>
        <a:ext cx="1994546" cy="8608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0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29460" y="29460"/>
        <a:ext cx="1991192" cy="946920"/>
      </dsp:txXfrm>
    </dsp:sp>
    <dsp:sp modelId="{44BA6F07-9809-453E-B5B3-AB636F82DB9E}">
      <dsp:nvSpPr>
        <dsp:cNvPr id="0" name=""/>
        <dsp:cNvSpPr/>
      </dsp:nvSpPr>
      <dsp:spPr>
        <a:xfrm>
          <a:off x="2256296" y="248706"/>
          <a:ext cx="437108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56296" y="350391"/>
        <a:ext cx="305976" cy="305057"/>
      </dsp:txXfrm>
    </dsp:sp>
    <dsp:sp modelId="{C1D3A877-193E-433E-996E-DE3797C7F529}">
      <dsp:nvSpPr>
        <dsp:cNvPr id="0" name=""/>
        <dsp:cNvSpPr/>
      </dsp:nvSpPr>
      <dsp:spPr>
        <a:xfrm>
          <a:off x="2874846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1</a:t>
          </a:r>
        </a:p>
      </dsp:txBody>
      <dsp:txXfrm>
        <a:off x="2904306" y="29460"/>
        <a:ext cx="1991192" cy="946920"/>
      </dsp:txXfrm>
    </dsp:sp>
    <dsp:sp modelId="{98B97CCD-AFF1-49BB-8170-C62165E0F732}">
      <dsp:nvSpPr>
        <dsp:cNvPr id="0" name=""/>
        <dsp:cNvSpPr/>
      </dsp:nvSpPr>
      <dsp:spPr>
        <a:xfrm>
          <a:off x="5129970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29970" y="350391"/>
        <a:ext cx="304236" cy="305057"/>
      </dsp:txXfrm>
    </dsp:sp>
    <dsp:sp modelId="{A7280906-DE55-492D-B5CB-040475BA6CF7}">
      <dsp:nvSpPr>
        <dsp:cNvPr id="0" name=""/>
        <dsp:cNvSpPr/>
      </dsp:nvSpPr>
      <dsp:spPr>
        <a:xfrm>
          <a:off x="5745004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Digit</a:t>
          </a:r>
        </a:p>
      </dsp:txBody>
      <dsp:txXfrm>
        <a:off x="5774464" y="29460"/>
        <a:ext cx="1991192" cy="946920"/>
      </dsp:txXfrm>
    </dsp:sp>
    <dsp:sp modelId="{0B22A032-D8BA-41D9-8980-1ED515E23209}">
      <dsp:nvSpPr>
        <dsp:cNvPr id="0" name=""/>
        <dsp:cNvSpPr/>
      </dsp:nvSpPr>
      <dsp:spPr>
        <a:xfrm>
          <a:off x="8000127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/>
        </a:p>
      </dsp:txBody>
      <dsp:txXfrm>
        <a:off x="8000127" y="350391"/>
        <a:ext cx="304236" cy="305057"/>
      </dsp:txXfrm>
    </dsp:sp>
    <dsp:sp modelId="{E92B4EFD-C544-41C7-9D79-34EBAB47E99F}">
      <dsp:nvSpPr>
        <dsp:cNvPr id="0" name=""/>
        <dsp:cNvSpPr/>
      </dsp:nvSpPr>
      <dsp:spPr>
        <a:xfrm>
          <a:off x="8615161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8644621" y="29460"/>
        <a:ext cx="1991192" cy="9469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90075-3CCB-4E08-A331-236FAED0D33C}">
      <dsp:nvSpPr>
        <dsp:cNvPr id="0" name=""/>
        <dsp:cNvSpPr/>
      </dsp:nvSpPr>
      <dsp:spPr>
        <a:xfrm>
          <a:off x="8000" y="0"/>
          <a:ext cx="1603258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Shift</a:t>
          </a:r>
        </a:p>
      </dsp:txBody>
      <dsp:txXfrm>
        <a:off x="37460" y="29460"/>
        <a:ext cx="1544338" cy="946920"/>
      </dsp:txXfrm>
    </dsp:sp>
    <dsp:sp modelId="{CC967DED-7155-44D0-B814-E69C027BFE20}">
      <dsp:nvSpPr>
        <dsp:cNvPr id="0" name=""/>
        <dsp:cNvSpPr/>
      </dsp:nvSpPr>
      <dsp:spPr>
        <a:xfrm>
          <a:off x="1771584" y="304115"/>
          <a:ext cx="339890" cy="3976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771584" y="383637"/>
        <a:ext cx="237923" cy="238564"/>
      </dsp:txXfrm>
    </dsp:sp>
    <dsp:sp modelId="{2117E75B-D0D7-4BA1-98AC-725EA941D7C5}">
      <dsp:nvSpPr>
        <dsp:cNvPr id="0" name=""/>
        <dsp:cNvSpPr/>
      </dsp:nvSpPr>
      <dsp:spPr>
        <a:xfrm>
          <a:off x="2252562" y="0"/>
          <a:ext cx="1603258" cy="1005840"/>
        </a:xfrm>
        <a:prstGeom prst="roundRect">
          <a:avLst>
            <a:gd name="adj" fmla="val 10000"/>
          </a:avLst>
        </a:prstGeom>
        <a:solidFill>
          <a:schemeClr val="accent5">
            <a:hueOff val="-511864"/>
            <a:satOff val="-10331"/>
            <a:lumOff val="-7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1</a:t>
          </a:r>
        </a:p>
      </dsp:txBody>
      <dsp:txXfrm>
        <a:off x="2282022" y="29460"/>
        <a:ext cx="1544338" cy="946920"/>
      </dsp:txXfrm>
    </dsp:sp>
    <dsp:sp modelId="{D66E8FE2-6FFD-4E71-8809-FA2BEDBE9684}">
      <dsp:nvSpPr>
        <dsp:cNvPr id="0" name=""/>
        <dsp:cNvSpPr/>
      </dsp:nvSpPr>
      <dsp:spPr>
        <a:xfrm>
          <a:off x="4011181" y="304115"/>
          <a:ext cx="329364" cy="3976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011181" y="383637"/>
        <a:ext cx="230555" cy="238564"/>
      </dsp:txXfrm>
    </dsp:sp>
    <dsp:sp modelId="{2DC0BE8A-A50D-459F-8803-8F629D24FD59}">
      <dsp:nvSpPr>
        <dsp:cNvPr id="0" name=""/>
        <dsp:cNvSpPr/>
      </dsp:nvSpPr>
      <dsp:spPr>
        <a:xfrm>
          <a:off x="4477262" y="0"/>
          <a:ext cx="1630289" cy="1005840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Right side</a:t>
          </a:r>
        </a:p>
      </dsp:txBody>
      <dsp:txXfrm>
        <a:off x="4506722" y="29460"/>
        <a:ext cx="1571369" cy="946920"/>
      </dsp:txXfrm>
    </dsp:sp>
    <dsp:sp modelId="{44BA6F07-9809-453E-B5B3-AB636F82DB9E}">
      <dsp:nvSpPr>
        <dsp:cNvPr id="0" name=""/>
        <dsp:cNvSpPr/>
      </dsp:nvSpPr>
      <dsp:spPr>
        <a:xfrm>
          <a:off x="6272843" y="304115"/>
          <a:ext cx="350417" cy="3976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6272843" y="383637"/>
        <a:ext cx="245292" cy="238564"/>
      </dsp:txXfrm>
    </dsp:sp>
    <dsp:sp modelId="{A7280906-DE55-492D-B5CB-040475BA6CF7}">
      <dsp:nvSpPr>
        <dsp:cNvPr id="0" name=""/>
        <dsp:cNvSpPr/>
      </dsp:nvSpPr>
      <dsp:spPr>
        <a:xfrm>
          <a:off x="6768716" y="0"/>
          <a:ext cx="1649768" cy="1005840"/>
        </a:xfrm>
        <a:prstGeom prst="roundRect">
          <a:avLst>
            <a:gd name="adj" fmla="val 10000"/>
          </a:avLst>
        </a:prstGeom>
        <a:solidFill>
          <a:schemeClr val="accent5">
            <a:hueOff val="-1535592"/>
            <a:satOff val="-30993"/>
            <a:lumOff val="-23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Digit</a:t>
          </a:r>
        </a:p>
      </dsp:txBody>
      <dsp:txXfrm>
        <a:off x="6798176" y="29460"/>
        <a:ext cx="1590848" cy="946920"/>
      </dsp:txXfrm>
    </dsp:sp>
    <dsp:sp modelId="{F89185C1-F6BD-43BF-9339-92DE8E29064E}">
      <dsp:nvSpPr>
        <dsp:cNvPr id="0" name=""/>
        <dsp:cNvSpPr/>
      </dsp:nvSpPr>
      <dsp:spPr>
        <a:xfrm>
          <a:off x="8578811" y="304115"/>
          <a:ext cx="339890" cy="3976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b="1" kern="1200"/>
        </a:p>
      </dsp:txBody>
      <dsp:txXfrm>
        <a:off x="8578811" y="383637"/>
        <a:ext cx="237923" cy="238564"/>
      </dsp:txXfrm>
    </dsp:sp>
    <dsp:sp modelId="{12B9467C-0CAF-489E-ADDA-9ABF5B2734E4}">
      <dsp:nvSpPr>
        <dsp:cNvPr id="0" name=""/>
        <dsp:cNvSpPr/>
      </dsp:nvSpPr>
      <dsp:spPr>
        <a:xfrm>
          <a:off x="9059788" y="0"/>
          <a:ext cx="1603258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9089248" y="29460"/>
        <a:ext cx="1544338" cy="94692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0" y="0"/>
          <a:ext cx="1833685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29460" y="29460"/>
        <a:ext cx="1774765" cy="946920"/>
      </dsp:txXfrm>
    </dsp:sp>
    <dsp:sp modelId="{44BA6F07-9809-453E-B5B3-AB636F82DB9E}">
      <dsp:nvSpPr>
        <dsp:cNvPr id="0" name=""/>
        <dsp:cNvSpPr/>
      </dsp:nvSpPr>
      <dsp:spPr>
        <a:xfrm>
          <a:off x="2015309" y="280739"/>
          <a:ext cx="385041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015309" y="369611"/>
        <a:ext cx="269529" cy="266616"/>
      </dsp:txXfrm>
    </dsp:sp>
    <dsp:sp modelId="{C1D3A877-193E-433E-996E-DE3797C7F529}">
      <dsp:nvSpPr>
        <dsp:cNvPr id="0" name=""/>
        <dsp:cNvSpPr/>
      </dsp:nvSpPr>
      <dsp:spPr>
        <a:xfrm>
          <a:off x="2560179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511864"/>
            <a:satOff val="-10331"/>
            <a:lumOff val="-7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</a:t>
          </a:r>
        </a:p>
      </dsp:txBody>
      <dsp:txXfrm>
        <a:off x="2589639" y="29460"/>
        <a:ext cx="1732856" cy="946920"/>
      </dsp:txXfrm>
    </dsp:sp>
    <dsp:sp modelId="{98B97CCD-AFF1-49BB-8170-C62165E0F732}">
      <dsp:nvSpPr>
        <dsp:cNvPr id="0" name=""/>
        <dsp:cNvSpPr/>
      </dsp:nvSpPr>
      <dsp:spPr>
        <a:xfrm>
          <a:off x="4531133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4531133" y="369611"/>
        <a:ext cx="265899" cy="266616"/>
      </dsp:txXfrm>
    </dsp:sp>
    <dsp:sp modelId="{A7280906-DE55-492D-B5CB-040475BA6CF7}">
      <dsp:nvSpPr>
        <dsp:cNvPr id="0" name=""/>
        <dsp:cNvSpPr/>
      </dsp:nvSpPr>
      <dsp:spPr>
        <a:xfrm>
          <a:off x="5068666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Right side            2 times</a:t>
          </a:r>
        </a:p>
      </dsp:txBody>
      <dsp:txXfrm>
        <a:off x="5098126" y="29460"/>
        <a:ext cx="1732856" cy="946920"/>
      </dsp:txXfrm>
    </dsp:sp>
    <dsp:sp modelId="{EE278DE9-2FD7-4E9F-964F-D06A7AEA7EF1}">
      <dsp:nvSpPr>
        <dsp:cNvPr id="0" name=""/>
        <dsp:cNvSpPr/>
      </dsp:nvSpPr>
      <dsp:spPr>
        <a:xfrm>
          <a:off x="7039620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1" kern="1200"/>
        </a:p>
      </dsp:txBody>
      <dsp:txXfrm>
        <a:off x="7039620" y="369611"/>
        <a:ext cx="265899" cy="266616"/>
      </dsp:txXfrm>
    </dsp:sp>
    <dsp:sp modelId="{F2D91B32-5FAB-464F-AFF0-3061A61BCF77}">
      <dsp:nvSpPr>
        <dsp:cNvPr id="0" name=""/>
        <dsp:cNvSpPr/>
      </dsp:nvSpPr>
      <dsp:spPr>
        <a:xfrm>
          <a:off x="7577153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535592"/>
            <a:satOff val="-30993"/>
            <a:lumOff val="-23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3</a:t>
          </a:r>
        </a:p>
      </dsp:txBody>
      <dsp:txXfrm>
        <a:off x="7606613" y="29460"/>
        <a:ext cx="1732856" cy="946920"/>
      </dsp:txXfrm>
    </dsp:sp>
    <dsp:sp modelId="{F529AC4C-6940-442E-AD90-CB16FE443101}">
      <dsp:nvSpPr>
        <dsp:cNvPr id="0" name=""/>
        <dsp:cNvSpPr/>
      </dsp:nvSpPr>
      <dsp:spPr>
        <a:xfrm>
          <a:off x="9548107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9548107" y="369611"/>
        <a:ext cx="265899" cy="266616"/>
      </dsp:txXfrm>
    </dsp:sp>
    <dsp:sp modelId="{5627E902-CF83-4687-B9C6-4920488473F8}">
      <dsp:nvSpPr>
        <dsp:cNvPr id="0" name=""/>
        <dsp:cNvSpPr/>
      </dsp:nvSpPr>
      <dsp:spPr>
        <a:xfrm>
          <a:off x="10085640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10115100" y="29460"/>
        <a:ext cx="1732856" cy="94692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9CA935-CE76-4A66-AF37-5C242712231E}">
      <dsp:nvSpPr>
        <dsp:cNvPr id="0" name=""/>
        <dsp:cNvSpPr/>
      </dsp:nvSpPr>
      <dsp:spPr>
        <a:xfrm rot="16200000">
          <a:off x="914400" y="-914400"/>
          <a:ext cx="2286000" cy="4114800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Simple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Regression</a:t>
          </a:r>
        </a:p>
      </dsp:txBody>
      <dsp:txXfrm rot="5400000">
        <a:off x="-1" y="1"/>
        <a:ext cx="4114800" cy="1714500"/>
      </dsp:txXfrm>
    </dsp:sp>
    <dsp:sp modelId="{8BA80FDA-357D-4628-B28C-52B661E0995A}">
      <dsp:nvSpPr>
        <dsp:cNvPr id="0" name=""/>
        <dsp:cNvSpPr/>
      </dsp:nvSpPr>
      <dsp:spPr>
        <a:xfrm>
          <a:off x="4114800" y="0"/>
          <a:ext cx="4114800" cy="2286000"/>
        </a:xfrm>
        <a:prstGeom prst="round1Rect">
          <a:avLst/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Multiple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Regression</a:t>
          </a:r>
        </a:p>
      </dsp:txBody>
      <dsp:txXfrm>
        <a:off x="4114800" y="0"/>
        <a:ext cx="4114800" cy="1714500"/>
      </dsp:txXfrm>
    </dsp:sp>
    <dsp:sp modelId="{8CA5AEA3-27E8-4182-B68A-D33BC036ED01}">
      <dsp:nvSpPr>
        <dsp:cNvPr id="0" name=""/>
        <dsp:cNvSpPr/>
      </dsp:nvSpPr>
      <dsp:spPr>
        <a:xfrm rot="10800000">
          <a:off x="0" y="2286000"/>
          <a:ext cx="4114800" cy="2286000"/>
        </a:xfrm>
        <a:prstGeom prst="round1Rect">
          <a:avLst/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Linear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Regression</a:t>
          </a:r>
        </a:p>
      </dsp:txBody>
      <dsp:txXfrm rot="10800000">
        <a:off x="0" y="2857500"/>
        <a:ext cx="4114800" cy="1714500"/>
      </dsp:txXfrm>
    </dsp:sp>
    <dsp:sp modelId="{FDEB3F9F-FADC-4A4D-9DD5-F897C6AF6370}">
      <dsp:nvSpPr>
        <dsp:cNvPr id="0" name=""/>
        <dsp:cNvSpPr/>
      </dsp:nvSpPr>
      <dsp:spPr>
        <a:xfrm rot="5400000">
          <a:off x="5029199" y="1371600"/>
          <a:ext cx="2286000" cy="4114800"/>
        </a:xfrm>
        <a:prstGeom prst="round1Rect">
          <a:avLst/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Nonlinear 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Regression</a:t>
          </a:r>
        </a:p>
      </dsp:txBody>
      <dsp:txXfrm rot="-5400000">
        <a:off x="4114799" y="2857500"/>
        <a:ext cx="4114800" cy="1714500"/>
      </dsp:txXfrm>
    </dsp:sp>
    <dsp:sp modelId="{0BC15D81-A538-484D-945C-D714018D5448}">
      <dsp:nvSpPr>
        <dsp:cNvPr id="0" name=""/>
        <dsp:cNvSpPr/>
      </dsp:nvSpPr>
      <dsp:spPr>
        <a:xfrm>
          <a:off x="2880359" y="1714500"/>
          <a:ext cx="2468880" cy="1143000"/>
        </a:xfrm>
        <a:prstGeom prst="roundRect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rgbClr val="002060"/>
              </a:solidFill>
            </a:rPr>
            <a:t>Types of Regression</a:t>
          </a:r>
        </a:p>
      </dsp:txBody>
      <dsp:txXfrm>
        <a:off x="2936156" y="1770297"/>
        <a:ext cx="2357286" cy="103140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C3C07-ABA9-48F2-83DF-D8E821ACC495}">
      <dsp:nvSpPr>
        <dsp:cNvPr id="0" name=""/>
        <dsp:cNvSpPr/>
      </dsp:nvSpPr>
      <dsp:spPr>
        <a:xfrm>
          <a:off x="0" y="0"/>
          <a:ext cx="4225574" cy="4572000"/>
        </a:xfrm>
        <a:prstGeom prst="pentagon">
          <a:avLst/>
        </a:prstGeom>
        <a:solidFill>
          <a:srgbClr val="B8474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Line of Regression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of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IN" sz="4000" b="1" i="0" kern="1200" dirty="0" smtClean="0">
                  <a:latin typeface="Cambria Math" panose="02040503050406030204" pitchFamily="18" charset="0"/>
                </a:rPr>
                <m:t>𝐘</m:t>
              </m:r>
            </m:oMath>
          </a14:m>
          <a:r>
            <a:rPr lang="en-US" sz="4000" b="1" kern="1200" dirty="0"/>
            <a:t> on </a:t>
          </a:r>
          <a14:m xmlns:a14="http://schemas.microsoft.com/office/drawing/2010/main">
            <m:oMath xmlns:m="http://schemas.openxmlformats.org/officeDocument/2006/math">
              <m:r>
                <a:rPr lang="en-IN" sz="4000" b="1" i="0" kern="1200" dirty="0" smtClean="0">
                  <a:latin typeface="Cambria Math" panose="02040503050406030204" pitchFamily="18" charset="0"/>
                </a:rPr>
                <m:t>𝐗</m:t>
              </m:r>
            </m:oMath>
          </a14:m>
          <a:endParaRPr lang="en-US" sz="4000" b="1" i="0" kern="1200" dirty="0"/>
        </a:p>
      </dsp:txBody>
      <dsp:txXfrm>
        <a:off x="807016" y="1079300"/>
        <a:ext cx="2611542" cy="3492688"/>
      </dsp:txXfrm>
    </dsp:sp>
    <dsp:sp modelId="{A73A69B8-EA3A-43EC-9740-845C298FB65E}">
      <dsp:nvSpPr>
        <dsp:cNvPr id="0" name=""/>
        <dsp:cNvSpPr/>
      </dsp:nvSpPr>
      <dsp:spPr>
        <a:xfrm>
          <a:off x="4914792" y="0"/>
          <a:ext cx="4225574" cy="4572000"/>
        </a:xfrm>
        <a:prstGeom prst="pentagon">
          <a:avLst/>
        </a:prstGeom>
        <a:solidFill>
          <a:srgbClr val="FF9801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Line of Regression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of</a:t>
          </a:r>
        </a:p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r>
                <a:rPr lang="en-IN" sz="4000" b="1" i="0" kern="1200" dirty="0" smtClean="0">
                  <a:latin typeface="Cambria Math" panose="02040503050406030204" pitchFamily="18" charset="0"/>
                </a:rPr>
                <m:t>𝐗</m:t>
              </m:r>
            </m:oMath>
          </a14:m>
          <a:r>
            <a:rPr lang="en-US" sz="4000" b="1" kern="1200" dirty="0"/>
            <a:t> on </a:t>
          </a:r>
          <a14:m xmlns:a14="http://schemas.microsoft.com/office/drawing/2010/main">
            <m:oMath xmlns:m="http://schemas.openxmlformats.org/officeDocument/2006/math">
              <m:r>
                <a:rPr lang="en-IN" sz="4000" b="1" i="0" kern="1200" dirty="0" smtClean="0">
                  <a:latin typeface="Cambria Math" panose="02040503050406030204" pitchFamily="18" charset="0"/>
                </a:rPr>
                <m:t>𝐘</m:t>
              </m:r>
            </m:oMath>
          </a14:m>
          <a:endParaRPr lang="en-US" sz="4000" b="1" i="0" kern="1200" dirty="0"/>
        </a:p>
      </dsp:txBody>
      <dsp:txXfrm>
        <a:off x="5721808" y="1079300"/>
        <a:ext cx="2611542" cy="349268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14578" y="0"/>
          <a:ext cx="2800212" cy="12973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Mode</a:t>
          </a:r>
        </a:p>
      </dsp:txBody>
      <dsp:txXfrm>
        <a:off x="52576" y="37998"/>
        <a:ext cx="2724216" cy="1221340"/>
      </dsp:txXfrm>
    </dsp:sp>
    <dsp:sp modelId="{44BA6F07-9809-453E-B5B3-AB636F82DB9E}">
      <dsp:nvSpPr>
        <dsp:cNvPr id="0" name=""/>
        <dsp:cNvSpPr/>
      </dsp:nvSpPr>
      <dsp:spPr>
        <a:xfrm>
          <a:off x="3094811" y="301441"/>
          <a:ext cx="593644" cy="694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3094811" y="440331"/>
        <a:ext cx="415551" cy="416672"/>
      </dsp:txXfrm>
    </dsp:sp>
    <dsp:sp modelId="{C1D3A877-193E-433E-996E-DE3797C7F529}">
      <dsp:nvSpPr>
        <dsp:cNvPr id="0" name=""/>
        <dsp:cNvSpPr/>
      </dsp:nvSpPr>
      <dsp:spPr>
        <a:xfrm>
          <a:off x="3934875" y="0"/>
          <a:ext cx="2800212" cy="1297336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</a:rPr>
            <a:t>Press 3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  <a:sym typeface="Wingdings" panose="05000000000000000000" pitchFamily="2" charset="2"/>
            </a:rPr>
            <a:t> </a:t>
          </a:r>
          <a:r>
            <a:rPr lang="en-US" sz="3600" b="1" kern="1200" dirty="0"/>
            <a:t>Reg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3972873" y="37998"/>
        <a:ext cx="2724216" cy="1221340"/>
      </dsp:txXfrm>
    </dsp:sp>
    <dsp:sp modelId="{98B97CCD-AFF1-49BB-8170-C62165E0F732}">
      <dsp:nvSpPr>
        <dsp:cNvPr id="0" name=""/>
        <dsp:cNvSpPr/>
      </dsp:nvSpPr>
      <dsp:spPr>
        <a:xfrm>
          <a:off x="7015108" y="301441"/>
          <a:ext cx="593644" cy="6944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015108" y="440331"/>
        <a:ext cx="415551" cy="416672"/>
      </dsp:txXfrm>
    </dsp:sp>
    <dsp:sp modelId="{75494D80-AAE1-44AB-A5A1-D4E336C9A241}">
      <dsp:nvSpPr>
        <dsp:cNvPr id="0" name=""/>
        <dsp:cNvSpPr/>
      </dsp:nvSpPr>
      <dsp:spPr>
        <a:xfrm>
          <a:off x="7855172" y="668"/>
          <a:ext cx="2800212" cy="12959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</a:rPr>
            <a:t>Press 1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rgbClr val="FFFF00"/>
              </a:solidFill>
              <a:sym typeface="Wingdings" panose="05000000000000000000" pitchFamily="2" charset="2"/>
            </a:rPr>
            <a:t> </a:t>
          </a:r>
          <a:r>
            <a:rPr lang="en-US" sz="3600" b="1" kern="1200" dirty="0"/>
            <a:t>Lin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7893131" y="38627"/>
        <a:ext cx="2724294" cy="122008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9894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1</a:t>
          </a:r>
          <a:r>
            <a:rPr lang="en-US" sz="2800" b="1" kern="1200" baseline="30000" dirty="0"/>
            <a:t>st</a:t>
          </a:r>
          <a:r>
            <a:rPr lang="en-US" sz="2800" b="1" kern="1200" dirty="0"/>
            <a:t>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𝐗</m:t>
              </m:r>
            </m:oMath>
          </a14:m>
          <a:endParaRPr lang="en-US" sz="2800" b="1" i="0" kern="1200" dirty="0"/>
        </a:p>
      </dsp:txBody>
      <dsp:txXfrm>
        <a:off x="36676" y="72502"/>
        <a:ext cx="1994546" cy="860835"/>
      </dsp:txXfrm>
    </dsp:sp>
    <dsp:sp modelId="{44BA6F07-9809-453E-B5B3-AB636F82DB9E}">
      <dsp:nvSpPr>
        <dsp:cNvPr id="0" name=""/>
        <dsp:cNvSpPr/>
      </dsp:nvSpPr>
      <dsp:spPr>
        <a:xfrm>
          <a:off x="226281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62815" y="350540"/>
        <a:ext cx="303939" cy="304759"/>
      </dsp:txXfrm>
    </dsp:sp>
    <dsp:sp modelId="{C1D3A877-193E-433E-996E-DE3797C7F529}">
      <dsp:nvSpPr>
        <dsp:cNvPr id="0" name=""/>
        <dsp:cNvSpPr/>
      </dsp:nvSpPr>
      <dsp:spPr>
        <a:xfrm>
          <a:off x="287724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,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2904030" y="72502"/>
        <a:ext cx="1994546" cy="860835"/>
      </dsp:txXfrm>
    </dsp:sp>
    <dsp:sp modelId="{98B97CCD-AFF1-49BB-8170-C62165E0F732}">
      <dsp:nvSpPr>
        <dsp:cNvPr id="0" name=""/>
        <dsp:cNvSpPr/>
      </dsp:nvSpPr>
      <dsp:spPr>
        <a:xfrm>
          <a:off x="5130170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30170" y="350540"/>
        <a:ext cx="303939" cy="304759"/>
      </dsp:txXfrm>
    </dsp:sp>
    <dsp:sp modelId="{75494D80-AAE1-44AB-A5A1-D4E336C9A241}">
      <dsp:nvSpPr>
        <dsp:cNvPr id="0" name=""/>
        <dsp:cNvSpPr/>
      </dsp:nvSpPr>
      <dsp:spPr>
        <a:xfrm>
          <a:off x="5744603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1</a:t>
          </a:r>
          <a:r>
            <a:rPr lang="en-US" sz="2800" b="1" kern="1200" baseline="30000" dirty="0"/>
            <a:t>st</a:t>
          </a:r>
          <a:r>
            <a:rPr lang="en-US" sz="2800" b="1" kern="1200" dirty="0"/>
            <a:t>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𝐘</m:t>
              </m:r>
            </m:oMath>
          </a14:m>
          <a:endParaRPr lang="en-US" sz="2800" b="1" i="0" kern="1200" dirty="0">
            <a:solidFill>
              <a:srgbClr val="FFFF00"/>
            </a:solidFill>
          </a:endParaRPr>
        </a:p>
      </dsp:txBody>
      <dsp:txXfrm>
        <a:off x="5771385" y="72502"/>
        <a:ext cx="1994546" cy="860835"/>
      </dsp:txXfrm>
    </dsp:sp>
    <dsp:sp modelId="{2C8919B2-9A29-4B7C-B580-1CADFBED59E0}">
      <dsp:nvSpPr>
        <dsp:cNvPr id="0" name=""/>
        <dsp:cNvSpPr/>
      </dsp:nvSpPr>
      <dsp:spPr>
        <a:xfrm>
          <a:off x="799752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997525" y="350540"/>
        <a:ext cx="303939" cy="304759"/>
      </dsp:txXfrm>
    </dsp:sp>
    <dsp:sp modelId="{FF7AE4D5-99CD-430E-997C-4D9624DA75B6}">
      <dsp:nvSpPr>
        <dsp:cNvPr id="0" name=""/>
        <dsp:cNvSpPr/>
      </dsp:nvSpPr>
      <dsp:spPr>
        <a:xfrm>
          <a:off x="861195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bg1"/>
              </a:solidFill>
            </a:rPr>
            <a:t>M+</a:t>
          </a:r>
        </a:p>
      </dsp:txBody>
      <dsp:txXfrm>
        <a:off x="8638740" y="72502"/>
        <a:ext cx="1994546" cy="86083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9894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2</a:t>
          </a:r>
          <a:r>
            <a:rPr lang="en-US" sz="2800" b="1" kern="1200" baseline="30000" dirty="0"/>
            <a:t>nd</a:t>
          </a:r>
          <a:r>
            <a:rPr lang="en-US" sz="2800" b="1" kern="1200" dirty="0"/>
            <a:t>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𝐗</m:t>
              </m:r>
            </m:oMath>
          </a14:m>
          <a:endParaRPr lang="en-US" sz="2800" b="1" kern="1200" dirty="0"/>
        </a:p>
      </dsp:txBody>
      <dsp:txXfrm>
        <a:off x="36676" y="72502"/>
        <a:ext cx="1994546" cy="860835"/>
      </dsp:txXfrm>
    </dsp:sp>
    <dsp:sp modelId="{44BA6F07-9809-453E-B5B3-AB636F82DB9E}">
      <dsp:nvSpPr>
        <dsp:cNvPr id="0" name=""/>
        <dsp:cNvSpPr/>
      </dsp:nvSpPr>
      <dsp:spPr>
        <a:xfrm>
          <a:off x="226281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62815" y="350540"/>
        <a:ext cx="303939" cy="304759"/>
      </dsp:txXfrm>
    </dsp:sp>
    <dsp:sp modelId="{C1D3A877-193E-433E-996E-DE3797C7F529}">
      <dsp:nvSpPr>
        <dsp:cNvPr id="0" name=""/>
        <dsp:cNvSpPr/>
      </dsp:nvSpPr>
      <dsp:spPr>
        <a:xfrm>
          <a:off x="287724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,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2904030" y="72502"/>
        <a:ext cx="1994546" cy="860835"/>
      </dsp:txXfrm>
    </dsp:sp>
    <dsp:sp modelId="{98B97CCD-AFF1-49BB-8170-C62165E0F732}">
      <dsp:nvSpPr>
        <dsp:cNvPr id="0" name=""/>
        <dsp:cNvSpPr/>
      </dsp:nvSpPr>
      <dsp:spPr>
        <a:xfrm>
          <a:off x="5130170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30170" y="350540"/>
        <a:ext cx="303939" cy="304759"/>
      </dsp:txXfrm>
    </dsp:sp>
    <dsp:sp modelId="{75494D80-AAE1-44AB-A5A1-D4E336C9A241}">
      <dsp:nvSpPr>
        <dsp:cNvPr id="0" name=""/>
        <dsp:cNvSpPr/>
      </dsp:nvSpPr>
      <dsp:spPr>
        <a:xfrm>
          <a:off x="5744603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2</a:t>
          </a:r>
          <a:r>
            <a:rPr lang="en-US" sz="2800" b="1" kern="1200" baseline="30000" dirty="0"/>
            <a:t>nd</a:t>
          </a:r>
          <a:r>
            <a:rPr lang="en-US" sz="2800" b="1" kern="1200" dirty="0"/>
            <a:t>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𝐘</m:t>
              </m:r>
            </m:oMath>
          </a14:m>
          <a:endParaRPr lang="en-US" sz="2800" b="1" kern="1200" dirty="0">
            <a:solidFill>
              <a:srgbClr val="FFFF00"/>
            </a:solidFill>
          </a:endParaRPr>
        </a:p>
      </dsp:txBody>
      <dsp:txXfrm>
        <a:off x="5771385" y="72502"/>
        <a:ext cx="1994546" cy="860835"/>
      </dsp:txXfrm>
    </dsp:sp>
    <dsp:sp modelId="{2C8919B2-9A29-4B7C-B580-1CADFBED59E0}">
      <dsp:nvSpPr>
        <dsp:cNvPr id="0" name=""/>
        <dsp:cNvSpPr/>
      </dsp:nvSpPr>
      <dsp:spPr>
        <a:xfrm>
          <a:off x="799752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997525" y="350540"/>
        <a:ext cx="303939" cy="304759"/>
      </dsp:txXfrm>
    </dsp:sp>
    <dsp:sp modelId="{FF7AE4D5-99CD-430E-997C-4D9624DA75B6}">
      <dsp:nvSpPr>
        <dsp:cNvPr id="0" name=""/>
        <dsp:cNvSpPr/>
      </dsp:nvSpPr>
      <dsp:spPr>
        <a:xfrm>
          <a:off x="861195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bg1"/>
              </a:solidFill>
            </a:rPr>
            <a:t>M+</a:t>
          </a:r>
        </a:p>
      </dsp:txBody>
      <dsp:txXfrm>
        <a:off x="8638740" y="72502"/>
        <a:ext cx="1994546" cy="86083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9894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Last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𝐗</m:t>
              </m:r>
            </m:oMath>
          </a14:m>
          <a:endParaRPr lang="en-US" sz="2800" b="1" kern="1200" dirty="0"/>
        </a:p>
      </dsp:txBody>
      <dsp:txXfrm>
        <a:off x="36676" y="72502"/>
        <a:ext cx="1994546" cy="860835"/>
      </dsp:txXfrm>
    </dsp:sp>
    <dsp:sp modelId="{44BA6F07-9809-453E-B5B3-AB636F82DB9E}">
      <dsp:nvSpPr>
        <dsp:cNvPr id="0" name=""/>
        <dsp:cNvSpPr/>
      </dsp:nvSpPr>
      <dsp:spPr>
        <a:xfrm>
          <a:off x="226281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62815" y="350540"/>
        <a:ext cx="303939" cy="304759"/>
      </dsp:txXfrm>
    </dsp:sp>
    <dsp:sp modelId="{C1D3A877-193E-433E-996E-DE3797C7F529}">
      <dsp:nvSpPr>
        <dsp:cNvPr id="0" name=""/>
        <dsp:cNvSpPr/>
      </dsp:nvSpPr>
      <dsp:spPr>
        <a:xfrm>
          <a:off x="287724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,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2904030" y="72502"/>
        <a:ext cx="1994546" cy="860835"/>
      </dsp:txXfrm>
    </dsp:sp>
    <dsp:sp modelId="{98B97CCD-AFF1-49BB-8170-C62165E0F732}">
      <dsp:nvSpPr>
        <dsp:cNvPr id="0" name=""/>
        <dsp:cNvSpPr/>
      </dsp:nvSpPr>
      <dsp:spPr>
        <a:xfrm>
          <a:off x="5130170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30170" y="350540"/>
        <a:ext cx="303939" cy="304759"/>
      </dsp:txXfrm>
    </dsp:sp>
    <dsp:sp modelId="{75494D80-AAE1-44AB-A5A1-D4E336C9A241}">
      <dsp:nvSpPr>
        <dsp:cNvPr id="0" name=""/>
        <dsp:cNvSpPr/>
      </dsp:nvSpPr>
      <dsp:spPr>
        <a:xfrm>
          <a:off x="5744603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Last value of </a:t>
          </a:r>
          <a14:m xmlns:a14="http://schemas.microsoft.com/office/drawing/2010/main">
            <m:oMath xmlns:m="http://schemas.openxmlformats.org/officeDocument/2006/math">
              <m:r>
                <a:rPr lang="en-IN" sz="2800" b="1" i="0" kern="1200" dirty="0" smtClean="0">
                  <a:latin typeface="Cambria Math" panose="02040503050406030204" pitchFamily="18" charset="0"/>
                </a:rPr>
                <m:t>𝐘</m:t>
              </m:r>
            </m:oMath>
          </a14:m>
          <a:endParaRPr lang="en-US" sz="2800" b="1" kern="1200" dirty="0">
            <a:solidFill>
              <a:srgbClr val="FFFF00"/>
            </a:solidFill>
          </a:endParaRPr>
        </a:p>
      </dsp:txBody>
      <dsp:txXfrm>
        <a:off x="5771385" y="72502"/>
        <a:ext cx="1994546" cy="860835"/>
      </dsp:txXfrm>
    </dsp:sp>
    <dsp:sp modelId="{2C8919B2-9A29-4B7C-B580-1CADFBED59E0}">
      <dsp:nvSpPr>
        <dsp:cNvPr id="0" name=""/>
        <dsp:cNvSpPr/>
      </dsp:nvSpPr>
      <dsp:spPr>
        <a:xfrm>
          <a:off x="799752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997525" y="350540"/>
        <a:ext cx="303939" cy="304759"/>
      </dsp:txXfrm>
    </dsp:sp>
    <dsp:sp modelId="{FF7AE4D5-99CD-430E-997C-4D9624DA75B6}">
      <dsp:nvSpPr>
        <dsp:cNvPr id="0" name=""/>
        <dsp:cNvSpPr/>
      </dsp:nvSpPr>
      <dsp:spPr>
        <a:xfrm>
          <a:off x="861195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bg1"/>
              </a:solidFill>
            </a:rPr>
            <a:t>M+</a:t>
          </a:r>
        </a:p>
      </dsp:txBody>
      <dsp:txXfrm>
        <a:off x="8638740" y="72502"/>
        <a:ext cx="1994546" cy="86083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0" y="0"/>
          <a:ext cx="1833685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29460" y="29460"/>
        <a:ext cx="1774765" cy="946920"/>
      </dsp:txXfrm>
    </dsp:sp>
    <dsp:sp modelId="{44BA6F07-9809-453E-B5B3-AB636F82DB9E}">
      <dsp:nvSpPr>
        <dsp:cNvPr id="0" name=""/>
        <dsp:cNvSpPr/>
      </dsp:nvSpPr>
      <dsp:spPr>
        <a:xfrm>
          <a:off x="2015309" y="280739"/>
          <a:ext cx="385041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015309" y="369611"/>
        <a:ext cx="269529" cy="266616"/>
      </dsp:txXfrm>
    </dsp:sp>
    <dsp:sp modelId="{C1D3A877-193E-433E-996E-DE3797C7F529}">
      <dsp:nvSpPr>
        <dsp:cNvPr id="0" name=""/>
        <dsp:cNvSpPr/>
      </dsp:nvSpPr>
      <dsp:spPr>
        <a:xfrm>
          <a:off x="2560179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511864"/>
            <a:satOff val="-10331"/>
            <a:lumOff val="-7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</a:t>
          </a:r>
        </a:p>
      </dsp:txBody>
      <dsp:txXfrm>
        <a:off x="2589639" y="29460"/>
        <a:ext cx="1732856" cy="946920"/>
      </dsp:txXfrm>
    </dsp:sp>
    <dsp:sp modelId="{98B97CCD-AFF1-49BB-8170-C62165E0F732}">
      <dsp:nvSpPr>
        <dsp:cNvPr id="0" name=""/>
        <dsp:cNvSpPr/>
      </dsp:nvSpPr>
      <dsp:spPr>
        <a:xfrm>
          <a:off x="4531133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4531133" y="369611"/>
        <a:ext cx="265899" cy="266616"/>
      </dsp:txXfrm>
    </dsp:sp>
    <dsp:sp modelId="{A7280906-DE55-492D-B5CB-040475BA6CF7}">
      <dsp:nvSpPr>
        <dsp:cNvPr id="0" name=""/>
        <dsp:cNvSpPr/>
      </dsp:nvSpPr>
      <dsp:spPr>
        <a:xfrm>
          <a:off x="5068666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Right side            1 times</a:t>
          </a:r>
        </a:p>
      </dsp:txBody>
      <dsp:txXfrm>
        <a:off x="5098126" y="29460"/>
        <a:ext cx="1732856" cy="946920"/>
      </dsp:txXfrm>
    </dsp:sp>
    <dsp:sp modelId="{EE278DE9-2FD7-4E9F-964F-D06A7AEA7EF1}">
      <dsp:nvSpPr>
        <dsp:cNvPr id="0" name=""/>
        <dsp:cNvSpPr/>
      </dsp:nvSpPr>
      <dsp:spPr>
        <a:xfrm>
          <a:off x="7039620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1" kern="1200"/>
        </a:p>
      </dsp:txBody>
      <dsp:txXfrm>
        <a:off x="7039620" y="369611"/>
        <a:ext cx="265899" cy="266616"/>
      </dsp:txXfrm>
    </dsp:sp>
    <dsp:sp modelId="{F2D91B32-5FAB-464F-AFF0-3061A61BCF77}">
      <dsp:nvSpPr>
        <dsp:cNvPr id="0" name=""/>
        <dsp:cNvSpPr/>
      </dsp:nvSpPr>
      <dsp:spPr>
        <a:xfrm>
          <a:off x="7577153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535592"/>
            <a:satOff val="-30993"/>
            <a:lumOff val="-23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Press 1</a:t>
          </a:r>
        </a:p>
      </dsp:txBody>
      <dsp:txXfrm>
        <a:off x="7606613" y="29460"/>
        <a:ext cx="1732856" cy="946920"/>
      </dsp:txXfrm>
    </dsp:sp>
    <dsp:sp modelId="{F529AC4C-6940-442E-AD90-CB16FE443101}">
      <dsp:nvSpPr>
        <dsp:cNvPr id="0" name=""/>
        <dsp:cNvSpPr/>
      </dsp:nvSpPr>
      <dsp:spPr>
        <a:xfrm>
          <a:off x="9548107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9548107" y="369611"/>
        <a:ext cx="265899" cy="266616"/>
      </dsp:txXfrm>
    </dsp:sp>
    <dsp:sp modelId="{5627E902-CF83-4687-B9C6-4920488473F8}">
      <dsp:nvSpPr>
        <dsp:cNvPr id="0" name=""/>
        <dsp:cNvSpPr/>
      </dsp:nvSpPr>
      <dsp:spPr>
        <a:xfrm>
          <a:off x="10085640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10115100" y="29460"/>
        <a:ext cx="1732856" cy="94692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0" y="0"/>
          <a:ext cx="1833685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29460" y="29460"/>
        <a:ext cx="1774765" cy="946920"/>
      </dsp:txXfrm>
    </dsp:sp>
    <dsp:sp modelId="{44BA6F07-9809-453E-B5B3-AB636F82DB9E}">
      <dsp:nvSpPr>
        <dsp:cNvPr id="0" name=""/>
        <dsp:cNvSpPr/>
      </dsp:nvSpPr>
      <dsp:spPr>
        <a:xfrm>
          <a:off x="2015309" y="280739"/>
          <a:ext cx="385041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015309" y="369611"/>
        <a:ext cx="269529" cy="266616"/>
      </dsp:txXfrm>
    </dsp:sp>
    <dsp:sp modelId="{C1D3A877-193E-433E-996E-DE3797C7F529}">
      <dsp:nvSpPr>
        <dsp:cNvPr id="0" name=""/>
        <dsp:cNvSpPr/>
      </dsp:nvSpPr>
      <dsp:spPr>
        <a:xfrm>
          <a:off x="2560179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511864"/>
            <a:satOff val="-10331"/>
            <a:lumOff val="-7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</a:t>
          </a:r>
        </a:p>
      </dsp:txBody>
      <dsp:txXfrm>
        <a:off x="2589639" y="29460"/>
        <a:ext cx="1732856" cy="946920"/>
      </dsp:txXfrm>
    </dsp:sp>
    <dsp:sp modelId="{98B97CCD-AFF1-49BB-8170-C62165E0F732}">
      <dsp:nvSpPr>
        <dsp:cNvPr id="0" name=""/>
        <dsp:cNvSpPr/>
      </dsp:nvSpPr>
      <dsp:spPr>
        <a:xfrm>
          <a:off x="4531133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4531133" y="369611"/>
        <a:ext cx="265899" cy="266616"/>
      </dsp:txXfrm>
    </dsp:sp>
    <dsp:sp modelId="{A7280906-DE55-492D-B5CB-040475BA6CF7}">
      <dsp:nvSpPr>
        <dsp:cNvPr id="0" name=""/>
        <dsp:cNvSpPr/>
      </dsp:nvSpPr>
      <dsp:spPr>
        <a:xfrm>
          <a:off x="5068666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Right side            1 times</a:t>
          </a:r>
        </a:p>
      </dsp:txBody>
      <dsp:txXfrm>
        <a:off x="5098126" y="29460"/>
        <a:ext cx="1732856" cy="946920"/>
      </dsp:txXfrm>
    </dsp:sp>
    <dsp:sp modelId="{EE278DE9-2FD7-4E9F-964F-D06A7AEA7EF1}">
      <dsp:nvSpPr>
        <dsp:cNvPr id="0" name=""/>
        <dsp:cNvSpPr/>
      </dsp:nvSpPr>
      <dsp:spPr>
        <a:xfrm>
          <a:off x="7039620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1" kern="1200"/>
        </a:p>
      </dsp:txBody>
      <dsp:txXfrm>
        <a:off x="7039620" y="369611"/>
        <a:ext cx="265899" cy="266616"/>
      </dsp:txXfrm>
    </dsp:sp>
    <dsp:sp modelId="{F2D91B32-5FAB-464F-AFF0-3061A61BCF77}">
      <dsp:nvSpPr>
        <dsp:cNvPr id="0" name=""/>
        <dsp:cNvSpPr/>
      </dsp:nvSpPr>
      <dsp:spPr>
        <a:xfrm>
          <a:off x="7577153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535592"/>
            <a:satOff val="-30993"/>
            <a:lumOff val="-23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Press 2</a:t>
          </a:r>
        </a:p>
      </dsp:txBody>
      <dsp:txXfrm>
        <a:off x="7606613" y="29460"/>
        <a:ext cx="1732856" cy="946920"/>
      </dsp:txXfrm>
    </dsp:sp>
    <dsp:sp modelId="{F529AC4C-6940-442E-AD90-CB16FE443101}">
      <dsp:nvSpPr>
        <dsp:cNvPr id="0" name=""/>
        <dsp:cNvSpPr/>
      </dsp:nvSpPr>
      <dsp:spPr>
        <a:xfrm>
          <a:off x="9548107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9548107" y="369611"/>
        <a:ext cx="265899" cy="266616"/>
      </dsp:txXfrm>
    </dsp:sp>
    <dsp:sp modelId="{5627E902-CF83-4687-B9C6-4920488473F8}">
      <dsp:nvSpPr>
        <dsp:cNvPr id="0" name=""/>
        <dsp:cNvSpPr/>
      </dsp:nvSpPr>
      <dsp:spPr>
        <a:xfrm>
          <a:off x="10085640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10115100" y="29460"/>
        <a:ext cx="1732856" cy="94692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0" y="0"/>
          <a:ext cx="1833685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29460" y="29460"/>
        <a:ext cx="1774765" cy="946920"/>
      </dsp:txXfrm>
    </dsp:sp>
    <dsp:sp modelId="{44BA6F07-9809-453E-B5B3-AB636F82DB9E}">
      <dsp:nvSpPr>
        <dsp:cNvPr id="0" name=""/>
        <dsp:cNvSpPr/>
      </dsp:nvSpPr>
      <dsp:spPr>
        <a:xfrm>
          <a:off x="2015309" y="280739"/>
          <a:ext cx="385041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015309" y="369611"/>
        <a:ext cx="269529" cy="266616"/>
      </dsp:txXfrm>
    </dsp:sp>
    <dsp:sp modelId="{C1D3A877-193E-433E-996E-DE3797C7F529}">
      <dsp:nvSpPr>
        <dsp:cNvPr id="0" name=""/>
        <dsp:cNvSpPr/>
      </dsp:nvSpPr>
      <dsp:spPr>
        <a:xfrm>
          <a:off x="2560179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511864"/>
            <a:satOff val="-10331"/>
            <a:lumOff val="-7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</a:t>
          </a:r>
        </a:p>
      </dsp:txBody>
      <dsp:txXfrm>
        <a:off x="2589639" y="29460"/>
        <a:ext cx="1732856" cy="946920"/>
      </dsp:txXfrm>
    </dsp:sp>
    <dsp:sp modelId="{98B97CCD-AFF1-49BB-8170-C62165E0F732}">
      <dsp:nvSpPr>
        <dsp:cNvPr id="0" name=""/>
        <dsp:cNvSpPr/>
      </dsp:nvSpPr>
      <dsp:spPr>
        <a:xfrm>
          <a:off x="4531133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4531133" y="369611"/>
        <a:ext cx="265899" cy="266616"/>
      </dsp:txXfrm>
    </dsp:sp>
    <dsp:sp modelId="{A7280906-DE55-492D-B5CB-040475BA6CF7}">
      <dsp:nvSpPr>
        <dsp:cNvPr id="0" name=""/>
        <dsp:cNvSpPr/>
      </dsp:nvSpPr>
      <dsp:spPr>
        <a:xfrm>
          <a:off x="5068666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Right side            2 times</a:t>
          </a:r>
        </a:p>
      </dsp:txBody>
      <dsp:txXfrm>
        <a:off x="5098126" y="29460"/>
        <a:ext cx="1732856" cy="946920"/>
      </dsp:txXfrm>
    </dsp:sp>
    <dsp:sp modelId="{EE278DE9-2FD7-4E9F-964F-D06A7AEA7EF1}">
      <dsp:nvSpPr>
        <dsp:cNvPr id="0" name=""/>
        <dsp:cNvSpPr/>
      </dsp:nvSpPr>
      <dsp:spPr>
        <a:xfrm>
          <a:off x="7039620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1" kern="1200"/>
        </a:p>
      </dsp:txBody>
      <dsp:txXfrm>
        <a:off x="7039620" y="369611"/>
        <a:ext cx="265899" cy="266616"/>
      </dsp:txXfrm>
    </dsp:sp>
    <dsp:sp modelId="{F2D91B32-5FAB-464F-AFF0-3061A61BCF77}">
      <dsp:nvSpPr>
        <dsp:cNvPr id="0" name=""/>
        <dsp:cNvSpPr/>
      </dsp:nvSpPr>
      <dsp:spPr>
        <a:xfrm>
          <a:off x="7577153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535592"/>
            <a:satOff val="-30993"/>
            <a:lumOff val="-23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Press 3</a:t>
          </a:r>
        </a:p>
      </dsp:txBody>
      <dsp:txXfrm>
        <a:off x="7606613" y="29460"/>
        <a:ext cx="1732856" cy="946920"/>
      </dsp:txXfrm>
    </dsp:sp>
    <dsp:sp modelId="{F529AC4C-6940-442E-AD90-CB16FE443101}">
      <dsp:nvSpPr>
        <dsp:cNvPr id="0" name=""/>
        <dsp:cNvSpPr/>
      </dsp:nvSpPr>
      <dsp:spPr>
        <a:xfrm>
          <a:off x="9548107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9548107" y="369611"/>
        <a:ext cx="265899" cy="266616"/>
      </dsp:txXfrm>
    </dsp:sp>
    <dsp:sp modelId="{5627E902-CF83-4687-B9C6-4920488473F8}">
      <dsp:nvSpPr>
        <dsp:cNvPr id="0" name=""/>
        <dsp:cNvSpPr/>
      </dsp:nvSpPr>
      <dsp:spPr>
        <a:xfrm>
          <a:off x="10085640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10115100" y="29460"/>
        <a:ext cx="1732856" cy="94692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0" y="0"/>
          <a:ext cx="1833685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29460" y="29460"/>
        <a:ext cx="1774765" cy="946920"/>
      </dsp:txXfrm>
    </dsp:sp>
    <dsp:sp modelId="{44BA6F07-9809-453E-B5B3-AB636F82DB9E}">
      <dsp:nvSpPr>
        <dsp:cNvPr id="0" name=""/>
        <dsp:cNvSpPr/>
      </dsp:nvSpPr>
      <dsp:spPr>
        <a:xfrm>
          <a:off x="2015309" y="280739"/>
          <a:ext cx="385041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015309" y="369611"/>
        <a:ext cx="269529" cy="266616"/>
      </dsp:txXfrm>
    </dsp:sp>
    <dsp:sp modelId="{C1D3A877-193E-433E-996E-DE3797C7F529}">
      <dsp:nvSpPr>
        <dsp:cNvPr id="0" name=""/>
        <dsp:cNvSpPr/>
      </dsp:nvSpPr>
      <dsp:spPr>
        <a:xfrm>
          <a:off x="2560179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511864"/>
            <a:satOff val="-10331"/>
            <a:lumOff val="-7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</a:t>
          </a:r>
        </a:p>
      </dsp:txBody>
      <dsp:txXfrm>
        <a:off x="2589639" y="29460"/>
        <a:ext cx="1732856" cy="946920"/>
      </dsp:txXfrm>
    </dsp:sp>
    <dsp:sp modelId="{98B97CCD-AFF1-49BB-8170-C62165E0F732}">
      <dsp:nvSpPr>
        <dsp:cNvPr id="0" name=""/>
        <dsp:cNvSpPr/>
      </dsp:nvSpPr>
      <dsp:spPr>
        <a:xfrm>
          <a:off x="4531133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4531133" y="369611"/>
        <a:ext cx="265899" cy="266616"/>
      </dsp:txXfrm>
    </dsp:sp>
    <dsp:sp modelId="{A7280906-DE55-492D-B5CB-040475BA6CF7}">
      <dsp:nvSpPr>
        <dsp:cNvPr id="0" name=""/>
        <dsp:cNvSpPr/>
      </dsp:nvSpPr>
      <dsp:spPr>
        <a:xfrm>
          <a:off x="5068666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Right side            2 times</a:t>
          </a:r>
        </a:p>
      </dsp:txBody>
      <dsp:txXfrm>
        <a:off x="5098126" y="29460"/>
        <a:ext cx="1732856" cy="946920"/>
      </dsp:txXfrm>
    </dsp:sp>
    <dsp:sp modelId="{EE278DE9-2FD7-4E9F-964F-D06A7AEA7EF1}">
      <dsp:nvSpPr>
        <dsp:cNvPr id="0" name=""/>
        <dsp:cNvSpPr/>
      </dsp:nvSpPr>
      <dsp:spPr>
        <a:xfrm>
          <a:off x="7039620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1" kern="1200"/>
        </a:p>
      </dsp:txBody>
      <dsp:txXfrm>
        <a:off x="7039620" y="369611"/>
        <a:ext cx="265899" cy="266616"/>
      </dsp:txXfrm>
    </dsp:sp>
    <dsp:sp modelId="{F2D91B32-5FAB-464F-AFF0-3061A61BCF77}">
      <dsp:nvSpPr>
        <dsp:cNvPr id="0" name=""/>
        <dsp:cNvSpPr/>
      </dsp:nvSpPr>
      <dsp:spPr>
        <a:xfrm>
          <a:off x="7577153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535592"/>
            <a:satOff val="-30993"/>
            <a:lumOff val="-23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Press 1</a:t>
          </a:r>
        </a:p>
      </dsp:txBody>
      <dsp:txXfrm>
        <a:off x="7606613" y="29460"/>
        <a:ext cx="1732856" cy="946920"/>
      </dsp:txXfrm>
    </dsp:sp>
    <dsp:sp modelId="{F529AC4C-6940-442E-AD90-CB16FE443101}">
      <dsp:nvSpPr>
        <dsp:cNvPr id="0" name=""/>
        <dsp:cNvSpPr/>
      </dsp:nvSpPr>
      <dsp:spPr>
        <a:xfrm>
          <a:off x="9548107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9548107" y="369611"/>
        <a:ext cx="265899" cy="266616"/>
      </dsp:txXfrm>
    </dsp:sp>
    <dsp:sp modelId="{5627E902-CF83-4687-B9C6-4920488473F8}">
      <dsp:nvSpPr>
        <dsp:cNvPr id="0" name=""/>
        <dsp:cNvSpPr/>
      </dsp:nvSpPr>
      <dsp:spPr>
        <a:xfrm>
          <a:off x="10085640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10115100" y="29460"/>
        <a:ext cx="1732856" cy="94692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0" y="0"/>
          <a:ext cx="1833685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29460" y="29460"/>
        <a:ext cx="1774765" cy="946920"/>
      </dsp:txXfrm>
    </dsp:sp>
    <dsp:sp modelId="{44BA6F07-9809-453E-B5B3-AB636F82DB9E}">
      <dsp:nvSpPr>
        <dsp:cNvPr id="0" name=""/>
        <dsp:cNvSpPr/>
      </dsp:nvSpPr>
      <dsp:spPr>
        <a:xfrm>
          <a:off x="2015309" y="280739"/>
          <a:ext cx="385041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015309" y="369611"/>
        <a:ext cx="269529" cy="266616"/>
      </dsp:txXfrm>
    </dsp:sp>
    <dsp:sp modelId="{C1D3A877-193E-433E-996E-DE3797C7F529}">
      <dsp:nvSpPr>
        <dsp:cNvPr id="0" name=""/>
        <dsp:cNvSpPr/>
      </dsp:nvSpPr>
      <dsp:spPr>
        <a:xfrm>
          <a:off x="2560179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511864"/>
            <a:satOff val="-10331"/>
            <a:lumOff val="-7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</a:t>
          </a:r>
        </a:p>
      </dsp:txBody>
      <dsp:txXfrm>
        <a:off x="2589639" y="29460"/>
        <a:ext cx="1732856" cy="946920"/>
      </dsp:txXfrm>
    </dsp:sp>
    <dsp:sp modelId="{98B97CCD-AFF1-49BB-8170-C62165E0F732}">
      <dsp:nvSpPr>
        <dsp:cNvPr id="0" name=""/>
        <dsp:cNvSpPr/>
      </dsp:nvSpPr>
      <dsp:spPr>
        <a:xfrm>
          <a:off x="4531133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4531133" y="369611"/>
        <a:ext cx="265899" cy="266616"/>
      </dsp:txXfrm>
    </dsp:sp>
    <dsp:sp modelId="{A7280906-DE55-492D-B5CB-040475BA6CF7}">
      <dsp:nvSpPr>
        <dsp:cNvPr id="0" name=""/>
        <dsp:cNvSpPr/>
      </dsp:nvSpPr>
      <dsp:spPr>
        <a:xfrm>
          <a:off x="5068666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Right side            2 times</a:t>
          </a:r>
        </a:p>
      </dsp:txBody>
      <dsp:txXfrm>
        <a:off x="5098126" y="29460"/>
        <a:ext cx="1732856" cy="946920"/>
      </dsp:txXfrm>
    </dsp:sp>
    <dsp:sp modelId="{EE278DE9-2FD7-4E9F-964F-D06A7AEA7EF1}">
      <dsp:nvSpPr>
        <dsp:cNvPr id="0" name=""/>
        <dsp:cNvSpPr/>
      </dsp:nvSpPr>
      <dsp:spPr>
        <a:xfrm>
          <a:off x="7039620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b="1" kern="1200"/>
        </a:p>
      </dsp:txBody>
      <dsp:txXfrm>
        <a:off x="7039620" y="369611"/>
        <a:ext cx="265899" cy="266616"/>
      </dsp:txXfrm>
    </dsp:sp>
    <dsp:sp modelId="{F2D91B32-5FAB-464F-AFF0-3061A61BCF77}">
      <dsp:nvSpPr>
        <dsp:cNvPr id="0" name=""/>
        <dsp:cNvSpPr/>
      </dsp:nvSpPr>
      <dsp:spPr>
        <a:xfrm>
          <a:off x="7577153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1535592"/>
            <a:satOff val="-30993"/>
            <a:lumOff val="-23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Press 2</a:t>
          </a:r>
        </a:p>
      </dsp:txBody>
      <dsp:txXfrm>
        <a:off x="7606613" y="29460"/>
        <a:ext cx="1732856" cy="946920"/>
      </dsp:txXfrm>
    </dsp:sp>
    <dsp:sp modelId="{F529AC4C-6940-442E-AD90-CB16FE443101}">
      <dsp:nvSpPr>
        <dsp:cNvPr id="0" name=""/>
        <dsp:cNvSpPr/>
      </dsp:nvSpPr>
      <dsp:spPr>
        <a:xfrm>
          <a:off x="9548107" y="280739"/>
          <a:ext cx="379856" cy="4443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9548107" y="369611"/>
        <a:ext cx="265899" cy="266616"/>
      </dsp:txXfrm>
    </dsp:sp>
    <dsp:sp modelId="{5627E902-CF83-4687-B9C6-4920488473F8}">
      <dsp:nvSpPr>
        <dsp:cNvPr id="0" name=""/>
        <dsp:cNvSpPr/>
      </dsp:nvSpPr>
      <dsp:spPr>
        <a:xfrm>
          <a:off x="10085640" y="0"/>
          <a:ext cx="1791776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10115100" y="29460"/>
        <a:ext cx="1732856" cy="94692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5B29E-1B9F-4DEC-B79A-DC83E4149990}">
      <dsp:nvSpPr>
        <dsp:cNvPr id="0" name=""/>
        <dsp:cNvSpPr/>
      </dsp:nvSpPr>
      <dsp:spPr>
        <a:xfrm>
          <a:off x="2233035" y="836887"/>
          <a:ext cx="3366112" cy="140952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7030A0"/>
              </a:solidFill>
            </a:rPr>
            <a:t>Straight</a:t>
          </a:r>
          <a:r>
            <a:rPr lang="en-US" sz="2800" kern="1200" dirty="0">
              <a:solidFill>
                <a:srgbClr val="002060"/>
              </a:solidFill>
            </a:rPr>
            <a:t> </a:t>
          </a:r>
          <a:r>
            <a:rPr lang="en-US" sz="2800" kern="1200" dirty="0">
              <a:solidFill>
                <a:srgbClr val="7030A0"/>
              </a:solidFill>
            </a:rPr>
            <a:t>line</a:t>
          </a:r>
        </a:p>
      </dsp:txBody>
      <dsp:txXfrm>
        <a:off x="2771612" y="836887"/>
        <a:ext cx="2827534" cy="1409527"/>
      </dsp:txXfrm>
    </dsp:sp>
    <dsp:sp modelId="{469B5CA2-5F0F-4431-B59C-09710A2716AC}">
      <dsp:nvSpPr>
        <dsp:cNvPr id="0" name=""/>
        <dsp:cNvSpPr/>
      </dsp:nvSpPr>
      <dsp:spPr>
        <a:xfrm>
          <a:off x="2051669" y="2246414"/>
          <a:ext cx="3728843" cy="1409527"/>
        </a:xfrm>
        <a:prstGeom prst="rect">
          <a:avLst/>
        </a:prstGeom>
        <a:solidFill>
          <a:schemeClr val="accent5">
            <a:tint val="40000"/>
            <a:alpha val="90000"/>
            <a:hueOff val="-464057"/>
            <a:satOff val="-16234"/>
            <a:lumOff val="-109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9136" rIns="199136" bIns="19913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"/>
              </m:oMathParaPr>
              <m:oMath xmlns:m="http://schemas.openxmlformats.org/officeDocument/2006/math">
                <m:r>
                  <a:rPr lang="en-US" sz="2800" b="1" i="0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𝐲</m:t>
                </m:r>
                <m:r>
                  <a:rPr lang="en-US" sz="2800" b="1" i="0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2800" b="1" i="0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𝐚</m:t>
                </m:r>
                <m:r>
                  <a:rPr lang="en-US" sz="2800" b="1" i="0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2800" b="1" i="0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𝐛𝐱</m:t>
                </m:r>
              </m:oMath>
            </m:oMathPara>
          </a14:m>
          <a:endParaRPr lang="en-US" sz="2800" b="1" kern="1200" dirty="0">
            <a:solidFill>
              <a:srgbClr val="002060"/>
            </a:solidFill>
          </a:endParaRPr>
        </a:p>
      </dsp:txBody>
      <dsp:txXfrm>
        <a:off x="2648284" y="2246414"/>
        <a:ext cx="3132228" cy="1409527"/>
      </dsp:txXfrm>
    </dsp:sp>
    <dsp:sp modelId="{1B949808-C3B1-4B29-BC1D-7C5840D259FD}">
      <dsp:nvSpPr>
        <dsp:cNvPr id="0" name=""/>
        <dsp:cNvSpPr/>
      </dsp:nvSpPr>
      <dsp:spPr>
        <a:xfrm>
          <a:off x="977943" y="1657"/>
          <a:ext cx="2088073" cy="20880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Linear Curve</a:t>
          </a:r>
        </a:p>
      </dsp:txBody>
      <dsp:txXfrm>
        <a:off x="1283734" y="307448"/>
        <a:ext cx="1476491" cy="1476491"/>
      </dsp:txXfrm>
    </dsp:sp>
    <dsp:sp modelId="{A4221394-677D-4227-8D4A-248CECEE7FA3}">
      <dsp:nvSpPr>
        <dsp:cNvPr id="0" name=""/>
        <dsp:cNvSpPr/>
      </dsp:nvSpPr>
      <dsp:spPr>
        <a:xfrm>
          <a:off x="8049951" y="836887"/>
          <a:ext cx="3366112" cy="1409527"/>
        </a:xfrm>
        <a:prstGeom prst="rect">
          <a:avLst/>
        </a:prstGeom>
        <a:solidFill>
          <a:schemeClr val="accent5">
            <a:tint val="40000"/>
            <a:alpha val="90000"/>
            <a:hueOff val="-928113"/>
            <a:satOff val="-32467"/>
            <a:lumOff val="-219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rgbClr val="7030A0"/>
              </a:solidFill>
            </a:rPr>
            <a:t>Parabola</a:t>
          </a:r>
        </a:p>
      </dsp:txBody>
      <dsp:txXfrm>
        <a:off x="8588529" y="836887"/>
        <a:ext cx="2827534" cy="1409527"/>
      </dsp:txXfrm>
    </dsp:sp>
    <dsp:sp modelId="{3A484D1E-07BF-47BD-B8E8-A53A4AA025C1}">
      <dsp:nvSpPr>
        <dsp:cNvPr id="0" name=""/>
        <dsp:cNvSpPr/>
      </dsp:nvSpPr>
      <dsp:spPr>
        <a:xfrm>
          <a:off x="7868586" y="2246414"/>
          <a:ext cx="3728843" cy="1409527"/>
        </a:xfrm>
        <a:prstGeom prst="rect">
          <a:avLst/>
        </a:prstGeom>
        <a:solidFill>
          <a:schemeClr val="accent5">
            <a:tint val="40000"/>
            <a:alpha val="90000"/>
            <a:hueOff val="-1392170"/>
            <a:satOff val="-48701"/>
            <a:lumOff val="-329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9136" rIns="199136" bIns="199136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2800" b="1" i="1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𝐲</m:t>
                </m:r>
                <m:r>
                  <a:rPr lang="en-US" sz="2800" b="1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2800" b="1" i="1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𝐚</m:t>
                </m:r>
                <m:r>
                  <a:rPr lang="en-US" sz="2800" b="1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2800" b="1" i="1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𝐛𝐱</m:t>
                </m:r>
                <m:r>
                  <a:rPr lang="en-US" sz="2800" b="1" i="0" kern="1200" smtClean="0">
                    <a:solidFill>
                      <a:srgbClr val="002060"/>
                    </a:solidFill>
                    <a:latin typeface="Cambria Math" panose="02040503050406030204" pitchFamily="18" charset="0"/>
                  </a:rPr>
                  <m:t>+</m:t>
                </m:r>
                <m:sSup>
                  <m:sSupPr>
                    <m:ctrlPr>
                      <a:rPr lang="en-US" sz="2800" b="1" i="1" kern="12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2800" b="1" i="0" kern="12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𝐜𝐱</m:t>
                    </m:r>
                  </m:e>
                  <m:sup>
                    <m:r>
                      <a:rPr lang="en-US" sz="2800" b="1" i="0" kern="12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sup>
                </m:sSup>
              </m:oMath>
            </m:oMathPara>
          </a14:m>
          <a:endParaRPr lang="en-US" sz="2800" b="1" kern="1200" dirty="0">
            <a:solidFill>
              <a:srgbClr val="002060"/>
            </a:solidFill>
          </a:endParaRPr>
        </a:p>
      </dsp:txBody>
      <dsp:txXfrm>
        <a:off x="8465201" y="2246414"/>
        <a:ext cx="3132228" cy="1409527"/>
      </dsp:txXfrm>
    </dsp:sp>
    <dsp:sp modelId="{B3C7F712-D1F6-4F71-82C9-DAB6542BD890}">
      <dsp:nvSpPr>
        <dsp:cNvPr id="0" name=""/>
        <dsp:cNvSpPr/>
      </dsp:nvSpPr>
      <dsp:spPr>
        <a:xfrm>
          <a:off x="6794860" y="1657"/>
          <a:ext cx="2088073" cy="2088073"/>
        </a:xfrm>
        <a:prstGeom prst="ellipse">
          <a:avLst/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Quadratic</a:t>
          </a:r>
          <a:r>
            <a:rPr lang="en-US" sz="3000" kern="1200" dirty="0"/>
            <a:t> </a:t>
          </a:r>
          <a:r>
            <a:rPr lang="en-US" sz="3000" b="1" kern="1200" dirty="0"/>
            <a:t>Curve</a:t>
          </a:r>
        </a:p>
      </dsp:txBody>
      <dsp:txXfrm>
        <a:off x="7100651" y="307448"/>
        <a:ext cx="1476491" cy="147649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4688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34148" y="29460"/>
        <a:ext cx="1991192" cy="946920"/>
      </dsp:txXfrm>
    </dsp:sp>
    <dsp:sp modelId="{44BA6F07-9809-453E-B5B3-AB636F82DB9E}">
      <dsp:nvSpPr>
        <dsp:cNvPr id="0" name=""/>
        <dsp:cNvSpPr/>
      </dsp:nvSpPr>
      <dsp:spPr>
        <a:xfrm>
          <a:off x="2259812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59812" y="350391"/>
        <a:ext cx="304236" cy="305057"/>
      </dsp:txXfrm>
    </dsp:sp>
    <dsp:sp modelId="{C1D3A877-193E-433E-996E-DE3797C7F529}">
      <dsp:nvSpPr>
        <dsp:cNvPr id="0" name=""/>
        <dsp:cNvSpPr/>
      </dsp:nvSpPr>
      <dsp:spPr>
        <a:xfrm>
          <a:off x="2874846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Mode</a:t>
          </a:r>
        </a:p>
      </dsp:txBody>
      <dsp:txXfrm>
        <a:off x="2904306" y="29460"/>
        <a:ext cx="1991192" cy="946920"/>
      </dsp:txXfrm>
    </dsp:sp>
    <dsp:sp modelId="{98B97CCD-AFF1-49BB-8170-C62165E0F732}">
      <dsp:nvSpPr>
        <dsp:cNvPr id="0" name=""/>
        <dsp:cNvSpPr/>
      </dsp:nvSpPr>
      <dsp:spPr>
        <a:xfrm>
          <a:off x="5129970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29970" y="350391"/>
        <a:ext cx="304236" cy="305057"/>
      </dsp:txXfrm>
    </dsp:sp>
    <dsp:sp modelId="{75494D80-AAE1-44AB-A5A1-D4E336C9A241}">
      <dsp:nvSpPr>
        <dsp:cNvPr id="0" name=""/>
        <dsp:cNvSpPr/>
      </dsp:nvSpPr>
      <dsp:spPr>
        <a:xfrm>
          <a:off x="5745004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All</a:t>
          </a:r>
          <a:r>
            <a:rPr lang="en-US" sz="3600" b="1" kern="1200" dirty="0">
              <a:solidFill>
                <a:srgbClr val="FFFF00"/>
              </a:solidFill>
            </a:rPr>
            <a:t>(3)</a:t>
          </a:r>
        </a:p>
      </dsp:txBody>
      <dsp:txXfrm>
        <a:off x="5774464" y="29460"/>
        <a:ext cx="1991192" cy="946920"/>
      </dsp:txXfrm>
    </dsp:sp>
    <dsp:sp modelId="{2C8919B2-9A29-4B7C-B580-1CADFBED59E0}">
      <dsp:nvSpPr>
        <dsp:cNvPr id="0" name=""/>
        <dsp:cNvSpPr/>
      </dsp:nvSpPr>
      <dsp:spPr>
        <a:xfrm>
          <a:off x="8000127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8000127" y="350391"/>
        <a:ext cx="304236" cy="305057"/>
      </dsp:txXfrm>
    </dsp:sp>
    <dsp:sp modelId="{A7280906-DE55-492D-B5CB-040475BA6CF7}">
      <dsp:nvSpPr>
        <dsp:cNvPr id="0" name=""/>
        <dsp:cNvSpPr/>
      </dsp:nvSpPr>
      <dsp:spPr>
        <a:xfrm>
          <a:off x="8615161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8644621" y="29460"/>
        <a:ext cx="1991192" cy="94692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27847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Mode</a:t>
          </a:r>
        </a:p>
      </dsp:txBody>
      <dsp:txXfrm>
        <a:off x="57307" y="29460"/>
        <a:ext cx="1991192" cy="946920"/>
      </dsp:txXfrm>
    </dsp:sp>
    <dsp:sp modelId="{44BA6F07-9809-453E-B5B3-AB636F82DB9E}">
      <dsp:nvSpPr>
        <dsp:cNvPr id="0" name=""/>
        <dsp:cNvSpPr/>
      </dsp:nvSpPr>
      <dsp:spPr>
        <a:xfrm>
          <a:off x="2277181" y="248706"/>
          <a:ext cx="422350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77181" y="350391"/>
        <a:ext cx="295645" cy="305057"/>
      </dsp:txXfrm>
    </dsp:sp>
    <dsp:sp modelId="{C1D3A877-193E-433E-996E-DE3797C7F529}">
      <dsp:nvSpPr>
        <dsp:cNvPr id="0" name=""/>
        <dsp:cNvSpPr/>
      </dsp:nvSpPr>
      <dsp:spPr>
        <a:xfrm>
          <a:off x="2874846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 err="1"/>
            <a:t>Reg</a:t>
          </a:r>
          <a:r>
            <a:rPr lang="en-US" sz="3600" b="1" kern="1200" dirty="0">
              <a:solidFill>
                <a:srgbClr val="FFFF00"/>
              </a:solidFill>
            </a:rPr>
            <a:t>(3)</a:t>
          </a:r>
          <a:endParaRPr lang="en-US" sz="3600" b="1" kern="1200" dirty="0"/>
        </a:p>
      </dsp:txBody>
      <dsp:txXfrm>
        <a:off x="2904306" y="29460"/>
        <a:ext cx="1991192" cy="946920"/>
      </dsp:txXfrm>
    </dsp:sp>
    <dsp:sp modelId="{98B97CCD-AFF1-49BB-8170-C62165E0F732}">
      <dsp:nvSpPr>
        <dsp:cNvPr id="0" name=""/>
        <dsp:cNvSpPr/>
      </dsp:nvSpPr>
      <dsp:spPr>
        <a:xfrm>
          <a:off x="5129970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29970" y="350391"/>
        <a:ext cx="304236" cy="305057"/>
      </dsp:txXfrm>
    </dsp:sp>
    <dsp:sp modelId="{75494D80-AAE1-44AB-A5A1-D4E336C9A241}">
      <dsp:nvSpPr>
        <dsp:cNvPr id="0" name=""/>
        <dsp:cNvSpPr/>
      </dsp:nvSpPr>
      <dsp:spPr>
        <a:xfrm>
          <a:off x="5745004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Right side</a:t>
          </a:r>
          <a:endParaRPr lang="en-US" sz="3200" b="1" kern="1200" dirty="0">
            <a:solidFill>
              <a:srgbClr val="FFFF00"/>
            </a:solidFill>
          </a:endParaRPr>
        </a:p>
      </dsp:txBody>
      <dsp:txXfrm>
        <a:off x="5774464" y="29460"/>
        <a:ext cx="1991192" cy="946920"/>
      </dsp:txXfrm>
    </dsp:sp>
    <dsp:sp modelId="{2C8919B2-9A29-4B7C-B580-1CADFBED59E0}">
      <dsp:nvSpPr>
        <dsp:cNvPr id="0" name=""/>
        <dsp:cNvSpPr/>
      </dsp:nvSpPr>
      <dsp:spPr>
        <a:xfrm>
          <a:off x="8000127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8000127" y="350391"/>
        <a:ext cx="304236" cy="305057"/>
      </dsp:txXfrm>
    </dsp:sp>
    <dsp:sp modelId="{A7280906-DE55-492D-B5CB-040475BA6CF7}">
      <dsp:nvSpPr>
        <dsp:cNvPr id="0" name=""/>
        <dsp:cNvSpPr/>
      </dsp:nvSpPr>
      <dsp:spPr>
        <a:xfrm>
          <a:off x="8615161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Quad</a:t>
          </a:r>
          <a:r>
            <a:rPr lang="en-US" sz="3600" b="1" kern="1200" dirty="0">
              <a:solidFill>
                <a:srgbClr val="FFFF00"/>
              </a:solidFill>
            </a:rPr>
            <a:t>(3)</a:t>
          </a:r>
          <a:endParaRPr lang="en-US" sz="3600" b="1" kern="1200" dirty="0"/>
        </a:p>
      </dsp:txBody>
      <dsp:txXfrm>
        <a:off x="8644621" y="29460"/>
        <a:ext cx="1991192" cy="94692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9894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1</a:t>
          </a:r>
          <a:r>
            <a:rPr lang="en-US" sz="2800" b="1" kern="1200" baseline="30000" dirty="0"/>
            <a:t>st</a:t>
          </a:r>
          <a:r>
            <a:rPr lang="en-US" sz="2800" b="1" kern="1200" dirty="0"/>
            <a:t> value    of x</a:t>
          </a:r>
        </a:p>
      </dsp:txBody>
      <dsp:txXfrm>
        <a:off x="36676" y="72502"/>
        <a:ext cx="1994546" cy="860835"/>
      </dsp:txXfrm>
    </dsp:sp>
    <dsp:sp modelId="{44BA6F07-9809-453E-B5B3-AB636F82DB9E}">
      <dsp:nvSpPr>
        <dsp:cNvPr id="0" name=""/>
        <dsp:cNvSpPr/>
      </dsp:nvSpPr>
      <dsp:spPr>
        <a:xfrm>
          <a:off x="226281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62815" y="350540"/>
        <a:ext cx="303939" cy="304759"/>
      </dsp:txXfrm>
    </dsp:sp>
    <dsp:sp modelId="{C1D3A877-193E-433E-996E-DE3797C7F529}">
      <dsp:nvSpPr>
        <dsp:cNvPr id="0" name=""/>
        <dsp:cNvSpPr/>
      </dsp:nvSpPr>
      <dsp:spPr>
        <a:xfrm>
          <a:off x="287724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,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2904030" y="72502"/>
        <a:ext cx="1994546" cy="860835"/>
      </dsp:txXfrm>
    </dsp:sp>
    <dsp:sp modelId="{98B97CCD-AFF1-49BB-8170-C62165E0F732}">
      <dsp:nvSpPr>
        <dsp:cNvPr id="0" name=""/>
        <dsp:cNvSpPr/>
      </dsp:nvSpPr>
      <dsp:spPr>
        <a:xfrm>
          <a:off x="5130170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30170" y="350540"/>
        <a:ext cx="303939" cy="304759"/>
      </dsp:txXfrm>
    </dsp:sp>
    <dsp:sp modelId="{75494D80-AAE1-44AB-A5A1-D4E336C9A241}">
      <dsp:nvSpPr>
        <dsp:cNvPr id="0" name=""/>
        <dsp:cNvSpPr/>
      </dsp:nvSpPr>
      <dsp:spPr>
        <a:xfrm>
          <a:off x="5744603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1</a:t>
          </a:r>
          <a:r>
            <a:rPr lang="en-US" sz="2800" b="1" kern="1200" baseline="30000" dirty="0"/>
            <a:t>st</a:t>
          </a:r>
          <a:r>
            <a:rPr lang="en-US" sz="2800" b="1" kern="1200" dirty="0"/>
            <a:t> value    of y</a:t>
          </a:r>
          <a:endParaRPr lang="en-US" sz="2800" b="1" kern="1200" dirty="0">
            <a:solidFill>
              <a:srgbClr val="FFFF00"/>
            </a:solidFill>
          </a:endParaRPr>
        </a:p>
      </dsp:txBody>
      <dsp:txXfrm>
        <a:off x="5771385" y="72502"/>
        <a:ext cx="1994546" cy="860835"/>
      </dsp:txXfrm>
    </dsp:sp>
    <dsp:sp modelId="{2C8919B2-9A29-4B7C-B580-1CADFBED59E0}">
      <dsp:nvSpPr>
        <dsp:cNvPr id="0" name=""/>
        <dsp:cNvSpPr/>
      </dsp:nvSpPr>
      <dsp:spPr>
        <a:xfrm>
          <a:off x="799752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997525" y="350540"/>
        <a:ext cx="303939" cy="304759"/>
      </dsp:txXfrm>
    </dsp:sp>
    <dsp:sp modelId="{FF7AE4D5-99CD-430E-997C-4D9624DA75B6}">
      <dsp:nvSpPr>
        <dsp:cNvPr id="0" name=""/>
        <dsp:cNvSpPr/>
      </dsp:nvSpPr>
      <dsp:spPr>
        <a:xfrm>
          <a:off x="861195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bg1"/>
              </a:solidFill>
            </a:rPr>
            <a:t>M+</a:t>
          </a:r>
        </a:p>
      </dsp:txBody>
      <dsp:txXfrm>
        <a:off x="8638740" y="72502"/>
        <a:ext cx="1994546" cy="860835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9894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2</a:t>
          </a:r>
          <a:r>
            <a:rPr lang="en-US" sz="2800" b="1" kern="1200" baseline="30000" dirty="0"/>
            <a:t>nd</a:t>
          </a:r>
          <a:r>
            <a:rPr lang="en-US" sz="2800" b="1" kern="1200" dirty="0"/>
            <a:t> value   of x</a:t>
          </a:r>
        </a:p>
      </dsp:txBody>
      <dsp:txXfrm>
        <a:off x="36676" y="72502"/>
        <a:ext cx="1994546" cy="860835"/>
      </dsp:txXfrm>
    </dsp:sp>
    <dsp:sp modelId="{44BA6F07-9809-453E-B5B3-AB636F82DB9E}">
      <dsp:nvSpPr>
        <dsp:cNvPr id="0" name=""/>
        <dsp:cNvSpPr/>
      </dsp:nvSpPr>
      <dsp:spPr>
        <a:xfrm>
          <a:off x="226281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62815" y="350540"/>
        <a:ext cx="303939" cy="304759"/>
      </dsp:txXfrm>
    </dsp:sp>
    <dsp:sp modelId="{C1D3A877-193E-433E-996E-DE3797C7F529}">
      <dsp:nvSpPr>
        <dsp:cNvPr id="0" name=""/>
        <dsp:cNvSpPr/>
      </dsp:nvSpPr>
      <dsp:spPr>
        <a:xfrm>
          <a:off x="287724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,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2904030" y="72502"/>
        <a:ext cx="1994546" cy="860835"/>
      </dsp:txXfrm>
    </dsp:sp>
    <dsp:sp modelId="{98B97CCD-AFF1-49BB-8170-C62165E0F732}">
      <dsp:nvSpPr>
        <dsp:cNvPr id="0" name=""/>
        <dsp:cNvSpPr/>
      </dsp:nvSpPr>
      <dsp:spPr>
        <a:xfrm>
          <a:off x="5130170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30170" y="350540"/>
        <a:ext cx="303939" cy="304759"/>
      </dsp:txXfrm>
    </dsp:sp>
    <dsp:sp modelId="{75494D80-AAE1-44AB-A5A1-D4E336C9A241}">
      <dsp:nvSpPr>
        <dsp:cNvPr id="0" name=""/>
        <dsp:cNvSpPr/>
      </dsp:nvSpPr>
      <dsp:spPr>
        <a:xfrm>
          <a:off x="5744603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2</a:t>
          </a:r>
          <a:r>
            <a:rPr lang="en-US" sz="2800" b="1" kern="1200" baseline="30000" dirty="0"/>
            <a:t>nd</a:t>
          </a:r>
          <a:r>
            <a:rPr lang="en-US" sz="2800" b="1" kern="1200" dirty="0"/>
            <a:t> value   of y</a:t>
          </a:r>
          <a:endParaRPr lang="en-US" sz="2800" b="1" kern="1200" dirty="0">
            <a:solidFill>
              <a:srgbClr val="FFFF00"/>
            </a:solidFill>
          </a:endParaRPr>
        </a:p>
      </dsp:txBody>
      <dsp:txXfrm>
        <a:off x="5771385" y="72502"/>
        <a:ext cx="1994546" cy="860835"/>
      </dsp:txXfrm>
    </dsp:sp>
    <dsp:sp modelId="{2C8919B2-9A29-4B7C-B580-1CADFBED59E0}">
      <dsp:nvSpPr>
        <dsp:cNvPr id="0" name=""/>
        <dsp:cNvSpPr/>
      </dsp:nvSpPr>
      <dsp:spPr>
        <a:xfrm>
          <a:off x="799752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997525" y="350540"/>
        <a:ext cx="303939" cy="304759"/>
      </dsp:txXfrm>
    </dsp:sp>
    <dsp:sp modelId="{FF7AE4D5-99CD-430E-997C-4D9624DA75B6}">
      <dsp:nvSpPr>
        <dsp:cNvPr id="0" name=""/>
        <dsp:cNvSpPr/>
      </dsp:nvSpPr>
      <dsp:spPr>
        <a:xfrm>
          <a:off x="861195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bg1"/>
              </a:solidFill>
            </a:rPr>
            <a:t>M+</a:t>
          </a:r>
        </a:p>
      </dsp:txBody>
      <dsp:txXfrm>
        <a:off x="8638740" y="72502"/>
        <a:ext cx="1994546" cy="860835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9894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Last value of x</a:t>
          </a:r>
        </a:p>
      </dsp:txBody>
      <dsp:txXfrm>
        <a:off x="36676" y="72502"/>
        <a:ext cx="1994546" cy="860835"/>
      </dsp:txXfrm>
    </dsp:sp>
    <dsp:sp modelId="{44BA6F07-9809-453E-B5B3-AB636F82DB9E}">
      <dsp:nvSpPr>
        <dsp:cNvPr id="0" name=""/>
        <dsp:cNvSpPr/>
      </dsp:nvSpPr>
      <dsp:spPr>
        <a:xfrm>
          <a:off x="226281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62815" y="350540"/>
        <a:ext cx="303939" cy="304759"/>
      </dsp:txXfrm>
    </dsp:sp>
    <dsp:sp modelId="{C1D3A877-193E-433E-996E-DE3797C7F529}">
      <dsp:nvSpPr>
        <dsp:cNvPr id="0" name=""/>
        <dsp:cNvSpPr/>
      </dsp:nvSpPr>
      <dsp:spPr>
        <a:xfrm>
          <a:off x="287724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,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2904030" y="72502"/>
        <a:ext cx="1994546" cy="860835"/>
      </dsp:txXfrm>
    </dsp:sp>
    <dsp:sp modelId="{98B97CCD-AFF1-49BB-8170-C62165E0F732}">
      <dsp:nvSpPr>
        <dsp:cNvPr id="0" name=""/>
        <dsp:cNvSpPr/>
      </dsp:nvSpPr>
      <dsp:spPr>
        <a:xfrm>
          <a:off x="5130170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30170" y="350540"/>
        <a:ext cx="303939" cy="304759"/>
      </dsp:txXfrm>
    </dsp:sp>
    <dsp:sp modelId="{75494D80-AAE1-44AB-A5A1-D4E336C9A241}">
      <dsp:nvSpPr>
        <dsp:cNvPr id="0" name=""/>
        <dsp:cNvSpPr/>
      </dsp:nvSpPr>
      <dsp:spPr>
        <a:xfrm>
          <a:off x="5744603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Last value of y</a:t>
          </a:r>
          <a:endParaRPr lang="en-US" sz="2800" b="1" kern="1200" dirty="0">
            <a:solidFill>
              <a:srgbClr val="FFFF00"/>
            </a:solidFill>
          </a:endParaRPr>
        </a:p>
      </dsp:txBody>
      <dsp:txXfrm>
        <a:off x="5771385" y="72502"/>
        <a:ext cx="1994546" cy="860835"/>
      </dsp:txXfrm>
    </dsp:sp>
    <dsp:sp modelId="{2C8919B2-9A29-4B7C-B580-1CADFBED59E0}">
      <dsp:nvSpPr>
        <dsp:cNvPr id="0" name=""/>
        <dsp:cNvSpPr/>
      </dsp:nvSpPr>
      <dsp:spPr>
        <a:xfrm>
          <a:off x="7997525" y="248954"/>
          <a:ext cx="434199" cy="507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7997525" y="350540"/>
        <a:ext cx="303939" cy="304759"/>
      </dsp:txXfrm>
    </dsp:sp>
    <dsp:sp modelId="{FF7AE4D5-99CD-430E-997C-4D9624DA75B6}">
      <dsp:nvSpPr>
        <dsp:cNvPr id="0" name=""/>
        <dsp:cNvSpPr/>
      </dsp:nvSpPr>
      <dsp:spPr>
        <a:xfrm>
          <a:off x="8611958" y="45720"/>
          <a:ext cx="2048110" cy="914399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bg1"/>
              </a:solidFill>
            </a:rPr>
            <a:t>M+</a:t>
          </a:r>
        </a:p>
      </dsp:txBody>
      <dsp:txXfrm>
        <a:off x="8638740" y="72502"/>
        <a:ext cx="1994546" cy="860835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4688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34148" y="29460"/>
        <a:ext cx="1991192" cy="946920"/>
      </dsp:txXfrm>
    </dsp:sp>
    <dsp:sp modelId="{44BA6F07-9809-453E-B5B3-AB636F82DB9E}">
      <dsp:nvSpPr>
        <dsp:cNvPr id="0" name=""/>
        <dsp:cNvSpPr/>
      </dsp:nvSpPr>
      <dsp:spPr>
        <a:xfrm>
          <a:off x="2259812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59812" y="350391"/>
        <a:ext cx="304236" cy="305057"/>
      </dsp:txXfrm>
    </dsp:sp>
    <dsp:sp modelId="{C1D3A877-193E-433E-996E-DE3797C7F529}">
      <dsp:nvSpPr>
        <dsp:cNvPr id="0" name=""/>
        <dsp:cNvSpPr/>
      </dsp:nvSpPr>
      <dsp:spPr>
        <a:xfrm>
          <a:off x="2874846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1</a:t>
          </a:r>
        </a:p>
      </dsp:txBody>
      <dsp:txXfrm>
        <a:off x="2904306" y="29460"/>
        <a:ext cx="1991192" cy="946920"/>
      </dsp:txXfrm>
    </dsp:sp>
    <dsp:sp modelId="{98B97CCD-AFF1-49BB-8170-C62165E0F732}">
      <dsp:nvSpPr>
        <dsp:cNvPr id="0" name=""/>
        <dsp:cNvSpPr/>
      </dsp:nvSpPr>
      <dsp:spPr>
        <a:xfrm>
          <a:off x="5129970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29970" y="350391"/>
        <a:ext cx="304236" cy="305057"/>
      </dsp:txXfrm>
    </dsp:sp>
    <dsp:sp modelId="{75494D80-AAE1-44AB-A5A1-D4E336C9A241}">
      <dsp:nvSpPr>
        <dsp:cNvPr id="0" name=""/>
        <dsp:cNvSpPr/>
      </dsp:nvSpPr>
      <dsp:spPr>
        <a:xfrm>
          <a:off x="5745004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Digit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5774464" y="29460"/>
        <a:ext cx="1991192" cy="946920"/>
      </dsp:txXfrm>
    </dsp:sp>
    <dsp:sp modelId="{2C8919B2-9A29-4B7C-B580-1CADFBED59E0}">
      <dsp:nvSpPr>
        <dsp:cNvPr id="0" name=""/>
        <dsp:cNvSpPr/>
      </dsp:nvSpPr>
      <dsp:spPr>
        <a:xfrm>
          <a:off x="8000127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8000127" y="350391"/>
        <a:ext cx="304236" cy="305057"/>
      </dsp:txXfrm>
    </dsp:sp>
    <dsp:sp modelId="{A7280906-DE55-492D-B5CB-040475BA6CF7}">
      <dsp:nvSpPr>
        <dsp:cNvPr id="0" name=""/>
        <dsp:cNvSpPr/>
      </dsp:nvSpPr>
      <dsp:spPr>
        <a:xfrm>
          <a:off x="8615161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8644621" y="29460"/>
        <a:ext cx="1991192" cy="94692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10414" y="0"/>
          <a:ext cx="1613505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39874" y="29460"/>
        <a:ext cx="1554585" cy="946920"/>
      </dsp:txXfrm>
    </dsp:sp>
    <dsp:sp modelId="{44BA6F07-9809-453E-B5B3-AB636F82DB9E}">
      <dsp:nvSpPr>
        <dsp:cNvPr id="0" name=""/>
        <dsp:cNvSpPr/>
      </dsp:nvSpPr>
      <dsp:spPr>
        <a:xfrm>
          <a:off x="1785270" y="302845"/>
          <a:ext cx="342063" cy="4001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1785270" y="382875"/>
        <a:ext cx="239444" cy="240089"/>
      </dsp:txXfrm>
    </dsp:sp>
    <dsp:sp modelId="{C1D3A877-193E-433E-996E-DE3797C7F529}">
      <dsp:nvSpPr>
        <dsp:cNvPr id="0" name=""/>
        <dsp:cNvSpPr/>
      </dsp:nvSpPr>
      <dsp:spPr>
        <a:xfrm>
          <a:off x="2269321" y="0"/>
          <a:ext cx="1613505" cy="1005840"/>
        </a:xfrm>
        <a:prstGeom prst="roundRect">
          <a:avLst>
            <a:gd name="adj" fmla="val 10000"/>
          </a:avLst>
        </a:prstGeom>
        <a:solidFill>
          <a:schemeClr val="accent5">
            <a:hueOff val="-511864"/>
            <a:satOff val="-10331"/>
            <a:lumOff val="-7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1</a:t>
          </a:r>
        </a:p>
      </dsp:txBody>
      <dsp:txXfrm>
        <a:off x="2298781" y="29460"/>
        <a:ext cx="1554585" cy="946920"/>
      </dsp:txXfrm>
    </dsp:sp>
    <dsp:sp modelId="{98B97CCD-AFF1-49BB-8170-C62165E0F732}">
      <dsp:nvSpPr>
        <dsp:cNvPr id="0" name=""/>
        <dsp:cNvSpPr/>
      </dsp:nvSpPr>
      <dsp:spPr>
        <a:xfrm>
          <a:off x="4044177" y="302845"/>
          <a:ext cx="342063" cy="4001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4044177" y="382875"/>
        <a:ext cx="239444" cy="240089"/>
      </dsp:txXfrm>
    </dsp:sp>
    <dsp:sp modelId="{E0C570FE-9914-4A6D-9031-C7F5D06CA4B6}">
      <dsp:nvSpPr>
        <dsp:cNvPr id="0" name=""/>
        <dsp:cNvSpPr/>
      </dsp:nvSpPr>
      <dsp:spPr>
        <a:xfrm>
          <a:off x="4528228" y="0"/>
          <a:ext cx="1613505" cy="1005840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002060"/>
              </a:solidFill>
            </a:rPr>
            <a:t>Right Side</a:t>
          </a:r>
        </a:p>
      </dsp:txBody>
      <dsp:txXfrm>
        <a:off x="4557688" y="29460"/>
        <a:ext cx="1554585" cy="946920"/>
      </dsp:txXfrm>
    </dsp:sp>
    <dsp:sp modelId="{4C28BE01-289E-4DB1-8B74-4F0C1045C683}">
      <dsp:nvSpPr>
        <dsp:cNvPr id="0" name=""/>
        <dsp:cNvSpPr/>
      </dsp:nvSpPr>
      <dsp:spPr>
        <a:xfrm>
          <a:off x="6303084" y="302845"/>
          <a:ext cx="342063" cy="4001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303084" y="382875"/>
        <a:ext cx="239444" cy="240089"/>
      </dsp:txXfrm>
    </dsp:sp>
    <dsp:sp modelId="{75494D80-AAE1-44AB-A5A1-D4E336C9A241}">
      <dsp:nvSpPr>
        <dsp:cNvPr id="0" name=""/>
        <dsp:cNvSpPr/>
      </dsp:nvSpPr>
      <dsp:spPr>
        <a:xfrm>
          <a:off x="6787136" y="72817"/>
          <a:ext cx="1613505" cy="860204"/>
        </a:xfrm>
        <a:prstGeom prst="roundRect">
          <a:avLst>
            <a:gd name="adj" fmla="val 10000"/>
          </a:avLst>
        </a:prstGeom>
        <a:solidFill>
          <a:schemeClr val="accent5">
            <a:hueOff val="-1535592"/>
            <a:satOff val="-30993"/>
            <a:lumOff val="-23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Digit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6812331" y="98012"/>
        <a:ext cx="1563115" cy="809814"/>
      </dsp:txXfrm>
    </dsp:sp>
    <dsp:sp modelId="{2C8919B2-9A29-4B7C-B580-1CADFBED59E0}">
      <dsp:nvSpPr>
        <dsp:cNvPr id="0" name=""/>
        <dsp:cNvSpPr/>
      </dsp:nvSpPr>
      <dsp:spPr>
        <a:xfrm>
          <a:off x="8561991" y="302845"/>
          <a:ext cx="342063" cy="4001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8561991" y="382875"/>
        <a:ext cx="239444" cy="240089"/>
      </dsp:txXfrm>
    </dsp:sp>
    <dsp:sp modelId="{A7280906-DE55-492D-B5CB-040475BA6CF7}">
      <dsp:nvSpPr>
        <dsp:cNvPr id="0" name=""/>
        <dsp:cNvSpPr/>
      </dsp:nvSpPr>
      <dsp:spPr>
        <a:xfrm>
          <a:off x="9046043" y="0"/>
          <a:ext cx="1613505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9075503" y="29460"/>
        <a:ext cx="1554585" cy="946920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4688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34148" y="29460"/>
        <a:ext cx="1991192" cy="946920"/>
      </dsp:txXfrm>
    </dsp:sp>
    <dsp:sp modelId="{44BA6F07-9809-453E-B5B3-AB636F82DB9E}">
      <dsp:nvSpPr>
        <dsp:cNvPr id="0" name=""/>
        <dsp:cNvSpPr/>
      </dsp:nvSpPr>
      <dsp:spPr>
        <a:xfrm>
          <a:off x="2259812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2259812" y="350391"/>
        <a:ext cx="304236" cy="305057"/>
      </dsp:txXfrm>
    </dsp:sp>
    <dsp:sp modelId="{C1D3A877-193E-433E-996E-DE3797C7F529}">
      <dsp:nvSpPr>
        <dsp:cNvPr id="0" name=""/>
        <dsp:cNvSpPr/>
      </dsp:nvSpPr>
      <dsp:spPr>
        <a:xfrm>
          <a:off x="2874846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</a:t>
          </a:r>
        </a:p>
      </dsp:txBody>
      <dsp:txXfrm>
        <a:off x="2904306" y="29460"/>
        <a:ext cx="1991192" cy="946920"/>
      </dsp:txXfrm>
    </dsp:sp>
    <dsp:sp modelId="{98B97CCD-AFF1-49BB-8170-C62165E0F732}">
      <dsp:nvSpPr>
        <dsp:cNvPr id="0" name=""/>
        <dsp:cNvSpPr/>
      </dsp:nvSpPr>
      <dsp:spPr>
        <a:xfrm>
          <a:off x="5129970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5129970" y="350391"/>
        <a:ext cx="304236" cy="305057"/>
      </dsp:txXfrm>
    </dsp:sp>
    <dsp:sp modelId="{75494D80-AAE1-44AB-A5A1-D4E336C9A241}">
      <dsp:nvSpPr>
        <dsp:cNvPr id="0" name=""/>
        <dsp:cNvSpPr/>
      </dsp:nvSpPr>
      <dsp:spPr>
        <a:xfrm>
          <a:off x="5745004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Digit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5774464" y="29460"/>
        <a:ext cx="1991192" cy="946920"/>
      </dsp:txXfrm>
    </dsp:sp>
    <dsp:sp modelId="{2C8919B2-9A29-4B7C-B580-1CADFBED59E0}">
      <dsp:nvSpPr>
        <dsp:cNvPr id="0" name=""/>
        <dsp:cNvSpPr/>
      </dsp:nvSpPr>
      <dsp:spPr>
        <a:xfrm>
          <a:off x="8000127" y="248706"/>
          <a:ext cx="434623" cy="5084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8000127" y="350391"/>
        <a:ext cx="304236" cy="305057"/>
      </dsp:txXfrm>
    </dsp:sp>
    <dsp:sp modelId="{A7280906-DE55-492D-B5CB-040475BA6CF7}">
      <dsp:nvSpPr>
        <dsp:cNvPr id="0" name=""/>
        <dsp:cNvSpPr/>
      </dsp:nvSpPr>
      <dsp:spPr>
        <a:xfrm>
          <a:off x="8615161" y="0"/>
          <a:ext cx="2050112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8644621" y="29460"/>
        <a:ext cx="1991192" cy="94692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0BE8A-A50D-459F-8803-8F629D24FD59}">
      <dsp:nvSpPr>
        <dsp:cNvPr id="0" name=""/>
        <dsp:cNvSpPr/>
      </dsp:nvSpPr>
      <dsp:spPr>
        <a:xfrm>
          <a:off x="10414" y="0"/>
          <a:ext cx="1613505" cy="100584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Shift</a:t>
          </a:r>
        </a:p>
      </dsp:txBody>
      <dsp:txXfrm>
        <a:off x="39874" y="29460"/>
        <a:ext cx="1554585" cy="946920"/>
      </dsp:txXfrm>
    </dsp:sp>
    <dsp:sp modelId="{44BA6F07-9809-453E-B5B3-AB636F82DB9E}">
      <dsp:nvSpPr>
        <dsp:cNvPr id="0" name=""/>
        <dsp:cNvSpPr/>
      </dsp:nvSpPr>
      <dsp:spPr>
        <a:xfrm>
          <a:off x="1785270" y="302845"/>
          <a:ext cx="342063" cy="4001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1785270" y="382875"/>
        <a:ext cx="239444" cy="240089"/>
      </dsp:txXfrm>
    </dsp:sp>
    <dsp:sp modelId="{C1D3A877-193E-433E-996E-DE3797C7F529}">
      <dsp:nvSpPr>
        <dsp:cNvPr id="0" name=""/>
        <dsp:cNvSpPr/>
      </dsp:nvSpPr>
      <dsp:spPr>
        <a:xfrm>
          <a:off x="2269321" y="0"/>
          <a:ext cx="1613505" cy="1005840"/>
        </a:xfrm>
        <a:prstGeom prst="roundRect">
          <a:avLst>
            <a:gd name="adj" fmla="val 10000"/>
          </a:avLst>
        </a:prstGeom>
        <a:solidFill>
          <a:schemeClr val="accent5">
            <a:hueOff val="-511864"/>
            <a:satOff val="-10331"/>
            <a:lumOff val="-78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2</a:t>
          </a:r>
        </a:p>
      </dsp:txBody>
      <dsp:txXfrm>
        <a:off x="2298781" y="29460"/>
        <a:ext cx="1554585" cy="946920"/>
      </dsp:txXfrm>
    </dsp:sp>
    <dsp:sp modelId="{98B97CCD-AFF1-49BB-8170-C62165E0F732}">
      <dsp:nvSpPr>
        <dsp:cNvPr id="0" name=""/>
        <dsp:cNvSpPr/>
      </dsp:nvSpPr>
      <dsp:spPr>
        <a:xfrm>
          <a:off x="4044177" y="302845"/>
          <a:ext cx="342063" cy="4001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82485"/>
            <a:satOff val="-13775"/>
            <a:lumOff val="-104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4044177" y="382875"/>
        <a:ext cx="239444" cy="240089"/>
      </dsp:txXfrm>
    </dsp:sp>
    <dsp:sp modelId="{E0C570FE-9914-4A6D-9031-C7F5D06CA4B6}">
      <dsp:nvSpPr>
        <dsp:cNvPr id="0" name=""/>
        <dsp:cNvSpPr/>
      </dsp:nvSpPr>
      <dsp:spPr>
        <a:xfrm>
          <a:off x="4528228" y="0"/>
          <a:ext cx="1613505" cy="1005840"/>
        </a:xfrm>
        <a:prstGeom prst="roundRect">
          <a:avLst>
            <a:gd name="adj" fmla="val 10000"/>
          </a:avLst>
        </a:prstGeom>
        <a:solidFill>
          <a:schemeClr val="accent5">
            <a:hueOff val="-1023728"/>
            <a:satOff val="-20662"/>
            <a:lumOff val="-156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002060"/>
              </a:solidFill>
            </a:rPr>
            <a:t>Right Side</a:t>
          </a:r>
        </a:p>
      </dsp:txBody>
      <dsp:txXfrm>
        <a:off x="4557688" y="29460"/>
        <a:ext cx="1554585" cy="946920"/>
      </dsp:txXfrm>
    </dsp:sp>
    <dsp:sp modelId="{4C28BE01-289E-4DB1-8B74-4F0C1045C683}">
      <dsp:nvSpPr>
        <dsp:cNvPr id="0" name=""/>
        <dsp:cNvSpPr/>
      </dsp:nvSpPr>
      <dsp:spPr>
        <a:xfrm>
          <a:off x="6303084" y="302845"/>
          <a:ext cx="342063" cy="4001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364971"/>
            <a:satOff val="-27549"/>
            <a:lumOff val="-209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303084" y="382875"/>
        <a:ext cx="239444" cy="240089"/>
      </dsp:txXfrm>
    </dsp:sp>
    <dsp:sp modelId="{75494D80-AAE1-44AB-A5A1-D4E336C9A241}">
      <dsp:nvSpPr>
        <dsp:cNvPr id="0" name=""/>
        <dsp:cNvSpPr/>
      </dsp:nvSpPr>
      <dsp:spPr>
        <a:xfrm>
          <a:off x="6787136" y="72817"/>
          <a:ext cx="1613505" cy="860204"/>
        </a:xfrm>
        <a:prstGeom prst="roundRect">
          <a:avLst>
            <a:gd name="adj" fmla="val 10000"/>
          </a:avLst>
        </a:prstGeom>
        <a:solidFill>
          <a:schemeClr val="accent5">
            <a:hueOff val="-1535592"/>
            <a:satOff val="-30993"/>
            <a:lumOff val="-23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Digit</a:t>
          </a:r>
          <a:endParaRPr lang="en-US" sz="3600" b="1" kern="1200" dirty="0">
            <a:solidFill>
              <a:srgbClr val="FFFF00"/>
            </a:solidFill>
          </a:endParaRPr>
        </a:p>
      </dsp:txBody>
      <dsp:txXfrm>
        <a:off x="6812331" y="98012"/>
        <a:ext cx="1563115" cy="809814"/>
      </dsp:txXfrm>
    </dsp:sp>
    <dsp:sp modelId="{2C8919B2-9A29-4B7C-B580-1CADFBED59E0}">
      <dsp:nvSpPr>
        <dsp:cNvPr id="0" name=""/>
        <dsp:cNvSpPr/>
      </dsp:nvSpPr>
      <dsp:spPr>
        <a:xfrm>
          <a:off x="8561991" y="302845"/>
          <a:ext cx="342063" cy="4001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/>
        </a:p>
      </dsp:txBody>
      <dsp:txXfrm>
        <a:off x="8561991" y="382875"/>
        <a:ext cx="239444" cy="240089"/>
      </dsp:txXfrm>
    </dsp:sp>
    <dsp:sp modelId="{A7280906-DE55-492D-B5CB-040475BA6CF7}">
      <dsp:nvSpPr>
        <dsp:cNvPr id="0" name=""/>
        <dsp:cNvSpPr/>
      </dsp:nvSpPr>
      <dsp:spPr>
        <a:xfrm>
          <a:off x="9046043" y="0"/>
          <a:ext cx="1613505" cy="1005840"/>
        </a:xfrm>
        <a:prstGeom prst="roundRect">
          <a:avLst>
            <a:gd name="adj" fmla="val 10000"/>
          </a:avLst>
        </a:prstGeom>
        <a:solidFill>
          <a:schemeClr val="accent5">
            <a:hueOff val="-2047456"/>
            <a:satOff val="-41324"/>
            <a:lumOff val="-313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=</a:t>
          </a:r>
        </a:p>
      </dsp:txBody>
      <dsp:txXfrm>
        <a:off x="9075503" y="29460"/>
        <a:ext cx="1554585" cy="946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5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F019-7D1B-EAE1-0B79-EA07E6E0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1C0FC-D405-8AF9-548B-38DA85754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81AE9-847D-2C74-64DB-0A63FC3F8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44BB4-C872-6B7D-729A-73556B9EC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37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0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b="0" kern="120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4 – Inferential Statistics – I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D474F9F-F71B-B615-CC15-5215668C5BF8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Prashant Bakotiya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57250" indent="-400050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4 – Inferential Statistics – I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07E5B41-931D-A96E-993E-428E8006EA0F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Prashant Bakotiya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4 – Inferential Statistics – I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3569C0D-E51E-894B-8CAE-4D05F79856BF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Prashant Bakotiya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buFont typeface="Arial" panose="020B0604020202020204" pitchFamily="34" charset="0"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4 – Inferential Statistics – I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76729E7-79B7-2F28-8487-40B3215FED71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Prof. Prashant Bakotiya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A14D7C-1655-2072-6EA0-1AA041E6196B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1FDCBF-FD40-1E34-7E5D-BE1FED3FC1D5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E077C81-D2DA-95BE-89AD-F6684723B6F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BCE0F6-3C45-A10C-EE53-AB80D24B4BB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426A7B9-D429-6F48-8539-5C9A02E06A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8D2A690-4886-7CF4-ECD2-92F0EBF8FC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F5C5199-CB1C-50DF-94F5-AC4D562C8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4A0863F-2272-63BF-743E-FD21E5BCE2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12" name="Picture 11" descr="User icon Royalty Free Vector Image - VectorStock">
            <a:extLst>
              <a:ext uri="{FF2B5EF4-FFF2-40B4-BE49-F238E27FC236}">
                <a16:creationId xmlns:a16="http://schemas.microsoft.com/office/drawing/2014/main" id="{3321661E-7C71-EE79-54FC-C92BEEB68D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9">
            <a:extLst>
              <a:ext uri="{FF2B5EF4-FFF2-40B4-BE49-F238E27FC236}">
                <a16:creationId xmlns:a16="http://schemas.microsoft.com/office/drawing/2014/main" id="{557A052E-399A-F06D-6F02-3FEAF2C0CE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0"/>
          <a:srcRect t="402" b="402"/>
          <a:stretch/>
        </p:blipFill>
        <p:spPr>
          <a:xfrm>
            <a:off x="9244036" y="1942278"/>
            <a:ext cx="2494310" cy="225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094" y="1609868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89" r:id="rId5"/>
    <p:sldLayoutId id="2147483673" r:id="rId6"/>
    <p:sldLayoutId id="2147483691" r:id="rId7"/>
    <p:sldLayoutId id="2147483674" r:id="rId8"/>
    <p:sldLayoutId id="2147483676" r:id="rId9"/>
    <p:sldLayoutId id="2147483677" r:id="rId10"/>
    <p:sldLayoutId id="2147483678" r:id="rId11"/>
    <p:sldLayoutId id="2147483679" r:id="rId12"/>
    <p:sldLayoutId id="2147483681" r:id="rId13"/>
    <p:sldLayoutId id="2147483683" r:id="rId14"/>
    <p:sldLayoutId id="2147483682" r:id="rId15"/>
    <p:sldLayoutId id="2147483684" r:id="rId16"/>
    <p:sldLayoutId id="2147483685" r:id="rId17"/>
    <p:sldLayoutId id="214748368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thsisfun.com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thsisfun.com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25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30.jpeg"/><Relationship Id="rId4" Type="http://schemas.openxmlformats.org/officeDocument/2006/relationships/diagramLayout" Target="../diagrams/layout4.xml"/><Relationship Id="rId9" Type="http://schemas.openxmlformats.org/officeDocument/2006/relationships/image" Target="../media/image29.jpeg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6.xml"/><Relationship Id="rId18" Type="http://schemas.openxmlformats.org/officeDocument/2006/relationships/diagramLayout" Target="../diagrams/layout6.xml"/><Relationship Id="rId26" Type="http://schemas.openxmlformats.org/officeDocument/2006/relationships/diagramData" Target="../diagrams/data12.xml"/><Relationship Id="rId3" Type="http://schemas.openxmlformats.org/officeDocument/2006/relationships/diagramData" Target="../diagrams/data5.xml"/><Relationship Id="rId21" Type="http://schemas.openxmlformats.org/officeDocument/2006/relationships/diagramData" Target="../diagrams/data7.xml"/><Relationship Id="rId7" Type="http://schemas.microsoft.com/office/2007/relationships/diagramDrawing" Target="../diagrams/drawing5.xml"/><Relationship Id="rId12" Type="http://schemas.openxmlformats.org/officeDocument/2006/relationships/diagramData" Target="../diagrams/data6.xml"/><Relationship Id="rId17" Type="http://schemas.openxmlformats.org/officeDocument/2006/relationships/diagramData" Target="../diagrams/data10.xml"/><Relationship Id="rId25" Type="http://schemas.microsoft.com/office/2007/relationships/diagramDrawing" Target="../diagrams/drawing7.xml"/><Relationship Id="rId33" Type="http://schemas.openxmlformats.org/officeDocument/2006/relationships/image" Target="../media/image63.png"/><Relationship Id="rId2" Type="http://schemas.openxmlformats.org/officeDocument/2006/relationships/image" Target="../media/image53.png"/><Relationship Id="rId16" Type="http://schemas.microsoft.com/office/2007/relationships/diagramDrawing" Target="../diagrams/drawing6.xml"/><Relationship Id="rId20" Type="http://schemas.openxmlformats.org/officeDocument/2006/relationships/diagramColors" Target="../diagrams/colors6.xml"/><Relationship Id="rId29" Type="http://schemas.openxmlformats.org/officeDocument/2006/relationships/diagramColors" Target="../diagrams/colors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5.xml"/><Relationship Id="rId24" Type="http://schemas.openxmlformats.org/officeDocument/2006/relationships/diagramColors" Target="../diagrams/colors7.xml"/><Relationship Id="rId32" Type="http://schemas.openxmlformats.org/officeDocument/2006/relationships/image" Target="../media/image62.png"/><Relationship Id="rId5" Type="http://schemas.openxmlformats.org/officeDocument/2006/relationships/diagramQuickStyle" Target="../diagrams/quickStyle5.xml"/><Relationship Id="rId15" Type="http://schemas.openxmlformats.org/officeDocument/2006/relationships/diagramColors" Target="../diagrams/colors6.xml"/><Relationship Id="rId23" Type="http://schemas.openxmlformats.org/officeDocument/2006/relationships/diagramQuickStyle" Target="../diagrams/quickStyle7.xml"/><Relationship Id="rId28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5.xml"/><Relationship Id="rId19" Type="http://schemas.openxmlformats.org/officeDocument/2006/relationships/diagramQuickStyle" Target="../diagrams/quickStyle6.xml"/><Relationship Id="rId31" Type="http://schemas.openxmlformats.org/officeDocument/2006/relationships/image" Target="../media/image61.png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5.xml"/><Relationship Id="rId14" Type="http://schemas.openxmlformats.org/officeDocument/2006/relationships/diagramQuickStyle" Target="../diagrams/quickStyle6.xml"/><Relationship Id="rId22" Type="http://schemas.openxmlformats.org/officeDocument/2006/relationships/diagramLayout" Target="../diagrams/layout7.xml"/><Relationship Id="rId27" Type="http://schemas.openxmlformats.org/officeDocument/2006/relationships/diagramLayout" Target="../diagrams/layout7.xml"/><Relationship Id="rId30" Type="http://schemas.openxmlformats.org/officeDocument/2006/relationships/image" Target="../media/image60.png"/><Relationship Id="rId8" Type="http://schemas.openxmlformats.org/officeDocument/2006/relationships/diagramData" Target="../diagrams/data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13" Type="http://schemas.openxmlformats.org/officeDocument/2006/relationships/diagramColors" Target="../diagrams/colors9.xml"/><Relationship Id="rId3" Type="http://schemas.openxmlformats.org/officeDocument/2006/relationships/diagramLayout" Target="../diagrams/layout8.xml"/><Relationship Id="rId7" Type="http://schemas.openxmlformats.org/officeDocument/2006/relationships/image" Target="../media/image31.jpeg"/><Relationship Id="rId12" Type="http://schemas.openxmlformats.org/officeDocument/2006/relationships/diagramQuickStyle" Target="../diagrams/quickStyle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openxmlformats.org/officeDocument/2006/relationships/diagramLayout" Target="../diagrams/layout9.xml"/><Relationship Id="rId5" Type="http://schemas.openxmlformats.org/officeDocument/2006/relationships/diagramColors" Target="../diagrams/colors8.xml"/><Relationship Id="rId10" Type="http://schemas.openxmlformats.org/officeDocument/2006/relationships/diagramData" Target="../diagrams/data11.xm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33.jpeg"/><Relationship Id="rId14" Type="http://schemas.microsoft.com/office/2007/relationships/diagramDrawing" Target="../diagrams/drawing9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diagramLayout" Target="../diagrams/layout10.xml"/><Relationship Id="rId7" Type="http://schemas.openxmlformats.org/officeDocument/2006/relationships/image" Target="../media/image33.jpe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10" Type="http://schemas.openxmlformats.org/officeDocument/2006/relationships/image" Target="../media/image36.jpeg"/><Relationship Id="rId4" Type="http://schemas.openxmlformats.org/officeDocument/2006/relationships/diagramQuickStyle" Target="../diagrams/quickStyle10.xml"/><Relationship Id="rId9" Type="http://schemas.openxmlformats.org/officeDocument/2006/relationships/image" Target="../media/image35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10.png"/><Relationship Id="rId13" Type="http://schemas.openxmlformats.org/officeDocument/2006/relationships/image" Target="../media/image6213.png"/><Relationship Id="rId18" Type="http://schemas.openxmlformats.org/officeDocument/2006/relationships/image" Target="../media/image66.png"/><Relationship Id="rId3" Type="http://schemas.openxmlformats.org/officeDocument/2006/relationships/image" Target="../media/image73.png"/><Relationship Id="rId21" Type="http://schemas.openxmlformats.org/officeDocument/2006/relationships/image" Target="../media/image76.png"/><Relationship Id="rId7" Type="http://schemas.openxmlformats.org/officeDocument/2006/relationships/image" Target="../media/image5710.png"/><Relationship Id="rId12" Type="http://schemas.openxmlformats.org/officeDocument/2006/relationships/image" Target="../media/image6112.png"/><Relationship Id="rId17" Type="http://schemas.openxmlformats.org/officeDocument/2006/relationships/image" Target="../media/image65.png"/><Relationship Id="rId25" Type="http://schemas.openxmlformats.org/officeDocument/2006/relationships/image" Target="../media/image80.png"/><Relationship Id="rId2" Type="http://schemas.openxmlformats.org/officeDocument/2006/relationships/image" Target="../media/image72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11.png"/><Relationship Id="rId11" Type="http://schemas.openxmlformats.org/officeDocument/2006/relationships/image" Target="../media/image6012.png"/><Relationship Id="rId24" Type="http://schemas.openxmlformats.org/officeDocument/2006/relationships/image" Target="../media/image79.png"/><Relationship Id="rId5" Type="http://schemas.openxmlformats.org/officeDocument/2006/relationships/image" Target="../media/image556.png"/><Relationship Id="rId15" Type="http://schemas.openxmlformats.org/officeDocument/2006/relationships/image" Target="../media/image75.png"/><Relationship Id="rId23" Type="http://schemas.openxmlformats.org/officeDocument/2006/relationships/image" Target="../media/image78.png"/><Relationship Id="rId10" Type="http://schemas.openxmlformats.org/officeDocument/2006/relationships/image" Target="../media/image5910.png"/><Relationship Id="rId19" Type="http://schemas.openxmlformats.org/officeDocument/2006/relationships/image" Target="../media/image67.png"/><Relationship Id="rId4" Type="http://schemas.openxmlformats.org/officeDocument/2006/relationships/image" Target="../media/image541.png"/><Relationship Id="rId9" Type="http://schemas.openxmlformats.org/officeDocument/2006/relationships/image" Target="../media/image74.png"/><Relationship Id="rId14" Type="http://schemas.openxmlformats.org/officeDocument/2006/relationships/image" Target="../media/image6310.png"/><Relationship Id="rId22" Type="http://schemas.openxmlformats.org/officeDocument/2006/relationships/image" Target="../media/image77.png"/></Relationships>
</file>

<file path=ppt/slides/_rels/slide46.xml.rels><?xml version="1.0" encoding="UTF-8" standalone="yes"?>
<Relationships xmlns="http://schemas.openxmlformats.org/package/2006/relationships"><Relationship Id="rId51" Type="http://schemas.openxmlformats.org/officeDocument/2006/relationships/image" Target="../media/image269.png"/><Relationship Id="rId42" Type="http://schemas.openxmlformats.org/officeDocument/2006/relationships/image" Target="../media/image263.png"/><Relationship Id="rId47" Type="http://schemas.openxmlformats.org/officeDocument/2006/relationships/image" Target="../media/image83.png"/><Relationship Id="rId50" Type="http://schemas.openxmlformats.org/officeDocument/2006/relationships/image" Target="../media/image84.png"/><Relationship Id="rId55" Type="http://schemas.openxmlformats.org/officeDocument/2006/relationships/image" Target="../media/image86.png"/><Relationship Id="rId46" Type="http://schemas.openxmlformats.org/officeDocument/2006/relationships/image" Target="../media/image266.png"/><Relationship Id="rId59" Type="http://schemas.openxmlformats.org/officeDocument/2006/relationships/image" Target="../media/image275.png"/><Relationship Id="rId2" Type="http://schemas.openxmlformats.org/officeDocument/2006/relationships/image" Target="../media/image81.png"/><Relationship Id="rId54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45" Type="http://schemas.openxmlformats.org/officeDocument/2006/relationships/image" Target="../media/image265.png"/><Relationship Id="rId53" Type="http://schemas.openxmlformats.org/officeDocument/2006/relationships/image" Target="../media/image85.png"/><Relationship Id="rId58" Type="http://schemas.openxmlformats.org/officeDocument/2006/relationships/image" Target="../media/image273.png"/><Relationship Id="rId49" Type="http://schemas.openxmlformats.org/officeDocument/2006/relationships/image" Target="../media/image268.png"/><Relationship Id="rId57" Type="http://schemas.openxmlformats.org/officeDocument/2006/relationships/image" Target="../media/image87.png"/><Relationship Id="rId44" Type="http://schemas.openxmlformats.org/officeDocument/2006/relationships/image" Target="../media/image264.png"/><Relationship Id="rId52" Type="http://schemas.openxmlformats.org/officeDocument/2006/relationships/image" Target="../media/image270.png"/><Relationship Id="rId60" Type="http://schemas.openxmlformats.org/officeDocument/2006/relationships/image" Target="../media/image277.png"/><Relationship Id="rId43" Type="http://schemas.openxmlformats.org/officeDocument/2006/relationships/image" Target="../media/image82.png"/><Relationship Id="rId48" Type="http://schemas.openxmlformats.org/officeDocument/2006/relationships/image" Target="../media/image267.png"/><Relationship Id="rId56" Type="http://schemas.openxmlformats.org/officeDocument/2006/relationships/image" Target="../media/image2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461.png"/><Relationship Id="rId18" Type="http://schemas.openxmlformats.org/officeDocument/2006/relationships/image" Target="../media/image101.png"/><Relationship Id="rId3" Type="http://schemas.openxmlformats.org/officeDocument/2006/relationships/image" Target="../media/image301.png"/><Relationship Id="rId21" Type="http://schemas.openxmlformats.org/officeDocument/2006/relationships/image" Target="../media/image540.png"/><Relationship Id="rId7" Type="http://schemas.openxmlformats.org/officeDocument/2006/relationships/image" Target="../media/image403.png"/><Relationship Id="rId12" Type="http://schemas.openxmlformats.org/officeDocument/2006/relationships/image" Target="../media/image453.png"/><Relationship Id="rId17" Type="http://schemas.openxmlformats.org/officeDocument/2006/relationships/image" Target="../media/image507.png"/><Relationship Id="rId16" Type="http://schemas.openxmlformats.org/officeDocument/2006/relationships/image" Target="../media/image100.png"/><Relationship Id="rId20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0.png"/><Relationship Id="rId11" Type="http://schemas.openxmlformats.org/officeDocument/2006/relationships/image" Target="../media/image98.png"/><Relationship Id="rId5" Type="http://schemas.openxmlformats.org/officeDocument/2006/relationships/image" Target="../media/image370.png"/><Relationship Id="rId15" Type="http://schemas.openxmlformats.org/officeDocument/2006/relationships/image" Target="../media/image482.png"/><Relationship Id="rId10" Type="http://schemas.openxmlformats.org/officeDocument/2006/relationships/image" Target="../media/image4310.png"/><Relationship Id="rId19" Type="http://schemas.openxmlformats.org/officeDocument/2006/relationships/image" Target="../media/image521.png"/><Relationship Id="rId4" Type="http://schemas.openxmlformats.org/officeDocument/2006/relationships/image" Target="../media/image96.png"/><Relationship Id="rId9" Type="http://schemas.openxmlformats.org/officeDocument/2006/relationships/image" Target="../media/image420.png"/><Relationship Id="rId14" Type="http://schemas.openxmlformats.org/officeDocument/2006/relationships/image" Target="../media/image99.png"/><Relationship Id="rId22" Type="http://schemas.openxmlformats.org/officeDocument/2006/relationships/image" Target="../media/image8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10.png"/><Relationship Id="rId4" Type="http://schemas.openxmlformats.org/officeDocument/2006/relationships/image" Target="../media/image11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44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10.png"/><Relationship Id="rId11" Type="http://schemas.openxmlformats.org/officeDocument/2006/relationships/image" Target="../media/image6111.png"/><Relationship Id="rId5" Type="http://schemas.openxmlformats.org/officeDocument/2006/relationships/image" Target="../media/image116.png"/><Relationship Id="rId10" Type="http://schemas.openxmlformats.org/officeDocument/2006/relationships/image" Target="../media/image601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10.png"/><Relationship Id="rId3" Type="http://schemas.openxmlformats.org/officeDocument/2006/relationships/image" Target="../media/image6212.png"/><Relationship Id="rId7" Type="http://schemas.openxmlformats.org/officeDocument/2006/relationships/image" Target="../media/image6611.png"/><Relationship Id="rId12" Type="http://schemas.openxmlformats.org/officeDocument/2006/relationships/image" Target="../media/image7110.png"/><Relationship Id="rId2" Type="http://schemas.openxmlformats.org/officeDocument/2006/relationships/image" Target="../media/image4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11.png"/><Relationship Id="rId11" Type="http://schemas.openxmlformats.org/officeDocument/2006/relationships/image" Target="../media/image700.png"/><Relationship Id="rId5" Type="http://schemas.openxmlformats.org/officeDocument/2006/relationships/image" Target="../media/image6411.png"/><Relationship Id="rId10" Type="http://schemas.openxmlformats.org/officeDocument/2006/relationships/image" Target="../media/image69.png"/><Relationship Id="rId4" Type="http://schemas.openxmlformats.org/officeDocument/2006/relationships/image" Target="../media/image635.png"/><Relationship Id="rId9" Type="http://schemas.openxmlformats.org/officeDocument/2006/relationships/image" Target="../media/image681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18" Type="http://schemas.openxmlformats.org/officeDocument/2006/relationships/image" Target="../media/image146.png"/><Relationship Id="rId3" Type="http://schemas.openxmlformats.org/officeDocument/2006/relationships/image" Target="../media/image131.png"/><Relationship Id="rId21" Type="http://schemas.openxmlformats.org/officeDocument/2006/relationships/image" Target="../media/image6210.png"/><Relationship Id="rId7" Type="http://schemas.openxmlformats.org/officeDocument/2006/relationships/image" Target="../media/image135.png"/><Relationship Id="rId12" Type="http://schemas.openxmlformats.org/officeDocument/2006/relationships/image" Target="../media/image6211.png"/><Relationship Id="rId17" Type="http://schemas.openxmlformats.org/officeDocument/2006/relationships/image" Target="../media/image6410.png"/><Relationship Id="rId2" Type="http://schemas.openxmlformats.org/officeDocument/2006/relationships/image" Target="../media/image7711.png"/><Relationship Id="rId16" Type="http://schemas.openxmlformats.org/officeDocument/2006/relationships/image" Target="../media/image144.png"/><Relationship Id="rId20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15" Type="http://schemas.openxmlformats.org/officeDocument/2006/relationships/image" Target="../media/image6311.png"/><Relationship Id="rId10" Type="http://schemas.openxmlformats.org/officeDocument/2006/relationships/image" Target="../media/image138.png"/><Relationship Id="rId19" Type="http://schemas.openxmlformats.org/officeDocument/2006/relationships/image" Target="../media/image6510.png"/><Relationship Id="rId4" Type="http://schemas.openxmlformats.org/officeDocument/2006/relationships/image" Target="../media/image6010.png"/><Relationship Id="rId9" Type="http://schemas.openxmlformats.org/officeDocument/2006/relationships/image" Target="../media/image6110.png"/><Relationship Id="rId14" Type="http://schemas.openxmlformats.org/officeDocument/2006/relationships/image" Target="../media/image142.png"/><Relationship Id="rId22" Type="http://schemas.openxmlformats.org/officeDocument/2006/relationships/image" Target="../media/image47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7311.png"/><Relationship Id="rId7" Type="http://schemas.openxmlformats.org/officeDocument/2006/relationships/image" Target="../media/image7511.png"/><Relationship Id="rId12" Type="http://schemas.openxmlformats.org/officeDocument/2006/relationships/image" Target="../media/image103.png"/><Relationship Id="rId2" Type="http://schemas.openxmlformats.org/officeDocument/2006/relationships/image" Target="../media/image7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5" Type="http://schemas.openxmlformats.org/officeDocument/2006/relationships/image" Target="../media/image168.png"/><Relationship Id="rId10" Type="http://schemas.openxmlformats.org/officeDocument/2006/relationships/image" Target="../media/image173.png"/><Relationship Id="rId4" Type="http://schemas.openxmlformats.org/officeDocument/2006/relationships/image" Target="../media/image7410.png"/><Relationship Id="rId9" Type="http://schemas.openxmlformats.org/officeDocument/2006/relationships/image" Target="../media/image172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21.png"/><Relationship Id="rId3" Type="http://schemas.openxmlformats.org/officeDocument/2006/relationships/image" Target="../media/image104.png"/><Relationship Id="rId7" Type="http://schemas.openxmlformats.org/officeDocument/2006/relationships/image" Target="../media/image107.png"/><Relationship Id="rId12" Type="http://schemas.openxmlformats.org/officeDocument/2006/relationships/image" Target="../media/image117.png"/><Relationship Id="rId17" Type="http://schemas.openxmlformats.org/officeDocument/2006/relationships/image" Target="../media/image8112.png"/><Relationship Id="rId2" Type="http://schemas.openxmlformats.org/officeDocument/2006/relationships/image" Target="../media/image176.png"/><Relationship Id="rId16" Type="http://schemas.openxmlformats.org/officeDocument/2006/relationships/image" Target="../media/image70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10.png"/><Relationship Id="rId11" Type="http://schemas.openxmlformats.org/officeDocument/2006/relationships/image" Target="../media/image113.png"/><Relationship Id="rId5" Type="http://schemas.openxmlformats.org/officeDocument/2006/relationships/image" Target="../media/image106.png"/><Relationship Id="rId15" Type="http://schemas.openxmlformats.org/officeDocument/2006/relationships/image" Target="../media/image189.png"/><Relationship Id="rId10" Type="http://schemas.openxmlformats.org/officeDocument/2006/relationships/image" Target="../media/image8011.png"/><Relationship Id="rId4" Type="http://schemas.openxmlformats.org/officeDocument/2006/relationships/image" Target="../media/image105.png"/><Relationship Id="rId9" Type="http://schemas.openxmlformats.org/officeDocument/2006/relationships/image" Target="../media/image112.png"/><Relationship Id="rId14" Type="http://schemas.openxmlformats.org/officeDocument/2006/relationships/image" Target="../media/image12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13" Type="http://schemas.openxmlformats.org/officeDocument/2006/relationships/image" Target="../media/image202.png"/><Relationship Id="rId18" Type="http://schemas.openxmlformats.org/officeDocument/2006/relationships/image" Target="../media/image207.png"/><Relationship Id="rId3" Type="http://schemas.openxmlformats.org/officeDocument/2006/relationships/image" Target="../media/image192.png"/><Relationship Id="rId21" Type="http://schemas.openxmlformats.org/officeDocument/2006/relationships/image" Target="../media/image447.png"/><Relationship Id="rId7" Type="http://schemas.openxmlformats.org/officeDocument/2006/relationships/image" Target="../media/image196.png"/><Relationship Id="rId12" Type="http://schemas.openxmlformats.org/officeDocument/2006/relationships/image" Target="../media/image6810.png"/><Relationship Id="rId17" Type="http://schemas.openxmlformats.org/officeDocument/2006/relationships/image" Target="../media/image702.png"/><Relationship Id="rId2" Type="http://schemas.openxmlformats.org/officeDocument/2006/relationships/image" Target="../media/image7711.png"/><Relationship Id="rId16" Type="http://schemas.openxmlformats.org/officeDocument/2006/relationships/image" Target="../media/image205.png"/><Relationship Id="rId20" Type="http://schemas.openxmlformats.org/officeDocument/2006/relationships/image" Target="../media/image2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11" Type="http://schemas.openxmlformats.org/officeDocument/2006/relationships/image" Target="../media/image200.png"/><Relationship Id="rId15" Type="http://schemas.openxmlformats.org/officeDocument/2006/relationships/image" Target="../media/image698.png"/><Relationship Id="rId10" Type="http://schemas.openxmlformats.org/officeDocument/2006/relationships/image" Target="../media/image199.png"/><Relationship Id="rId19" Type="http://schemas.openxmlformats.org/officeDocument/2006/relationships/image" Target="../media/image7112.png"/><Relationship Id="rId4" Type="http://schemas.openxmlformats.org/officeDocument/2006/relationships/image" Target="../media/image6610.png"/><Relationship Id="rId9" Type="http://schemas.openxmlformats.org/officeDocument/2006/relationships/image" Target="../media/image670.png"/><Relationship Id="rId14" Type="http://schemas.openxmlformats.org/officeDocument/2006/relationships/image" Target="../media/image203.png"/><Relationship Id="rId22" Type="http://schemas.openxmlformats.org/officeDocument/2006/relationships/image" Target="../media/image451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1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1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1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1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7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7510.png"/><Relationship Id="rId4" Type="http://schemas.openxmlformats.org/officeDocument/2006/relationships/image" Target="../media/image74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731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7.png"/><Relationship Id="rId2" Type="http://schemas.openxmlformats.org/officeDocument/2006/relationships/image" Target="../media/image791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4.png"/><Relationship Id="rId3" Type="http://schemas.openxmlformats.org/officeDocument/2006/relationships/image" Target="../media/image8410.png"/><Relationship Id="rId7" Type="http://schemas.openxmlformats.org/officeDocument/2006/relationships/image" Target="../media/image880.png"/><Relationship Id="rId2" Type="http://schemas.openxmlformats.org/officeDocument/2006/relationships/image" Target="../media/image8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5.png"/><Relationship Id="rId5" Type="http://schemas.openxmlformats.org/officeDocument/2006/relationships/image" Target="../media/image786.png"/><Relationship Id="rId10" Type="http://schemas.openxmlformats.org/officeDocument/2006/relationships/image" Target="../media/image850.png"/><Relationship Id="rId4" Type="http://schemas.openxmlformats.org/officeDocument/2006/relationships/image" Target="../media/image7212.png"/><Relationship Id="rId9" Type="http://schemas.openxmlformats.org/officeDocument/2006/relationships/image" Target="../media/image9010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0.png"/><Relationship Id="rId3" Type="http://schemas.openxmlformats.org/officeDocument/2006/relationships/image" Target="../media/image140.png"/><Relationship Id="rId7" Type="http://schemas.openxmlformats.org/officeDocument/2006/relationships/image" Target="../media/image1063.png"/><Relationship Id="rId2" Type="http://schemas.openxmlformats.org/officeDocument/2006/relationships/image" Target="../media/image10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43.png"/><Relationship Id="rId10" Type="http://schemas.openxmlformats.org/officeDocument/2006/relationships/image" Target="../media/image147.png"/><Relationship Id="rId4" Type="http://schemas.openxmlformats.org/officeDocument/2006/relationships/image" Target="../media/image1031.png"/><Relationship Id="rId9" Type="http://schemas.openxmlformats.org/officeDocument/2006/relationships/image" Target="../media/image1080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0.png"/><Relationship Id="rId3" Type="http://schemas.openxmlformats.org/officeDocument/2006/relationships/image" Target="../media/image149.png"/><Relationship Id="rId7" Type="http://schemas.openxmlformats.org/officeDocument/2006/relationships/image" Target="../media/image1430.png"/><Relationship Id="rId2" Type="http://schemas.openxmlformats.org/officeDocument/2006/relationships/image" Target="../media/image101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1.png"/><Relationship Id="rId10" Type="http://schemas.openxmlformats.org/officeDocument/2006/relationships/image" Target="../media/image150.png"/><Relationship Id="rId4" Type="http://schemas.openxmlformats.org/officeDocument/2006/relationships/image" Target="../media/image1031.png"/><Relationship Id="rId9" Type="http://schemas.openxmlformats.org/officeDocument/2006/relationships/image" Target="../media/image1080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0.png"/><Relationship Id="rId3" Type="http://schemas.openxmlformats.org/officeDocument/2006/relationships/image" Target="../media/image152.png"/><Relationship Id="rId7" Type="http://schemas.openxmlformats.org/officeDocument/2006/relationships/image" Target="../media/image1500.png"/><Relationship Id="rId12" Type="http://schemas.openxmlformats.org/officeDocument/2006/relationships/image" Target="../media/image154.png"/><Relationship Id="rId2" Type="http://schemas.openxmlformats.org/officeDocument/2006/relationships/image" Target="../media/image101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3.png"/><Relationship Id="rId10" Type="http://schemas.openxmlformats.org/officeDocument/2006/relationships/image" Target="../media/image153.png"/><Relationship Id="rId4" Type="http://schemas.openxmlformats.org/officeDocument/2006/relationships/image" Target="../media/image1031.png"/><Relationship Id="rId9" Type="http://schemas.openxmlformats.org/officeDocument/2006/relationships/image" Target="../media/image108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3.png"/><Relationship Id="rId2" Type="http://schemas.openxmlformats.org/officeDocument/2006/relationships/image" Target="../media/image157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1590.png"/><Relationship Id="rId7" Type="http://schemas.openxmlformats.org/officeDocument/2006/relationships/image" Target="../media/image194.png"/><Relationship Id="rId2" Type="http://schemas.openxmlformats.org/officeDocument/2006/relationships/image" Target="../media/image8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370.png"/><Relationship Id="rId10" Type="http://schemas.openxmlformats.org/officeDocument/2006/relationships/image" Target="../media/image1260.png"/><Relationship Id="rId4" Type="http://schemas.openxmlformats.org/officeDocument/2006/relationships/image" Target="../media/image1212.png"/><Relationship Id="rId9" Type="http://schemas.openxmlformats.org/officeDocument/2006/relationships/image" Target="../media/image1250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0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0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0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0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13" Type="http://schemas.openxmlformats.org/officeDocument/2006/relationships/image" Target="../media/image1580.png"/><Relationship Id="rId3" Type="http://schemas.openxmlformats.org/officeDocument/2006/relationships/image" Target="../media/image223.png"/><Relationship Id="rId7" Type="http://schemas.openxmlformats.org/officeDocument/2006/relationships/image" Target="../media/image227.png"/><Relationship Id="rId12" Type="http://schemas.openxmlformats.org/officeDocument/2006/relationships/image" Target="../media/image1560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png"/><Relationship Id="rId11" Type="http://schemas.openxmlformats.org/officeDocument/2006/relationships/image" Target="../media/image1550.png"/><Relationship Id="rId5" Type="http://schemas.openxmlformats.org/officeDocument/2006/relationships/image" Target="../media/image1530.png"/><Relationship Id="rId10" Type="http://schemas.openxmlformats.org/officeDocument/2006/relationships/image" Target="../media/image1540.png"/><Relationship Id="rId4" Type="http://schemas.openxmlformats.org/officeDocument/2006/relationships/image" Target="../media/image224.png"/><Relationship Id="rId9" Type="http://schemas.openxmlformats.org/officeDocument/2006/relationships/image" Target="../media/image229.png"/><Relationship Id="rId14" Type="http://schemas.openxmlformats.org/officeDocument/2006/relationships/image" Target="../media/image1601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401.png"/><Relationship Id="rId7" Type="http://schemas.openxmlformats.org/officeDocument/2006/relationships/image" Target="../media/image165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1.png"/><Relationship Id="rId11" Type="http://schemas.openxmlformats.org/officeDocument/2006/relationships/image" Target="../media/image190.png"/><Relationship Id="rId5" Type="http://schemas.openxmlformats.org/officeDocument/2006/relationships/image" Target="../media/image1600.png"/><Relationship Id="rId10" Type="http://schemas.openxmlformats.org/officeDocument/2006/relationships/image" Target="../media/image171.png"/><Relationship Id="rId4" Type="http://schemas.openxmlformats.org/officeDocument/2006/relationships/image" Target="../media/image1491.png"/><Relationship Id="rId9" Type="http://schemas.openxmlformats.org/officeDocument/2006/relationships/image" Target="../media/image167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247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10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84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2.png"/><Relationship Id="rId5" Type="http://schemas.openxmlformats.org/officeDocument/2006/relationships/image" Target="../media/image1810.png"/><Relationship Id="rId10" Type="http://schemas.openxmlformats.org/officeDocument/2006/relationships/image" Target="../media/image285.png"/><Relationship Id="rId4" Type="http://schemas.openxmlformats.org/officeDocument/2006/relationships/image" Target="../media/image1800.png"/><Relationship Id="rId9" Type="http://schemas.openxmlformats.org/officeDocument/2006/relationships/image" Target="../media/image284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13" Type="http://schemas.openxmlformats.org/officeDocument/2006/relationships/image" Target="../media/image298.png"/><Relationship Id="rId3" Type="http://schemas.openxmlformats.org/officeDocument/2006/relationships/image" Target="../media/image186.png"/><Relationship Id="rId7" Type="http://schemas.openxmlformats.org/officeDocument/2006/relationships/image" Target="../media/image188.png"/><Relationship Id="rId12" Type="http://schemas.openxmlformats.org/officeDocument/2006/relationships/image" Target="../media/image1790.png"/><Relationship Id="rId2" Type="http://schemas.openxmlformats.org/officeDocument/2006/relationships/image" Target="../media/image185.png"/><Relationship Id="rId16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1750.png"/><Relationship Id="rId15" Type="http://schemas.openxmlformats.org/officeDocument/2006/relationships/image" Target="../media/image210.png"/><Relationship Id="rId10" Type="http://schemas.openxmlformats.org/officeDocument/2006/relationships/image" Target="../media/image204.png"/><Relationship Id="rId4" Type="http://schemas.openxmlformats.org/officeDocument/2006/relationships/image" Target="../media/image187.png"/><Relationship Id="rId9" Type="http://schemas.openxmlformats.org/officeDocument/2006/relationships/image" Target="../media/image201.png"/><Relationship Id="rId14" Type="http://schemas.openxmlformats.org/officeDocument/2006/relationships/image" Target="../media/image299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5" Type="http://schemas.openxmlformats.org/officeDocument/2006/relationships/image" Target="../media/image183.png"/><Relationship Id="rId4" Type="http://schemas.openxmlformats.org/officeDocument/2006/relationships/image" Target="../media/image215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6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1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251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5.png"/><Relationship Id="rId5" Type="http://schemas.openxmlformats.org/officeDocument/2006/relationships/image" Target="../media/image254.png"/><Relationship Id="rId4" Type="http://schemas.openxmlformats.org/officeDocument/2006/relationships/image" Target="../media/image245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25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7.pn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70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diagramData" Target="../diagrams/data17.xml"/><Relationship Id="rId7" Type="http://schemas.microsoft.com/office/2007/relationships/diagramDrawing" Target="../diagrams/drawing13.xm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10" Type="http://schemas.openxmlformats.org/officeDocument/2006/relationships/image" Target="../media/image30.jpeg"/><Relationship Id="rId4" Type="http://schemas.openxmlformats.org/officeDocument/2006/relationships/diagramLayout" Target="../diagrams/layout13.xml"/><Relationship Id="rId9" Type="http://schemas.openxmlformats.org/officeDocument/2006/relationships/image" Target="../media/image29.jpeg"/></Relationships>
</file>

<file path=ppt/slides/_rels/slide136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15.xml"/><Relationship Id="rId18" Type="http://schemas.openxmlformats.org/officeDocument/2006/relationships/diagramLayout" Target="../diagrams/layout6.xml"/><Relationship Id="rId26" Type="http://schemas.openxmlformats.org/officeDocument/2006/relationships/diagramData" Target="../diagrams/data12.xml"/><Relationship Id="rId3" Type="http://schemas.openxmlformats.org/officeDocument/2006/relationships/diagramData" Target="../diagrams/data18.xml"/><Relationship Id="rId21" Type="http://schemas.openxmlformats.org/officeDocument/2006/relationships/diagramData" Target="../diagrams/data20.xml"/><Relationship Id="rId7" Type="http://schemas.microsoft.com/office/2007/relationships/diagramDrawing" Target="../diagrams/drawing14.xml"/><Relationship Id="rId12" Type="http://schemas.openxmlformats.org/officeDocument/2006/relationships/diagramData" Target="../diagrams/data19.xml"/><Relationship Id="rId17" Type="http://schemas.openxmlformats.org/officeDocument/2006/relationships/diagramData" Target="../diagrams/data10.xml"/><Relationship Id="rId25" Type="http://schemas.microsoft.com/office/2007/relationships/diagramDrawing" Target="../diagrams/drawing16.xml"/><Relationship Id="rId33" Type="http://schemas.openxmlformats.org/officeDocument/2006/relationships/image" Target="../media/image63.png"/><Relationship Id="rId2" Type="http://schemas.openxmlformats.org/officeDocument/2006/relationships/image" Target="../media/image53.png"/><Relationship Id="rId16" Type="http://schemas.microsoft.com/office/2007/relationships/diagramDrawing" Target="../diagrams/drawing15.xml"/><Relationship Id="rId20" Type="http://schemas.openxmlformats.org/officeDocument/2006/relationships/diagramColors" Target="../diagrams/colors6.xml"/><Relationship Id="rId29" Type="http://schemas.openxmlformats.org/officeDocument/2006/relationships/diagramColors" Target="../diagrams/colors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11" Type="http://schemas.openxmlformats.org/officeDocument/2006/relationships/diagramColors" Target="../diagrams/colors5.xml"/><Relationship Id="rId24" Type="http://schemas.openxmlformats.org/officeDocument/2006/relationships/diagramColors" Target="../diagrams/colors16.xml"/><Relationship Id="rId32" Type="http://schemas.openxmlformats.org/officeDocument/2006/relationships/image" Target="../media/image62.png"/><Relationship Id="rId5" Type="http://schemas.openxmlformats.org/officeDocument/2006/relationships/diagramQuickStyle" Target="../diagrams/quickStyle14.xml"/><Relationship Id="rId15" Type="http://schemas.openxmlformats.org/officeDocument/2006/relationships/diagramColors" Target="../diagrams/colors15.xml"/><Relationship Id="rId23" Type="http://schemas.openxmlformats.org/officeDocument/2006/relationships/diagramQuickStyle" Target="../diagrams/quickStyle16.xml"/><Relationship Id="rId28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5.xml"/><Relationship Id="rId19" Type="http://schemas.openxmlformats.org/officeDocument/2006/relationships/diagramQuickStyle" Target="../diagrams/quickStyle6.xml"/><Relationship Id="rId31" Type="http://schemas.openxmlformats.org/officeDocument/2006/relationships/image" Target="../media/image61.png"/><Relationship Id="rId4" Type="http://schemas.openxmlformats.org/officeDocument/2006/relationships/diagramLayout" Target="../diagrams/layout14.xml"/><Relationship Id="rId9" Type="http://schemas.openxmlformats.org/officeDocument/2006/relationships/diagramLayout" Target="../diagrams/layout5.xml"/><Relationship Id="rId14" Type="http://schemas.openxmlformats.org/officeDocument/2006/relationships/diagramQuickStyle" Target="../diagrams/quickStyle15.xml"/><Relationship Id="rId22" Type="http://schemas.openxmlformats.org/officeDocument/2006/relationships/diagramLayout" Target="../diagrams/layout16.xml"/><Relationship Id="rId27" Type="http://schemas.openxmlformats.org/officeDocument/2006/relationships/diagramLayout" Target="../diagrams/layout7.xml"/><Relationship Id="rId30" Type="http://schemas.openxmlformats.org/officeDocument/2006/relationships/image" Target="../media/image60.png"/><Relationship Id="rId8" Type="http://schemas.openxmlformats.org/officeDocument/2006/relationships/diagramData" Target="../diagrams/data8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7.xml"/><Relationship Id="rId13" Type="http://schemas.openxmlformats.org/officeDocument/2006/relationships/diagramColors" Target="../diagrams/colors18.xml"/><Relationship Id="rId3" Type="http://schemas.openxmlformats.org/officeDocument/2006/relationships/image" Target="../media/image260.png"/><Relationship Id="rId7" Type="http://schemas.openxmlformats.org/officeDocument/2006/relationships/diagramQuickStyle" Target="../diagrams/quickStyle17.xml"/><Relationship Id="rId12" Type="http://schemas.openxmlformats.org/officeDocument/2006/relationships/diagramQuickStyle" Target="../diagrams/quickStyle18.xml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7.xml"/><Relationship Id="rId11" Type="http://schemas.openxmlformats.org/officeDocument/2006/relationships/diagramLayout" Target="../diagrams/layout18.xml"/><Relationship Id="rId5" Type="http://schemas.openxmlformats.org/officeDocument/2006/relationships/diagramData" Target="../diagrams/data21.xml"/><Relationship Id="rId10" Type="http://schemas.openxmlformats.org/officeDocument/2006/relationships/diagramData" Target="../diagrams/data22.xml"/><Relationship Id="rId4" Type="http://schemas.microsoft.com/office/2007/relationships/hdphoto" Target="../media/hdphoto6.wdp"/><Relationship Id="rId9" Type="http://schemas.microsoft.com/office/2007/relationships/diagramDrawing" Target="../diagrams/drawing17.xml"/><Relationship Id="rId14" Type="http://schemas.microsoft.com/office/2007/relationships/diagramDrawing" Target="../diagrams/drawing18.xml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diagramData" Target="../diagrams/data23.xml"/><Relationship Id="rId7" Type="http://schemas.microsoft.com/office/2007/relationships/diagramDrawing" Target="../diagrams/drawing19.xml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11" Type="http://schemas.openxmlformats.org/officeDocument/2006/relationships/image" Target="../media/image36.jpeg"/><Relationship Id="rId5" Type="http://schemas.openxmlformats.org/officeDocument/2006/relationships/diagramQuickStyle" Target="../diagrams/quickStyle19.xml"/><Relationship Id="rId10" Type="http://schemas.openxmlformats.org/officeDocument/2006/relationships/image" Target="../media/image35.jpeg"/><Relationship Id="rId4" Type="http://schemas.openxmlformats.org/officeDocument/2006/relationships/diagramLayout" Target="../diagrams/layout19.xml"/><Relationship Id="rId9" Type="http://schemas.openxmlformats.org/officeDocument/2006/relationships/image" Target="../media/image34.jpe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diagramData" Target="../diagrams/data24.xml"/><Relationship Id="rId7" Type="http://schemas.microsoft.com/office/2007/relationships/diagramDrawing" Target="../diagrams/drawing20.xml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11" Type="http://schemas.openxmlformats.org/officeDocument/2006/relationships/image" Target="../media/image36.jpeg"/><Relationship Id="rId5" Type="http://schemas.openxmlformats.org/officeDocument/2006/relationships/diagramQuickStyle" Target="../diagrams/quickStyle20.xml"/><Relationship Id="rId10" Type="http://schemas.openxmlformats.org/officeDocument/2006/relationships/image" Target="../media/image35.jpeg"/><Relationship Id="rId4" Type="http://schemas.openxmlformats.org/officeDocument/2006/relationships/diagramLayout" Target="../diagrams/layout20.xml"/><Relationship Id="rId9" Type="http://schemas.openxmlformats.org/officeDocument/2006/relationships/image" Target="../media/image34.jpeg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diagramData" Target="../diagrams/data25.xml"/><Relationship Id="rId7" Type="http://schemas.microsoft.com/office/2007/relationships/diagramDrawing" Target="../diagrams/drawing21.xml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11" Type="http://schemas.openxmlformats.org/officeDocument/2006/relationships/image" Target="../media/image36.jpeg"/><Relationship Id="rId5" Type="http://schemas.openxmlformats.org/officeDocument/2006/relationships/diagramQuickStyle" Target="../diagrams/quickStyle21.xml"/><Relationship Id="rId10" Type="http://schemas.openxmlformats.org/officeDocument/2006/relationships/image" Target="../media/image35.jpeg"/><Relationship Id="rId4" Type="http://schemas.openxmlformats.org/officeDocument/2006/relationships/diagramLayout" Target="../diagrams/layout21.xml"/><Relationship Id="rId9" Type="http://schemas.openxmlformats.org/officeDocument/2006/relationships/image" Target="../media/image34.jpe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3.png"/><Relationship Id="rId2" Type="http://schemas.openxmlformats.org/officeDocument/2006/relationships/image" Target="../media/image25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9.png"/><Relationship Id="rId4" Type="http://schemas.openxmlformats.org/officeDocument/2006/relationships/image" Target="../media/image278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287.png"/><Relationship Id="rId3" Type="http://schemas.openxmlformats.org/officeDocument/2006/relationships/image" Target="../media/image281.png"/><Relationship Id="rId7" Type="http://schemas.openxmlformats.org/officeDocument/2006/relationships/image" Target="../media/image329.png"/><Relationship Id="rId12" Type="http://schemas.openxmlformats.org/officeDocument/2006/relationships/image" Target="../media/image288.png"/><Relationship Id="rId2" Type="http://schemas.openxmlformats.org/officeDocument/2006/relationships/image" Target="../media/image25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286.png"/><Relationship Id="rId5" Type="http://schemas.openxmlformats.org/officeDocument/2006/relationships/image" Target="../media/image2602.png"/><Relationship Id="rId15" Type="http://schemas.openxmlformats.org/officeDocument/2006/relationships/image" Target="../media/image2892.png"/><Relationship Id="rId10" Type="http://schemas.openxmlformats.org/officeDocument/2006/relationships/image" Target="../media/image283.png"/><Relationship Id="rId4" Type="http://schemas.openxmlformats.org/officeDocument/2006/relationships/image" Target="../media/image282.png"/><Relationship Id="rId9" Type="http://schemas.openxmlformats.org/officeDocument/2006/relationships/image" Target="../media/image331.png"/><Relationship Id="rId14" Type="http://schemas.openxmlformats.org/officeDocument/2006/relationships/image" Target="../media/image289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image" Target="../media/image2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4.png"/><Relationship Id="rId5" Type="http://schemas.openxmlformats.org/officeDocument/2006/relationships/image" Target="../media/image293.png"/><Relationship Id="rId4" Type="http://schemas.openxmlformats.org/officeDocument/2006/relationships/image" Target="../media/image292.pn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13" Type="http://schemas.openxmlformats.org/officeDocument/2006/relationships/image" Target="../media/image304.png"/><Relationship Id="rId3" Type="http://schemas.openxmlformats.org/officeDocument/2006/relationships/image" Target="../media/image296.png"/><Relationship Id="rId7" Type="http://schemas.openxmlformats.org/officeDocument/2006/relationships/image" Target="../media/image329.png"/><Relationship Id="rId12" Type="http://schemas.openxmlformats.org/officeDocument/2006/relationships/image" Target="../media/image303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11" Type="http://schemas.openxmlformats.org/officeDocument/2006/relationships/image" Target="../media/image302.png"/><Relationship Id="rId5" Type="http://schemas.openxmlformats.org/officeDocument/2006/relationships/image" Target="../media/image2602.png"/><Relationship Id="rId15" Type="http://schemas.openxmlformats.org/officeDocument/2006/relationships/image" Target="../media/image306.png"/><Relationship Id="rId10" Type="http://schemas.openxmlformats.org/officeDocument/2006/relationships/image" Target="../media/image300.png"/><Relationship Id="rId4" Type="http://schemas.openxmlformats.org/officeDocument/2006/relationships/image" Target="../media/image297.png"/><Relationship Id="rId9" Type="http://schemas.openxmlformats.org/officeDocument/2006/relationships/image" Target="../media/image331.png"/><Relationship Id="rId14" Type="http://schemas.openxmlformats.org/officeDocument/2006/relationships/image" Target="../media/image305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png"/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8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9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0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1.png"/><Relationship Id="rId2" Type="http://schemas.openxmlformats.org/officeDocument/2006/relationships/image" Target="../media/image25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1.png"/><Relationship Id="rId4" Type="http://schemas.openxmlformats.org/officeDocument/2006/relationships/image" Target="../media/image3101.png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png"/><Relationship Id="rId3" Type="http://schemas.openxmlformats.org/officeDocument/2006/relationships/image" Target="../media/image314.png"/><Relationship Id="rId7" Type="http://schemas.openxmlformats.org/officeDocument/2006/relationships/image" Target="../media/image318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8.png"/><Relationship Id="rId5" Type="http://schemas.openxmlformats.org/officeDocument/2006/relationships/image" Target="../media/image317.png"/><Relationship Id="rId10" Type="http://schemas.openxmlformats.org/officeDocument/2006/relationships/image" Target="../media/image321.png"/><Relationship Id="rId4" Type="http://schemas.openxmlformats.org/officeDocument/2006/relationships/image" Target="../media/image315.png"/><Relationship Id="rId9" Type="http://schemas.openxmlformats.org/officeDocument/2006/relationships/image" Target="../media/image32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2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7.png"/><Relationship Id="rId5" Type="http://schemas.openxmlformats.org/officeDocument/2006/relationships/image" Target="../media/image324.png"/><Relationship Id="rId4" Type="http://schemas.openxmlformats.org/officeDocument/2006/relationships/image" Target="../media/image323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skingdom.com/linear-regression-calculator.html" TargetMode="External"/><Relationship Id="rId2" Type="http://schemas.openxmlformats.org/officeDocument/2006/relationships/image" Target="../media/image325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image" Target="../media/image326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8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png"/><Relationship Id="rId7" Type="http://schemas.openxmlformats.org/officeDocument/2006/relationships/image" Target="../media/image339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8.png"/><Relationship Id="rId5" Type="http://schemas.openxmlformats.org/officeDocument/2006/relationships/image" Target="../media/image337.png"/><Relationship Id="rId4" Type="http://schemas.openxmlformats.org/officeDocument/2006/relationships/image" Target="../media/image336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png"/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5.png"/><Relationship Id="rId2" Type="http://schemas.openxmlformats.org/officeDocument/2006/relationships/image" Target="../media/image3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60.png"/><Relationship Id="rId5" Type="http://schemas.openxmlformats.org/officeDocument/2006/relationships/image" Target="../media/image3750.png"/><Relationship Id="rId4" Type="http://schemas.openxmlformats.org/officeDocument/2006/relationships/image" Target="../media/image343.png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png"/><Relationship Id="rId3" Type="http://schemas.openxmlformats.org/officeDocument/2006/relationships/image" Target="../media/image347.png"/><Relationship Id="rId7" Type="http://schemas.openxmlformats.org/officeDocument/2006/relationships/image" Target="../media/image412.png"/><Relationship Id="rId2" Type="http://schemas.openxmlformats.org/officeDocument/2006/relationships/image" Target="../media/image3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8.png"/><Relationship Id="rId11" Type="http://schemas.openxmlformats.org/officeDocument/2006/relationships/image" Target="../media/image416.png"/><Relationship Id="rId5" Type="http://schemas.openxmlformats.org/officeDocument/2006/relationships/image" Target="../media/image2971.png"/><Relationship Id="rId10" Type="http://schemas.openxmlformats.org/officeDocument/2006/relationships/image" Target="../media/image415.png"/><Relationship Id="rId4" Type="http://schemas.openxmlformats.org/officeDocument/2006/relationships/image" Target="../media/image404.png"/><Relationship Id="rId9" Type="http://schemas.openxmlformats.org/officeDocument/2006/relationships/image" Target="../media/image414.png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4.png"/><Relationship Id="rId13" Type="http://schemas.openxmlformats.org/officeDocument/2006/relationships/image" Target="../media/image429.png"/><Relationship Id="rId18" Type="http://schemas.openxmlformats.org/officeDocument/2006/relationships/image" Target="../media/image2300.png"/><Relationship Id="rId3" Type="http://schemas.openxmlformats.org/officeDocument/2006/relationships/image" Target="../media/image418.png"/><Relationship Id="rId21" Type="http://schemas.openxmlformats.org/officeDocument/2006/relationships/image" Target="../media/image2331.png"/><Relationship Id="rId7" Type="http://schemas.openxmlformats.org/officeDocument/2006/relationships/image" Target="../media/image423.png"/><Relationship Id="rId12" Type="http://schemas.openxmlformats.org/officeDocument/2006/relationships/image" Target="../media/image428.png"/><Relationship Id="rId17" Type="http://schemas.openxmlformats.org/officeDocument/2006/relationships/image" Target="../media/image2080.png"/><Relationship Id="rId2" Type="http://schemas.openxmlformats.org/officeDocument/2006/relationships/image" Target="../media/image417.png"/><Relationship Id="rId16" Type="http://schemas.openxmlformats.org/officeDocument/2006/relationships/image" Target="../media/image432.png"/><Relationship Id="rId20" Type="http://schemas.openxmlformats.org/officeDocument/2006/relationships/image" Target="../media/image2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2.png"/><Relationship Id="rId11" Type="http://schemas.openxmlformats.org/officeDocument/2006/relationships/image" Target="../media/image427.png"/><Relationship Id="rId5" Type="http://schemas.openxmlformats.org/officeDocument/2006/relationships/image" Target="../media/image421.png"/><Relationship Id="rId15" Type="http://schemas.openxmlformats.org/officeDocument/2006/relationships/image" Target="../media/image431.png"/><Relationship Id="rId10" Type="http://schemas.openxmlformats.org/officeDocument/2006/relationships/image" Target="../media/image426.png"/><Relationship Id="rId19" Type="http://schemas.openxmlformats.org/officeDocument/2006/relationships/image" Target="../media/image2310.png"/><Relationship Id="rId4" Type="http://schemas.openxmlformats.org/officeDocument/2006/relationships/image" Target="../media/image419.png"/><Relationship Id="rId9" Type="http://schemas.openxmlformats.org/officeDocument/2006/relationships/image" Target="../media/image425.png"/><Relationship Id="rId14" Type="http://schemas.openxmlformats.org/officeDocument/2006/relationships/image" Target="../media/image430.png"/></Relationships>
</file>

<file path=ppt/slides/_rels/slide16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5.png"/><Relationship Id="rId3" Type="http://schemas.openxmlformats.org/officeDocument/2006/relationships/image" Target="../media/image3020.png"/><Relationship Id="rId7" Type="http://schemas.openxmlformats.org/officeDocument/2006/relationships/image" Target="../media/image348.png"/><Relationship Id="rId12" Type="http://schemas.openxmlformats.org/officeDocument/2006/relationships/image" Target="../media/image387.png"/><Relationship Id="rId2" Type="http://schemas.openxmlformats.org/officeDocument/2006/relationships/image" Target="../media/image30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40.png"/><Relationship Id="rId11" Type="http://schemas.openxmlformats.org/officeDocument/2006/relationships/image" Target="../media/image443.png"/><Relationship Id="rId5" Type="http://schemas.openxmlformats.org/officeDocument/2006/relationships/image" Target="../media/image3030.png"/><Relationship Id="rId15" Type="http://schemas.openxmlformats.org/officeDocument/2006/relationships/image" Target="../media/image3060.png"/><Relationship Id="rId10" Type="http://schemas.openxmlformats.org/officeDocument/2006/relationships/image" Target="../media/image442.png"/><Relationship Id="rId4" Type="http://schemas.openxmlformats.org/officeDocument/2006/relationships/image" Target="../media/image433.png"/><Relationship Id="rId9" Type="http://schemas.openxmlformats.org/officeDocument/2006/relationships/image" Target="../media/image441.png"/><Relationship Id="rId14" Type="http://schemas.openxmlformats.org/officeDocument/2006/relationships/image" Target="../media/image407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7" Type="http://schemas.openxmlformats.org/officeDocument/2006/relationships/image" Target="../media/image3490.png"/><Relationship Id="rId2" Type="http://schemas.openxmlformats.org/officeDocument/2006/relationships/image" Target="../media/image3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80.png"/><Relationship Id="rId5" Type="http://schemas.openxmlformats.org/officeDocument/2006/relationships/image" Target="../media/image3470.png"/><Relationship Id="rId4" Type="http://schemas.openxmlformats.org/officeDocument/2006/relationships/image" Target="../media/image3460.png"/></Relationships>
</file>

<file path=ppt/slides/_rels/slide16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9.png"/><Relationship Id="rId3" Type="http://schemas.openxmlformats.org/officeDocument/2006/relationships/image" Target="../media/image444.png"/><Relationship Id="rId12" Type="http://schemas.openxmlformats.org/officeDocument/2006/relationships/image" Target="../media/image458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57.png"/><Relationship Id="rId10" Type="http://schemas.openxmlformats.org/officeDocument/2006/relationships/image" Target="../media/image456.png"/><Relationship Id="rId9" Type="http://schemas.openxmlformats.org/officeDocument/2006/relationships/image" Target="../media/image455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png"/><Relationship Id="rId3" Type="http://schemas.openxmlformats.org/officeDocument/2006/relationships/image" Target="../media/image3090.png"/><Relationship Id="rId7" Type="http://schemas.openxmlformats.org/officeDocument/2006/relationships/image" Target="../media/image3511.png"/><Relationship Id="rId2" Type="http://schemas.openxmlformats.org/officeDocument/2006/relationships/image" Target="../media/image30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20.png"/><Relationship Id="rId5" Type="http://schemas.openxmlformats.org/officeDocument/2006/relationships/image" Target="../media/image3110.png"/><Relationship Id="rId4" Type="http://schemas.openxmlformats.org/officeDocument/2006/relationships/image" Target="../media/image352.png"/><Relationship Id="rId9" Type="http://schemas.openxmlformats.org/officeDocument/2006/relationships/image" Target="../media/image354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.png"/><Relationship Id="rId13" Type="http://schemas.openxmlformats.org/officeDocument/2006/relationships/image" Target="../media/image459.png"/><Relationship Id="rId3" Type="http://schemas.openxmlformats.org/officeDocument/2006/relationships/image" Target="../media/image3501.png"/><Relationship Id="rId7" Type="http://schemas.openxmlformats.org/officeDocument/2006/relationships/image" Target="../media/image3540.png"/><Relationship Id="rId12" Type="http://schemas.openxmlformats.org/officeDocument/2006/relationships/image" Target="../media/image458.png"/><Relationship Id="rId2" Type="http://schemas.openxmlformats.org/officeDocument/2006/relationships/image" Target="../media/image3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30.png"/><Relationship Id="rId11" Type="http://schemas.openxmlformats.org/officeDocument/2006/relationships/image" Target="../media/image457.png"/><Relationship Id="rId5" Type="http://schemas.openxmlformats.org/officeDocument/2006/relationships/image" Target="../media/image3520.png"/><Relationship Id="rId10" Type="http://schemas.openxmlformats.org/officeDocument/2006/relationships/image" Target="../media/image456.png"/><Relationship Id="rId4" Type="http://schemas.openxmlformats.org/officeDocument/2006/relationships/image" Target="../media/image3510.png"/><Relationship Id="rId9" Type="http://schemas.openxmlformats.org/officeDocument/2006/relationships/image" Target="../media/image455.png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1.png"/><Relationship Id="rId3" Type="http://schemas.openxmlformats.org/officeDocument/2006/relationships/image" Target="../media/image3370.png"/><Relationship Id="rId7" Type="http://schemas.openxmlformats.org/officeDocument/2006/relationships/image" Target="../media/image356.png"/><Relationship Id="rId2" Type="http://schemas.openxmlformats.org/officeDocument/2006/relationships/image" Target="../media/image3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10.png"/><Relationship Id="rId11" Type="http://schemas.openxmlformats.org/officeDocument/2006/relationships/image" Target="../media/image359.png"/><Relationship Id="rId5" Type="http://schemas.openxmlformats.org/officeDocument/2006/relationships/image" Target="../media/image3400.png"/><Relationship Id="rId10" Type="http://schemas.openxmlformats.org/officeDocument/2006/relationships/image" Target="../media/image358.png"/><Relationship Id="rId4" Type="http://schemas.openxmlformats.org/officeDocument/2006/relationships/image" Target="../media/image3390.png"/><Relationship Id="rId9" Type="http://schemas.openxmlformats.org/officeDocument/2006/relationships/image" Target="../media/image357.png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50.png"/><Relationship Id="rId3" Type="http://schemas.openxmlformats.org/officeDocument/2006/relationships/image" Target="../media/image491.png"/><Relationship Id="rId7" Type="http://schemas.openxmlformats.org/officeDocument/2006/relationships/image" Target="../media/image495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4.png"/><Relationship Id="rId5" Type="http://schemas.openxmlformats.org/officeDocument/2006/relationships/image" Target="../media/image493.png"/><Relationship Id="rId4" Type="http://schemas.openxmlformats.org/officeDocument/2006/relationships/image" Target="../media/image492.pn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0.png"/><Relationship Id="rId3" Type="http://schemas.openxmlformats.org/officeDocument/2006/relationships/image" Target="../media/image497.png"/><Relationship Id="rId7" Type="http://schemas.openxmlformats.org/officeDocument/2006/relationships/image" Target="../media/image501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9.png"/><Relationship Id="rId4" Type="http://schemas.openxmlformats.org/officeDocument/2006/relationships/image" Target="../media/image498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4.png"/><Relationship Id="rId7" Type="http://schemas.openxmlformats.org/officeDocument/2006/relationships/image" Target="../media/image363.png"/><Relationship Id="rId2" Type="http://schemas.openxmlformats.org/officeDocument/2006/relationships/image" Target="../media/image3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2.png"/><Relationship Id="rId5" Type="http://schemas.openxmlformats.org/officeDocument/2006/relationships/image" Target="../media/image506.png"/><Relationship Id="rId4" Type="http://schemas.openxmlformats.org/officeDocument/2006/relationships/image" Target="../media/image505.png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png"/><Relationship Id="rId13" Type="http://schemas.openxmlformats.org/officeDocument/2006/relationships/image" Target="../media/image524.png"/><Relationship Id="rId3" Type="http://schemas.openxmlformats.org/officeDocument/2006/relationships/image" Target="../media/image512.png"/><Relationship Id="rId7" Type="http://schemas.openxmlformats.org/officeDocument/2006/relationships/image" Target="../media/image516.png"/><Relationship Id="rId12" Type="http://schemas.openxmlformats.org/officeDocument/2006/relationships/image" Target="../media/image523.png"/><Relationship Id="rId2" Type="http://schemas.openxmlformats.org/officeDocument/2006/relationships/image" Target="../media/image35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5.png"/><Relationship Id="rId11" Type="http://schemas.openxmlformats.org/officeDocument/2006/relationships/image" Target="../media/image520.png"/><Relationship Id="rId5" Type="http://schemas.openxmlformats.org/officeDocument/2006/relationships/image" Target="../media/image365.png"/><Relationship Id="rId10" Type="http://schemas.openxmlformats.org/officeDocument/2006/relationships/image" Target="../media/image519.png"/><Relationship Id="rId4" Type="http://schemas.openxmlformats.org/officeDocument/2006/relationships/image" Target="../media/image364.png"/><Relationship Id="rId9" Type="http://schemas.openxmlformats.org/officeDocument/2006/relationships/image" Target="../media/image518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0.png"/><Relationship Id="rId7" Type="http://schemas.openxmlformats.org/officeDocument/2006/relationships/image" Target="../media/image368.png"/><Relationship Id="rId12" Type="http://schemas.openxmlformats.org/officeDocument/2006/relationships/image" Target="../media/image385.png"/><Relationship Id="rId2" Type="http://schemas.openxmlformats.org/officeDocument/2006/relationships/image" Target="../media/image3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7.png"/><Relationship Id="rId11" Type="http://schemas.openxmlformats.org/officeDocument/2006/relationships/image" Target="../media/image527.png"/><Relationship Id="rId5" Type="http://schemas.openxmlformats.org/officeDocument/2006/relationships/image" Target="../media/image369.png"/><Relationship Id="rId10" Type="http://schemas.openxmlformats.org/officeDocument/2006/relationships/image" Target="../media/image525.png"/><Relationship Id="rId4" Type="http://schemas.openxmlformats.org/officeDocument/2006/relationships/image" Target="../media/image3620.png"/><Relationship Id="rId9" Type="http://schemas.openxmlformats.org/officeDocument/2006/relationships/image" Target="../media/image533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9.png"/><Relationship Id="rId7" Type="http://schemas.openxmlformats.org/officeDocument/2006/relationships/image" Target="../media/image388.png"/><Relationship Id="rId2" Type="http://schemas.openxmlformats.org/officeDocument/2006/relationships/image" Target="../media/image5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4.png"/><Relationship Id="rId5" Type="http://schemas.openxmlformats.org/officeDocument/2006/relationships/image" Target="../media/image543.png"/><Relationship Id="rId4" Type="http://schemas.openxmlformats.org/officeDocument/2006/relationships/image" Target="../media/image542.png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jpg"/><Relationship Id="rId2" Type="http://schemas.openxmlformats.org/officeDocument/2006/relationships/image" Target="../media/image389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6.jp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9.png"/><Relationship Id="rId7" Type="http://schemas.openxmlformats.org/officeDocument/2006/relationships/image" Target="../media/image554.png"/><Relationship Id="rId2" Type="http://schemas.openxmlformats.org/officeDocument/2006/relationships/image" Target="../media/image3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3.png"/><Relationship Id="rId5" Type="http://schemas.openxmlformats.org/officeDocument/2006/relationships/image" Target="../media/image552.png"/><Relationship Id="rId4" Type="http://schemas.openxmlformats.org/officeDocument/2006/relationships/image" Target="../media/image551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9.png"/><Relationship Id="rId7" Type="http://schemas.openxmlformats.org/officeDocument/2006/relationships/image" Target="../media/image554.png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3.png"/><Relationship Id="rId5" Type="http://schemas.openxmlformats.org/officeDocument/2006/relationships/image" Target="../media/image552.png"/><Relationship Id="rId4" Type="http://schemas.openxmlformats.org/officeDocument/2006/relationships/image" Target="../media/image551.png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2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3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2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170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4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5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4.png"/><Relationship Id="rId13" Type="http://schemas.openxmlformats.org/officeDocument/2006/relationships/image" Target="../media/image394.png"/><Relationship Id="rId3" Type="http://schemas.openxmlformats.org/officeDocument/2006/relationships/image" Target="../media/image3760.png"/><Relationship Id="rId7" Type="http://schemas.openxmlformats.org/officeDocument/2006/relationships/image" Target="../media/image383.png"/><Relationship Id="rId12" Type="http://schemas.openxmlformats.org/officeDocument/2006/relationships/image" Target="../media/image393.png"/><Relationship Id="rId2" Type="http://schemas.openxmlformats.org/officeDocument/2006/relationships/image" Target="../media/image376.png"/><Relationship Id="rId16" Type="http://schemas.openxmlformats.org/officeDocument/2006/relationships/image" Target="../media/image3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2.png"/><Relationship Id="rId11" Type="http://schemas.openxmlformats.org/officeDocument/2006/relationships/image" Target="../media/image392.png"/><Relationship Id="rId5" Type="http://schemas.openxmlformats.org/officeDocument/2006/relationships/image" Target="../media/image379.png"/><Relationship Id="rId15" Type="http://schemas.openxmlformats.org/officeDocument/2006/relationships/image" Target="../media/image396.png"/><Relationship Id="rId10" Type="http://schemas.openxmlformats.org/officeDocument/2006/relationships/image" Target="../media/image390.png"/><Relationship Id="rId4" Type="http://schemas.openxmlformats.org/officeDocument/2006/relationships/image" Target="../media/image377.png"/><Relationship Id="rId9" Type="http://schemas.openxmlformats.org/officeDocument/2006/relationships/image" Target="../media/image386.png"/><Relationship Id="rId14" Type="http://schemas.openxmlformats.org/officeDocument/2006/relationships/image" Target="../media/image395.png"/></Relationships>
</file>

<file path=ppt/slides/_rels/slide1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3" Type="http://schemas.openxmlformats.org/officeDocument/2006/relationships/image" Target="../media/image400.png"/><Relationship Id="rId7" Type="http://schemas.openxmlformats.org/officeDocument/2006/relationships/image" Target="../media/image409.png"/><Relationship Id="rId12" Type="http://schemas.openxmlformats.org/officeDocument/2006/relationships/image" Target="../media/image437.png"/><Relationship Id="rId2" Type="http://schemas.openxmlformats.org/officeDocument/2006/relationships/image" Target="../media/image3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6.png"/><Relationship Id="rId11" Type="http://schemas.openxmlformats.org/officeDocument/2006/relationships/image" Target="../media/image436.png"/><Relationship Id="rId5" Type="http://schemas.openxmlformats.org/officeDocument/2006/relationships/image" Target="../media/image405.png"/><Relationship Id="rId10" Type="http://schemas.openxmlformats.org/officeDocument/2006/relationships/image" Target="../media/image435.png"/><Relationship Id="rId4" Type="http://schemas.openxmlformats.org/officeDocument/2006/relationships/image" Target="../media/image401.png"/><Relationship Id="rId9" Type="http://schemas.openxmlformats.org/officeDocument/2006/relationships/image" Target="../media/image411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8.png"/><Relationship Id="rId7" Type="http://schemas.openxmlformats.org/officeDocument/2006/relationships/image" Target="../media/image448.png"/><Relationship Id="rId2" Type="http://schemas.openxmlformats.org/officeDocument/2006/relationships/image" Target="../media/image37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6.png"/><Relationship Id="rId5" Type="http://schemas.openxmlformats.org/officeDocument/2006/relationships/image" Target="../media/image440.png"/><Relationship Id="rId4" Type="http://schemas.openxmlformats.org/officeDocument/2006/relationships/image" Target="../media/image439.png"/></Relationships>
</file>

<file path=ppt/slides/_rels/slide1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463.png"/><Relationship Id="rId3" Type="http://schemas.openxmlformats.org/officeDocument/2006/relationships/image" Target="../media/image588.png"/><Relationship Id="rId7" Type="http://schemas.openxmlformats.org/officeDocument/2006/relationships/image" Target="../media/image449.png"/><Relationship Id="rId12" Type="http://schemas.openxmlformats.org/officeDocument/2006/relationships/image" Target="../media/image462.png"/><Relationship Id="rId17" Type="http://schemas.openxmlformats.org/officeDocument/2006/relationships/image" Target="../media/image467.png"/><Relationship Id="rId2" Type="http://schemas.openxmlformats.org/officeDocument/2006/relationships/image" Target="../media/image587.png"/><Relationship Id="rId16" Type="http://schemas.openxmlformats.org/officeDocument/2006/relationships/image" Target="../media/image4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1.png"/><Relationship Id="rId11" Type="http://schemas.openxmlformats.org/officeDocument/2006/relationships/image" Target="../media/image460.png"/><Relationship Id="rId5" Type="http://schemas.openxmlformats.org/officeDocument/2006/relationships/image" Target="../media/image590.png"/><Relationship Id="rId15" Type="http://schemas.openxmlformats.org/officeDocument/2006/relationships/image" Target="../media/image465.png"/><Relationship Id="rId10" Type="http://schemas.openxmlformats.org/officeDocument/2006/relationships/image" Target="../media/image454.png"/><Relationship Id="rId4" Type="http://schemas.openxmlformats.org/officeDocument/2006/relationships/image" Target="../media/image589.png"/><Relationship Id="rId9" Type="http://schemas.openxmlformats.org/officeDocument/2006/relationships/image" Target="../media/image452.png"/><Relationship Id="rId14" Type="http://schemas.openxmlformats.org/officeDocument/2006/relationships/image" Target="../media/image464.png"/></Relationships>
</file>

<file path=ppt/slides/_rels/slide1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9.png"/><Relationship Id="rId3" Type="http://schemas.openxmlformats.org/officeDocument/2006/relationships/image" Target="../media/image468.png"/><Relationship Id="rId7" Type="http://schemas.openxmlformats.org/officeDocument/2006/relationships/image" Target="../media/image4050.png"/><Relationship Id="rId2" Type="http://schemas.openxmlformats.org/officeDocument/2006/relationships/image" Target="../media/image39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10.png"/><Relationship Id="rId5" Type="http://schemas.openxmlformats.org/officeDocument/2006/relationships/image" Target="../media/image4000.png"/><Relationship Id="rId4" Type="http://schemas.openxmlformats.org/officeDocument/2006/relationships/image" Target="../media/image3980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90.png"/><Relationship Id="rId2" Type="http://schemas.openxmlformats.org/officeDocument/2006/relationships/image" Target="../media/image40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50.png"/><Relationship Id="rId5" Type="http://schemas.openxmlformats.org/officeDocument/2006/relationships/image" Target="../media/image4110.png"/><Relationship Id="rId4" Type="http://schemas.openxmlformats.org/officeDocument/2006/relationships/image" Target="../media/image4101.png"/></Relationships>
</file>

<file path=ppt/slides/_rels/slide1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80.png"/><Relationship Id="rId13" Type="http://schemas.openxmlformats.org/officeDocument/2006/relationships/image" Target="../media/image473.png"/><Relationship Id="rId18" Type="http://schemas.openxmlformats.org/officeDocument/2006/relationships/image" Target="../media/image4650.png"/><Relationship Id="rId3" Type="http://schemas.openxmlformats.org/officeDocument/2006/relationships/image" Target="../media/image4370.png"/><Relationship Id="rId12" Type="http://schemas.openxmlformats.org/officeDocument/2006/relationships/image" Target="../media/image472.png"/><Relationship Id="rId17" Type="http://schemas.openxmlformats.org/officeDocument/2006/relationships/image" Target="../media/image478.png"/><Relationship Id="rId2" Type="http://schemas.openxmlformats.org/officeDocument/2006/relationships/image" Target="../media/image4360.png"/><Relationship Id="rId16" Type="http://schemas.openxmlformats.org/officeDocument/2006/relationships/image" Target="../media/image4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1.png"/><Relationship Id="rId11" Type="http://schemas.openxmlformats.org/officeDocument/2006/relationships/image" Target="../media/image471.png"/><Relationship Id="rId5" Type="http://schemas.openxmlformats.org/officeDocument/2006/relationships/image" Target="../media/image4391.png"/><Relationship Id="rId15" Type="http://schemas.openxmlformats.org/officeDocument/2006/relationships/image" Target="../media/image476.png"/><Relationship Id="rId10" Type="http://schemas.openxmlformats.org/officeDocument/2006/relationships/image" Target="../media/image470.png"/><Relationship Id="rId4" Type="http://schemas.openxmlformats.org/officeDocument/2006/relationships/image" Target="../media/image4380.png"/><Relationship Id="rId9" Type="http://schemas.openxmlformats.org/officeDocument/2006/relationships/image" Target="../media/image4490.png"/><Relationship Id="rId14" Type="http://schemas.openxmlformats.org/officeDocument/2006/relationships/image" Target="../media/image475.png"/></Relationships>
</file>

<file path=ppt/slides/_rels/slide1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20.png"/><Relationship Id="rId3" Type="http://schemas.openxmlformats.org/officeDocument/2006/relationships/image" Target="../media/image4670.png"/><Relationship Id="rId7" Type="http://schemas.openxmlformats.org/officeDocument/2006/relationships/image" Target="../media/image479.png"/><Relationship Id="rId2" Type="http://schemas.openxmlformats.org/officeDocument/2006/relationships/image" Target="../media/image46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0.png"/><Relationship Id="rId5" Type="http://schemas.openxmlformats.org/officeDocument/2006/relationships/image" Target="../media/image4690.png"/><Relationship Id="rId4" Type="http://schemas.openxmlformats.org/officeDocument/2006/relationships/image" Target="../media/image4680.png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0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0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7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3" Type="http://schemas.openxmlformats.org/officeDocument/2006/relationships/diagramLayout" Target="../diagrams/layout23.xml"/><Relationship Id="rId7" Type="http://schemas.openxmlformats.org/officeDocument/2006/relationships/diagramData" Target="../diagrams/data28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5" Type="http://schemas.openxmlformats.org/officeDocument/2006/relationships/diagramColors" Target="../diagrams/colors23.xml"/><Relationship Id="rId10" Type="http://schemas.openxmlformats.org/officeDocument/2006/relationships/diagramColors" Target="../diagrams/colors24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/Relationships>
</file>

<file path=ppt/slides/_rels/slide20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0.xml"/><Relationship Id="rId13" Type="http://schemas.openxmlformats.org/officeDocument/2006/relationships/diagramData" Target="../diagrams/data31.xml"/><Relationship Id="rId18" Type="http://schemas.openxmlformats.org/officeDocument/2006/relationships/image" Target="../media/image639.png"/><Relationship Id="rId3" Type="http://schemas.openxmlformats.org/officeDocument/2006/relationships/diagramData" Target="../diagrams/data29.xml"/><Relationship Id="rId21" Type="http://schemas.openxmlformats.org/officeDocument/2006/relationships/image" Target="../media/image642.png"/><Relationship Id="rId7" Type="http://schemas.microsoft.com/office/2007/relationships/diagramDrawing" Target="../diagrams/drawing25.xml"/><Relationship Id="rId12" Type="http://schemas.microsoft.com/office/2007/relationships/diagramDrawing" Target="../diagrams/drawing26.xml"/><Relationship Id="rId17" Type="http://schemas.microsoft.com/office/2007/relationships/diagramDrawing" Target="../diagrams/drawing27.xml"/><Relationship Id="rId2" Type="http://schemas.openxmlformats.org/officeDocument/2006/relationships/image" Target="../media/image638.png"/><Relationship Id="rId16" Type="http://schemas.openxmlformats.org/officeDocument/2006/relationships/diagramColors" Target="../diagrams/colors27.xml"/><Relationship Id="rId20" Type="http://schemas.openxmlformats.org/officeDocument/2006/relationships/image" Target="../media/image64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11" Type="http://schemas.openxmlformats.org/officeDocument/2006/relationships/diagramColors" Target="../diagrams/colors26.xml"/><Relationship Id="rId5" Type="http://schemas.openxmlformats.org/officeDocument/2006/relationships/diagramQuickStyle" Target="../diagrams/quickStyle25.xml"/><Relationship Id="rId15" Type="http://schemas.openxmlformats.org/officeDocument/2006/relationships/diagramQuickStyle" Target="../diagrams/quickStyle27.xml"/><Relationship Id="rId10" Type="http://schemas.openxmlformats.org/officeDocument/2006/relationships/diagramQuickStyle" Target="../diagrams/quickStyle26.xml"/><Relationship Id="rId19" Type="http://schemas.openxmlformats.org/officeDocument/2006/relationships/image" Target="../media/image640.png"/><Relationship Id="rId4" Type="http://schemas.openxmlformats.org/officeDocument/2006/relationships/diagramLayout" Target="../diagrams/layout25.xml"/><Relationship Id="rId9" Type="http://schemas.openxmlformats.org/officeDocument/2006/relationships/diagramLayout" Target="../diagrams/layout26.xml"/><Relationship Id="rId14" Type="http://schemas.openxmlformats.org/officeDocument/2006/relationships/diagramLayout" Target="../diagrams/layout27.xml"/></Relationships>
</file>

<file path=ppt/slides/_rels/slide20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33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20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5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image" Target="../media/image64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1.png"/></Relationships>
</file>

<file path=ppt/slides/_rels/slide2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2.png"/><Relationship Id="rId13" Type="http://schemas.openxmlformats.org/officeDocument/2006/relationships/image" Target="../media/image485.png"/><Relationship Id="rId18" Type="http://schemas.openxmlformats.org/officeDocument/2006/relationships/image" Target="../media/image490.png"/><Relationship Id="rId26" Type="http://schemas.openxmlformats.org/officeDocument/2006/relationships/image" Target="../media/image517.png"/><Relationship Id="rId3" Type="http://schemas.openxmlformats.org/officeDocument/2006/relationships/image" Target="../media/image647.png"/><Relationship Id="rId21" Type="http://schemas.openxmlformats.org/officeDocument/2006/relationships/image" Target="../media/image503.png"/><Relationship Id="rId12" Type="http://schemas.openxmlformats.org/officeDocument/2006/relationships/image" Target="../media/image484.png"/><Relationship Id="rId17" Type="http://schemas.openxmlformats.org/officeDocument/2006/relationships/image" Target="../media/image489.png"/><Relationship Id="rId25" Type="http://schemas.openxmlformats.org/officeDocument/2006/relationships/image" Target="../media/image514.png"/><Relationship Id="rId2" Type="http://schemas.openxmlformats.org/officeDocument/2006/relationships/image" Target="../media/image646.png"/><Relationship Id="rId16" Type="http://schemas.openxmlformats.org/officeDocument/2006/relationships/image" Target="../media/image488.png"/><Relationship Id="rId20" Type="http://schemas.openxmlformats.org/officeDocument/2006/relationships/image" Target="../media/image5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0.png"/><Relationship Id="rId11" Type="http://schemas.openxmlformats.org/officeDocument/2006/relationships/image" Target="../media/image483.png"/><Relationship Id="rId24" Type="http://schemas.openxmlformats.org/officeDocument/2006/relationships/image" Target="../media/image511.png"/><Relationship Id="rId5" Type="http://schemas.openxmlformats.org/officeDocument/2006/relationships/image" Target="../media/image649.png"/><Relationship Id="rId15" Type="http://schemas.openxmlformats.org/officeDocument/2006/relationships/image" Target="../media/image487.png"/><Relationship Id="rId23" Type="http://schemas.openxmlformats.org/officeDocument/2006/relationships/image" Target="../media/image510.png"/><Relationship Id="rId10" Type="http://schemas.openxmlformats.org/officeDocument/2006/relationships/image" Target="../media/image654.png"/><Relationship Id="rId19" Type="http://schemas.openxmlformats.org/officeDocument/2006/relationships/image" Target="../media/image496.png"/><Relationship Id="rId4" Type="http://schemas.openxmlformats.org/officeDocument/2006/relationships/image" Target="../media/image648.png"/><Relationship Id="rId9" Type="http://schemas.openxmlformats.org/officeDocument/2006/relationships/image" Target="../media/image653.png"/><Relationship Id="rId14" Type="http://schemas.openxmlformats.org/officeDocument/2006/relationships/image" Target="../media/image486.png"/><Relationship Id="rId22" Type="http://schemas.openxmlformats.org/officeDocument/2006/relationships/image" Target="../media/image509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6.png"/><Relationship Id="rId2" Type="http://schemas.openxmlformats.org/officeDocument/2006/relationships/image" Target="../media/image5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1.png"/><Relationship Id="rId5" Type="http://schemas.openxmlformats.org/officeDocument/2006/relationships/image" Target="../media/image529.png"/><Relationship Id="rId4" Type="http://schemas.openxmlformats.org/officeDocument/2006/relationships/image" Target="../media/image528.png"/></Relationships>
</file>

<file path=ppt/slides/_rels/slide2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3" Type="http://schemas.openxmlformats.org/officeDocument/2006/relationships/image" Target="../media/image534.png"/><Relationship Id="rId7" Type="http://schemas.openxmlformats.org/officeDocument/2006/relationships/image" Target="../media/image679.png"/><Relationship Id="rId2" Type="http://schemas.openxmlformats.org/officeDocument/2006/relationships/image" Target="../media/image5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5.png"/><Relationship Id="rId5" Type="http://schemas.openxmlformats.org/officeDocument/2006/relationships/image" Target="../media/image677.png"/><Relationship Id="rId4" Type="http://schemas.openxmlformats.org/officeDocument/2006/relationships/image" Target="../media/image67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50.png"/><Relationship Id="rId2" Type="http://schemas.openxmlformats.org/officeDocument/2006/relationships/image" Target="../media/image5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5.png"/><Relationship Id="rId4" Type="http://schemas.openxmlformats.org/officeDocument/2006/relationships/image" Target="../media/image537.png"/></Relationships>
</file>

<file path=ppt/slides/_rels/slide2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8.png"/><Relationship Id="rId3" Type="http://schemas.openxmlformats.org/officeDocument/2006/relationships/image" Target="../media/image547.png"/><Relationship Id="rId7" Type="http://schemas.openxmlformats.org/officeDocument/2006/relationships/image" Target="../media/image557.png"/><Relationship Id="rId2" Type="http://schemas.openxmlformats.org/officeDocument/2006/relationships/image" Target="../media/image5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5.png"/><Relationship Id="rId5" Type="http://schemas.openxmlformats.org/officeDocument/2006/relationships/image" Target="../media/image550.png"/><Relationship Id="rId10" Type="http://schemas.openxmlformats.org/officeDocument/2006/relationships/image" Target="../media/image560.png"/><Relationship Id="rId4" Type="http://schemas.openxmlformats.org/officeDocument/2006/relationships/image" Target="../media/image548.png"/><Relationship Id="rId9" Type="http://schemas.openxmlformats.org/officeDocument/2006/relationships/image" Target="../media/image559.png"/></Relationships>
</file>

<file path=ppt/slides/_rels/slide2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8.png"/><Relationship Id="rId13" Type="http://schemas.openxmlformats.org/officeDocument/2006/relationships/image" Target="../media/image573.png"/><Relationship Id="rId3" Type="http://schemas.openxmlformats.org/officeDocument/2006/relationships/image" Target="../media/image563.png"/><Relationship Id="rId7" Type="http://schemas.openxmlformats.org/officeDocument/2006/relationships/image" Target="../media/image567.png"/><Relationship Id="rId12" Type="http://schemas.openxmlformats.org/officeDocument/2006/relationships/image" Target="../media/image572.png"/><Relationship Id="rId2" Type="http://schemas.openxmlformats.org/officeDocument/2006/relationships/image" Target="../media/image5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6.png"/><Relationship Id="rId11" Type="http://schemas.openxmlformats.org/officeDocument/2006/relationships/image" Target="../media/image571.png"/><Relationship Id="rId5" Type="http://schemas.openxmlformats.org/officeDocument/2006/relationships/image" Target="../media/image565.png"/><Relationship Id="rId10" Type="http://schemas.openxmlformats.org/officeDocument/2006/relationships/image" Target="../media/image570.png"/><Relationship Id="rId4" Type="http://schemas.openxmlformats.org/officeDocument/2006/relationships/image" Target="../media/image564.png"/><Relationship Id="rId9" Type="http://schemas.openxmlformats.org/officeDocument/2006/relationships/image" Target="../media/image569.png"/></Relationships>
</file>

<file path=ppt/slides/_rels/slide2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3" Type="http://schemas.openxmlformats.org/officeDocument/2006/relationships/image" Target="../media/image575.png"/><Relationship Id="rId7" Type="http://schemas.openxmlformats.org/officeDocument/2006/relationships/image" Target="../media/image579.png"/><Relationship Id="rId2" Type="http://schemas.openxmlformats.org/officeDocument/2006/relationships/image" Target="../media/image5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8.png"/><Relationship Id="rId5" Type="http://schemas.openxmlformats.org/officeDocument/2006/relationships/image" Target="../media/image577.png"/><Relationship Id="rId10" Type="http://schemas.openxmlformats.org/officeDocument/2006/relationships/image" Target="../media/image582.png"/><Relationship Id="rId4" Type="http://schemas.openxmlformats.org/officeDocument/2006/relationships/image" Target="../media/image576.png"/><Relationship Id="rId9" Type="http://schemas.openxmlformats.org/officeDocument/2006/relationships/image" Target="../media/image581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4.png"/><Relationship Id="rId2" Type="http://schemas.openxmlformats.org/officeDocument/2006/relationships/image" Target="../media/image5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5.png"/></Relationships>
</file>

<file path=ppt/slides/_rels/slide2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7.png"/><Relationship Id="rId3" Type="http://schemas.openxmlformats.org/officeDocument/2006/relationships/image" Target="../media/image592.png"/><Relationship Id="rId7" Type="http://schemas.openxmlformats.org/officeDocument/2006/relationships/image" Target="../media/image596.png"/><Relationship Id="rId2" Type="http://schemas.openxmlformats.org/officeDocument/2006/relationships/image" Target="../media/image5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5.png"/><Relationship Id="rId11" Type="http://schemas.openxmlformats.org/officeDocument/2006/relationships/image" Target="../media/image600.png"/><Relationship Id="rId5" Type="http://schemas.openxmlformats.org/officeDocument/2006/relationships/image" Target="../media/image594.png"/><Relationship Id="rId10" Type="http://schemas.openxmlformats.org/officeDocument/2006/relationships/image" Target="../media/image599.png"/><Relationship Id="rId4" Type="http://schemas.openxmlformats.org/officeDocument/2006/relationships/image" Target="../media/image593.png"/><Relationship Id="rId9" Type="http://schemas.openxmlformats.org/officeDocument/2006/relationships/image" Target="../media/image598.png"/></Relationships>
</file>

<file path=ppt/slides/_rels/slide2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7.png"/><Relationship Id="rId13" Type="http://schemas.openxmlformats.org/officeDocument/2006/relationships/image" Target="../media/image612.png"/><Relationship Id="rId18" Type="http://schemas.openxmlformats.org/officeDocument/2006/relationships/image" Target="../media/image617.png"/><Relationship Id="rId3" Type="http://schemas.openxmlformats.org/officeDocument/2006/relationships/image" Target="../media/image602.png"/><Relationship Id="rId7" Type="http://schemas.openxmlformats.org/officeDocument/2006/relationships/image" Target="../media/image606.png"/><Relationship Id="rId12" Type="http://schemas.openxmlformats.org/officeDocument/2006/relationships/image" Target="../media/image611.png"/><Relationship Id="rId17" Type="http://schemas.openxmlformats.org/officeDocument/2006/relationships/image" Target="../media/image616.png"/><Relationship Id="rId2" Type="http://schemas.openxmlformats.org/officeDocument/2006/relationships/image" Target="../media/image601.png"/><Relationship Id="rId16" Type="http://schemas.openxmlformats.org/officeDocument/2006/relationships/image" Target="../media/image6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5.png"/><Relationship Id="rId11" Type="http://schemas.openxmlformats.org/officeDocument/2006/relationships/image" Target="../media/image610.png"/><Relationship Id="rId5" Type="http://schemas.openxmlformats.org/officeDocument/2006/relationships/image" Target="../media/image604.png"/><Relationship Id="rId15" Type="http://schemas.openxmlformats.org/officeDocument/2006/relationships/image" Target="../media/image614.png"/><Relationship Id="rId10" Type="http://schemas.openxmlformats.org/officeDocument/2006/relationships/image" Target="../media/image609.png"/><Relationship Id="rId4" Type="http://schemas.openxmlformats.org/officeDocument/2006/relationships/image" Target="../media/image603.png"/><Relationship Id="rId9" Type="http://schemas.openxmlformats.org/officeDocument/2006/relationships/image" Target="../media/image608.png"/><Relationship Id="rId14" Type="http://schemas.openxmlformats.org/officeDocument/2006/relationships/image" Target="../media/image613.png"/></Relationships>
</file>

<file path=ppt/slides/_rels/slide2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3.png"/><Relationship Id="rId3" Type="http://schemas.openxmlformats.org/officeDocument/2006/relationships/image" Target="../media/image619.png"/><Relationship Id="rId7" Type="http://schemas.openxmlformats.org/officeDocument/2006/relationships/image" Target="../media/image562.png"/><Relationship Id="rId2" Type="http://schemas.openxmlformats.org/officeDocument/2006/relationships/image" Target="../media/image6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2.png"/><Relationship Id="rId5" Type="http://schemas.openxmlformats.org/officeDocument/2006/relationships/image" Target="../media/image621.png"/><Relationship Id="rId4" Type="http://schemas.openxmlformats.org/officeDocument/2006/relationships/image" Target="../media/image620.png"/><Relationship Id="rId9" Type="http://schemas.openxmlformats.org/officeDocument/2006/relationships/image" Target="../media/image6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D125B39-4795-4BA6-B9B5-11FFCFC98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8292680" cy="1883483"/>
          </a:xfrm>
        </p:spPr>
        <p:txBody>
          <a:bodyPr/>
          <a:lstStyle/>
          <a:p>
            <a:r>
              <a:rPr lang="en-US" dirty="0"/>
              <a:t>Unit: 4</a:t>
            </a:r>
            <a:br>
              <a:rPr lang="en-US" dirty="0"/>
            </a:br>
            <a:r>
              <a:rPr lang="en-IN" dirty="0"/>
              <a:t>Inferential Statistics – I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2C6FA8-76F5-4F55-873C-76674E986E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dirty="0"/>
              <a:t>Probability &amp; Statistics</a:t>
            </a:r>
            <a:r>
              <a:rPr lang="en-IN" dirty="0"/>
              <a:t> (P&amp;S)</a:t>
            </a:r>
          </a:p>
          <a:p>
            <a:r>
              <a:rPr lang="en-IN" dirty="0"/>
              <a:t>DU # 2301HS402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7C3F11-DC2E-DDA3-529B-9A9A265012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prashant.bakotiya@darshan.ac.in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8B01E8-5DE5-0F8F-DFB6-8D2388299A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9979421867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C07383-B186-CF18-3DF3-34CEC85DB5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and Science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DF3BCD-A033-E308-3437-C03B179AF9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Prashant Bakotiya</a:t>
            </a:r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23B9BAE-DB1E-6701-F72C-39148C7DAA1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Title 13">
            <a:extLst>
              <a:ext uri="{FF2B5EF4-FFF2-40B4-BE49-F238E27FC236}">
                <a16:creationId xmlns:a16="http://schemas.microsoft.com/office/drawing/2014/main" id="{F3B88914-E51B-4A33-96D7-EC0CE630740C}"/>
              </a:ext>
            </a:extLst>
          </p:cNvPr>
          <p:cNvSpPr txBox="1">
            <a:spLocks/>
          </p:cNvSpPr>
          <p:nvPr/>
        </p:nvSpPr>
        <p:spPr>
          <a:xfrm>
            <a:off x="559490" y="3353933"/>
            <a:ext cx="801907" cy="46871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2400" b="0" dirty="0">
                <a:latin typeface="+mn-lt"/>
              </a:rPr>
              <a:t>CO4:</a:t>
            </a:r>
            <a:br>
              <a:rPr lang="en-US" sz="2400" dirty="0"/>
            </a:br>
            <a:endParaRPr lang="en-US" sz="2400" b="0" dirty="0">
              <a:latin typeface="+mn-lt"/>
            </a:endParaRP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BBA8A0F4-F547-438E-815A-3C41AF4A49EB}"/>
              </a:ext>
            </a:extLst>
          </p:cNvPr>
          <p:cNvSpPr txBox="1">
            <a:spLocks/>
          </p:cNvSpPr>
          <p:nvPr/>
        </p:nvSpPr>
        <p:spPr>
          <a:xfrm>
            <a:off x="1210014" y="3353933"/>
            <a:ext cx="6599536" cy="108972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 algn="just"/>
            <a:r>
              <a:rPr lang="en-US" sz="2400" b="0" dirty="0">
                <a:latin typeface="+mn-lt"/>
              </a:rPr>
              <a:t>At the end of this unit, students will be able to </a:t>
            </a:r>
            <a:r>
              <a:rPr lang="en-GB" sz="2400" dirty="0">
                <a:solidFill>
                  <a:srgbClr val="FF0000"/>
                </a:solidFill>
                <a:latin typeface="+mn-lt"/>
              </a:rPr>
              <a:t>execute regression equation and population parameter for large sample.</a:t>
            </a:r>
          </a:p>
        </p:txBody>
      </p:sp>
    </p:spTree>
    <p:extLst>
      <p:ext uri="{BB962C8B-B14F-4D97-AF65-F5344CB8AC3E}">
        <p14:creationId xmlns:p14="http://schemas.microsoft.com/office/powerpoint/2010/main" val="127326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988DA4-0944-4E8D-969E-D57D8844DC1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7"/>
            <a:ext cx="0" cy="49377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9541589" cy="6139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Topics of Unit 4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u="sng" dirty="0">
                <a:solidFill>
                  <a:srgbClr val="002060"/>
                </a:solidFill>
              </a:rPr>
              <a:t>Correlation &amp; Regression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Correlation Co-Efficient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Rank Correlation Co-Efficient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Linear Regression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Curve Fitting by Straight Line and Parabola(Least Square Method)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u="sng" dirty="0">
                <a:solidFill>
                  <a:srgbClr val="002060"/>
                </a:solidFill>
              </a:rPr>
              <a:t>Hypothesis Testing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Types of Sampling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Parameter and Statistic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Basic Concepts of Tests of Significance</a:t>
            </a:r>
          </a:p>
        </p:txBody>
      </p:sp>
    </p:spTree>
    <p:extLst>
      <p:ext uri="{BB962C8B-B14F-4D97-AF65-F5344CB8AC3E}">
        <p14:creationId xmlns:p14="http://schemas.microsoft.com/office/powerpoint/2010/main" val="406091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988DA4-0944-4E8D-969E-D57D8844DC1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18288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6981398" cy="2416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Topics of Unit 4 (Continue)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u="sng" dirty="0">
                <a:solidFill>
                  <a:srgbClr val="002060"/>
                </a:solidFill>
              </a:rPr>
              <a:t>Hypothesis Testing for Large Samples – I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Single Proportion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Difference Between Two Proportion</a:t>
            </a:r>
          </a:p>
        </p:txBody>
      </p:sp>
    </p:spTree>
    <p:extLst>
      <p:ext uri="{BB962C8B-B14F-4D97-AF65-F5344CB8AC3E}">
        <p14:creationId xmlns:p14="http://schemas.microsoft.com/office/powerpoint/2010/main" val="169285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52433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6668813" cy="586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Outline of Unit 4</a:t>
            </a:r>
          </a:p>
          <a:p>
            <a:pPr marL="914400" lvl="1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002060"/>
                </a:solidFill>
              </a:rPr>
              <a:t>Introduction</a:t>
            </a:r>
          </a:p>
          <a:p>
            <a:pPr marL="914400" lvl="1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002060"/>
                </a:solidFill>
              </a:rPr>
              <a:t>Correlation</a:t>
            </a:r>
          </a:p>
          <a:p>
            <a:pPr marL="1371600" lvl="2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Karl Pearson’s coefficient of correlation</a:t>
            </a:r>
          </a:p>
          <a:p>
            <a:pPr marL="1371600" lvl="2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Spearman’s coefficient of rank correlation</a:t>
            </a:r>
          </a:p>
          <a:p>
            <a:pPr marL="914400" lvl="1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002060"/>
                </a:solidFill>
              </a:rPr>
              <a:t>Regression</a:t>
            </a:r>
          </a:p>
          <a:p>
            <a:pPr marL="1371600" lvl="2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002060"/>
                </a:solidFill>
              </a:rPr>
              <a:t>Linear Regression</a:t>
            </a:r>
          </a:p>
          <a:p>
            <a:pPr marL="914400" lvl="1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002060"/>
                </a:solidFill>
              </a:rPr>
              <a:t>Curve Fitting</a:t>
            </a:r>
          </a:p>
          <a:p>
            <a:pPr marL="1371600" lvl="2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002060"/>
                </a:solidFill>
              </a:rPr>
              <a:t>Straight Line</a:t>
            </a:r>
          </a:p>
          <a:p>
            <a:pPr marL="1371600" lvl="2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002060"/>
                </a:solidFill>
              </a:rPr>
              <a:t>Parabola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60783CB-CD6F-42CF-8BA5-118F6020C29C}"/>
              </a:ext>
            </a:extLst>
          </p:cNvPr>
          <p:cNvCxnSpPr>
            <a:cxnSpLocks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98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337C8-3C27-48C7-2BA4-4DFB8D564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DEA971FD-4B6C-18FA-E51A-085BAB1EDE3D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BD8BCC-5998-ECEC-4311-1BB6B36B2368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B610AC-E4F7-B7F5-8304-CB85D695ED62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52433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33A23A4-126F-F5E9-29DD-F46AD167D429}"/>
              </a:ext>
            </a:extLst>
          </p:cNvPr>
          <p:cNvSpPr txBox="1"/>
          <p:nvPr/>
        </p:nvSpPr>
        <p:spPr>
          <a:xfrm>
            <a:off x="1458964" y="560256"/>
            <a:ext cx="6282489" cy="2289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Outline of Unit 4</a:t>
            </a:r>
          </a:p>
          <a:p>
            <a:pPr marL="914400" lvl="1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002060"/>
                </a:solidFill>
              </a:rPr>
              <a:t>Hypothesis Testing for Large Sample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Single Proportion</a:t>
            </a:r>
          </a:p>
          <a:p>
            <a:pPr marL="1371600" lvl="2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difference between Proportion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A00BE1-CA53-80B1-D8C5-EFCDCD966902}"/>
              </a:ext>
            </a:extLst>
          </p:cNvPr>
          <p:cNvCxnSpPr>
            <a:cxnSpLocks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37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922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69CB1BD-9F6B-B3BD-2044-C84B1453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C987096-1560-7DFC-68E5-6B74DDF2B2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Descriptive statistics tells us what we see in the data.</a:t>
                </a:r>
              </a:p>
              <a:p>
                <a:pPr lvl="1"/>
                <a:r>
                  <a:rPr lang="en-US" dirty="0"/>
                  <a:t>Class average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Most students scored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It only describes the data we collected.</a:t>
                </a:r>
              </a:p>
              <a:p>
                <a:r>
                  <a:rPr lang="en-US" dirty="0"/>
                  <a:t>It does not go beyond it.</a:t>
                </a:r>
                <a:endParaRPr lang="en-IN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C987096-1560-7DFC-68E5-6B74DDF2B2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49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D6019-E7C9-4F39-00F9-2C0D6F93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AABF4BD-B13B-F16E-0F04-5F1F2F17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1B217B3-9319-139C-4E01-E1A0296A3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4240177"/>
              </a:xfrm>
            </p:spPr>
            <p:txBody>
              <a:bodyPr/>
              <a:lstStyle/>
              <a:p>
                <a:r>
                  <a:rPr lang="en-US" dirty="0"/>
                  <a:t>Now suppose I want to know:</a:t>
                </a:r>
              </a:p>
              <a:p>
                <a:pPr marL="0" indent="0" algn="ctr">
                  <a:buNone/>
                </a:pPr>
                <a:r>
                  <a:rPr lang="en-US" dirty="0"/>
                  <a:t>What is the average marks of all students in the college?</a:t>
                </a:r>
              </a:p>
              <a:p>
                <a:pPr marL="273050" indent="0">
                  <a:buNone/>
                </a:pPr>
                <a:r>
                  <a:rPr lang="en-US" dirty="0"/>
                  <a:t>But I cannot test all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lang="en-US" dirty="0"/>
                  <a:t> students. So, what do I do?</a:t>
                </a:r>
              </a:p>
              <a:p>
                <a:r>
                  <a:rPr lang="en-US" dirty="0"/>
                  <a:t>I test 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students.</a:t>
                </a:r>
              </a:p>
              <a:p>
                <a:pPr lvl="1"/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lang="en-US" dirty="0"/>
                  <a:t> students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Population (the whole group we care about)</a:t>
                </a:r>
              </a:p>
              <a:p>
                <a:pPr lvl="1"/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students we tested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Sample (a small part of the whole group)</a:t>
                </a:r>
                <a:endParaRPr lang="en-IN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1B217B3-9319-139C-4E01-E1A0296A3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4240177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672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6B571-C662-C3EB-1B79-D414ADBC0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965A26-2183-1EBB-5672-F940F2CC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3A4BAB2-9FBD-DD79-C71A-B20D36B31D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The word Inferential comes from “infer.”</a:t>
                </a:r>
              </a:p>
              <a:p>
                <a:pPr lvl="1"/>
                <a:r>
                  <a:rPr lang="en-US" dirty="0"/>
                  <a:t>Infer means to conclude something using evidence.</a:t>
                </a:r>
              </a:p>
              <a:p>
                <a:r>
                  <a:rPr lang="en-US" dirty="0"/>
                  <a:t>So, </a:t>
                </a:r>
              </a:p>
              <a:p>
                <a:pPr marL="0" indent="0" algn="ctr">
                  <a:buNone/>
                </a:pPr>
                <a:r>
                  <a:rPr lang="en-US" dirty="0"/>
                  <a:t>Inferential Statistics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Using a sample to make conclusions about the population.</a:t>
                </a:r>
                <a:endParaRPr lang="en-IN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A3A4BAB2-9FBD-DD79-C71A-B20D36B31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39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2C272-7576-855B-0FC8-42822215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9D0DB0-0216-3B59-FAF0-A90270F77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3A317A1-5EF9-7964-2517-1AF1898825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Suppose:</a:t>
                </a:r>
              </a:p>
              <a:p>
                <a:pPr lvl="1"/>
                <a:r>
                  <a:rPr lang="en-US" dirty="0"/>
                  <a:t>Class A average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dirty="0"/>
                  <a:t>0</a:t>
                </a:r>
              </a:p>
              <a:p>
                <a:pPr lvl="1"/>
                <a:r>
                  <a:rPr lang="en-US" dirty="0"/>
                  <a:t>Class B average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=73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Is Class B really better? or did they just perform slightly better by chance?</a:t>
                </a:r>
              </a:p>
              <a:p>
                <a:r>
                  <a:rPr lang="en-US" dirty="0"/>
                  <a:t>Inferential statistics helps us decide: </a:t>
                </a:r>
              </a:p>
              <a:p>
                <a:pPr lvl="1"/>
                <a:r>
                  <a:rPr lang="en-US" dirty="0"/>
                  <a:t>Real difference or random variation </a:t>
                </a:r>
              </a:p>
              <a:p>
                <a:r>
                  <a:rPr lang="en-US" dirty="0"/>
                  <a:t>Suppose after a new teaching method, average marks increased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Did the new method truly help? or would marks have increased anyway?</a:t>
                </a:r>
                <a:endParaRPr lang="en-IN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83A317A1-5EF9-7964-2517-1AF1898825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910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97DB8-559E-32AD-91AB-D192E519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C73043C-8661-4D2D-D3E7-335EFAF3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FA6BDA7-30C0-7253-C758-8796E50791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Inferential statistics helps us check: </a:t>
                </a:r>
              </a:p>
              <a:p>
                <a:pPr lvl="1"/>
                <a:r>
                  <a:rPr lang="en-US" dirty="0"/>
                  <a:t>Is this effect genuine?</a:t>
                </a:r>
              </a:p>
              <a:p>
                <a:pPr lvl="1"/>
                <a:r>
                  <a:rPr lang="en-US" dirty="0"/>
                  <a:t>Or just coincidence?</a:t>
                </a:r>
              </a:p>
              <a:p>
                <a:r>
                  <a:rPr lang="en-US" dirty="0"/>
                  <a:t>So, </a:t>
                </a:r>
              </a:p>
              <a:p>
                <a:pPr lvl="1"/>
                <a:r>
                  <a:rPr lang="en-US" dirty="0"/>
                  <a:t>Descriptive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What happened in our sample</a:t>
                </a:r>
              </a:p>
              <a:p>
                <a:pPr lvl="1"/>
                <a:r>
                  <a:rPr lang="en-US" dirty="0"/>
                  <a:t>Inferential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What is likely true for the population</a:t>
                </a:r>
                <a:endParaRPr lang="en-IN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FFA6BDA7-30C0-7253-C758-8796E50791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092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FF0DB-4D27-5AA7-574F-77F6894D9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79C46D5-6384-9E2F-5A4D-2A76E93A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BCBE4D-4B7C-CB9E-EB4C-6B6853A7D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Google / YouTube / Instagram</a:t>
            </a:r>
          </a:p>
          <a:p>
            <a:pPr lvl="1"/>
            <a:r>
              <a:rPr lang="en-US" dirty="0"/>
              <a:t>When Instagram changes a feature, they don’t show it to all users immediately.</a:t>
            </a:r>
          </a:p>
          <a:p>
            <a:pPr lvl="1"/>
            <a:r>
              <a:rPr lang="en-US" dirty="0"/>
              <a:t>They test it on a small group of users (sample). Then they ask:</a:t>
            </a:r>
          </a:p>
          <a:p>
            <a:pPr lvl="2"/>
            <a:r>
              <a:rPr lang="en-US" dirty="0"/>
              <a:t>Did engagement increase?</a:t>
            </a:r>
          </a:p>
          <a:p>
            <a:pPr lvl="2"/>
            <a:r>
              <a:rPr lang="en-US" dirty="0"/>
              <a:t>Is the increase real? or</a:t>
            </a:r>
          </a:p>
          <a:p>
            <a:pPr lvl="2"/>
            <a:r>
              <a:rPr lang="en-US" dirty="0"/>
              <a:t>just random fluctuation?</a:t>
            </a:r>
          </a:p>
          <a:p>
            <a:pPr lvl="1"/>
            <a:r>
              <a:rPr lang="en-US" dirty="0"/>
              <a:t>This is called A/B Testing — Pure Inferential Statistics.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771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F39AF-4E1F-9C59-6B79-B7D802FD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1A1BA4F-4059-60C4-C078-0AACCD865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0F8E62-3ADC-FA33-F6D9-CBA4D2C2F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ChatGPT / Recommendation Systems</a:t>
            </a:r>
          </a:p>
          <a:p>
            <a:pPr lvl="1"/>
            <a:r>
              <a:rPr lang="en-US" dirty="0"/>
              <a:t>When Netflix recommends movies:</a:t>
            </a:r>
          </a:p>
          <a:p>
            <a:pPr lvl="1"/>
            <a:r>
              <a:rPr lang="en-US" dirty="0"/>
              <a:t>It does not know everything about you.</a:t>
            </a:r>
          </a:p>
          <a:p>
            <a:pPr lvl="1"/>
            <a:r>
              <a:rPr lang="en-US" dirty="0"/>
              <a:t>It uses:</a:t>
            </a:r>
          </a:p>
          <a:p>
            <a:pPr lvl="2"/>
            <a:r>
              <a:rPr lang="en-US" dirty="0"/>
              <a:t>Small observed data (sample behavior)</a:t>
            </a:r>
          </a:p>
          <a:p>
            <a:pPr lvl="2"/>
            <a:r>
              <a:rPr lang="en-US" dirty="0"/>
              <a:t>To predict your future choices (population behavior)</a:t>
            </a:r>
          </a:p>
          <a:p>
            <a:pPr lvl="1"/>
            <a:r>
              <a:rPr lang="en-US" dirty="0"/>
              <a:t>That’s inferential logic.</a:t>
            </a:r>
          </a:p>
          <a:p>
            <a:pPr lvl="2"/>
            <a:r>
              <a:rPr lang="en-US" dirty="0"/>
              <a:t>Without inferential statistics, AI is just data — not intelligence.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950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E1573B-CA90-43EC-9D0F-B94CEE07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Inferential statistics?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46D6E4-2CDF-4CD2-9674-A490F9F9E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/>
            <a:r>
              <a:rPr lang="en-US" dirty="0"/>
              <a:t>In quantitative research, </a:t>
            </a:r>
          </a:p>
          <a:p>
            <a:pPr lvl="1"/>
            <a:r>
              <a:rPr lang="en-US" dirty="0"/>
              <a:t>after collecting data, the first step of statistical analysis is to </a:t>
            </a:r>
            <a:r>
              <a:rPr lang="en-US" b="1" dirty="0">
                <a:solidFill>
                  <a:srgbClr val="FF0000"/>
                </a:solidFill>
              </a:rPr>
              <a:t>describe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characteristics of the responses</a:t>
            </a:r>
            <a:r>
              <a:rPr lang="en-US" dirty="0"/>
              <a:t>, such as the average of one variable (e.g., age), or the relation between two variables (e.g., age and creativity).</a:t>
            </a:r>
          </a:p>
          <a:p>
            <a:pPr lvl="0"/>
            <a:r>
              <a:rPr lang="en-US" dirty="0"/>
              <a:t>After summarizing the data,</a:t>
            </a:r>
          </a:p>
          <a:p>
            <a:pPr lvl="1"/>
            <a:r>
              <a:rPr lang="en-US" dirty="0"/>
              <a:t> we use Inferential Statistics, which help us to </a:t>
            </a:r>
            <a:r>
              <a:rPr lang="en-US" b="1" dirty="0">
                <a:solidFill>
                  <a:srgbClr val="FF0000"/>
                </a:solidFill>
              </a:rPr>
              <a:t>decide whether your data confirms or refutes</a:t>
            </a:r>
            <a:r>
              <a:rPr lang="en-US" dirty="0"/>
              <a:t> your statement/hypothesis or it can be </a:t>
            </a:r>
            <a:r>
              <a:rPr lang="en-US" b="1" dirty="0">
                <a:solidFill>
                  <a:srgbClr val="FF0000"/>
                </a:solidFill>
              </a:rPr>
              <a:t>generalizable</a:t>
            </a:r>
            <a:r>
              <a:rPr lang="en-US" dirty="0"/>
              <a:t> to a larger population or not.</a:t>
            </a:r>
          </a:p>
        </p:txBody>
      </p:sp>
    </p:spTree>
    <p:extLst>
      <p:ext uri="{BB962C8B-B14F-4D97-AF65-F5344CB8AC3E}">
        <p14:creationId xmlns:p14="http://schemas.microsoft.com/office/powerpoint/2010/main" val="586134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38595379"/>
              </p:ext>
            </p:extLst>
          </p:nvPr>
        </p:nvGraphicFramePr>
        <p:xfrm>
          <a:off x="0" y="0"/>
          <a:ext cx="10195367" cy="6583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5968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EC79A03-2E40-4B3C-96E6-A6483958B7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BECC748-E082-4EF4-8FC7-EF79EC8DCB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D3A7FC3-4D44-4BA3-8A85-4C999FCFA2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F977605-4724-4FAE-90A0-241B56E79D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FDC5538-ECFD-438B-898B-C8AAF6CB57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FAF362C-3BC9-4C3D-8C62-5A9965223D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D69D2F8-283B-4D0A-9743-B7F1464F6D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7CD5811-3B4C-4482-8E58-A7C78D76C4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2FFADAC-4B4A-41BE-ACA9-1D15F1D55F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6E278D8-2DB1-4FBD-A027-8A43BA50C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3FE7014-DCFD-416A-B907-1F15B85AD4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948C841-4BA5-43C0-93EA-7EC2AFE16A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9BF5D78-4682-43FA-9D74-E79971406B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7ED6F44-CA02-424C-8337-521C22BBA9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53B944D-73A6-4CE8-9EE8-30270E92EE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CB65087-B2C7-4512-B83C-EE7CB3255E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74E6A40-A5B8-409A-8B13-3D8B52D023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9CE0662-B62E-4154-A706-48186BF21A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C2006F4-07A1-42B5-8DDB-95B737D4D6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01F455A-5EF6-4365-AE49-7BEB79E8E1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AB7745A-BC6D-4AEF-9413-09E9FD0BE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438BCAC-23C3-4932-AAB2-39310585EF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E060C20-7370-47A5-8DCB-2B795E09C8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lvl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Correlation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Types of Correlation</a:t>
            </a:r>
          </a:p>
          <a:p>
            <a:pPr>
              <a:lnSpc>
                <a:spcPct val="100000"/>
              </a:lnSpc>
            </a:pPr>
            <a:r>
              <a:rPr lang="en-US" dirty="0"/>
              <a:t>Methods of Studying Correlation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2061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dirty="0"/>
                  <a:t>Correlation is a statistical measure that describes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direction</a:t>
                </a:r>
                <a:r>
                  <a:rPr lang="en-US" dirty="0"/>
                  <a:t> and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degree</a:t>
                </a:r>
                <a:r>
                  <a:rPr lang="en-US" dirty="0"/>
                  <a:t>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linear relationship</a:t>
                </a:r>
                <a:r>
                  <a:rPr lang="en-US" dirty="0"/>
                  <a:t> between two random variables.		</a:t>
                </a:r>
              </a:p>
              <a:p>
                <a:pPr lvl="1"/>
                <a:r>
                  <a:rPr lang="en-US" dirty="0"/>
                  <a:t>i.e., Correlation tells us whether two random variables move together, in which direction they move, and how strongly they are related(degree).</a:t>
                </a:r>
              </a:p>
              <a:p>
                <a:r>
                  <a:rPr lang="en-US" dirty="0"/>
                  <a:t>Example</a:t>
                </a:r>
              </a:p>
              <a:p>
                <a:pPr lvl="1"/>
                <a:r>
                  <a:rPr lang="en-US" dirty="0"/>
                  <a:t>Let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Daily temperature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Ice cream sales in a shop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017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D363774-3D01-C538-9E39-B81F1B7C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F2A9-3451-A49B-EDB4-2F9F1CAB6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B490BD0-ACA1-2D06-9A29-EA2206EE4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74425"/>
              </a:xfrm>
            </p:spPr>
            <p:txBody>
              <a:bodyPr/>
              <a:lstStyle/>
              <a:p>
                <a:r>
                  <a:rPr lang="en-US" dirty="0"/>
                  <a:t>Example</a:t>
                </a:r>
              </a:p>
              <a:p>
                <a:pPr lvl="1"/>
                <a:r>
                  <a:rPr lang="en-US" dirty="0"/>
                  <a:t>Let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Daily temperature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Ice cream sales in a shop</a:t>
                </a:r>
              </a:p>
              <a:p>
                <a:pPr lvl="1"/>
                <a:r>
                  <a:rPr lang="en-US" dirty="0"/>
                  <a:t>In summer: </a:t>
                </a:r>
              </a:p>
              <a:p>
                <a:pPr lvl="2"/>
                <a:r>
                  <a:rPr lang="en-US" dirty="0"/>
                  <a:t>When temperature increases, ice cream sales increase.</a:t>
                </a:r>
              </a:p>
              <a:p>
                <a:pPr lvl="2"/>
                <a:r>
                  <a:rPr lang="en-US" dirty="0"/>
                  <a:t>When temperature decreases, sales decrease.</a:t>
                </a:r>
              </a:p>
              <a:p>
                <a:pPr lvl="1"/>
                <a:r>
                  <a:rPr lang="en-US" dirty="0"/>
                  <a:t>So,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move together</a:t>
                </a:r>
              </a:p>
              <a:p>
                <a:pPr lvl="1"/>
                <a:r>
                  <a:rPr lang="en-US" dirty="0"/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are corelated.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B490BD0-ACA1-2D06-9A29-EA2206EE4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74425"/>
              </a:xfrm>
              <a:blipFill>
                <a:blip r:embed="rId2"/>
                <a:stretch>
                  <a:fillRect l="-971" b="-14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815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D930898-A7AB-E559-4053-633938D7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E87E-BF49-40CD-2389-5BA7131A4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936E507-3369-16A1-2281-9CDEABF81A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4259633"/>
              </a:xfrm>
            </p:spPr>
            <p:txBody>
              <a:bodyPr/>
              <a:lstStyle/>
              <a:p>
                <a:r>
                  <a:rPr lang="en-US" dirty="0"/>
                  <a:t>Non - Example</a:t>
                </a:r>
              </a:p>
              <a:p>
                <a:pPr lvl="1"/>
                <a:r>
                  <a:rPr lang="en-US" dirty="0"/>
                  <a:t>Let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Last digit of mobile number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Height of a person</a:t>
                </a:r>
              </a:p>
              <a:p>
                <a:pPr lvl="1"/>
                <a:r>
                  <a:rPr lang="en-US" dirty="0"/>
                  <a:t>Mobile number has nothing to do with height.</a:t>
                </a:r>
              </a:p>
              <a:p>
                <a:pPr lvl="1"/>
                <a:r>
                  <a:rPr lang="en-US" dirty="0"/>
                  <a:t>Hence,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are not corelated.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936E507-3369-16A1-2281-9CDEABF81A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4259633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054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1B3B6-D6F1-ADBF-B9BC-E88177623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vs Causation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3E1A8-1DF7-B505-4FFB-6EE465F72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Correlation</a:t>
            </a:r>
            <a:r>
              <a:rPr lang="en-US" dirty="0"/>
              <a:t> means two things are related or move together.</a:t>
            </a:r>
          </a:p>
          <a:p>
            <a:pPr lvl="1"/>
            <a:r>
              <a:rPr lang="en-US" dirty="0"/>
              <a:t>When one thing changes, the other also changes.</a:t>
            </a:r>
          </a:p>
          <a:p>
            <a:pPr lvl="1"/>
            <a:r>
              <a:rPr lang="en-US" dirty="0"/>
              <a:t>But it does not tell us why they are changing.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In summer:</a:t>
            </a:r>
          </a:p>
          <a:p>
            <a:pPr lvl="2"/>
            <a:r>
              <a:rPr lang="en-US" dirty="0"/>
              <a:t>Ice cream sales increase </a:t>
            </a:r>
          </a:p>
          <a:p>
            <a:pPr lvl="2"/>
            <a:r>
              <a:rPr lang="en-US" dirty="0"/>
              <a:t>Sunglasses sales also increase </a:t>
            </a:r>
          </a:p>
          <a:p>
            <a:r>
              <a:rPr lang="en-US" dirty="0"/>
              <a:t>So, they are correlated.</a:t>
            </a:r>
          </a:p>
        </p:txBody>
      </p:sp>
    </p:spTree>
    <p:extLst>
      <p:ext uri="{BB962C8B-B14F-4D97-AF65-F5344CB8AC3E}">
        <p14:creationId xmlns:p14="http://schemas.microsoft.com/office/powerpoint/2010/main" val="273135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1ABA-B99D-039B-B926-9AC23847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8BEC-E816-519A-2B2A-50CC2625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vs Causation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4B96CA-C0BF-26F6-B94D-86DA6AF890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So, they are correlated.</a:t>
                </a:r>
              </a:p>
              <a:p>
                <a:pPr lvl="1"/>
                <a:r>
                  <a:rPr lang="en-US" dirty="0"/>
                  <a:t>But does eating ice cream cause people to buy sunglasses? No!</a:t>
                </a:r>
              </a:p>
              <a:p>
                <a:pPr lvl="1"/>
                <a:r>
                  <a:rPr lang="en-US" dirty="0"/>
                  <a:t>They both increase because of a third factor — hot weather</a:t>
                </a:r>
              </a:p>
              <a:p>
                <a:r>
                  <a:rPr lang="en-US" dirty="0"/>
                  <a:t>Correlation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They move together.</a:t>
                </a:r>
              </a:p>
              <a:p>
                <a:pPr lvl="1"/>
                <a:r>
                  <a:rPr lang="en-US" dirty="0"/>
                  <a:t>It does not mean one causes the other.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4B96CA-C0BF-26F6-B94D-86DA6AF89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011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EAA80-A232-0605-A37C-900A9788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9884-2319-8623-DE9D-AD37544E8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Correlation vs Causation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B58F23-8919-DE9F-AA75-558B4868F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Causation</a:t>
                </a:r>
                <a:r>
                  <a:rPr lang="en-US" dirty="0"/>
                  <a:t> means one thing directly causes another.</a:t>
                </a:r>
              </a:p>
              <a:p>
                <a:pPr lvl="1"/>
                <a:r>
                  <a:rPr lang="en-US" dirty="0"/>
                  <a:t>If A changes, it directly makes B change.</a:t>
                </a:r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If you press the accelerator in a car, the car moves faster.</a:t>
                </a:r>
              </a:p>
              <a:p>
                <a:r>
                  <a:rPr lang="en-US" dirty="0"/>
                  <a:t>Here:</a:t>
                </a:r>
              </a:p>
              <a:p>
                <a:pPr lvl="1"/>
                <a:r>
                  <a:rPr lang="en-US" dirty="0"/>
                  <a:t>Pressing accelerator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Cause</a:t>
                </a:r>
              </a:p>
              <a:p>
                <a:pPr lvl="1"/>
                <a:r>
                  <a:rPr lang="en-US" dirty="0"/>
                  <a:t>Car speed increase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Effect</a:t>
                </a:r>
              </a:p>
              <a:p>
                <a:r>
                  <a:rPr lang="en-US" dirty="0"/>
                  <a:t>This is causation.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B58F23-8919-DE9F-AA75-558B4868F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18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1FC1-1F92-3AB6-340A-576C077B7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CBA1B-D6E0-19FE-D5F5-21833B781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The Golden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FBFD3-F9A6-BA02-19A1-76867F15A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0"/>
            <a:ext cx="11928475" cy="1505627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Correlation does not imply Causation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Just because two things happen together doesn’t mean one caused the other.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C6B1C7-B649-5452-E848-A344CD7951D9}"/>
              </a:ext>
            </a:extLst>
          </p:cNvPr>
          <p:cNvSpPr txBox="1">
            <a:spLocks/>
          </p:cNvSpPr>
          <p:nvPr/>
        </p:nvSpPr>
        <p:spPr>
          <a:xfrm>
            <a:off x="2715638" y="2831256"/>
            <a:ext cx="6760723" cy="1505626"/>
          </a:xfrm>
          <a:prstGeom prst="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Correlation = Two things happen together.</a:t>
            </a:r>
          </a:p>
          <a:p>
            <a:pPr marL="0" indent="0" algn="ctr">
              <a:buNone/>
            </a:pPr>
            <a:r>
              <a:rPr lang="en-US" b="1" dirty="0"/>
              <a:t>Causation = One thing makes the other happen.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45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A data connecting </a:t>
            </a:r>
            <a:r>
              <a:rPr lang="en-US" b="1" dirty="0">
                <a:solidFill>
                  <a:srgbClr val="1F3B73"/>
                </a:solidFill>
              </a:rPr>
              <a:t>two</a:t>
            </a:r>
            <a:r>
              <a:rPr lang="en-US" dirty="0"/>
              <a:t> variables is called </a:t>
            </a:r>
            <a:r>
              <a:rPr lang="en-US" b="1" dirty="0">
                <a:solidFill>
                  <a:srgbClr val="FF0000"/>
                </a:solidFill>
              </a:rPr>
              <a:t>bivariate</a:t>
            </a:r>
            <a:r>
              <a:rPr lang="en-US" dirty="0"/>
              <a:t> data.</a:t>
            </a:r>
          </a:p>
          <a:p>
            <a:pPr lvl="0"/>
            <a:r>
              <a:rPr lang="en-US" dirty="0"/>
              <a:t>Example:</a:t>
            </a:r>
          </a:p>
          <a:p>
            <a:pPr lvl="1"/>
            <a:r>
              <a:rPr lang="en-US" dirty="0">
                <a:solidFill>
                  <a:srgbClr val="1F3B73"/>
                </a:solidFill>
              </a:rPr>
              <a:t>Relationship between heights and weights.</a:t>
            </a:r>
          </a:p>
          <a:p>
            <a:pPr lvl="1"/>
            <a:r>
              <a:rPr lang="en-US" dirty="0">
                <a:solidFill>
                  <a:srgbClr val="1F3B73"/>
                </a:solidFill>
              </a:rPr>
              <a:t>Relationship between price and demand of commodity.</a:t>
            </a:r>
          </a:p>
          <a:p>
            <a:pPr lvl="1"/>
            <a:r>
              <a:rPr lang="en-US" dirty="0">
                <a:solidFill>
                  <a:srgbClr val="1F3B73"/>
                </a:solidFill>
              </a:rPr>
              <a:t>Relationship between age of husband and age of wife.</a:t>
            </a:r>
          </a:p>
        </p:txBody>
      </p:sp>
    </p:spTree>
    <p:extLst>
      <p:ext uri="{BB962C8B-B14F-4D97-AF65-F5344CB8AC3E}">
        <p14:creationId xmlns:p14="http://schemas.microsoft.com/office/powerpoint/2010/main" val="198330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Coefficient of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dirty="0"/>
                  <a:t>When two variables are correlated with each other, </a:t>
                </a:r>
              </a:p>
              <a:p>
                <a:pPr lvl="1"/>
                <a:r>
                  <a:rPr lang="en-US" dirty="0"/>
                  <a:t>It is important to know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amount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or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extent</a:t>
                </a:r>
                <a:r>
                  <a:rPr lang="en-US" dirty="0"/>
                  <a:t> of correlation between them. </a:t>
                </a:r>
              </a:p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coefficient of correlation</a:t>
                </a:r>
                <a:r>
                  <a:rPr lang="en-US" dirty="0"/>
                  <a:t> is the numerical measure of the degree and direction of linear relationship between two variables.</a:t>
                </a:r>
              </a:p>
              <a:p>
                <a:pPr lvl="1"/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Note that,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245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8A2321-33CD-ED49-4093-44DF6EBFA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8" y="2345635"/>
            <a:ext cx="11673783" cy="240146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B62AAD2-F1FB-EAA3-DC88-E425097DA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9BBE9-3868-6880-D487-BC24271D01CC}"/>
              </a:ext>
            </a:extLst>
          </p:cNvPr>
          <p:cNvSpPr txBox="1"/>
          <p:nvPr/>
        </p:nvSpPr>
        <p:spPr>
          <a:xfrm>
            <a:off x="4841132" y="5117256"/>
            <a:ext cx="2509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Image Source: </a:t>
            </a:r>
            <a:r>
              <a:rPr lang="en-IN" sz="1200" dirty="0">
                <a:hlinkClick r:id="rId3"/>
              </a:rPr>
              <a:t>www.mathsisfun.com/</a:t>
            </a:r>
            <a:r>
              <a:rPr lang="en-IN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519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7D20F6-FA72-DC30-63E4-A825DE027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943" y="175098"/>
            <a:ext cx="4298114" cy="57715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19A81A-3B41-ABC4-8AFE-8655E4A3825E}"/>
              </a:ext>
            </a:extLst>
          </p:cNvPr>
          <p:cNvSpPr txBox="1"/>
          <p:nvPr/>
        </p:nvSpPr>
        <p:spPr>
          <a:xfrm>
            <a:off x="4841132" y="6109477"/>
            <a:ext cx="3009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Image Source: www.cuemath.com/</a:t>
            </a:r>
          </a:p>
        </p:txBody>
      </p:sp>
    </p:spTree>
    <p:extLst>
      <p:ext uri="{BB962C8B-B14F-4D97-AF65-F5344CB8AC3E}">
        <p14:creationId xmlns:p14="http://schemas.microsoft.com/office/powerpoint/2010/main" val="10112065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Studying Correlation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652447899"/>
              </p:ext>
            </p:extLst>
          </p:nvPr>
        </p:nvGraphicFramePr>
        <p:xfrm>
          <a:off x="152400" y="938463"/>
          <a:ext cx="118872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&quot;No&quot; Symbol 3"/>
          <p:cNvSpPr/>
          <p:nvPr/>
        </p:nvSpPr>
        <p:spPr>
          <a:xfrm>
            <a:off x="421105" y="866273"/>
            <a:ext cx="3477126" cy="5209674"/>
          </a:xfrm>
          <a:prstGeom prst="noSmoking">
            <a:avLst>
              <a:gd name="adj" fmla="val 7326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81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0BDAF43-C2BC-4584-A805-898E3C524E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66D18FF-A13D-4755-B587-FCA3B65D7F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1F0B61-3FA8-4E5C-92FE-0E8A5C22B6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7C8D00F-40F1-4546-B59C-D1F7CCA30E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8B48EB4-2325-4417-A77B-F8C10228D8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4FDF4C2-1961-4F55-91F2-2EDE077FB8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1F16C50-A37D-41CE-A4C8-80C2921B29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381AB4C-B4DC-45FB-8458-2EFD6908FE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E06BE20-C642-4825-B135-C90D7B8F43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87B2C0D-FF94-4B21-81BB-56825EE781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lvlOne"/>
        </p:bldSub>
      </p:bldGraphic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1</a:t>
            </a:r>
            <a:br>
              <a:rPr lang="en-US" dirty="0"/>
            </a:br>
            <a:r>
              <a:rPr lang="en-US" dirty="0"/>
              <a:t>Correlation Coefficient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218" y="4589463"/>
            <a:ext cx="10515600" cy="1500187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Karl Pearson’s Coefficient of Correlation</a:t>
            </a:r>
            <a:endParaRPr lang="en-I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0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1DCE-C5E3-8FD9-CAF1-6B5A28A5F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0E170A-40E7-1A04-CA08-0E1FD3B440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Covariance measures:</a:t>
                </a:r>
              </a:p>
              <a:p>
                <a:pPr marL="0" indent="0" algn="ctr">
                  <a:buNone/>
                </a:pPr>
                <a:r>
                  <a:rPr lang="en-US" dirty="0"/>
                  <a:t>How two variables change together.</a:t>
                </a:r>
              </a:p>
              <a:p>
                <a:pPr lvl="1"/>
                <a:r>
                  <a:rPr lang="en-US" dirty="0"/>
                  <a:t>If two variables tend to move in the same direction, covariance is positive.</a:t>
                </a:r>
              </a:p>
              <a:p>
                <a:pPr lvl="1"/>
                <a:r>
                  <a:rPr lang="en-US" dirty="0"/>
                  <a:t>If they move in opposite directions, covariance is negative.</a:t>
                </a:r>
              </a:p>
              <a:p>
                <a:r>
                  <a:rPr lang="en-US" dirty="0"/>
                  <a:t>For random variables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b="0" i="0" smtClean="0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  <m:r>
                                    <a:rPr lang="en-IN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b="0" i="0" smtClean="0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Note that, covariance depends on units.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0E170A-40E7-1A04-CA08-0E1FD3B44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53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3C5FC-32F2-2F6E-0FE9-BAEB00780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1C645-5750-B895-09E1-5F563BBA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Covariance vs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07ADF2-BD14-EED1-59AF-D3476558B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Karl Pearson’s correlation divides covariance by standard deviations: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𝐂𝐨𝐯</m:t>
                          </m:r>
                          <m:d>
                            <m:dPr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IN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𝛔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𝛔</m:t>
                              </m:r>
                            </m:e>
                            <m:sub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sub>
                          </m:sSub>
                        </m:den>
                      </m:f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𝐨𝐫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𝐂𝐨𝐯</m:t>
                          </m:r>
                          <m:d>
                            <m:dPr>
                              <m:ctrlPr>
                                <a:rPr lang="en-IN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  <m:d>
                                <m:dPr>
                                  <m:ctrlPr>
                                    <a:rPr lang="en-IN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d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𝐕</m:t>
                              </m:r>
                              <m:d>
                                <m:dPr>
                                  <m:ctrlPr>
                                    <a:rPr lang="en-IN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𝐘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IN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How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move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together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How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much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and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vary</m:t>
                          </m:r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individually</m:t>
                          </m:r>
                        </m:den>
                      </m:f>
                    </m:oMath>
                  </m:oMathPara>
                </a14:m>
                <a:endParaRPr lang="en-IN" b="0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Note that,</a:t>
                </a:r>
              </a:p>
              <a:p>
                <a:pPr lvl="1"/>
                <a:r>
                  <a:rPr lang="en-US" dirty="0"/>
                  <a:t>Covariance tells direction only,</a:t>
                </a:r>
              </a:p>
              <a:p>
                <a:pPr lvl="1"/>
                <a:r>
                  <a:rPr lang="en-US" dirty="0"/>
                  <a:t>Correlation tells direction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strength (in a standardized way).</a:t>
                </a:r>
              </a:p>
              <a:p>
                <a:pPr marL="0" indent="0">
                  <a:buNone/>
                </a:pPr>
                <a:endParaRPr lang="en-IN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07ADF2-BD14-EED1-59AF-D3476558B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634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Karl Pearson’s Coefficient of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𝐜𝐨𝐯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e>
                          </m:d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𝛔</m:t>
                              </m:r>
                            </m:e>
                            <m:sub>
                              <m:r>
                                <a:rPr lang="en-US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sub>
                          </m:sSub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𝛔</m:t>
                              </m:r>
                            </m:e>
                            <m:sub>
                              <m:r>
                                <a:rPr lang="en-US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b="1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Here, </a:t>
                </a:r>
              </a:p>
              <a:p>
                <a:pPr lvl="1"/>
                <a:r>
                  <a:rPr lang="en-US" dirty="0"/>
                  <a:t>Numerator gives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Direction or Joint Movement</a:t>
                </a:r>
              </a:p>
              <a:p>
                <a:pPr lvl="1"/>
                <a:r>
                  <a:rPr lang="en-US" dirty="0"/>
                  <a:t>Denominator gives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Controls strength &amp; removes units.</a:t>
                </a:r>
              </a:p>
              <a:p>
                <a:r>
                  <a:rPr lang="en-US" dirty="0"/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is a unit-free quantity.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Correlation = Standardized Covariance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281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1467F7-0BE8-8821-D997-D7295391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A50A-D29A-C93E-9D8A-8CDDA7C3D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Karl Pearson’s Coefficient of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CDF9330-D165-AA6A-645B-41CC1F0DA6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dirty="0"/>
                  <a:t>The coefficient of correlation is the measure of correlation between two random variables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US" dirty="0"/>
                  <a:t> and Karl Pearson’s coefficient of correlation defined as below: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32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𝐜𝐨𝐯</m:t>
                          </m:r>
                          <m:d>
                            <m:dPr>
                              <m:ctrlPr>
                                <a:rPr lang="en-US" sz="3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e>
                          </m:d>
                          <m:r>
                            <a:rPr lang="en-US" sz="32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sSub>
                            <m:sSubPr>
                              <m:ctrlPr>
                                <a:rPr lang="en-US" sz="32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𝛔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sub>
                          </m:sSub>
                          <m:r>
                            <a:rPr lang="en-US" sz="32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𝛔</m:t>
                              </m:r>
                            </m:e>
                            <m:sub>
                              <m:r>
                                <a:rPr lang="en-US" sz="32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500" b="1" dirty="0">
                  <a:solidFill>
                    <a:srgbClr val="FF0000"/>
                  </a:solidFill>
                </a:endParaRPr>
              </a:p>
              <a:p>
                <a:pPr marL="273050" lvl="0" indent="0">
                  <a:buNone/>
                </a:pPr>
                <a:r>
                  <a:rPr lang="en-US" dirty="0"/>
                  <a:t>where,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r>
                  <a:rPr lang="en-US" dirty="0"/>
                  <a:t> is the covariance of variables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</m:oMath>
                </a14:m>
                <a:r>
                  <a:rPr lang="en-US" dirty="0"/>
                  <a:t> are standard deviation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respectively.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CDF9330-D165-AA6A-645B-41CC1F0DA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02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Karl Pearson’s Coefficient of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/>
                      <m:t>Karl</m:t>
                    </m:r>
                    <m:r>
                      <m:rPr>
                        <m:nor/>
                      </m:rPr>
                      <a:rPr lang="en-US" dirty="0" smtClean="0"/>
                      <m:t> </m:t>
                    </m:r>
                    <m:r>
                      <m:rPr>
                        <m:nor/>
                      </m:rPr>
                      <a:rPr lang="en-US" dirty="0" smtClean="0"/>
                      <m:t>Pearson</m:t>
                    </m:r>
                    <m:r>
                      <m:rPr>
                        <m:nor/>
                      </m:rPr>
                      <a:rPr lang="en-US" dirty="0" smtClean="0"/>
                      <m:t>’</m:t>
                    </m:r>
                    <m:r>
                      <m:rPr>
                        <m:nor/>
                      </m:rPr>
                      <a:rPr lang="en-US" dirty="0" smtClean="0"/>
                      <m:t>s</m:t>
                    </m:r>
                    <m:r>
                      <m:rPr>
                        <m:nor/>
                      </m:rPr>
                      <a:rPr lang="en-US" dirty="0" smtClean="0"/>
                      <m:t> </m:t>
                    </m:r>
                    <m:r>
                      <m:rPr>
                        <m:nor/>
                      </m:rPr>
                      <a:rPr lang="en-US" dirty="0" smtClean="0"/>
                      <m:t>coefficient</m:t>
                    </m:r>
                    <m:r>
                      <m:rPr>
                        <m:nor/>
                      </m:rPr>
                      <a:rPr lang="en-US" dirty="0" smtClean="0"/>
                      <m:t> </m:t>
                    </m:r>
                    <m:r>
                      <m:rPr>
                        <m:nor/>
                      </m:rPr>
                      <a:rPr lang="en-US" dirty="0" smtClean="0"/>
                      <m:t>of</m:t>
                    </m:r>
                    <m:r>
                      <m:rPr>
                        <m:nor/>
                      </m:rPr>
                      <a:rPr lang="en-US" dirty="0" smtClean="0"/>
                      <m:t> </m:t>
                    </m:r>
                    <m:r>
                      <m:rPr>
                        <m:nor/>
                      </m:rPr>
                      <a:rPr lang="en-US" dirty="0" smtClean="0"/>
                      <m:t>correlation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𝐜𝐨𝐯</m:t>
                        </m:r>
                        <m:d>
                          <m:dPr>
                            <m:ctrlP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𝐗</m:t>
                            </m:r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𝐘</m:t>
                            </m:r>
                          </m:e>
                        </m:d>
                        <m:r>
                          <a:rPr lang="en-US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𝐗</m:t>
                            </m:r>
                          </m:sub>
                        </m:sSub>
                        <m:r>
                          <a:rPr lang="en-US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𝛔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𝐘</m:t>
                            </m:r>
                          </m:sub>
                        </m:sSub>
                      </m:den>
                    </m:f>
                  </m:oMath>
                </a14:m>
                <a:endParaRPr lang="en-US" b="1" dirty="0"/>
              </a:p>
              <a:p>
                <a:pPr lvl="0"/>
                <a:r>
                  <a:rPr lang="en-US" dirty="0"/>
                  <a:t>This can be further reduced to below equation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32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32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32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32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  <m:r>
                                    <a:rPr lang="en-US" sz="32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32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3200" b="1" i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𝐗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sz="32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32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𝐘</m:t>
                                  </m:r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32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IN" sz="3200" b="1" i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𝐘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eqArr>
                            <m:eqArrPr>
                              <m:ctrlPr>
                                <a:rPr lang="en-US" sz="32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32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3200" b="1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3200" b="1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32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IN" sz="3200" b="1" i="0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𝐗</m:t>
                                              </m:r>
                                              <m:r>
                                                <a:rPr lang="en-US" sz="32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sz="3200" b="1" i="1">
                                                      <a:solidFill>
                                                        <a:schemeClr val="accent6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IN" sz="3200" b="1" i="0" smtClean="0">
                                                      <a:solidFill>
                                                        <a:schemeClr val="accent6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𝐗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3200" b="1" i="0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  <m:r>
                                        <a:rPr lang="en-US" sz="32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</m:e>
                                  </m:nary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32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32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sz="32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IN" sz="3200" b="1" i="0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𝐘</m:t>
                                              </m:r>
                                              <m:r>
                                                <a:rPr lang="en-US" sz="32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IN" sz="3200" b="1" i="1" smtClean="0">
                                                      <a:solidFill>
                                                        <a:schemeClr val="accent6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IN" sz="3200" b="1" i="0" smtClean="0">
                                                      <a:solidFill>
                                                        <a:schemeClr val="accent6">
                                                          <a:lumMod val="75000"/>
                                                        </a:schemeClr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𝐘</m:t>
                                                  </m:r>
                                                </m:e>
                                              </m:acc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32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rad>
                            </m:e>
                          </m:eqArr>
                        </m:den>
                      </m:f>
                    </m:oMath>
                  </m:oMathPara>
                </a14:m>
                <a:endParaRPr lang="en-US" sz="3200" b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US" sz="32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sz="32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sz="32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32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32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𝐗𝐘</m:t>
                                  </m:r>
                                </m:e>
                              </m:d>
                            </m:e>
                          </m:nary>
                          <m:r>
                            <a:rPr lang="en-US" sz="32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32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32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d>
                            </m:e>
                          </m:nary>
                          <m:r>
                            <a:rPr lang="en-US" sz="32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32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32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𝐘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eqArr>
                            <m:eqArrPr>
                              <m:ctrlPr>
                                <a:rPr lang="en-US" sz="3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32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32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32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3200" b="1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32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IN" sz="3200" b="1" i="0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𝐗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32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32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32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32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a:rPr lang="en-IN" sz="3200" b="1" i="0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𝐗</m:t>
                                              </m:r>
                                            </m:e>
                                          </m:nary>
                                          <m:r>
                                            <a:rPr lang="en-US" sz="32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32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32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32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32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3200" b="1" i="1" smtClean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32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IN" sz="3200" b="1" i="0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𝐘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32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32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32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32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a:rPr lang="en-IN" sz="3200" b="1" i="0" smtClean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𝐘</m:t>
                                              </m:r>
                                            </m:e>
                                          </m:nary>
                                          <m:r>
                                            <a:rPr lang="en-US" sz="32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32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D2CB5A-25CD-968F-39C8-89412D856B4B}"/>
                  </a:ext>
                </a:extLst>
              </p:cNvPr>
              <p:cNvSpPr txBox="1"/>
              <p:nvPr/>
            </p:nvSpPr>
            <p:spPr>
              <a:xfrm>
                <a:off x="7956234" y="1889431"/>
                <a:ext cx="4057650" cy="265636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𝐜𝐨𝐯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en-US" sz="20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𝐘</m:t>
                          </m:r>
                        </m:e>
                      </m:d>
                      <m:r>
                        <a:rPr lang="en-US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</m:den>
                      </m:f>
                      <m:r>
                        <a:rPr lang="en-US" sz="20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acc>
                            </m:e>
                          </m:d>
                          <m:r>
                            <a:rPr lang="en-US" sz="20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n-US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sz="2000" b="1" dirty="0">
                  <a:solidFill>
                    <a:srgbClr val="00206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sub>
                      </m:sSub>
                      <m:r>
                        <a:rPr lang="en-US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0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0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0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  <m:r>
                                            <a:rPr lang="en-US" sz="20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0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b="1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sz="2000" b="1" i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  <m:r>
                                                <a:rPr lang="en-US" sz="2000" b="1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0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den>
                          </m:f>
                        </m:e>
                      </m:rad>
                      <m:r>
                        <a:rPr lang="en-US" sz="20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000" b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𝛔</m:t>
                          </m:r>
                        </m:e>
                        <m:sub>
                          <m:r>
                            <a:rPr lang="en-US" sz="20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sub>
                      </m:sSub>
                      <m:r>
                        <a:rPr lang="en-US" sz="20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0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0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0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000" b="1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1" i="0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𝐲</m:t>
                                          </m:r>
                                          <m:r>
                                            <a:rPr lang="en-US" sz="20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000" b="1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b="1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sz="2000" b="1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𝐲</m:t>
                                              </m:r>
                                              <m:r>
                                                <a:rPr lang="en-US" sz="2000" b="1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0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0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0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D2CB5A-25CD-968F-39C8-89412D856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6234" y="1889431"/>
                <a:ext cx="4057650" cy="26563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963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119C-B618-A103-6DAD-E042CA69B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ED5831-CE8F-74E2-40B5-2F1576392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08" y="2345635"/>
            <a:ext cx="11673783" cy="240146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44C9C9C-9D66-977F-0109-431C8426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A6FAE-2751-CF1F-3817-9D3A56D3F8B1}"/>
              </a:ext>
            </a:extLst>
          </p:cNvPr>
          <p:cNvSpPr txBox="1"/>
          <p:nvPr/>
        </p:nvSpPr>
        <p:spPr>
          <a:xfrm>
            <a:off x="4841132" y="5117256"/>
            <a:ext cx="2509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Image Source: </a:t>
            </a:r>
            <a:r>
              <a:rPr lang="en-IN" sz="1200" dirty="0">
                <a:hlinkClick r:id="rId3"/>
              </a:rPr>
              <a:t>www.mathsisfun.com/</a:t>
            </a:r>
            <a:r>
              <a:rPr lang="en-IN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588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CF9F5-8429-D712-C5BB-F27DC017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9A3FFD-6FA9-B7ED-EA12-F94AAF84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943" y="175098"/>
            <a:ext cx="4298114" cy="57715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DB7D19-6C46-B72C-D7A8-62CD422CA425}"/>
              </a:ext>
            </a:extLst>
          </p:cNvPr>
          <p:cNvSpPr txBox="1"/>
          <p:nvPr/>
        </p:nvSpPr>
        <p:spPr>
          <a:xfrm>
            <a:off x="4841132" y="6109477"/>
            <a:ext cx="3009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Image Source: www.cuemath.com/</a:t>
            </a:r>
          </a:p>
        </p:txBody>
      </p:sp>
    </p:spTree>
    <p:extLst>
      <p:ext uri="{BB962C8B-B14F-4D97-AF65-F5344CB8AC3E}">
        <p14:creationId xmlns:p14="http://schemas.microsoft.com/office/powerpoint/2010/main" val="31518609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Procedure to find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from the given values of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&amp;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41820"/>
                <a:ext cx="11929641" cy="1495542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Store</a:t>
                </a:r>
                <a:r>
                  <a:rPr lang="en-US" dirty="0"/>
                  <a:t>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given</a:t>
                </a:r>
                <a:r>
                  <a:rPr lang="en-US" dirty="0"/>
                  <a:t> data in the scientific calculator(fx-82MS).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Prepare</a:t>
                </a:r>
                <a:r>
                  <a:rPr lang="en-US" dirty="0"/>
                  <a:t> the table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columns using the given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arenR"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41820"/>
                <a:ext cx="11929641" cy="1495542"/>
              </a:xfrm>
              <a:blipFill>
                <a:blip r:embed="rId3"/>
                <a:stretch>
                  <a:fillRect l="-1227" b="-4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9099803"/>
                  </p:ext>
                </p:extLst>
              </p:nvPr>
            </p:nvGraphicFramePr>
            <p:xfrm>
              <a:off x="2249507" y="2267981"/>
              <a:ext cx="8128000" cy="6400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𝐘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e>
                                  <m:sup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𝐘</m:t>
                                    </m:r>
                                  </m:e>
                                  <m:sup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𝐗𝐘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9099803"/>
                  </p:ext>
                </p:extLst>
              </p:nvPr>
            </p:nvGraphicFramePr>
            <p:xfrm>
              <a:off x="2249507" y="2267981"/>
              <a:ext cx="8128000" cy="6400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49" t="-943" r="-401124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749" t="-943" r="-301124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1504" t="-943" r="-202256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375" t="-943" r="-101498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0375" t="-943" r="-1498" b="-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3024284"/>
                  </p:ext>
                </p:extLst>
              </p:nvPr>
            </p:nvGraphicFramePr>
            <p:xfrm>
              <a:off x="2246833" y="2920773"/>
              <a:ext cx="3251200" cy="23400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8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sz="280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E6CFC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sz="280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E6CFC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8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F3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F3E9E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8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E6CFC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E6CFC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3024284"/>
                  </p:ext>
                </p:extLst>
              </p:nvPr>
            </p:nvGraphicFramePr>
            <p:xfrm>
              <a:off x="2246833" y="2920773"/>
              <a:ext cx="3251200" cy="23400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7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75" t="-781" r="-101873" b="-202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75" t="-781" r="-1873" b="-202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75" t="-100781" r="-101873" b="-102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75" t="-100781" r="-1873" b="-102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75" t="-200781" r="-101873" b="-2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75" t="-200781" r="-1873" b="-2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775156"/>
              </p:ext>
            </p:extLst>
          </p:nvPr>
        </p:nvGraphicFramePr>
        <p:xfrm>
          <a:off x="5496708" y="2922629"/>
          <a:ext cx="1625600" cy="234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E6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F3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E6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29115"/>
                  </p:ext>
                </p:extLst>
              </p:nvPr>
            </p:nvGraphicFramePr>
            <p:xfrm>
              <a:off x="2255804" y="5293247"/>
              <a:ext cx="8128000" cy="101817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01817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b="1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2500" b="1" i="0" smtClean="0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b="1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2500" b="1" i="0" smtClean="0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𝐘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b="1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500" b="1" i="1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2500" b="1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𝐗</m:t>
                                            </m:r>
                                          </m:e>
                                          <m:sup>
                                            <m:r>
                                              <a:rPr lang="en-US" sz="2500" b="1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b="1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500" b="1" i="1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2500" b="1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𝐘</m:t>
                                            </m:r>
                                          </m:e>
                                          <m:sup>
                                            <m:r>
                                              <a:rPr lang="en-US" sz="2500" b="1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b="1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2500" b="1" i="0" smtClean="0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𝐗𝐘</m:t>
                                        </m:r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29115"/>
                  </p:ext>
                </p:extLst>
              </p:nvPr>
            </p:nvGraphicFramePr>
            <p:xfrm>
              <a:off x="2255804" y="5293247"/>
              <a:ext cx="8128000" cy="101817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10181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>
                          <a:blip r:embed="rId6"/>
                          <a:stretch>
                            <a:fillRect l="-375" t="-595" r="-401124" b="-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>
                          <a:blip r:embed="rId6"/>
                          <a:stretch>
                            <a:fillRect l="-100375" t="-595" r="-301124" b="-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>
                          <a:blip r:embed="rId6"/>
                          <a:stretch>
                            <a:fillRect l="-201128" t="-595" r="-202256" b="-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>
                          <a:blip r:embed="rId6"/>
                          <a:stretch>
                            <a:fillRect l="-300000" t="-595" r="-101498" b="-23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>
                          <a:blip r:embed="rId6"/>
                          <a:stretch>
                            <a:fillRect l="-400000" t="-595" r="-1498" b="-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219346"/>
              </p:ext>
            </p:extLst>
          </p:nvPr>
        </p:nvGraphicFramePr>
        <p:xfrm>
          <a:off x="7123047" y="2920603"/>
          <a:ext cx="1625600" cy="234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E6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F3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E6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260401"/>
              </p:ext>
            </p:extLst>
          </p:nvPr>
        </p:nvGraphicFramePr>
        <p:xfrm>
          <a:off x="8758068" y="2922629"/>
          <a:ext cx="1625600" cy="234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E6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F3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E6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34598" y="5340051"/>
            <a:ext cx="181223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</a:rPr>
              <a:t>Sum of above data</a:t>
            </a:r>
          </a:p>
        </p:txBody>
      </p:sp>
    </p:spTree>
    <p:extLst>
      <p:ext uri="{BB962C8B-B14F-4D97-AF65-F5344CB8AC3E}">
        <p14:creationId xmlns:p14="http://schemas.microsoft.com/office/powerpoint/2010/main" val="560666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Procedure to find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from the given values of </a:t>
                </a:r>
                <a14:m>
                  <m:oMath xmlns:m="http://schemas.openxmlformats.org/officeDocument/2006/math">
                    <m:r>
                      <a:rPr lang="en-IN" dirty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IN" dirty="0"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Prepare</a:t>
                </a:r>
                <a:r>
                  <a:rPr lang="en-US" dirty="0"/>
                  <a:t> the table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columns using the given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Store</a:t>
                </a:r>
                <a:r>
                  <a:rPr lang="en-US" dirty="0"/>
                  <a:t>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given</a:t>
                </a:r>
                <a:r>
                  <a:rPr lang="en-US" dirty="0"/>
                  <a:t> data in the scientific calculator(fx-82MS).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Find</a:t>
                </a:r>
                <a:r>
                  <a:rPr lang="en-US" dirty="0"/>
                  <a:t> the values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following</a:t>
                </a:r>
                <a:r>
                  <a:rPr lang="en-US" dirty="0"/>
                  <a:t> from the calculator:</a:t>
                </a:r>
              </a:p>
              <a:p>
                <a:pPr marL="509588" indent="0" algn="ctr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IN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b="0" i="0" smtClean="0">
                                <a:latin typeface="Cambria Math" panose="02040503050406030204" pitchFamily="18" charset="0"/>
                              </a:rPr>
                              <m:t>XY</m:t>
                            </m:r>
                          </m:e>
                        </m:d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arenR" startAt="4"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Write</a:t>
                </a:r>
                <a:r>
                  <a:rPr lang="en-US" dirty="0"/>
                  <a:t> the formula and substitute all the values in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formula</a:t>
                </a:r>
                <a:r>
                  <a:rPr lang="en-US" dirty="0"/>
                  <a:t> of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32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3200" b="0" i="0" smtClean="0">
                                      <a:latin typeface="Cambria Math" panose="02040503050406030204" pitchFamily="18" charset="0"/>
                                    </a:rPr>
                                    <m:t>XY</m:t>
                                  </m:r>
                                </m:e>
                              </m:d>
                            </m:e>
                          </m:nary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−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3200" b="0" i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nary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3200" b="0" i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eqArr>
                            <m:eqArrPr>
                              <m:ctrlPr>
                                <a:rPr lang="en-US" sz="3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3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3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32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320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32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</m:nary>
                                          <m:r>
                                            <a:rPr lang="en-US" sz="320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32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320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3200" b="1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32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320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320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3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3200" b="0" i="0" smtClean="0"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</m:nary>
                                          <m:r>
                                            <a:rPr lang="en-US" sz="3200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32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320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3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 startAt="5"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Find</a:t>
                </a:r>
                <a:r>
                  <a:rPr lang="en-US" dirty="0"/>
                  <a:t> the value of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US" dirty="0"/>
                  <a:t> from the calculator.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3"/>
                <a:stretch>
                  <a:fillRect l="-1227" b="-13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31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store given data in the calculator? (</a:t>
            </a:r>
            <a:r>
              <a:rPr lang="en-US" dirty="0">
                <a:solidFill>
                  <a:srgbClr val="FF0000"/>
                </a:solidFill>
              </a:rPr>
              <a:t>Reset Calc.</a:t>
            </a:r>
            <a:r>
              <a:rPr lang="en-US" dirty="0"/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8372" y="805926"/>
            <a:ext cx="11935255" cy="954107"/>
          </a:xfrm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General Step</a:t>
            </a:r>
            <a:r>
              <a:rPr lang="en-US" dirty="0"/>
              <a:t>: Clear the memory of the calculator. (Do this step before starting any method)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136157776"/>
              </p:ext>
            </p:extLst>
          </p:nvPr>
        </p:nvGraphicFramePr>
        <p:xfrm>
          <a:off x="826354" y="2457755"/>
          <a:ext cx="10669963" cy="151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6" t="14649" r="63625" b="14284"/>
          <a:stretch/>
        </p:blipFill>
        <p:spPr>
          <a:xfrm rot="5400000">
            <a:off x="4341679" y="3356350"/>
            <a:ext cx="778300" cy="21945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9" t="19287" r="60762" b="11712"/>
          <a:stretch/>
        </p:blipFill>
        <p:spPr>
          <a:xfrm rot="5400000">
            <a:off x="7112141" y="3356351"/>
            <a:ext cx="778299" cy="21945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232C64-EB38-4A98-9A7D-E89C42909D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472" y="4064480"/>
            <a:ext cx="2194560" cy="7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0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Graphic spid="3" grpId="0" uiExpand="1">
        <p:bldSub>
          <a:bldDgm bld="one"/>
        </p:bldSub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store given data in the calculator? (</a:t>
            </a:r>
            <a:r>
              <a:rPr lang="en-US" dirty="0">
                <a:solidFill>
                  <a:srgbClr val="FF0000"/>
                </a:solidFill>
              </a:rPr>
              <a:t>Mode Set</a:t>
            </a:r>
            <a:r>
              <a:rPr lang="en-US" dirty="0"/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58378" y="835050"/>
                <a:ext cx="8246320" cy="523220"/>
              </a:xfrm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b="1" dirty="0"/>
                  <a:t>Step-1</a:t>
                </a:r>
                <a:r>
                  <a:rPr lang="en-US" dirty="0"/>
                  <a:t>: Change the mode into Regression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Linear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378" y="835050"/>
                <a:ext cx="8246320" cy="523220"/>
              </a:xfrm>
              <a:blipFill>
                <a:blip r:embed="rId2"/>
                <a:stretch>
                  <a:fillRect l="-1404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642890739"/>
              </p:ext>
            </p:extLst>
          </p:nvPr>
        </p:nvGraphicFramePr>
        <p:xfrm>
          <a:off x="761018" y="1909333"/>
          <a:ext cx="10669963" cy="1297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3" t="18048" r="66096" b="12952"/>
          <a:stretch/>
        </p:blipFill>
        <p:spPr>
          <a:xfrm rot="5400000">
            <a:off x="1703805" y="2773096"/>
            <a:ext cx="867311" cy="21945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7" t="10486" r="67718" b="11836"/>
          <a:stretch/>
        </p:blipFill>
        <p:spPr>
          <a:xfrm rot="5400000">
            <a:off x="5660858" y="2771611"/>
            <a:ext cx="870281" cy="21945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4" t="9606" r="67422" b="12303"/>
          <a:stretch/>
        </p:blipFill>
        <p:spPr>
          <a:xfrm rot="5400000">
            <a:off x="9650067" y="2773095"/>
            <a:ext cx="867312" cy="2194560"/>
          </a:xfrm>
          <a:prstGeom prst="rect">
            <a:avLst/>
          </a:prstGeom>
        </p:spPr>
      </p:pic>
      <p:sp>
        <p:nvSpPr>
          <p:cNvPr id="8" name="Up Arrow 7"/>
          <p:cNvSpPr/>
          <p:nvPr/>
        </p:nvSpPr>
        <p:spPr>
          <a:xfrm>
            <a:off x="9611815" y="3690991"/>
            <a:ext cx="365760" cy="1097280"/>
          </a:xfrm>
          <a:prstGeom prst="upArrow">
            <a:avLst>
              <a:gd name="adj1" fmla="val 50000"/>
              <a:gd name="adj2" fmla="val 10902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0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store given data in the calculator? (</a:t>
            </a:r>
            <a:r>
              <a:rPr lang="en-US" dirty="0">
                <a:solidFill>
                  <a:srgbClr val="FF0000"/>
                </a:solidFill>
              </a:rPr>
              <a:t>Data Store</a:t>
            </a:r>
            <a:r>
              <a:rPr lang="en-US" dirty="0"/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80278" y="815798"/>
                <a:ext cx="5915722" cy="523220"/>
              </a:xfrm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b="1" dirty="0"/>
                  <a:t>Step-2</a:t>
                </a:r>
                <a:r>
                  <a:rPr lang="en-US" dirty="0"/>
                  <a:t>: Store the given pairs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278" y="815798"/>
                <a:ext cx="5915722" cy="523220"/>
              </a:xfrm>
              <a:blipFill>
                <a:blip r:embed="rId2"/>
                <a:stretch>
                  <a:fillRect l="-1959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Diagram 2"/>
              <p:cNvGraphicFramePr/>
              <p:nvPr>
                <p:extLst>
                  <p:ext uri="{D42A27DB-BD31-4B8C-83A1-F6EECF244321}">
                    <p14:modId xmlns:p14="http://schemas.microsoft.com/office/powerpoint/2010/main" val="1683154584"/>
                  </p:ext>
                </p:extLst>
              </p:nvPr>
            </p:nvGraphicFramePr>
            <p:xfrm>
              <a:off x="513027" y="1724507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3" name="Diagram 2"/>
              <p:cNvGraphicFramePr/>
              <p:nvPr>
                <p:extLst>
                  <p:ext uri="{D42A27DB-BD31-4B8C-83A1-F6EECF244321}">
                    <p14:modId xmlns:p14="http://schemas.microsoft.com/office/powerpoint/2010/main" val="1683154584"/>
                  </p:ext>
                </p:extLst>
              </p:nvPr>
            </p:nvGraphicFramePr>
            <p:xfrm>
              <a:off x="513027" y="1724507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Diagram 7"/>
              <p:cNvGraphicFramePr/>
              <p:nvPr>
                <p:extLst>
                  <p:ext uri="{D42A27DB-BD31-4B8C-83A1-F6EECF244321}">
                    <p14:modId xmlns:p14="http://schemas.microsoft.com/office/powerpoint/2010/main" val="1345206913"/>
                  </p:ext>
                </p:extLst>
              </p:nvPr>
            </p:nvGraphicFramePr>
            <p:xfrm>
              <a:off x="500327" y="2999812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Choice>
        <mc:Fallback xmlns="">
          <p:graphicFrame>
            <p:nvGraphicFramePr>
              <p:cNvPr id="8" name="Diagram 7"/>
              <p:cNvGraphicFramePr/>
              <p:nvPr>
                <p:extLst>
                  <p:ext uri="{D42A27DB-BD31-4B8C-83A1-F6EECF244321}">
                    <p14:modId xmlns:p14="http://schemas.microsoft.com/office/powerpoint/2010/main" val="1345206913"/>
                  </p:ext>
                </p:extLst>
              </p:nvPr>
            </p:nvGraphicFramePr>
            <p:xfrm>
              <a:off x="500327" y="2999812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7" r:lo="rId18" r:qs="rId19" r:cs="rId20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Diagram 8"/>
              <p:cNvGraphicFramePr/>
              <p:nvPr>
                <p:extLst>
                  <p:ext uri="{D42A27DB-BD31-4B8C-83A1-F6EECF244321}">
                    <p14:modId xmlns:p14="http://schemas.microsoft.com/office/powerpoint/2010/main" val="2622804005"/>
                  </p:ext>
                </p:extLst>
              </p:nvPr>
            </p:nvGraphicFramePr>
            <p:xfrm>
              <a:off x="502256" y="4761093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1" r:lo="rId22" r:qs="rId23" r:cs="rId24"/>
              </a:graphicData>
            </a:graphic>
          </p:graphicFrame>
        </mc:Choice>
        <mc:Fallback xmlns="">
          <p:graphicFrame>
            <p:nvGraphicFramePr>
              <p:cNvPr id="9" name="Diagram 8"/>
              <p:cNvGraphicFramePr/>
              <p:nvPr>
                <p:extLst>
                  <p:ext uri="{D42A27DB-BD31-4B8C-83A1-F6EECF244321}">
                    <p14:modId xmlns:p14="http://schemas.microsoft.com/office/powerpoint/2010/main" val="2622804005"/>
                  </p:ext>
                </p:extLst>
              </p:nvPr>
            </p:nvGraphicFramePr>
            <p:xfrm>
              <a:off x="502256" y="4761093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6" r:lo="rId27" r:qs="rId28" r:cs="rId29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449990" y="4133276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990" y="4133276"/>
                <a:ext cx="287899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310866" y="4133276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866" y="4133276"/>
                <a:ext cx="287899" cy="52322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7171742" y="4133276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42" y="4133276"/>
                <a:ext cx="287899" cy="52322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032618" y="4133276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618" y="4133276"/>
                <a:ext cx="287899" cy="52322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039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F7AE4D5-99CD-430E-997C-4D9624DA75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F7AE4D5-99CD-430E-997C-4D9624DA75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F7AE4D5-99CD-430E-997C-4D9624DA75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  <p:bldGraphic spid="8" grpId="0">
        <p:bldSub>
          <a:bldDgm bld="one"/>
        </p:bldSub>
      </p:bldGraphic>
      <p:bldGraphic spid="9" grpId="0">
        <p:bldSub>
          <a:bldDgm bld="one"/>
        </p:bldSub>
      </p:bldGraphic>
      <p:bldP spid="10" grpId="0"/>
      <p:bldP spid="11" grpId="0"/>
      <p:bldP spid="15" grpId="0"/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required values (</a:t>
            </a:r>
            <a:r>
              <a:rPr lang="en-US" dirty="0">
                <a:solidFill>
                  <a:srgbClr val="FF0000"/>
                </a:solidFill>
              </a:rPr>
              <a:t>Summations</a:t>
            </a:r>
            <a:r>
              <a:rPr lang="en-US" dirty="0"/>
              <a:t>) from the calculator?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099830120"/>
              </p:ext>
            </p:extLst>
          </p:nvPr>
        </p:nvGraphicFramePr>
        <p:xfrm>
          <a:off x="527556" y="935086"/>
          <a:ext cx="10669963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7679184" y="4002595"/>
            <a:ext cx="901700" cy="255270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3989692" y="1364711"/>
            <a:ext cx="889000" cy="2489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5239378" y="4629792"/>
            <a:ext cx="1249311" cy="1645920"/>
          </a:xfrm>
          <a:prstGeom prst="rect">
            <a:avLst/>
          </a:prstGeom>
        </p:spPr>
      </p:pic>
      <p:sp>
        <p:nvSpPr>
          <p:cNvPr id="14" name="Up Arrow 13"/>
          <p:cNvSpPr/>
          <p:nvPr/>
        </p:nvSpPr>
        <p:spPr>
          <a:xfrm>
            <a:off x="6130733" y="5452752"/>
            <a:ext cx="365760" cy="1097280"/>
          </a:xfrm>
          <a:prstGeom prst="upArrow">
            <a:avLst>
              <a:gd name="adj1" fmla="val 50000"/>
              <a:gd name="adj2" fmla="val 10902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4036883385"/>
              </p:ext>
            </p:extLst>
          </p:nvPr>
        </p:nvGraphicFramePr>
        <p:xfrm>
          <a:off x="527556" y="3598369"/>
          <a:ext cx="10671048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>
            <a:off x="3185284" y="4027995"/>
            <a:ext cx="8890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3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B22A032-D8BA-41D9-8980-1ED515E232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92B4EFD-C544-41C7-9D79-34EBAB47E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98490075-3CCB-4E08-A331-236FAED0D3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CC967DED-7155-44D0-B814-E69C027BFE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2117E75B-D0D7-4BA1-98AC-725EA941D7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D66E8FE2-6FFD-4E71-8809-FA2BEDBE96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F89185C1-F6BD-43BF-9339-92DE8E2906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12B9467C-0CAF-489E-ADDA-9ABF5B2734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P spid="14" grpId="0" animBg="1"/>
      <p:bldGraphic spid="18" grpId="0" uiExpand="1">
        <p:bldSub>
          <a:bldDgm bld="one"/>
        </p:bldSub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required values (‘</a:t>
            </a:r>
            <a:r>
              <a:rPr lang="en-US" dirty="0">
                <a:solidFill>
                  <a:srgbClr val="FF0000"/>
                </a:solidFill>
              </a:rPr>
              <a:t>r</a:t>
            </a:r>
            <a:r>
              <a:rPr lang="en-US" dirty="0"/>
              <a:t>’) from the calculator?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100704312"/>
              </p:ext>
            </p:extLst>
          </p:nvPr>
        </p:nvGraphicFramePr>
        <p:xfrm>
          <a:off x="152400" y="1043841"/>
          <a:ext cx="11887200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471345" y="2218859"/>
            <a:ext cx="1249311" cy="1645920"/>
          </a:xfrm>
          <a:prstGeom prst="rect">
            <a:avLst/>
          </a:prstGeom>
        </p:spPr>
      </p:pic>
      <p:sp>
        <p:nvSpPr>
          <p:cNvPr id="14" name="Up Arrow 13"/>
          <p:cNvSpPr/>
          <p:nvPr/>
        </p:nvSpPr>
        <p:spPr>
          <a:xfrm>
            <a:off x="6312857" y="3054519"/>
            <a:ext cx="365760" cy="1097280"/>
          </a:xfrm>
          <a:prstGeom prst="upArrow">
            <a:avLst>
              <a:gd name="adj1" fmla="val 50000"/>
              <a:gd name="adj2" fmla="val 10902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3227684" y="1608835"/>
            <a:ext cx="870509" cy="248716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674296" y="4486885"/>
            <a:ext cx="836697" cy="248716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70" t="31111" r="32343" b="30000"/>
          <a:stretch/>
        </p:blipFill>
        <p:spPr>
          <a:xfrm rot="16200000">
            <a:off x="5655388" y="3498462"/>
            <a:ext cx="876431" cy="248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06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E278DE9-2FD7-4E9F-964F-D06A7AEA7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2D91B32-5FAB-464F-AFF0-3061A61BCF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29AC4C-6940-442E-AD90-CB16FE4431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627E902-CF83-4687-B9C6-492048847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73152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Compute the coefficient of correlation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using the following data: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731520"/>
              </a:xfrm>
              <a:prstGeom prst="rect">
                <a:avLst/>
              </a:prstGeom>
              <a:blipFill>
                <a:blip r:embed="rId2"/>
                <a:stretch>
                  <a:fillRect l="-1074" b="-9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32297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3639021"/>
                  </p:ext>
                </p:extLst>
              </p:nvPr>
            </p:nvGraphicFramePr>
            <p:xfrm>
              <a:off x="129540" y="1747867"/>
              <a:ext cx="11932921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17047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𝐘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179171" marR="179171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3639021"/>
                  </p:ext>
                </p:extLst>
              </p:nvPr>
            </p:nvGraphicFramePr>
            <p:xfrm>
              <a:off x="129540" y="1747867"/>
              <a:ext cx="11932921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17047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704703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357" t="-943" r="-600357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100717" t="-943" r="-502509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200000" t="-943" r="-400714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300000" t="-943" r="-300714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400000" t="-943" r="-200714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501792" t="-943" r="-101434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599643" t="-943" r="-1071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357" t="-101905" r="-600357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100717" t="-101905" r="-502509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200000" t="-101905" r="-400714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300000" t="-101905" r="-300714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400000" t="-101905" r="-200714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501792" t="-101905" r="-101434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79171" marR="179171" marT="0" marB="0" anchor="ctr">
                        <a:blipFill>
                          <a:blip r:embed="rId3"/>
                          <a:stretch>
                            <a:fillRect l="-599643" t="-101905" r="-1071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625597" y="3299635"/>
                <a:ext cx="9821920" cy="30475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514350" lvl="0" indent="-514350" algn="just">
                  <a:lnSpc>
                    <a:spcPct val="140000"/>
                  </a:lnSpc>
                  <a:buClr>
                    <a:srgbClr val="B84742"/>
                  </a:buClr>
                  <a:buFont typeface="+mj-lt"/>
                  <a:buAutoNum type="arabicParenR"/>
                </a:pPr>
                <a:r>
                  <a:rPr lang="en-US" sz="2800" dirty="0">
                    <a:solidFill>
                      <a:srgbClr val="FF0000"/>
                    </a:solidFill>
                  </a:rPr>
                  <a:t>Store</a:t>
                </a:r>
                <a:r>
                  <a:rPr lang="en-US" sz="2800" dirty="0">
                    <a:solidFill>
                      <a:srgbClr val="002060"/>
                    </a:solidFill>
                  </a:rPr>
                  <a:t> the </a:t>
                </a:r>
                <a:r>
                  <a:rPr lang="en-US" sz="2800" dirty="0">
                    <a:solidFill>
                      <a:srgbClr val="FF0000"/>
                    </a:solidFill>
                  </a:rPr>
                  <a:t>given</a:t>
                </a:r>
                <a:r>
                  <a:rPr lang="en-US" sz="2800" dirty="0">
                    <a:solidFill>
                      <a:srgbClr val="002060"/>
                    </a:solidFill>
                  </a:rPr>
                  <a:t> data in the scientific calculator(fx-82MS).</a:t>
                </a:r>
              </a:p>
              <a:p>
                <a:pPr marL="514350" indent="-514350" algn="just">
                  <a:lnSpc>
                    <a:spcPct val="140000"/>
                  </a:lnSpc>
                  <a:buClr>
                    <a:srgbClr val="B84742"/>
                  </a:buClr>
                  <a:buFont typeface="+mj-lt"/>
                  <a:buAutoNum type="arabicParenR"/>
                </a:pPr>
                <a:r>
                  <a:rPr lang="en-US" sz="2800" dirty="0">
                    <a:solidFill>
                      <a:srgbClr val="002060"/>
                    </a:solidFill>
                  </a:rPr>
                  <a:t>Prepare the </a:t>
                </a:r>
                <a:r>
                  <a:rPr lang="en-US" sz="2800" dirty="0">
                    <a:solidFill>
                      <a:srgbClr val="FF0000"/>
                    </a:solidFill>
                  </a:rPr>
                  <a:t>table</a:t>
                </a:r>
                <a:r>
                  <a:rPr lang="en-US" sz="2800" dirty="0">
                    <a:solidFill>
                      <a:srgbClr val="002060"/>
                    </a:solidFill>
                  </a:rPr>
                  <a:t> with 5 columns using the given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514350" lvl="0" indent="-514350" algn="just">
                  <a:lnSpc>
                    <a:spcPct val="140000"/>
                  </a:lnSpc>
                  <a:buClr>
                    <a:srgbClr val="B84742"/>
                  </a:buClr>
                  <a:buFont typeface="+mj-lt"/>
                  <a:buAutoNum type="arabicParenR"/>
                </a:pPr>
                <a:r>
                  <a:rPr lang="en-US" sz="2800" dirty="0">
                    <a:solidFill>
                      <a:srgbClr val="FF0000"/>
                    </a:solidFill>
                  </a:rPr>
                  <a:t>Find</a:t>
                </a:r>
                <a:r>
                  <a:rPr lang="en-US" sz="2800" dirty="0">
                    <a:solidFill>
                      <a:srgbClr val="002060"/>
                    </a:solidFill>
                  </a:rPr>
                  <a:t> the values of </a:t>
                </a:r>
                <a:r>
                  <a:rPr lang="en-US" sz="2800" dirty="0">
                    <a:solidFill>
                      <a:srgbClr val="FF0000"/>
                    </a:solidFill>
                  </a:rPr>
                  <a:t>last row</a:t>
                </a:r>
                <a:r>
                  <a:rPr lang="en-US" sz="2800" dirty="0">
                    <a:solidFill>
                      <a:srgbClr val="002060"/>
                    </a:solidFill>
                  </a:rPr>
                  <a:t> from the calculator.</a:t>
                </a:r>
              </a:p>
              <a:p>
                <a:pPr marL="514350" lvl="0" indent="-514350" algn="just">
                  <a:lnSpc>
                    <a:spcPct val="140000"/>
                  </a:lnSpc>
                  <a:buClr>
                    <a:srgbClr val="B84742"/>
                  </a:buClr>
                  <a:buFont typeface="+mj-lt"/>
                  <a:buAutoNum type="arabicParenR"/>
                </a:pPr>
                <a:r>
                  <a:rPr lang="en-US" sz="2800" dirty="0">
                    <a:solidFill>
                      <a:srgbClr val="FF0000"/>
                    </a:solidFill>
                  </a:rPr>
                  <a:t>Write</a:t>
                </a:r>
                <a:r>
                  <a:rPr lang="en-US" sz="2800" dirty="0">
                    <a:solidFill>
                      <a:srgbClr val="002060"/>
                    </a:solidFill>
                  </a:rPr>
                  <a:t> the formula and substitute all the values in the </a:t>
                </a:r>
                <a:r>
                  <a:rPr lang="en-US" sz="2800" dirty="0">
                    <a:solidFill>
                      <a:srgbClr val="FF0000"/>
                    </a:solidFill>
                  </a:rPr>
                  <a:t>formula</a:t>
                </a:r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  <a:p>
                <a:pPr marL="514350" lvl="0" indent="-514350" algn="just">
                  <a:lnSpc>
                    <a:spcPct val="140000"/>
                  </a:lnSpc>
                  <a:buClr>
                    <a:srgbClr val="B84742"/>
                  </a:buClr>
                  <a:buFont typeface="+mj-lt"/>
                  <a:buAutoNum type="arabicParenR"/>
                </a:pPr>
                <a:r>
                  <a:rPr lang="en-US" sz="2800" dirty="0">
                    <a:solidFill>
                      <a:srgbClr val="FF0000"/>
                    </a:solidFill>
                  </a:rPr>
                  <a:t>Find</a:t>
                </a:r>
                <a:r>
                  <a:rPr lang="en-US" sz="2800" dirty="0">
                    <a:solidFill>
                      <a:srgbClr val="002060"/>
                    </a:solidFill>
                  </a:rPr>
                  <a:t>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from the calculator.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299635"/>
                <a:ext cx="9821920" cy="3047501"/>
              </a:xfrm>
              <a:prstGeom prst="rect">
                <a:avLst/>
              </a:prstGeom>
              <a:blipFill>
                <a:blip r:embed="rId4"/>
                <a:stretch>
                  <a:fillRect l="-1490" b="-58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56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3592890"/>
                  </p:ext>
                </p:extLst>
              </p:nvPr>
            </p:nvGraphicFramePr>
            <p:xfrm>
              <a:off x="152400" y="818368"/>
              <a:ext cx="11887200" cy="56692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3774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𝐘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e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𝐘</m:t>
                                    </m:r>
                                  </m:e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𝐗𝐘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3592890"/>
                  </p:ext>
                </p:extLst>
              </p:nvPr>
            </p:nvGraphicFramePr>
            <p:xfrm>
              <a:off x="152400" y="818368"/>
              <a:ext cx="11887200" cy="56692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3774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952" r="-401282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952" r="-301282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13" t="-952" r="-201282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13" t="-952" r="-101282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13" t="-952" r="-1282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100952" r="-401282" b="-6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100952" r="-301282" b="-6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200952" r="-401282" b="-5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200952" r="-301282" b="-5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300952" r="-401282" b="-4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300952" r="-301282" b="-4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397170" r="-401282" b="-38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397170" r="-301282" b="-383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501905" r="-401282" b="-28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501905" r="-301282" b="-28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601905" r="-401282" b="-18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601905" r="-301282" b="-18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451890" y="1506414"/>
                <a:ext cx="1239698" cy="53296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890" y="1506414"/>
                <a:ext cx="1239698" cy="532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773101" y="2140114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101" y="2140114"/>
                <a:ext cx="60048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773100" y="2781464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100" y="2781464"/>
                <a:ext cx="60048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772299" y="3411239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𝟑𝟔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299" y="3411239"/>
                <a:ext cx="60048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771497" y="4052781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𝟔𝟒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497" y="4052781"/>
                <a:ext cx="60048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664096" y="4701316"/>
                <a:ext cx="81528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𝟏𝟐𝟏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096" y="4701316"/>
                <a:ext cx="81528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7516387" y="1502484"/>
                <a:ext cx="1962653" cy="53296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e>
                        <m:sup>
                          <m:r>
                            <a:rPr lang="en-US" sz="2800" b="1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800" b="1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𝟑𝟐𝟒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387" y="1502484"/>
                <a:ext cx="1962653" cy="5329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8091676" y="2153772"/>
                <a:ext cx="81528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𝟏𝟒𝟒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676" y="2153772"/>
                <a:ext cx="81528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8091675" y="2795122"/>
                <a:ext cx="81528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675" y="2795122"/>
                <a:ext cx="81528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8198274" y="3424897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𝟔𝟒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274" y="3424897"/>
                <a:ext cx="600485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8197472" y="4066439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𝟒𝟗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472" y="4066439"/>
                <a:ext cx="600485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8197473" y="4714974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473" y="4714974"/>
                <a:ext cx="60048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9516" y="1502093"/>
                <a:ext cx="2128147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sz="2800" b="1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𝟑𝟔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516" y="1502093"/>
                <a:ext cx="212814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609890" y="2132480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𝟒𝟖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890" y="2132480"/>
                <a:ext cx="600485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609889" y="2773830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𝟓𝟎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889" y="2773830"/>
                <a:ext cx="600485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609087" y="3403605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𝟒𝟖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087" y="3403605"/>
                <a:ext cx="600485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608285" y="4045147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𝟓𝟔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285" y="4045147"/>
                <a:ext cx="600485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623447" y="4703714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𝟓𝟓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447" y="4703714"/>
                <a:ext cx="600485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17535" y="5380007"/>
                <a:ext cx="1836785" cy="1023935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5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5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500" b="0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nary>
                      <m:r>
                        <a:rPr lang="en-US" sz="25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𝟑𝟔</m:t>
                      </m:r>
                    </m:oMath>
                  </m:oMathPara>
                </a14:m>
                <a:endParaRPr lang="en-IN" sz="2500" b="1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35" y="5380007"/>
                <a:ext cx="1836785" cy="102393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815700" y="5378136"/>
                <a:ext cx="1820755" cy="1023935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5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5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500" b="0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e>
                      </m:nary>
                      <m:r>
                        <a:rPr lang="en-US" sz="25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𝟔𝟎</m:t>
                      </m:r>
                    </m:oMath>
                  </m:oMathPara>
                </a14:m>
                <a:endParaRPr lang="en-IN" sz="25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700" y="5378136"/>
                <a:ext cx="1820755" cy="102393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994456" y="5378136"/>
                <a:ext cx="2191241" cy="1023935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5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5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5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5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500" b="0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5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𝟐𝟔𝟔</m:t>
                      </m:r>
                    </m:oMath>
                  </m:oMathPara>
                </a14:m>
                <a:endParaRPr lang="en-IN" sz="25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456" y="5378136"/>
                <a:ext cx="2191241" cy="102393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7384555" y="5376968"/>
                <a:ext cx="2173608" cy="1023935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5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5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5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500" b="0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en-US" sz="2500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5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𝟕𝟎𝟔</m:t>
                      </m:r>
                    </m:oMath>
                  </m:oMathPara>
                </a14:m>
                <a:endParaRPr lang="en-IN" sz="25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555" y="5376968"/>
                <a:ext cx="2173608" cy="102393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734172" y="5373448"/>
                <a:ext cx="2213491" cy="1023935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5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500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500" b="0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5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𝟐𝟗𝟑</m:t>
                      </m:r>
                    </m:oMath>
                  </m:oMathPara>
                </a14:m>
                <a:endParaRPr lang="en-IN" sz="25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4172" y="5373448"/>
                <a:ext cx="2213491" cy="102393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47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1(Continue)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3751" y="818026"/>
            <a:ext cx="117182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 us substitute all the values in the </a:t>
            </a:r>
            <a:r>
              <a:rPr lang="en-US" sz="2800" dirty="0">
                <a:solidFill>
                  <a:srgbClr val="FF0000"/>
                </a:solidFill>
              </a:rPr>
              <a:t>formula</a:t>
            </a:r>
            <a:r>
              <a:rPr lang="en-US" sz="2800" dirty="0">
                <a:solidFill>
                  <a:srgbClr val="002060"/>
                </a:solidFill>
              </a:rPr>
              <a:t> to find the coefficient of correlation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37271" y="1689418"/>
                <a:ext cx="8529323" cy="12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XY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</m:nary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</m:nary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1689418"/>
                <a:ext cx="8529323" cy="12257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137271" y="3301339"/>
                <a:ext cx="7624523" cy="122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293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36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266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36</m:t>
                                          </m:r>
                                          <m:r>
                                            <a:rPr lang="en-US" sz="2800" b="0" i="1" smtClean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706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60</m:t>
                                          </m:r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3301339"/>
                <a:ext cx="7624523" cy="1224053"/>
              </a:xfrm>
              <a:prstGeom prst="rect">
                <a:avLst/>
              </a:prstGeom>
              <a:blipFill rotWithShape="0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1235646"/>
                <a:ext cx="105304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1235646"/>
                <a:ext cx="1053045" cy="52322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646021" y="3289764"/>
                <a:ext cx="37285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021" y="3289764"/>
                <a:ext cx="372858" cy="523220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293712" y="3987780"/>
                <a:ext cx="37285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712" y="3987780"/>
                <a:ext cx="372858" cy="523220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439821" y="3987780"/>
                <a:ext cx="37285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821" y="3987780"/>
                <a:ext cx="372858" cy="523220"/>
              </a:xfrm>
              <a:prstGeom prst="rect">
                <a:avLst/>
              </a:prstGeom>
              <a:blipFill rotWithShape="0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785263" y="1757026"/>
                <a:ext cx="1739451" cy="98668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nary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5263" y="1757026"/>
                <a:ext cx="1739451" cy="98668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336302" y="3280459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302" y="3280459"/>
                <a:ext cx="571631" cy="523220"/>
              </a:xfrm>
              <a:prstGeom prst="rect">
                <a:avLst/>
              </a:prstGeom>
              <a:blipFill rotWithShape="0"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981765" y="3997683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765" y="3997683"/>
                <a:ext cx="571631" cy="523220"/>
              </a:xfrm>
              <a:prstGeom prst="rect">
                <a:avLst/>
              </a:prstGeom>
              <a:blipFill rotWithShape="0"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789271" y="2601289"/>
                <a:ext cx="1739451" cy="98668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e>
                      </m:nary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9271" y="2601289"/>
                <a:ext cx="1739451" cy="98668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992094" y="3280459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094" y="3280459"/>
                <a:ext cx="571631" cy="523220"/>
              </a:xfrm>
              <a:prstGeom prst="rect">
                <a:avLst/>
              </a:prstGeom>
              <a:blipFill rotWithShape="0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6136138" y="3985557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38" y="3985557"/>
                <a:ext cx="571631" cy="523220"/>
              </a:xfrm>
              <a:prstGeom prst="rect">
                <a:avLst/>
              </a:prstGeom>
              <a:blipFill rotWithShape="0"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2963" y="3506727"/>
                <a:ext cx="2064027" cy="98668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266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2963" y="3506727"/>
                <a:ext cx="2064027" cy="98668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743478" y="3986956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478" y="3986956"/>
                <a:ext cx="770404" cy="523220"/>
              </a:xfrm>
              <a:prstGeom prst="rect">
                <a:avLst/>
              </a:prstGeom>
              <a:blipFill rotWithShape="0"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6970" y="4426752"/>
                <a:ext cx="2064027" cy="98668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en-US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706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6970" y="4426752"/>
                <a:ext cx="2064027" cy="98668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895901" y="3985557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901" y="3985557"/>
                <a:ext cx="770404" cy="523220"/>
              </a:xfrm>
              <a:prstGeom prst="rect">
                <a:avLst/>
              </a:prstGeom>
              <a:blipFill rotWithShape="0"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02095" y="5332190"/>
                <a:ext cx="2085699" cy="98668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293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2095" y="5332190"/>
                <a:ext cx="2085699" cy="986680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3103040" y="3280459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040" y="3280459"/>
                <a:ext cx="770404" cy="523220"/>
              </a:xfrm>
              <a:prstGeom prst="rect">
                <a:avLst/>
              </a:prstGeom>
              <a:blipFill rotWithShape="0"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37271" y="4911528"/>
                <a:ext cx="22180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0.9203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4911528"/>
                <a:ext cx="2218043" cy="523220"/>
              </a:xfrm>
              <a:prstGeom prst="rect">
                <a:avLst/>
              </a:prstGeom>
              <a:blipFill rotWithShape="0"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37271" y="5820884"/>
                <a:ext cx="6766560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coefficient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correlation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𝟗𝟐𝟎𝟑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5820884"/>
                <a:ext cx="6766560" cy="523220"/>
              </a:xfrm>
              <a:prstGeom prst="rect">
                <a:avLst/>
              </a:prstGeom>
              <a:blipFill rotWithShape="0">
                <a:blip r:embed="rId6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45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4" grpId="0"/>
      <p:bldP spid="55" grpId="0"/>
      <p:bldP spid="56" grpId="0"/>
      <p:bldP spid="58" grpId="0"/>
      <p:bldP spid="59" grpId="0"/>
      <p:bldP spid="60" grpId="0"/>
      <p:bldP spid="61" grpId="0"/>
      <p:bldP spid="62" grpId="0"/>
      <p:bldP spid="63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9" grpId="0"/>
      <p:bldP spid="3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7" y="869082"/>
            <a:ext cx="11929643" cy="118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30000"/>
              </a:lnSpc>
            </a:pPr>
            <a:r>
              <a:rPr lang="en-US" dirty="0"/>
              <a:t>Calculate Karl Pearson’s coefficient of correlation between age and </a:t>
            </a:r>
            <a:r>
              <a:rPr lang="en-IN" dirty="0"/>
              <a:t>Number of Regular Players.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6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429308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2321295"/>
                  </p:ext>
                </p:extLst>
              </p:nvPr>
            </p:nvGraphicFramePr>
            <p:xfrm>
              <a:off x="131177" y="2185780"/>
              <a:ext cx="11929644" cy="192024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39765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</a:rPr>
                            <a:t>Age</a:t>
                          </a:r>
                          <a:endParaRPr lang="en-US" sz="2800" b="1" dirty="0">
                            <a:solidFill>
                              <a:srgbClr val="002060"/>
                            </a:solidFill>
                            <a:effectLst/>
                            <a:latin typeface="Cambria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23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No. of students</a:t>
                          </a: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400</m:t>
                                </m:r>
                              </m:oMath>
                            </m:oMathPara>
                          </a14:m>
                          <a:endParaRPr lang="en-US" sz="280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240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160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</a:rPr>
                            <a:t>Regular players</a:t>
                          </a:r>
                          <a:endParaRPr lang="en-US" sz="2800" b="1" dirty="0">
                            <a:solidFill>
                              <a:srgbClr val="002060"/>
                            </a:solidFill>
                            <a:effectLst/>
                            <a:latin typeface="Cambria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180</m:t>
                                </m:r>
                              </m:oMath>
                            </m:oMathPara>
                          </a14:m>
                          <a:endParaRPr lang="en-US" sz="280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96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2321295"/>
                  </p:ext>
                </p:extLst>
              </p:nvPr>
            </p:nvGraphicFramePr>
            <p:xfrm>
              <a:off x="131177" y="2185780"/>
              <a:ext cx="11929644" cy="192024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39765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</a:rPr>
                            <a:t>Age</a:t>
                          </a:r>
                          <a:endParaRPr lang="en-US" sz="2800" b="1" dirty="0">
                            <a:solidFill>
                              <a:srgbClr val="002060"/>
                            </a:solidFill>
                            <a:effectLst/>
                            <a:latin typeface="Cambria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382" t="-952" r="-502765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99541" t="-952" r="-400459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843" t="-952" r="-302304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99083" t="-952" r="-200917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02304" t="-952" r="-101843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98624" t="-952" r="-1376" b="-2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No. of students</a:t>
                          </a: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382" t="-100000" r="-502765" b="-1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99541" t="-100000" r="-400459" b="-1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843" t="-100000" r="-302304" b="-1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99083" t="-100000" r="-200917" b="-1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02304" t="-100000" r="-101843" b="-1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98624" t="-100000" r="-1376" b="-1169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</a:rPr>
                            <a:t>Regular players</a:t>
                          </a:r>
                          <a:endParaRPr lang="en-US" sz="2800" b="1" dirty="0">
                            <a:solidFill>
                              <a:srgbClr val="002060"/>
                            </a:solidFill>
                            <a:effectLst/>
                            <a:latin typeface="Cambria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382" t="-201905" r="-502765" b="-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99541" t="-201905" r="-400459" b="-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843" t="-201905" r="-302304" b="-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99083" t="-201905" r="-200917" b="-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02304" t="-201905" r="-101843" b="-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98624" t="-201905" r="-1376" b="-1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752DAC6-BA16-DBB1-2E52-405540CB4B3D}"/>
                  </a:ext>
                </a:extLst>
              </p:cNvPr>
              <p:cNvSpPr/>
              <p:nvPr/>
            </p:nvSpPr>
            <p:spPr>
              <a:xfrm>
                <a:off x="1625597" y="4293085"/>
                <a:ext cx="543039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Age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</a:rPr>
                  <a:t>Regular Players</a:t>
                </a:r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752DAC6-BA16-DBB1-2E52-405540CB4B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293085"/>
                <a:ext cx="5430397" cy="523220"/>
              </a:xfrm>
              <a:prstGeom prst="rect">
                <a:avLst/>
              </a:prstGeom>
              <a:blipFill>
                <a:blip r:embed="rId4"/>
                <a:stretch>
                  <a:fillRect l="-2360" t="-10465" r="-112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525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0061761"/>
                  </p:ext>
                </p:extLst>
              </p:nvPr>
            </p:nvGraphicFramePr>
            <p:xfrm>
              <a:off x="152400" y="818368"/>
              <a:ext cx="11887200" cy="56692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3774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𝐘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e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𝐘</m:t>
                                    </m:r>
                                  </m:e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𝐗𝐘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400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21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300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180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23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96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0061761"/>
                  </p:ext>
                </p:extLst>
              </p:nvPr>
            </p:nvGraphicFramePr>
            <p:xfrm>
              <a:off x="152400" y="818368"/>
              <a:ext cx="11887200" cy="56692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3774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13" t="-952" r="-401282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513" t="-952" r="-301282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13" t="-952" r="-201282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13" t="-952" r="-101282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513" t="-952" r="-1282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400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21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300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180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23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96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i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765197" y="1517333"/>
            <a:ext cx="635751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765195" y="2160344"/>
            <a:ext cx="635751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441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765194" y="2801694"/>
            <a:ext cx="635751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484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764393" y="3431469"/>
            <a:ext cx="635751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529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763591" y="4073011"/>
            <a:ext cx="635751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576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763591" y="4721546"/>
            <a:ext cx="635751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788459" y="1527365"/>
            <a:ext cx="1179169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160000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879027" y="2170376"/>
            <a:ext cx="998030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90000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879026" y="2811726"/>
            <a:ext cx="998030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32400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878224" y="3441501"/>
            <a:ext cx="998030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32400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967992" y="4083043"/>
            <a:ext cx="816890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3600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058562" y="4731578"/>
            <a:ext cx="635751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576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0453645" y="1502093"/>
            <a:ext cx="816890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8000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0453643" y="2145104"/>
            <a:ext cx="816890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6300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0453642" y="2786454"/>
            <a:ext cx="816890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3960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0452840" y="3416229"/>
            <a:ext cx="816890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2208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0452038" y="4057771"/>
            <a:ext cx="816890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1440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0557769" y="4716338"/>
            <a:ext cx="635751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</a:rPr>
              <a:t>600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14869" y="5473141"/>
                <a:ext cx="1642116" cy="837665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</m:nary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𝟏𝟑𝟓</m:t>
                      </m:r>
                    </m:oMath>
                  </m:oMathPara>
                </a14:m>
                <a:endParaRPr lang="en-IN" sz="2000" b="1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69" y="5473141"/>
                <a:ext cx="1642116" cy="837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827274" y="5471271"/>
                <a:ext cx="1797607" cy="837665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𝐘</m:t>
                              </m:r>
                            </m:e>
                          </m:d>
                        </m:e>
                      </m:nary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𝟏𝟎𝟔𝟎</m:t>
                      </m:r>
                    </m:oMath>
                  </m:oMathPara>
                </a14:m>
                <a:endParaRPr lang="en-IN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274" y="5471271"/>
                <a:ext cx="1797607" cy="837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109648" y="5471270"/>
                <a:ext cx="1960857" cy="837665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1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b="1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en-US" sz="2000" b="1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𝟑𝟎𝟓𝟓</m:t>
                      </m:r>
                    </m:oMath>
                  </m:oMathPara>
                </a14:m>
                <a:endParaRPr lang="en-IN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648" y="5471270"/>
                <a:ext cx="1960857" cy="837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7337042" y="5470102"/>
                <a:ext cx="2268634" cy="837665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1" i="1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b="1" i="0" smtClean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𝐘</m:t>
                                  </m:r>
                                </m:e>
                                <m:sup>
                                  <m:r>
                                    <a:rPr lang="en-US" sz="20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𝟐𝟗𝟓𝟕𝟗𝟐</m:t>
                      </m:r>
                    </m:oMath>
                  </m:oMathPara>
                </a14:m>
                <a:endParaRPr lang="en-IN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042" y="5470102"/>
                <a:ext cx="2268634" cy="837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779409" y="5466582"/>
                <a:ext cx="2123017" cy="837665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000" b="1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000" b="1" i="0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𝐗𝐘</m:t>
                              </m:r>
                            </m:e>
                          </m:d>
                        </m:e>
                      </m:nary>
                      <m:r>
                        <a:rPr lang="en-US" sz="2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𝟐𝟐𝟓𝟎𝟖</m:t>
                      </m:r>
                    </m:oMath>
                  </m:oMathPara>
                </a14:m>
                <a:endParaRPr lang="en-IN" sz="2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9409" y="5466582"/>
                <a:ext cx="2123017" cy="837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18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2(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37271" y="859577"/>
            <a:ext cx="117182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 us substitute all the values in the </a:t>
            </a:r>
            <a:r>
              <a:rPr lang="en-US" sz="2800" dirty="0">
                <a:solidFill>
                  <a:srgbClr val="FF0000"/>
                </a:solidFill>
              </a:rPr>
              <a:t>formula</a:t>
            </a:r>
            <a:r>
              <a:rPr lang="en-US" sz="2800" dirty="0">
                <a:solidFill>
                  <a:srgbClr val="002060"/>
                </a:solidFill>
              </a:rPr>
              <a:t> to find the coefficient of correlation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131811" y="3310343"/>
                <a:ext cx="9015930" cy="122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22508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135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1060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3055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135 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295792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1060</m:t>
                                          </m:r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1" y="3310343"/>
                <a:ext cx="9015930" cy="12240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182693" y="1308043"/>
                <a:ext cx="931351" cy="461665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2693" y="1308043"/>
                <a:ext cx="931351" cy="461665"/>
              </a:xfrm>
              <a:prstGeom prst="rect">
                <a:avLst/>
              </a:prstGeom>
              <a:blipFill>
                <a:blip r:embed="rId4"/>
                <a:stretch>
                  <a:fillRect l="-6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838273" y="3298768"/>
                <a:ext cx="37285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273" y="3298768"/>
                <a:ext cx="372858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288252" y="4009141"/>
                <a:ext cx="37285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252" y="4009141"/>
                <a:ext cx="372858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833938" y="4007411"/>
                <a:ext cx="37285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938" y="4007411"/>
                <a:ext cx="372858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525181" y="1688675"/>
                <a:ext cx="1944931" cy="986680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nary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135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181" y="1688675"/>
                <a:ext cx="1944931" cy="9866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922385" y="3294011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135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385" y="3294011"/>
                <a:ext cx="770404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3171236" y="4015151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135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236" y="4015151"/>
                <a:ext cx="770404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509503" y="2554717"/>
                <a:ext cx="2127147" cy="986680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e>
                      </m:nary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1060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503" y="2554717"/>
                <a:ext cx="2127147" cy="9866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776195" y="3290406"/>
                <a:ext cx="969176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060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195" y="3290406"/>
                <a:ext cx="969176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7109661" y="4007411"/>
                <a:ext cx="969176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661" y="4007411"/>
                <a:ext cx="969176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508200" y="3435948"/>
                <a:ext cx="2280339" cy="986680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3055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8200" y="3435948"/>
                <a:ext cx="2280339" cy="98668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737646" y="4012279"/>
                <a:ext cx="969176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055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646" y="4012279"/>
                <a:ext cx="969176" cy="52322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509237" y="4317179"/>
                <a:ext cx="2638144" cy="986680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en-US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295792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237" y="4317179"/>
                <a:ext cx="2638144" cy="98668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282873" y="4011033"/>
                <a:ext cx="136672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95792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873" y="4011033"/>
                <a:ext cx="1366721" cy="523220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525181" y="5173138"/>
                <a:ext cx="2456790" cy="986680"/>
              </a:xfrm>
              <a:prstGeom prst="rect">
                <a:avLst/>
              </a:prstGeom>
              <a:noFill/>
            </p:spPr>
            <p:txBody>
              <a:bodyPr wrap="squar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4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22508</m:t>
                      </m:r>
                    </m:oMath>
                  </m:oMathPara>
                </a14:m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181" y="5173138"/>
                <a:ext cx="2456790" cy="98668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3290796" y="3292591"/>
                <a:ext cx="116794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2508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796" y="3292591"/>
                <a:ext cx="1167948" cy="523220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37271" y="4911528"/>
                <a:ext cx="22180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0.9738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4911528"/>
                <a:ext cx="2218043" cy="52322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37271" y="5820884"/>
                <a:ext cx="6766560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coefficient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correlation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𝟗𝟕𝟑𝟖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5820884"/>
                <a:ext cx="6766560" cy="52322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7F9536F-B19D-1D8F-A161-A2C0BA2904C0}"/>
                  </a:ext>
                </a:extLst>
              </p:cNvPr>
              <p:cNvSpPr/>
              <p:nvPr/>
            </p:nvSpPr>
            <p:spPr>
              <a:xfrm>
                <a:off x="137271" y="1689418"/>
                <a:ext cx="8529323" cy="12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XY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</m:nary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IN" sz="2800" b="0" i="0" smtClean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</m:nary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7F9536F-B19D-1D8F-A161-A2C0BA2904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1689418"/>
                <a:ext cx="8529323" cy="122578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16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8" grpId="0"/>
      <p:bldP spid="59" grpId="0"/>
      <p:bldP spid="60" grpId="0"/>
      <p:bldP spid="61" grpId="0"/>
      <p:bldP spid="62" grpId="0"/>
      <p:bldP spid="63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29" grpId="0"/>
      <p:bldP spid="30" grpId="0" animBg="1"/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488F-8C14-E07B-962C-2E784B965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A2CECBB-EEC0-CA2F-4361-65BC6264992E}"/>
              </a:ext>
            </a:extLst>
          </p:cNvPr>
          <p:cNvSpPr txBox="1">
            <a:spLocks/>
          </p:cNvSpPr>
          <p:nvPr/>
        </p:nvSpPr>
        <p:spPr>
          <a:xfrm>
            <a:off x="131177" y="869082"/>
            <a:ext cx="11929643" cy="711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30000"/>
              </a:lnSpc>
            </a:pPr>
            <a:r>
              <a:rPr lang="en-US" dirty="0"/>
              <a:t>Calculate Karl Pearson’s coefficient of correlation between age and </a:t>
            </a:r>
            <a:r>
              <a:rPr lang="en-IN" b="1" dirty="0">
                <a:solidFill>
                  <a:srgbClr val="FFFF00"/>
                </a:solidFill>
              </a:rPr>
              <a:t>Playing Habits</a:t>
            </a:r>
            <a:r>
              <a:rPr lang="en-IN" b="1" dirty="0"/>
              <a:t>.</a:t>
            </a:r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38FD5-E181-609A-1F3D-49CAB8C7B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Remark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AE8F21C-B6AB-AA3F-65E1-745F070D8B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757639"/>
                  </p:ext>
                </p:extLst>
              </p:nvPr>
            </p:nvGraphicFramePr>
            <p:xfrm>
              <a:off x="131178" y="1662560"/>
              <a:ext cx="11929644" cy="192024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39765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</a:rPr>
                            <a:t>Age</a:t>
                          </a:r>
                          <a:endParaRPr lang="en-US" sz="2800" b="1" dirty="0">
                            <a:solidFill>
                              <a:srgbClr val="002060"/>
                            </a:solidFill>
                            <a:effectLst/>
                            <a:latin typeface="Cambria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23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No. of students</a:t>
                          </a: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240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160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</a:rPr>
                            <a:t>Regular players</a:t>
                          </a:r>
                          <a:endParaRPr lang="en-US" sz="2800" b="1" dirty="0">
                            <a:solidFill>
                              <a:srgbClr val="002060"/>
                            </a:solidFill>
                            <a:effectLst/>
                            <a:latin typeface="Cambria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300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180</m:t>
                                </m:r>
                              </m:oMath>
                            </m:oMathPara>
                          </a14:m>
                          <a:endParaRPr lang="en-US" sz="280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96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80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+mn-lt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AE8F21C-B6AB-AA3F-65E1-745F070D8B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8757639"/>
                  </p:ext>
                </p:extLst>
              </p:nvPr>
            </p:nvGraphicFramePr>
            <p:xfrm>
              <a:off x="131178" y="1662560"/>
              <a:ext cx="11929644" cy="192024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39765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2551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</a:rPr>
                            <a:t>Age</a:t>
                          </a:r>
                          <a:endParaRPr lang="en-US" sz="2800" b="1" dirty="0">
                            <a:solidFill>
                              <a:srgbClr val="002060"/>
                            </a:solidFill>
                            <a:effectLst/>
                            <a:latin typeface="Cambria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382" t="-952" r="-502765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99541" t="-952" r="-400459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843" t="-952" r="-302304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99083" t="-952" r="-200917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02304" t="-952" r="-101843" b="-2190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98624" t="-952" r="-1376" b="-2190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No. of students</a:t>
                          </a: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382" t="-100000" r="-502765" b="-1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99541" t="-100000" r="-400459" b="-1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843" t="-100000" r="-302304" b="-1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99083" t="-100000" r="-200917" b="-1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02304" t="-100000" r="-101843" b="-1169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98624" t="-100000" r="-1376" b="-1169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</a:rPr>
                            <a:t>Regular players</a:t>
                          </a:r>
                          <a:endParaRPr lang="en-US" sz="2800" b="1" dirty="0">
                            <a:solidFill>
                              <a:srgbClr val="002060"/>
                            </a:solidFill>
                            <a:effectLst/>
                            <a:latin typeface="Cambria" panose="02040503050406030204" pitchFamily="18" charset="0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179171" marR="179171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382" t="-201905" r="-502765" b="-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99541" t="-201905" r="-400459" b="-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843" t="-201905" r="-302304" b="-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99083" t="-201905" r="-200917" b="-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02304" t="-201905" r="-101843" b="-1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98624" t="-201905" r="-1376" b="-1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3428C4-8505-0F84-8AC6-9A6B965731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3706183"/>
                <a:ext cx="11929641" cy="671264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Playing habits means,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students of that age, how many play regularly?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B3428C4-8505-0F84-8AC6-9A6B96573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3706183"/>
                <a:ext cx="11929641" cy="671264"/>
              </a:xfrm>
              <a:blipFill>
                <a:blip r:embed="rId4"/>
                <a:stretch>
                  <a:fillRect l="-971" b="-145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B89628-892D-ACF5-D53E-CBE0DC4D1BC0}"/>
              </a:ext>
            </a:extLst>
          </p:cNvPr>
          <p:cNvSpPr/>
          <p:nvPr/>
        </p:nvSpPr>
        <p:spPr>
          <a:xfrm>
            <a:off x="4260715" y="1736794"/>
            <a:ext cx="1040859" cy="1763728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44E2C7DC-2A13-8D9E-2F4C-C90C2A58DE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4314160"/>
                <a:ext cx="11929641" cy="12159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At 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/>
                  <a:t>: Total students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=500</m:t>
                    </m:r>
                  </m:oMath>
                </a14:m>
                <a:r>
                  <a:rPr lang="en-US" dirty="0"/>
                  <a:t>, Regular players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So, we ask: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students, how many play regularly?</a:t>
                </a:r>
              </a:p>
            </p:txBody>
          </p:sp>
        </mc:Choice>
        <mc:Fallback xmlns="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44E2C7DC-2A13-8D9E-2F4C-C90C2A58D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4314160"/>
                <a:ext cx="11929641" cy="1215957"/>
              </a:xfrm>
              <a:prstGeom prst="rect">
                <a:avLst/>
              </a:prstGeom>
              <a:blipFill>
                <a:blip r:embed="rId5"/>
                <a:stretch>
                  <a:fillRect l="-971" b="-90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6732B15C-F5C0-0B00-1183-CC8BBE8276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7408" y="5390667"/>
                <a:ext cx="1897180" cy="12159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400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6732B15C-F5C0-0B00-1183-CC8BBE827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408" y="5390667"/>
                <a:ext cx="1897180" cy="12159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228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7" grpId="0" uiExpand="1" build="p"/>
      <p:bldP spid="8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A7F59-9189-5F44-25D6-4B280A332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D6AE9-3DC8-E659-A743-22D246F9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Remark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14D6990-AF48-890E-6EA5-48650EE45B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566404"/>
                  </p:ext>
                </p:extLst>
              </p:nvPr>
            </p:nvGraphicFramePr>
            <p:xfrm>
              <a:off x="491246" y="919588"/>
              <a:ext cx="11209508" cy="44805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8023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02377">
                      <a:extLst>
                        <a:ext uri="{9D8B030D-6E8A-4147-A177-3AD203B41FA5}">
                          <a16:colId xmlns:a16="http://schemas.microsoft.com/office/drawing/2014/main" val="2839424785"/>
                        </a:ext>
                      </a:extLst>
                    </a:gridCol>
                    <a:gridCol w="280237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0237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rgbClr val="FFFF00"/>
                              </a:solidFill>
                            </a:rPr>
                            <a:t>Age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800" b="1" i="1" dirty="0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1" i="0" dirty="0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</m:d>
                            </m:oMath>
                          </a14:m>
                          <a:endParaRPr lang="en-US" sz="2800" b="1" dirty="0">
                            <a:solidFill>
                              <a:srgbClr val="FFFF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chemeClr val="bg1"/>
                              </a:solidFill>
                            </a:rPr>
                            <a:t>Total Students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i="0" dirty="0">
                              <a:solidFill>
                                <a:schemeClr val="bg1"/>
                              </a:solidFill>
                            </a:rPr>
                            <a:t>Regular Players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i="0" dirty="0">
                              <a:solidFill>
                                <a:srgbClr val="FFFF00"/>
                              </a:solidFill>
                            </a:rPr>
                            <a:t>Playing Habit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800" b="1" i="1" dirty="0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1" i="0" dirty="0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𝐘</m:t>
                                  </m:r>
                                </m:e>
                              </m:d>
                            </m:oMath>
                          </a14:m>
                          <a:endParaRPr lang="en-US" sz="2800" b="1" i="0" dirty="0">
                            <a:solidFill>
                              <a:srgbClr val="FFFF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𝟕𝟓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300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180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96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160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800" b="1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14D6990-AF48-890E-6EA5-48650EE45B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566404"/>
                  </p:ext>
                </p:extLst>
              </p:nvPr>
            </p:nvGraphicFramePr>
            <p:xfrm>
              <a:off x="491246" y="919588"/>
              <a:ext cx="11209508" cy="448056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8023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02377">
                      <a:extLst>
                        <a:ext uri="{9D8B030D-6E8A-4147-A177-3AD203B41FA5}">
                          <a16:colId xmlns:a16="http://schemas.microsoft.com/office/drawing/2014/main" val="2839424785"/>
                        </a:ext>
                      </a:extLst>
                    </a:gridCol>
                    <a:gridCol w="280237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0237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7" t="-952" r="-300870" b="-6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chemeClr val="bg1"/>
                              </a:solidFill>
                            </a:rPr>
                            <a:t>Total Students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i="0" dirty="0">
                              <a:solidFill>
                                <a:schemeClr val="bg1"/>
                              </a:solidFill>
                            </a:rPr>
                            <a:t>Regular Players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217" t="-952" r="-870" b="-6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7" t="-100952" r="-300870" b="-5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17" t="-100952" r="-200870" b="-5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17" t="-100952" r="-100870" b="-5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217" t="-100952" r="-870" b="-5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7" t="-200952" r="-300870" b="-4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17" t="-200952" r="-200870" b="-4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17" t="-200952" r="-100870" b="-4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217" t="-200952" r="-870" b="-4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7" t="-298113" r="-300870" b="-2990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17" t="-298113" r="-200870" b="-2990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17" t="-298113" r="-100870" b="-2990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217" t="-298113" r="-870" b="-2990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7" t="-401905" r="-300870" b="-2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17" t="-401905" r="-200870" b="-2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17" t="-401905" r="-100870" b="-2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217" t="-401905" r="-870" b="-2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7" t="-501905" r="-300870" b="-1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17" t="-501905" r="-200870" b="-1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17" t="-501905" r="-100870" b="-1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217" t="-501905" r="-870" b="-1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7" t="-601905" r="-30087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17" t="-601905" r="-20087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217" t="-601905" r="-10087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217" t="-601905" r="-87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656793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18288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/>
                        <m:t>Determine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the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coefficient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of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correlation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if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 lang="en-US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=10,  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=5.5,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=4,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=385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=192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=947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82880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9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85576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1177" y="3536864"/>
                <a:ext cx="751750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have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=10,  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=5.5, 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=4,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3536864"/>
                <a:ext cx="7517507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170250" y="4217965"/>
                <a:ext cx="8750152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=385</m:t>
                          </m:r>
                        </m:e>
                      </m:nary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=192</m:t>
                          </m:r>
                        </m:e>
                      </m:nary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=947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250" y="4217965"/>
                <a:ext cx="8750152" cy="113569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31177" y="5511542"/>
                <a:ext cx="8222187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find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we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need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to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find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nary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5511542"/>
                <a:ext cx="8222187" cy="11356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41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9(Continue)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37271" y="859577"/>
                <a:ext cx="3694473" cy="922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We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know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that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859577"/>
                <a:ext cx="3694473" cy="92256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37271" y="1930513"/>
                <a:ext cx="2657074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1930513"/>
                <a:ext cx="2657074" cy="113569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37271" y="3214585"/>
                <a:ext cx="2982740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5.5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3214585"/>
                <a:ext cx="2982740" cy="113569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37271" y="4498657"/>
                <a:ext cx="3812710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𝟓𝟓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………(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4498657"/>
                <a:ext cx="3812710" cy="113569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130944" y="780650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403347" y="857118"/>
                <a:ext cx="3016403" cy="922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Similarly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347" y="857118"/>
                <a:ext cx="3016403" cy="9225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403347" y="1928054"/>
                <a:ext cx="2657074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347" y="1928054"/>
                <a:ext cx="2657074" cy="113569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403347" y="3212126"/>
                <a:ext cx="2982740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347" y="3212126"/>
                <a:ext cx="2982740" cy="1135696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403347" y="4496198"/>
                <a:ext cx="3852786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………(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347" y="4496198"/>
                <a:ext cx="3852786" cy="113569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77F943-F635-4D8D-86D6-32E9014C9B9A}"/>
                  </a:ext>
                </a:extLst>
              </p:cNvPr>
              <p:cNvSpPr txBox="1"/>
              <p:nvPr/>
            </p:nvSpPr>
            <p:spPr>
              <a:xfrm>
                <a:off x="10656153" y="1056788"/>
                <a:ext cx="14428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5.5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77F943-F635-4D8D-86D6-32E9014C9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6153" y="1056788"/>
                <a:ext cx="144283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8763B1-4BD4-4FD2-AC65-0E6B026A6EF9}"/>
                  </a:ext>
                </a:extLst>
              </p:cNvPr>
              <p:cNvSpPr txBox="1"/>
              <p:nvPr/>
            </p:nvSpPr>
            <p:spPr>
              <a:xfrm>
                <a:off x="10656153" y="1663985"/>
                <a:ext cx="117833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18763B1-4BD4-4FD2-AC65-0E6B026A6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6153" y="1663985"/>
                <a:ext cx="1178335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2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5" grpId="0"/>
      <p:bldP spid="16" grpId="0"/>
      <p:bldP spid="17" grpId="0"/>
      <p:bldP spid="18" grpId="0"/>
      <p:bldP spid="14" grpId="0"/>
      <p:bldP spid="2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9(Continue)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37271" y="859577"/>
                <a:ext cx="4426981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We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have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=947</m:t>
                          </m:r>
                        </m:e>
                      </m:nary>
                    </m:oMath>
                  </m:oMathPara>
                </a14:m>
                <a:endParaRPr lang="en-US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859577"/>
                <a:ext cx="4426981" cy="113569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37271" y="1930989"/>
                <a:ext cx="4638962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1930989"/>
                <a:ext cx="4638962" cy="11356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37271" y="3215061"/>
                <a:ext cx="6445675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3215061"/>
                <a:ext cx="6445675" cy="11356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37271" y="4499133"/>
                <a:ext cx="5174750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85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192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4499133"/>
                <a:ext cx="5174750" cy="11356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514656" y="778553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7271" y="5577530"/>
                <a:ext cx="5174750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94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7−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85−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192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5577530"/>
                <a:ext cx="5174750" cy="11356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818478" y="861213"/>
                <a:ext cx="3177345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𝟑𝟕𝟎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478" y="861213"/>
                <a:ext cx="3177345" cy="11356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42885" y="4733179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85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85" y="4733179"/>
                <a:ext cx="86273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551507" y="4733179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92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507" y="4733179"/>
                <a:ext cx="86273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BC5EFF-042B-4D2D-B918-2FD9314D76B8}"/>
                  </a:ext>
                </a:extLst>
              </p:cNvPr>
              <p:cNvSpPr txBox="1"/>
              <p:nvPr/>
            </p:nvSpPr>
            <p:spPr>
              <a:xfrm>
                <a:off x="9648391" y="3215061"/>
                <a:ext cx="2366032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385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BC5EFF-042B-4D2D-B918-2FD9314D7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391" y="3215061"/>
                <a:ext cx="2366032" cy="11356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1456243-177D-439B-A6AE-A4DFB3015E7E}"/>
                  </a:ext>
                </a:extLst>
              </p:cNvPr>
              <p:cNvSpPr txBox="1"/>
              <p:nvPr/>
            </p:nvSpPr>
            <p:spPr>
              <a:xfrm>
                <a:off x="9680681" y="4350757"/>
                <a:ext cx="2374048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192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1456243-177D-439B-A6AE-A4DFB3015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681" y="4350757"/>
                <a:ext cx="2374048" cy="113569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1DC4C5D-55E0-4C7B-83A5-8C4EED3C4CBD}"/>
                  </a:ext>
                </a:extLst>
              </p:cNvPr>
              <p:cNvSpPr/>
              <p:nvPr/>
            </p:nvSpPr>
            <p:spPr>
              <a:xfrm>
                <a:off x="6818478" y="2076033"/>
                <a:ext cx="4478918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𝟏𝟖𝟓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………(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1DC4C5D-55E0-4C7B-83A5-8C4EED3C4C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478" y="2076033"/>
                <a:ext cx="4478918" cy="113569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42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9" grpId="0"/>
      <p:bldP spid="21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9(Continue)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37271" y="859577"/>
            <a:ext cx="117182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 us substitute all the values in the </a:t>
            </a:r>
            <a:r>
              <a:rPr lang="en-US" sz="2800" dirty="0">
                <a:solidFill>
                  <a:srgbClr val="FF0000"/>
                </a:solidFill>
              </a:rPr>
              <a:t>formula</a:t>
            </a:r>
            <a:r>
              <a:rPr lang="en-US" sz="2800" dirty="0">
                <a:solidFill>
                  <a:srgbClr val="002060"/>
                </a:solidFill>
              </a:rPr>
              <a:t> to find the coefficient of correlation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37271" y="1689418"/>
                <a:ext cx="8444363" cy="12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xy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</m:nary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</m:nary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1689418"/>
                <a:ext cx="8444363" cy="122578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37270" y="3221824"/>
                <a:ext cx="8022068" cy="122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185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385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55</m:t>
                                          </m:r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192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40</m:t>
                                          </m:r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221824"/>
                <a:ext cx="8022068" cy="12240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52242" y="1220017"/>
                <a:ext cx="12392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242" y="1220017"/>
                <a:ext cx="12392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749527" y="3197760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527" y="3197760"/>
                <a:ext cx="57163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283724" y="3907741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724" y="3907741"/>
                <a:ext cx="57163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636906" y="3912033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906" y="3912033"/>
                <a:ext cx="57163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1625511"/>
                <a:ext cx="1986057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1625511"/>
                <a:ext cx="1986057" cy="11356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636906" y="3197760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906" y="3197760"/>
                <a:ext cx="571631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3170825" y="3905452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825" y="3905452"/>
                <a:ext cx="571631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2436073"/>
                <a:ext cx="1994072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2436073"/>
                <a:ext cx="1994072" cy="113569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280729" y="3209335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729" y="3209335"/>
                <a:ext cx="571631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6530901" y="3910361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901" y="3910361"/>
                <a:ext cx="571631" cy="52322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3310181"/>
                <a:ext cx="2366032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385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3310181"/>
                <a:ext cx="2366032" cy="11356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939579" y="3905452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579" y="3905452"/>
                <a:ext cx="770404" cy="52322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4259295"/>
                <a:ext cx="2374048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192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4259295"/>
                <a:ext cx="2374048" cy="11356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292761" y="3907449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2761" y="3907449"/>
                <a:ext cx="770404" cy="52322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5208408"/>
                <a:ext cx="2365969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185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5208408"/>
                <a:ext cx="2365969" cy="113569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3393350" y="3204515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350" y="3204515"/>
                <a:ext cx="770404" cy="52322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37270" y="4871770"/>
                <a:ext cx="22180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−0.6812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871770"/>
                <a:ext cx="2218043" cy="52322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37271" y="5820884"/>
                <a:ext cx="6766560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coefficient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correlation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8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𝟔𝟖𝟏𝟐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5820884"/>
                <a:ext cx="6766560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53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29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31" grpId="0"/>
      <p:bldP spid="3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1"/>
                <a:ext cx="11929643" cy="301752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/>
                        <m:t>Given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i="0" smtClean="0"/>
                        <m:t>that</m:t>
                      </m:r>
                      <m:r>
                        <m:rPr>
                          <m:nor/>
                        </m:rPr>
                        <a:rPr lang="en-US" i="0" smtClean="0"/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=25,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=125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=650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=100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=460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/>
                        <m:t>and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xy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=508</m:t>
                          </m:r>
                        </m:e>
                      </m:nary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i="0"/>
                        <m:t>Later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on</m:t>
                      </m:r>
                      <m:r>
                        <m:rPr>
                          <m:nor/>
                        </m:rPr>
                        <a:rPr lang="en-US" i="0"/>
                        <m:t>, </m:t>
                      </m:r>
                      <m:r>
                        <m:rPr>
                          <m:nor/>
                        </m:rPr>
                        <a:rPr lang="en-US" i="0"/>
                        <m:t>it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was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found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that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two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of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the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points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8, 12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/>
                        <m:t>were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wrongly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entered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as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6, 14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i="0"/>
                        <m:t>and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8, 6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. </m:t>
                      </m:r>
                      <m:r>
                        <m:rPr>
                          <m:nor/>
                        </m:rPr>
                        <a:rPr lang="en-US" i="0"/>
                        <m:t>Prove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nor/>
                        </m:rPr>
                        <a:rPr lang="en-US" i="0"/>
                        <m:t>that</m:t>
                      </m:r>
                      <m:r>
                        <m:rPr>
                          <m:nor/>
                        </m:rPr>
                        <a:rPr lang="en-US" i="0"/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3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30175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4044481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1177" y="4577154"/>
                <a:ext cx="8823826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have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=25, 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=125</m:t>
                          </m:r>
                        </m:e>
                      </m:nary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=650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4577154"/>
                <a:ext cx="8823826" cy="113569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10639" y="5618132"/>
                <a:ext cx="7744364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=508</m:t>
                          </m:r>
                        </m:e>
                      </m:nary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e>
                      </m:nary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a:rPr lang="en-US" sz="2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460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639" y="5618132"/>
                <a:ext cx="7744364" cy="113569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90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12(Continue)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37272" y="859577"/>
                <a:ext cx="11327909" cy="1169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It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was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found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that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two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points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8, 12</m:t>
                          </m:r>
                        </m:e>
                      </m:d>
                      <m:r>
                        <m:rPr>
                          <m:nor/>
                        </m:rPr>
                        <a:rPr lang="en-US" sz="2800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and</m:t>
                      </m:r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6, 8</m:t>
                          </m:r>
                        </m:e>
                      </m:d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were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wrongly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entered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as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i="0" dirty="0">
                  <a:solidFill>
                    <a:srgbClr val="002060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 marL="4922838" indent="-4922838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(6, 14)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(8, 6)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2" y="859577"/>
                <a:ext cx="11327909" cy="11695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37272" y="2164707"/>
                <a:ext cx="10036722" cy="6668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I</a:t>
                </a:r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t means,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, 	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&amp;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were incorrect	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and	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&amp;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are correct.</a:t>
                </a: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2" y="2164707"/>
                <a:ext cx="10036722" cy="666849"/>
              </a:xfrm>
              <a:prstGeom prst="rect">
                <a:avLst/>
              </a:prstGeom>
              <a:blipFill>
                <a:blip r:embed="rId3"/>
                <a:stretch>
                  <a:fillRect l="-1276" r="-243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37272" y="2899706"/>
                <a:ext cx="10235494" cy="6668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It means, </a:t>
                </a:r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, 	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 &amp;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 were incorrect 	and 	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7F45A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 &amp;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 are correct.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2" y="2899706"/>
                <a:ext cx="10235494" cy="666849"/>
              </a:xfrm>
              <a:prstGeom prst="rect">
                <a:avLst/>
              </a:prstGeom>
              <a:blipFill>
                <a:blip r:embed="rId4"/>
                <a:stretch>
                  <a:fillRect l="-1251" r="-238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7272" y="3967839"/>
                <a:ext cx="6372898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Corrected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=125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−6−8+8+6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2" y="3967839"/>
                <a:ext cx="6372898" cy="113569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781825" y="4220382"/>
                <a:ext cx="14374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− 6−8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825" y="4220382"/>
                <a:ext cx="1437445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5022603" y="4208807"/>
                <a:ext cx="14374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800" b="0" i="1" smtClean="0">
                          <a:solidFill>
                            <a:srgbClr val="7F45AA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+6</m:t>
                      </m:r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603" y="4208807"/>
                <a:ext cx="143744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332781" y="4208807"/>
                <a:ext cx="12799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𝟏𝟐𝟓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781" y="4208807"/>
                <a:ext cx="127990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7272" y="5356078"/>
                <a:ext cx="6675120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Corrected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−14−6+12+8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2" y="5356078"/>
                <a:ext cx="6675120" cy="113569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3793401" y="5592866"/>
                <a:ext cx="16362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− 14−6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401" y="5592866"/>
                <a:ext cx="1636217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234244" y="5592866"/>
                <a:ext cx="16362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+ 12+8</m:t>
                      </m:r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244" y="5592866"/>
                <a:ext cx="1636217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762384" y="5592866"/>
                <a:ext cx="12799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384" y="5592866"/>
                <a:ext cx="127990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32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12(Continue)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7272" y="859577"/>
                <a:ext cx="7222746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Corrected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=650−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2" y="859577"/>
                <a:ext cx="7222746" cy="113569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941576" y="1099869"/>
                <a:ext cx="17717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576" y="1099869"/>
                <a:ext cx="177176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5510413" y="1100797"/>
                <a:ext cx="17717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413" y="1100797"/>
                <a:ext cx="177176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093878" y="1107940"/>
                <a:ext cx="12799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𝟔𝟓𝟎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78" y="1107940"/>
                <a:ext cx="127990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05522" y="2392012"/>
                <a:ext cx="7628307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Corrected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=460−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22" y="2392012"/>
                <a:ext cx="7628307" cy="11356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915643" y="2632304"/>
                <a:ext cx="19705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5643" y="2632304"/>
                <a:ext cx="197053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685563" y="2632304"/>
                <a:ext cx="19705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563" y="2632304"/>
                <a:ext cx="197053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7590403" y="2637066"/>
                <a:ext cx="12799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𝟒𝟑𝟔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403" y="2637066"/>
                <a:ext cx="127990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03404" y="3921138"/>
                <a:ext cx="9980874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Corrected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=508−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04" y="3921138"/>
                <a:ext cx="9980874" cy="11356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388020" y="4164334"/>
                <a:ext cx="11232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020" y="4164334"/>
                <a:ext cx="112325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5963628" y="4164334"/>
                <a:ext cx="92448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628" y="4164334"/>
                <a:ext cx="924484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7323660" y="4165399"/>
                <a:ext cx="11232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660" y="4165399"/>
                <a:ext cx="112325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8891535" y="4163123"/>
                <a:ext cx="92448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535" y="4163123"/>
                <a:ext cx="92448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2971105" y="5178754"/>
                <a:ext cx="452931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=508−84−48+96+48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105" y="5178754"/>
                <a:ext cx="4529317" cy="52322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2971105" y="5964903"/>
                <a:ext cx="12799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𝟓𝟐𝟎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105" y="5964903"/>
                <a:ext cx="1279902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8665595" y="766776"/>
                <a:ext cx="3389133" cy="1569660"/>
              </a:xfrm>
              <a:prstGeom prst="rect">
                <a:avLst/>
              </a:prstGeom>
              <a:ln w="28575"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Correct</m:t>
                      </m:r>
                      <m:r>
                        <a:rPr lang="en-US" sz="24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sz="2400" b="0" i="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8, 12</m:t>
                        </m:r>
                      </m:e>
                    </m:d>
                    <m:r>
                      <m:rPr>
                        <m:nor/>
                      </m:rPr>
                      <a:rPr lang="en-US" sz="2400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002060"/>
                        </a:solidFill>
                        <a:ea typeface="Cambria Math" panose="02040503050406030204" pitchFamily="18" charset="0"/>
                      </a:rPr>
                      <m:t>and</m:t>
                    </m:r>
                    <m:r>
                      <a:rPr lang="en-US" sz="24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6, 8</m:t>
                        </m:r>
                      </m:e>
                    </m:d>
                  </m:oMath>
                </a14:m>
                <a:endParaRPr lang="en-US" sz="2400" i="1" dirty="0">
                  <a:solidFill>
                    <a:srgbClr val="7030A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Incorrect</a:t>
                </a:r>
              </a:p>
              <a:p>
                <a:r>
                  <a:rPr lang="en-US" sz="24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(6, 14)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002060"/>
                        </a:solidFill>
                        <a:latin typeface="+mj-lt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002060"/>
                        </a:solidFill>
                        <a:latin typeface="+mj-lt"/>
                        <a:ea typeface="Cambria Math" panose="020405030504060302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rgbClr val="002060"/>
                        </a:solidFill>
                        <a:latin typeface="+mj-lt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(8, 6)</m:t>
                    </m:r>
                  </m:oMath>
                </a14:m>
                <a:endParaRPr lang="en-US" sz="16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595" y="766776"/>
                <a:ext cx="3389133" cy="1569660"/>
              </a:xfrm>
              <a:prstGeom prst="rect">
                <a:avLst/>
              </a:prstGeom>
              <a:blipFill>
                <a:blip r:embed="rId17"/>
                <a:stretch>
                  <a:fillRect l="-2500" b="-3817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52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15" grpId="0"/>
      <p:bldP spid="16" grpId="0"/>
      <p:bldP spid="17" grpId="0"/>
      <p:bldP spid="18" grpId="0"/>
      <p:bldP spid="30" grpId="0"/>
      <p:bldP spid="31" grpId="0"/>
      <p:bldP spid="32" grpId="0"/>
      <p:bldP spid="35" grpId="0"/>
      <p:bldP spid="36" grpId="0"/>
      <p:bldP spid="37" grpId="0"/>
      <p:bldP spid="38" grpId="0"/>
      <p:bldP spid="3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1 ⇝ Example 12(Continue)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37271" y="859577"/>
            <a:ext cx="117182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Let us substitute all the values in the </a:t>
            </a:r>
            <a:r>
              <a:rPr lang="en-US" sz="2800" dirty="0">
                <a:solidFill>
                  <a:srgbClr val="FF0000"/>
                </a:solidFill>
              </a:rPr>
              <a:t>formula</a:t>
            </a:r>
            <a:r>
              <a:rPr lang="en-US" sz="2800" dirty="0">
                <a:solidFill>
                  <a:srgbClr val="002060"/>
                </a:solidFill>
              </a:rPr>
              <a:t> to find the coefficient of correlation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37271" y="1689418"/>
                <a:ext cx="8444363" cy="1225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xy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x</m:t>
                                              </m:r>
                                            </m:e>
                                          </m:nary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00206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nary>
                                            <m:naryPr>
                                              <m:chr m:val="∑"/>
                                              <m:subHide m:val="on"/>
                                              <m:supHide m:val="on"/>
                                              <m:ctrlPr>
                                                <a:rPr lang="en-US" sz="2800" i="1" smtClean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/>
                                            <m:sup/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</m:nary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1689418"/>
                <a:ext cx="8444363" cy="122578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37270" y="3221824"/>
                <a:ext cx="8419613" cy="12240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520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125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eqArr>
                            <m:eqArr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650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125</m:t>
                                          </m:r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8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436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100</m:t>
                                          </m:r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</m:ra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221824"/>
                <a:ext cx="8419613" cy="12240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1314217"/>
                <a:ext cx="12392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1314217"/>
                <a:ext cx="12392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754196" y="3206584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4196" y="3206584"/>
                <a:ext cx="57163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288393" y="3916565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393" y="3916565"/>
                <a:ext cx="57163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836880" y="3912362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IN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6880" y="3912362"/>
                <a:ext cx="57163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1756784"/>
                <a:ext cx="2184829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125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1756784"/>
                <a:ext cx="2184829" cy="11356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4639369" y="3219453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369" y="3219453"/>
                <a:ext cx="770404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3182530" y="3912464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530" y="3912464"/>
                <a:ext cx="770404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2628717"/>
                <a:ext cx="2192844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2628717"/>
                <a:ext cx="2192844" cy="113569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481312" y="3215788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312" y="3215788"/>
                <a:ext cx="770404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6721667" y="3907417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667" y="3907417"/>
                <a:ext cx="770404" cy="52322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3558704"/>
                <a:ext cx="2366032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650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3558704"/>
                <a:ext cx="2366032" cy="113569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939732" y="3907417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32" y="3907417"/>
                <a:ext cx="770404" cy="52322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4381089"/>
                <a:ext cx="2374048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436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4381089"/>
                <a:ext cx="2374048" cy="113569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491886" y="3913005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886" y="3913005"/>
                <a:ext cx="770404" cy="52322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7952" y="5208408"/>
                <a:ext cx="2365969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520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7952" y="5208408"/>
                <a:ext cx="2365969" cy="113569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3393784" y="3206584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784" y="3206584"/>
                <a:ext cx="770404" cy="52322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37270" y="4724394"/>
                <a:ext cx="3940438" cy="910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25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30 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724394"/>
                <a:ext cx="3940438" cy="91057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37270" y="5913481"/>
                <a:ext cx="2359941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Hence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Proved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.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913481"/>
                <a:ext cx="2359941" cy="523220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31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29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31" grpId="0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Method – 2</a:t>
            </a:r>
            <a:br>
              <a:rPr lang="en-US" dirty="0"/>
            </a:br>
            <a:r>
              <a:rPr lang="en-US" dirty="0"/>
              <a:t>Rank Correlation Coefficient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Spearman’s coefficient of rank correlation</a:t>
            </a:r>
          </a:p>
        </p:txBody>
      </p:sp>
    </p:spTree>
    <p:extLst>
      <p:ext uri="{BB962C8B-B14F-4D97-AF65-F5344CB8AC3E}">
        <p14:creationId xmlns:p14="http://schemas.microsoft.com/office/powerpoint/2010/main" val="23456650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454440-703A-E4E1-3738-A5F6BD48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Correlation Coefficient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F63AE0-AA0D-8252-1A4D-9908575EB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67419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dirty="0"/>
              <a:t>Rank Correlation Coefficient measures the degree and direction of association between two variables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based on their ranks (positions)</a:t>
            </a:r>
            <a:r>
              <a:rPr lang="en-US" dirty="0"/>
              <a:t> instead of their actual numerical values.</a:t>
            </a:r>
          </a:p>
          <a:p>
            <a:pPr>
              <a:lnSpc>
                <a:spcPct val="130000"/>
              </a:lnSpc>
            </a:pPr>
            <a:r>
              <a:rPr lang="en-US" dirty="0"/>
              <a:t>In simple words: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Instead of comparing actual numbers, we compare the order of the values.</a:t>
            </a:r>
          </a:p>
          <a:p>
            <a:pPr>
              <a:lnSpc>
                <a:spcPct val="130000"/>
              </a:lnSpc>
            </a:pPr>
            <a:r>
              <a:rPr lang="en-US" dirty="0"/>
              <a:t>Example: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Movies ranked by audience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Websites ranked by traffic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Research papers ranked by citations</a:t>
            </a:r>
          </a:p>
          <a:p>
            <a:pPr>
              <a:lnSpc>
                <a:spcPct val="130000"/>
              </a:lnSpc>
            </a:pPr>
            <a:r>
              <a:rPr lang="en-US" dirty="0"/>
              <a:t>In such cases, using normal correlation (like Pearson) is not suitable.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85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33D06-4E28-FB57-5B4B-6E2CDEB9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C9BF91-3423-1651-4CF6-4CF6B7C12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Rank Correlation?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F1C9E5-3CE8-E10B-A58F-1DC6A7B13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7964"/>
          </a:xfrm>
        </p:spPr>
        <p:txBody>
          <a:bodyPr/>
          <a:lstStyle/>
          <a:p>
            <a:r>
              <a:rPr lang="en-US" b="1" dirty="0"/>
              <a:t>When exact values are not available</a:t>
            </a:r>
          </a:p>
          <a:p>
            <a:pPr lvl="1"/>
            <a:r>
              <a:rPr lang="en-US" dirty="0"/>
              <a:t>Sometimes we don’t have numerical data.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Beauty contest results</a:t>
            </a:r>
          </a:p>
          <a:p>
            <a:pPr lvl="1"/>
            <a:r>
              <a:rPr lang="en-US" dirty="0"/>
              <a:t>Customer satisfaction (Good, Average, Poor)</a:t>
            </a:r>
          </a:p>
          <a:p>
            <a:pPr lvl="1"/>
            <a:r>
              <a:rPr lang="en-US" dirty="0"/>
              <a:t>Movie ratings</a:t>
            </a:r>
          </a:p>
          <a:p>
            <a:pPr lvl="2"/>
            <a:r>
              <a:rPr lang="en-US" dirty="0"/>
              <a:t>Here we only know order, not exact numbers.</a:t>
            </a:r>
          </a:p>
          <a:p>
            <a:r>
              <a:rPr lang="en-US" dirty="0"/>
              <a:t>So, we rank them and use Rank Correlation</a:t>
            </a:r>
          </a:p>
        </p:txBody>
      </p:sp>
    </p:spTree>
    <p:extLst>
      <p:ext uri="{BB962C8B-B14F-4D97-AF65-F5344CB8AC3E}">
        <p14:creationId xmlns:p14="http://schemas.microsoft.com/office/powerpoint/2010/main" val="380711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CF98B-FB7D-5FE3-47B2-99D5F822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28866E-BF90-FB6C-76FA-FDE336160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Rank Correlation?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B86DF3-8E7A-A478-8DF0-068FC8041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7964"/>
          </a:xfrm>
        </p:spPr>
        <p:txBody>
          <a:bodyPr/>
          <a:lstStyle/>
          <a:p>
            <a:r>
              <a:rPr lang="en-US" b="1" dirty="0"/>
              <a:t>When data is qualitative (Non-Numerical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Some variables are not measured in numbers.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Intelligence level (High, Medium, Low)</a:t>
            </a:r>
          </a:p>
          <a:p>
            <a:pPr lvl="1"/>
            <a:r>
              <a:rPr lang="en-US" dirty="0"/>
              <a:t>Performance (Excellent, Good, Average)</a:t>
            </a:r>
          </a:p>
          <a:p>
            <a:r>
              <a:rPr lang="en-US" dirty="0"/>
              <a:t>We cannot apply normal correlation directly.</a:t>
            </a:r>
          </a:p>
          <a:p>
            <a:r>
              <a:rPr lang="en-US" dirty="0"/>
              <a:t>So, we convert them into ranks and then measure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1380365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8633E-AC44-733F-67C2-130FBA8BF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711721-F9F7-47C9-1D9B-8044E3076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Rank Correlation?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2125E2-60F1-C23E-119E-D2121D5EF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7964"/>
          </a:xfrm>
        </p:spPr>
        <p:txBody>
          <a:bodyPr/>
          <a:lstStyle/>
          <a:p>
            <a:r>
              <a:rPr lang="en-US" b="1" dirty="0"/>
              <a:t>When data is not normally distributed</a:t>
            </a:r>
          </a:p>
          <a:p>
            <a:r>
              <a:rPr lang="en-US" dirty="0"/>
              <a:t>Karl Pearson’s correlation works best when:</a:t>
            </a:r>
          </a:p>
          <a:p>
            <a:pPr lvl="1"/>
            <a:r>
              <a:rPr lang="en-US" dirty="0"/>
              <a:t>Data is normally distributed</a:t>
            </a:r>
          </a:p>
          <a:p>
            <a:pPr lvl="1"/>
            <a:r>
              <a:rPr lang="en-US" dirty="0"/>
              <a:t>Relationship is linear</a:t>
            </a:r>
          </a:p>
          <a:p>
            <a:r>
              <a:rPr lang="en-US" dirty="0"/>
              <a:t>But in real life, data may:</a:t>
            </a:r>
          </a:p>
          <a:p>
            <a:pPr lvl="1"/>
            <a:r>
              <a:rPr lang="en-US" dirty="0"/>
              <a:t>Be skewed</a:t>
            </a:r>
          </a:p>
          <a:p>
            <a:pPr lvl="1"/>
            <a:r>
              <a:rPr lang="en-US" dirty="0"/>
              <a:t>Not follow normal distribution</a:t>
            </a:r>
          </a:p>
          <a:p>
            <a:r>
              <a:rPr lang="en-US" dirty="0"/>
              <a:t>Rank correlation works even when these conditions fail</a:t>
            </a:r>
          </a:p>
        </p:txBody>
      </p:sp>
    </p:spTree>
    <p:extLst>
      <p:ext uri="{BB962C8B-B14F-4D97-AF65-F5344CB8AC3E}">
        <p14:creationId xmlns:p14="http://schemas.microsoft.com/office/powerpoint/2010/main" val="224636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A31C1-777C-66D9-61D0-389960B88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4EDFC1-8ACD-2225-3269-060860CA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Rank Correlation?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F9D876-FB67-0C48-4CD8-ADF665E1E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7964"/>
              </a:xfrm>
            </p:spPr>
            <p:txBody>
              <a:bodyPr/>
              <a:lstStyle/>
              <a:p>
                <a:r>
                  <a:rPr lang="en-US" b="1" dirty="0"/>
                  <a:t>When there are extreme values (Outliers)</a:t>
                </a:r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Marks: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85, 80, 75,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is very small compared to others.</a:t>
                </a:r>
              </a:p>
              <a:p>
                <a:pPr lvl="1"/>
                <a:r>
                  <a:rPr lang="en-US" dirty="0"/>
                  <a:t>Pearson’s correlation gets heavily affected by extreme values.</a:t>
                </a:r>
              </a:p>
              <a:p>
                <a:r>
                  <a:rPr lang="en-US" dirty="0"/>
                  <a:t>But if we convert into ranks: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1, 2, 3, 4, 5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Now extreme value effect reduces.</a:t>
                </a:r>
              </a:p>
              <a:p>
                <a:r>
                  <a:rPr lang="en-US" dirty="0"/>
                  <a:t>Rank correlation is more robust (less sensitive to outliers).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F9D876-FB67-0C48-4CD8-ADF665E1E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7964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58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D511-B2A9-B49D-5BF9-9BAEECD90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4A97A7-AEDD-71B4-0D96-75065CDB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Rank Correlation?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551F49-5A54-F10F-DD6C-5801EF5E8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7964"/>
          </a:xfrm>
        </p:spPr>
        <p:txBody>
          <a:bodyPr/>
          <a:lstStyle/>
          <a:p>
            <a:r>
              <a:rPr lang="en-US" b="1" dirty="0"/>
              <a:t>When relationship is monotonic (Not Strictly Linear)</a:t>
            </a:r>
          </a:p>
          <a:p>
            <a:pPr lvl="1"/>
            <a:r>
              <a:rPr lang="en-US" dirty="0"/>
              <a:t>Sometimes relationship is not perfectly linear but still moves in one direction.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As study hours increase → performance increases </a:t>
            </a:r>
          </a:p>
          <a:p>
            <a:pPr lvl="1"/>
            <a:r>
              <a:rPr lang="en-US" dirty="0"/>
              <a:t>But not in exact straight-line form.</a:t>
            </a:r>
          </a:p>
          <a:p>
            <a:r>
              <a:rPr lang="en-US" dirty="0"/>
              <a:t>Rank correlation still detects this relationship.</a:t>
            </a:r>
          </a:p>
        </p:txBody>
      </p:sp>
    </p:spTree>
    <p:extLst>
      <p:ext uri="{BB962C8B-B14F-4D97-AF65-F5344CB8AC3E}">
        <p14:creationId xmlns:p14="http://schemas.microsoft.com/office/powerpoint/2010/main" val="286242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371503B-9DCF-44E1-5CF7-9C0B5D92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8185-BACA-5505-8972-98A94E20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Coefficient of Rank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786B36B-5BCD-B91D-11DF-C8CBC34324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The coefficient of correlation between the two different </a:t>
                </a:r>
                <a:r>
                  <a:rPr lang="en-US" b="1" dirty="0">
                    <a:solidFill>
                      <a:srgbClr val="1F3B73"/>
                    </a:solidFill>
                  </a:rPr>
                  <a:t>ranks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b="1" dirty="0">
                    <a:solidFill>
                      <a:srgbClr val="1F3B73"/>
                    </a:solidFill>
                  </a:rPr>
                  <a:t> &amp;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dirty="0"/>
                  <a:t> is known as the coefficient of rank correlation between the characteristics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characteristic</a:t>
                </a:r>
                <a:r>
                  <a:rPr lang="en-US" dirty="0"/>
                  <a:t> means a quality, feature, or variable of an individual that can be measured or ranked.</a:t>
                </a:r>
              </a:p>
              <a:p>
                <a:pPr lvl="1"/>
                <a:r>
                  <a:rPr lang="en-US" dirty="0"/>
                  <a:t>It simply means measure of relationship between two variables after converting them into ranks.</a:t>
                </a:r>
              </a:p>
              <a:p>
                <a:pPr lvl="1"/>
                <a:r>
                  <a:rPr lang="en-US" dirty="0"/>
                  <a:t>Characteristic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Variable</a:t>
                </a:r>
              </a:p>
              <a:p>
                <a:pPr lvl="0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786B36B-5BCD-B91D-11DF-C8CBC34324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92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Coefficient of Rank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Example</a:t>
                </a:r>
              </a:p>
              <a:p>
                <a:pPr lvl="1"/>
                <a:r>
                  <a:rPr lang="en-US" dirty="0"/>
                  <a:t>Suppose movies are ranked by: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Story quality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Music quality</a:t>
                </a:r>
              </a:p>
              <a:p>
                <a:pPr lvl="1"/>
                <a:r>
                  <a:rPr lang="en-US" dirty="0"/>
                  <a:t>Story quality → characteristic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Music quality → characteristic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465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F501AAF-86B8-5E80-EF38-88615FC1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26EF-6148-63D7-D1C5-DA2B8D63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Spearman’s Coefficient of Rank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C0C477-DAC2-D2C8-8486-4920E6ECB1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be the two different ranks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individual with two characteristics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respectively.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The Spearman’s coefficient of rank correlation defined as below: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𝛒</m:t>
                      </m:r>
                      <m:r>
                        <a:rPr lang="en-US" sz="32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2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sz="32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3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32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  <m:sup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32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32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32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sz="32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3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p>
                                  <m:r>
                                    <a:rPr lang="en-US" sz="32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32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3600" b="1" dirty="0"/>
              </a:p>
              <a:p>
                <a:pPr marL="292100" indent="0">
                  <a:buNone/>
                </a:pPr>
                <a:r>
                  <a:rPr lang="en-US" dirty="0"/>
                  <a:t>Where,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i="0" dirty="0">
                    <a:latin typeface="+mj-lt"/>
                  </a:rPr>
                  <a:t> Difference of </a:t>
                </a:r>
                <a:r>
                  <a:rPr lang="en-US" b="0" i="0" dirty="0">
                    <a:latin typeface="+mj-lt"/>
                  </a:rPr>
                  <a:t>r</a:t>
                </a:r>
                <a:r>
                  <a:rPr lang="en-US" i="0" dirty="0">
                    <a:latin typeface="+mj-lt"/>
                  </a:rPr>
                  <a:t>anks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=1, 2,…,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US" dirty="0"/>
              </a:p>
              <a:p>
                <a:pPr lvl="0">
                  <a:lnSpc>
                    <a:spcPct val="100000"/>
                  </a:lnSpc>
                </a:pPr>
                <a:endParaRPr lang="en-US" dirty="0"/>
              </a:p>
              <a:p>
                <a:pPr lvl="0"/>
                <a:r>
                  <a:rPr lang="en-US" dirty="0"/>
                  <a:t>Note that,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</m:nary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C0C477-DAC2-D2C8-8486-4920E6ECB1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72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258924C-F5EE-9C4D-9ABB-CC04E45D4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25EDA-E8AC-CA16-5187-9200D81E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Spearman’s Coefficient of Rank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CD4215-479C-E6B5-6A93-046F5CC50C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650688"/>
              </a:xfrm>
            </p:spPr>
            <p:txBody>
              <a:bodyPr/>
              <a:lstStyle/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𝛒</m:t>
                      </m:r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  <m:sup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p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Meaning of Value</a:t>
                </a:r>
              </a:p>
              <a:p>
                <a:pPr lvl="1"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a:rPr lang="el-GR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𝛒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=+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→ </a:t>
                </a:r>
                <a:r>
                  <a:rPr lang="en-US" b="1" dirty="0"/>
                  <a:t>Perfect positive rank relation</a:t>
                </a:r>
              </a:p>
              <a:p>
                <a:pPr lvl="2">
                  <a:lnSpc>
                    <a:spcPct val="140000"/>
                  </a:lnSpc>
                </a:pPr>
                <a:r>
                  <a:rPr lang="en-US" dirty="0"/>
                  <a:t>The two rankings are identical.</a:t>
                </a:r>
              </a:p>
              <a:p>
                <a:pPr lvl="2">
                  <a:lnSpc>
                    <a:spcPct val="140000"/>
                  </a:lnSpc>
                </a:pPr>
                <a:r>
                  <a:rPr lang="en-US" dirty="0"/>
                  <a:t>If something is:</a:t>
                </a:r>
              </a:p>
              <a:p>
                <a:pPr lvl="3">
                  <a:lnSpc>
                    <a:spcPct val="140000"/>
                  </a:lnSpc>
                </a:pPr>
                <a:r>
                  <a:rPr lang="en-US" dirty="0"/>
                  <a:t>Rank 1 in List A → also Rank 1 in List B</a:t>
                </a:r>
              </a:p>
              <a:p>
                <a:pPr lvl="3">
                  <a:lnSpc>
                    <a:spcPct val="140000"/>
                  </a:lnSpc>
                </a:pPr>
                <a:r>
                  <a:rPr lang="en-US" dirty="0"/>
                  <a:t>Rank 2 in List A → also Rank 2 in List B …</a:t>
                </a:r>
              </a:p>
              <a:p>
                <a:pPr lvl="2">
                  <a:lnSpc>
                    <a:spcPct val="140000"/>
                  </a:lnSpc>
                </a:pPr>
                <a:r>
                  <a:rPr lang="en-US" dirty="0"/>
                  <a:t>Every position matches perfectly.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CD4215-479C-E6B5-6A93-046F5CC50C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650688"/>
              </a:xfrm>
              <a:blipFill>
                <a:blip r:embed="rId2"/>
                <a:stretch>
                  <a:fillRect l="-971" b="-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3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27F9CA2-E59D-963F-6E9A-3D8E1B8B6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FB32-1FA8-673D-A6F1-7B74BCF6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Spearman’s Coefficient of Rank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F1E302A-1302-1242-6C88-BD0886FF91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09054"/>
              </a:xfrm>
            </p:spPr>
            <p:txBody>
              <a:bodyPr/>
              <a:lstStyle/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𝛒</m:t>
                      </m:r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  <m:sup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p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32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40000"/>
                  </a:lnSpc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Meaning of Value</a:t>
                </a:r>
              </a:p>
              <a:p>
                <a:pPr lvl="1"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a:rPr lang="el-GR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𝛒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 → No rank relation</a:t>
                </a:r>
              </a:p>
              <a:p>
                <a:pPr lvl="2">
                  <a:lnSpc>
                    <a:spcPct val="140000"/>
                  </a:lnSpc>
                </a:pPr>
                <a:r>
                  <a:rPr lang="en-US" dirty="0"/>
                  <a:t>The rankings do not follow any clear pattern.</a:t>
                </a:r>
              </a:p>
              <a:p>
                <a:pPr lvl="2">
                  <a:lnSpc>
                    <a:spcPct val="140000"/>
                  </a:lnSpc>
                </a:pPr>
                <a:r>
                  <a:rPr lang="en-US" dirty="0"/>
                  <a:t>If something is:</a:t>
                </a:r>
              </a:p>
              <a:p>
                <a:pPr lvl="3">
                  <a:lnSpc>
                    <a:spcPct val="140000"/>
                  </a:lnSpc>
                </a:pPr>
                <a:r>
                  <a:rPr lang="en-US" dirty="0"/>
                  <a:t>Rank 1 in List A → it could be any rank in List B</a:t>
                </a:r>
              </a:p>
              <a:p>
                <a:pPr lvl="3">
                  <a:lnSpc>
                    <a:spcPct val="140000"/>
                  </a:lnSpc>
                </a:pPr>
                <a:r>
                  <a:rPr lang="en-US" dirty="0"/>
                  <a:t>Rank 2 in List A → again random rank in List B …</a:t>
                </a:r>
              </a:p>
              <a:p>
                <a:pPr lvl="2">
                  <a:lnSpc>
                    <a:spcPct val="140000"/>
                  </a:lnSpc>
                </a:pPr>
                <a:r>
                  <a:rPr lang="en-US" dirty="0"/>
                  <a:t>There is no consistent agreement or disagreement.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F1E302A-1302-1242-6C88-BD0886FF91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09054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6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C339C2F-2673-4260-8473-7882BE70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E2BD-1433-83F8-B5CB-4D516B312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Spearman’s Coefficient of Rank Correlation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4185242-ABD1-CE6C-C8B5-0EA69A7072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662562"/>
                <a:ext cx="11929641" cy="6000884"/>
              </a:xfrm>
            </p:spPr>
            <p:txBody>
              <a:bodyPr/>
              <a:lstStyle/>
              <a:p>
                <a:pPr marL="0" indent="0">
                  <a:lnSpc>
                    <a:spcPct val="138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𝛒</m:t>
                      </m:r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  <m:sup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p>
                                  <m:r>
                                    <a:rPr lang="en-US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32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38000"/>
                  </a:lnSpc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Meaning of Value</a:t>
                </a:r>
              </a:p>
              <a:p>
                <a:pPr lvl="1">
                  <a:lnSpc>
                    <a:spcPct val="138000"/>
                  </a:lnSpc>
                </a:pPr>
                <a14:m>
                  <m:oMath xmlns:m="http://schemas.openxmlformats.org/officeDocument/2006/math">
                    <m:r>
                      <a:rPr lang="el-GR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𝛒</m:t>
                    </m:r>
                    <m:r>
                      <a:rPr lang="en-US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→ Perfect negative rank relation</a:t>
                </a:r>
              </a:p>
              <a:p>
                <a:pPr lvl="2">
                  <a:lnSpc>
                    <a:spcPct val="138000"/>
                  </a:lnSpc>
                </a:pPr>
                <a:r>
                  <a:rPr lang="en-US" dirty="0"/>
                  <a:t>The second ranking is the complete reverse of the first.</a:t>
                </a:r>
              </a:p>
              <a:p>
                <a:pPr lvl="2">
                  <a:lnSpc>
                    <a:spcPct val="138000"/>
                  </a:lnSpc>
                </a:pPr>
                <a:r>
                  <a:rPr lang="en-US" dirty="0"/>
                  <a:t>If something is:</a:t>
                </a:r>
              </a:p>
              <a:p>
                <a:pPr lvl="3">
                  <a:lnSpc>
                    <a:spcPct val="138000"/>
                  </a:lnSpc>
                </a:pPr>
                <a:r>
                  <a:rPr lang="en-US" dirty="0"/>
                  <a:t>Rank 1 in List A → is last in List B</a:t>
                </a:r>
              </a:p>
              <a:p>
                <a:pPr lvl="3">
                  <a:lnSpc>
                    <a:spcPct val="138000"/>
                  </a:lnSpc>
                </a:pPr>
                <a:r>
                  <a:rPr lang="en-US" dirty="0"/>
                  <a:t>Rank 2 in List A → second last in List B</a:t>
                </a:r>
              </a:p>
              <a:p>
                <a:pPr lvl="3">
                  <a:lnSpc>
                    <a:spcPct val="138000"/>
                  </a:lnSpc>
                </a:pPr>
                <a:r>
                  <a:rPr lang="en-US" dirty="0"/>
                  <a:t>Rank 3 in List A → third last in List B</a:t>
                </a:r>
              </a:p>
              <a:p>
                <a:pPr lvl="3">
                  <a:lnSpc>
                    <a:spcPct val="138000"/>
                  </a:lnSpc>
                </a:pPr>
                <a:r>
                  <a:rPr lang="en-US" dirty="0"/>
                  <a:t>So, everything is reversed.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4185242-ABD1-CE6C-C8B5-0EA69A7072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662562"/>
                <a:ext cx="11929641" cy="6000884"/>
              </a:xfrm>
              <a:blipFill>
                <a:blip r:embed="rId2"/>
                <a:stretch>
                  <a:fillRect l="-971" b="-33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87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193F-F895-76FE-897A-28358BFE8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conclude from rank correlation?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E1A1D-92C6-79CE-554B-544B8FA6E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7254"/>
            <a:ext cx="11929641" cy="4778598"/>
          </a:xfrm>
        </p:spPr>
        <p:txBody>
          <a:bodyPr/>
          <a:lstStyle/>
          <a:p>
            <a:r>
              <a:rPr lang="en-US" dirty="0"/>
              <a:t>Rank correlation simply tells us:</a:t>
            </a:r>
          </a:p>
          <a:p>
            <a:pPr marL="0" indent="0" algn="ctr">
              <a:buNone/>
            </a:pPr>
            <a:r>
              <a:rPr lang="en-US" dirty="0"/>
              <a:t>Do two people (or two groups) think in a similar order?</a:t>
            </a:r>
          </a:p>
          <a:p>
            <a:pPr algn="l"/>
            <a:r>
              <a:rPr lang="en-US" dirty="0"/>
              <a:t>Rank correlation tells:</a:t>
            </a:r>
          </a:p>
          <a:p>
            <a:pPr lvl="1" algn="l"/>
            <a:r>
              <a:rPr lang="en-US" dirty="0"/>
              <a:t>Do two rankings think similarly?</a:t>
            </a:r>
          </a:p>
          <a:p>
            <a:pPr lvl="1" algn="l"/>
            <a:r>
              <a:rPr lang="en-US" dirty="0"/>
              <a:t>How much do they agree?</a:t>
            </a:r>
          </a:p>
          <a:p>
            <a:pPr lvl="1" algn="l"/>
            <a:r>
              <a:rPr lang="en-US" dirty="0"/>
              <a:t>Are they </a:t>
            </a:r>
            <a:r>
              <a:rPr lang="en-US" b="1" dirty="0"/>
              <a:t>moving</a:t>
            </a:r>
            <a:r>
              <a:rPr lang="en-US" dirty="0"/>
              <a:t> in same direction or opposite?</a:t>
            </a:r>
          </a:p>
          <a:p>
            <a:pPr lvl="2" algn="l"/>
            <a:r>
              <a:rPr lang="en-US" dirty="0"/>
              <a:t>When rank changes in one list, does the other list change in the same way?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77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Procedure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from the given values of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&amp;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US" dirty="0"/>
                  <a:t>Prepare the </a:t>
                </a:r>
                <a:r>
                  <a:rPr lang="en-US" dirty="0">
                    <a:solidFill>
                      <a:srgbClr val="FF0000"/>
                    </a:solidFill>
                  </a:rPr>
                  <a:t>table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columns using the given ranks.</a:t>
                </a:r>
              </a:p>
              <a:p>
                <a:pPr marL="514350" indent="-514350">
                  <a:buFont typeface="+mj-lt"/>
                  <a:buAutoNum type="arabicParenR"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3"/>
                <a:stretch>
                  <a:fillRect l="-12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2032000" y="1717528"/>
              <a:ext cx="6858000" cy="6400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714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145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lang="en-US" sz="28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032000" y="1717528"/>
              <a:ext cx="6858000" cy="6400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714500"/>
                    <a:gridCol w="1714500"/>
                    <a:gridCol w="1714500"/>
                    <a:gridCol w="1714500"/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55" t="-943" r="-300709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100712" t="-943" r="-201779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200000" t="-943" r="-101064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4"/>
                          <a:stretch>
                            <a:fillRect l="-301068" t="-943" r="-1423" b="-377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2029326" y="2370320"/>
              <a:ext cx="3438144" cy="3044952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7190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190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149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US" sz="280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E6CFC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sz="280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E6CFC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149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F3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F3E9E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1498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E6CFC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800" b="0" i="0" dirty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solidFill>
                          <a:srgbClr val="E6CFC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029326" y="2370320"/>
              <a:ext cx="3438144" cy="3044952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719072"/>
                    <a:gridCol w="1719072"/>
                  </a:tblGrid>
                  <a:tr h="1014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53" t="-599" r="-101413" b="-201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00709" t="-599" r="-1773" b="-201198"/>
                          </a:stretch>
                        </a:blipFill>
                      </a:tcPr>
                    </a:tc>
                  </a:tr>
                  <a:tr h="1014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53" t="-100599" r="-101413" b="-101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00709" t="-100599" r="-1773" b="-101198"/>
                          </a:stretch>
                        </a:blipFill>
                      </a:tcPr>
                    </a:tc>
                  </a:tr>
                  <a:tr h="10149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353" t="-200599" r="-101413" b="-1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100709" t="-200599" r="-1773" b="-119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7545" y="2373925"/>
          <a:ext cx="1691640" cy="30449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E6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F3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E6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53981"/>
                  </p:ext>
                </p:extLst>
              </p:nvPr>
            </p:nvGraphicFramePr>
            <p:xfrm>
              <a:off x="7195078" y="5444320"/>
              <a:ext cx="1691640" cy="101817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916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1817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b="1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500" b="1" i="1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500" b="1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𝐝</m:t>
                                            </m:r>
                                          </m:e>
                                          <m:sup>
                                            <m:r>
                                              <a:rPr lang="en-US" sz="2500" b="1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853981"/>
                  </p:ext>
                </p:extLst>
              </p:nvPr>
            </p:nvGraphicFramePr>
            <p:xfrm>
              <a:off x="7195078" y="5444320"/>
              <a:ext cx="1691640" cy="101817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916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181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>
                          <a:blip r:embed="rId6"/>
                          <a:stretch>
                            <a:fillRect l="-360" t="-595" r="-1439" b="-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194906" y="2373928"/>
          <a:ext cx="1691640" cy="304495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14984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E6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F3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9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2060"/>
                          </a:solidFill>
                        </a:rPr>
                        <a:t>find</a:t>
                      </a:r>
                    </a:p>
                  </a:txBody>
                  <a:tcPr anchor="ctr">
                    <a:solidFill>
                      <a:srgbClr val="E6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90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Procedure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from the given values of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&amp;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US" dirty="0"/>
                  <a:t>Prepare the </a:t>
                </a:r>
                <a:r>
                  <a:rPr lang="en-US" dirty="0">
                    <a:solidFill>
                      <a:srgbClr val="FF0000"/>
                    </a:solidFill>
                  </a:rPr>
                  <a:t>table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columns using the given ranks.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dirty="0"/>
                  <a:t>Find the </a:t>
                </a:r>
                <a:r>
                  <a:rPr lang="en-US" dirty="0">
                    <a:solidFill>
                      <a:srgbClr val="FF0000"/>
                    </a:solidFill>
                  </a:rPr>
                  <a:t>last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row</a:t>
                </a:r>
                <a:r>
                  <a:rPr lang="en-US" dirty="0"/>
                  <a:t> of the Table.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dirty="0"/>
                  <a:t>Identify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number of pairs of given data.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dirty="0"/>
                  <a:t>Substitute all the values in the </a:t>
                </a:r>
                <a:r>
                  <a:rPr lang="en-US" dirty="0">
                    <a:solidFill>
                      <a:srgbClr val="FF0000"/>
                    </a:solidFill>
                  </a:rPr>
                  <a:t>formula</a:t>
                </a:r>
                <a:r>
                  <a:rPr lang="en-US" dirty="0"/>
                  <a:t> of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32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32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p>
                                  <m:r>
                                    <a:rPr lang="en-US" sz="32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32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3"/>
                <a:stretch>
                  <a:fillRect l="-12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4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7" y="869081"/>
            <a:ext cx="11929643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25000"/>
              </a:lnSpc>
            </a:pPr>
            <a:r>
              <a:rPr lang="en-US" dirty="0"/>
              <a:t>In a college, IT department has arranged one competition for IT students to develop an efficient program to solve a problem. Ten students took part in the competition and ranked by two judges given in the following table. Find the degree of agreement between the two judges using rank correlation coefficient.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503939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690139"/>
              </p:ext>
            </p:extLst>
          </p:nvPr>
        </p:nvGraphicFramePr>
        <p:xfrm>
          <a:off x="129539" y="3320871"/>
          <a:ext cx="11932922" cy="1280160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2169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r>
                        <a:rPr lang="en-US" sz="2800" b="1" baseline="30000" dirty="0">
                          <a:solidFill>
                            <a:srgbClr val="002060"/>
                          </a:solidFill>
                          <a:effectLst/>
                        </a:rPr>
                        <a:t>st  </a:t>
                      </a: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judge</a:t>
                      </a:r>
                      <a:endParaRPr lang="en-US" sz="28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5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8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4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7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10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6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9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r>
                        <a:rPr lang="en-US" sz="2800" b="1" baseline="30000" dirty="0">
                          <a:solidFill>
                            <a:srgbClr val="002060"/>
                          </a:solidFill>
                          <a:effectLst/>
                        </a:rPr>
                        <a:t>nd</a:t>
                      </a: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 judge</a:t>
                      </a:r>
                      <a:endParaRPr lang="en-US" sz="28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6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4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9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8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10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</a:rPr>
                        <a:t>5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</a:rPr>
                        <a:t>7</a:t>
                      </a:r>
                      <a:endParaRPr lang="en-US" sz="2800" b="0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625597" y="5039390"/>
                <a:ext cx="54621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Let,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Rank given by 1</a:t>
                </a:r>
                <a:r>
                  <a:rPr lang="en-US" sz="2800" b="0" i="0" baseline="30000" dirty="0">
                    <a:solidFill>
                      <a:srgbClr val="002060"/>
                    </a:solidFill>
                    <a:latin typeface="+mj-lt"/>
                  </a:rPr>
                  <a:t>st</a:t>
                </a:r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judge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039390"/>
                <a:ext cx="5462136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2344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625597" y="5824220"/>
                <a:ext cx="53531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</a:rPr>
                  <a:t>Let,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Rank given by 2</a:t>
                </a:r>
                <a:r>
                  <a:rPr lang="en-US" sz="2800" b="0" i="0" baseline="30000" dirty="0">
                    <a:solidFill>
                      <a:srgbClr val="002060"/>
                    </a:solidFill>
                    <a:latin typeface="+mj-lt"/>
                  </a:rPr>
                  <a:t>nd</a:t>
                </a:r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judge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824220"/>
                <a:ext cx="5353132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2392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840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5944977"/>
                  </p:ext>
                </p:extLst>
              </p:nvPr>
            </p:nvGraphicFramePr>
            <p:xfrm>
              <a:off x="99027" y="818368"/>
              <a:ext cx="6895160" cy="5709412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72379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237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237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2379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029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lang="en-US" sz="28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10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10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5944977"/>
                  </p:ext>
                </p:extLst>
              </p:nvPr>
            </p:nvGraphicFramePr>
            <p:xfrm>
              <a:off x="99027" y="818368"/>
              <a:ext cx="6895160" cy="5709412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72379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237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237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2379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278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53" t="-1149" r="-301413" b="-10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53" t="-1149" r="-201413" b="-10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53" t="-1149" r="-101413" b="-10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353" t="-1149" r="-1413" b="-10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10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10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212598" y="1342167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280474" y="1862170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215552" y="2387773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214751" y="2901798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278870" y="341602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278870" y="3937233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212598" y="4459759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212596" y="4975446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277517" y="5489476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276714" y="6003504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653571" y="1357537"/>
            <a:ext cx="9144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74841" y="1342167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77795" y="1862170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77795" y="2387773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886424" y="2901798"/>
            <a:ext cx="45461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885622" y="3416021"/>
            <a:ext cx="45461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36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885622" y="3937233"/>
            <a:ext cx="45461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74841" y="4459759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884269" y="4975446"/>
            <a:ext cx="45461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81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74838" y="5489476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74035" y="6003504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6" name="Table 7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8835006"/>
                  </p:ext>
                </p:extLst>
              </p:nvPr>
            </p:nvGraphicFramePr>
            <p:xfrm>
              <a:off x="7194234" y="5516087"/>
              <a:ext cx="3977640" cy="101817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916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1817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b="1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500" b="1" i="0" smtClean="0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𝐝</m:t>
                                        </m:r>
                                      </m:e>
                                    </m:d>
                                    <m:r>
                                      <a:rPr lang="en-US" sz="25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5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b="1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500" b="1" i="1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500" b="1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𝐝</m:t>
                                            </m:r>
                                          </m:e>
                                          <m:sup>
                                            <m:r>
                                              <a:rPr lang="en-US" sz="2500" b="1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𝟐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nary>
                                <m:r>
                                  <a:rPr lang="en-US" sz="2500" b="1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500" b="1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𝟐𝟏𝟒</m:t>
                                </m:r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6" name="Table 7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8835006"/>
                  </p:ext>
                </p:extLst>
              </p:nvPr>
            </p:nvGraphicFramePr>
            <p:xfrm>
              <a:off x="7194234" y="5516087"/>
              <a:ext cx="3977640" cy="101817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916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0181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0" t="-595" r="-136331" b="-2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4400" t="-595" r="-1067" b="-2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040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52" grpId="0" animBg="1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1(Continue)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37271" y="859577"/>
            <a:ext cx="117166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Substitute all the values in the </a:t>
            </a:r>
            <a:r>
              <a:rPr lang="en-US" sz="2800" dirty="0">
                <a:solidFill>
                  <a:srgbClr val="FF0000"/>
                </a:solidFill>
              </a:rPr>
              <a:t>formula</a:t>
            </a:r>
            <a:r>
              <a:rPr lang="en-US" sz="2800" dirty="0">
                <a:solidFill>
                  <a:srgbClr val="002060"/>
                </a:solidFill>
              </a:rPr>
              <a:t> to find the coefficient of rank correlation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37270" y="1548276"/>
                <a:ext cx="3435108" cy="1153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48276"/>
                <a:ext cx="3435108" cy="115326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37270" y="3229957"/>
                <a:ext cx="3672352" cy="1098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214</m:t>
                          </m:r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229957"/>
                <a:ext cx="3672352" cy="109812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4361" y="2712398"/>
                <a:ext cx="12392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361" y="2712398"/>
                <a:ext cx="12392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814361" y="3229957"/>
                <a:ext cx="2377639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214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361" y="3229957"/>
                <a:ext cx="2377639" cy="11356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427498" y="3184492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214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498" y="3184492"/>
                <a:ext cx="770404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451402" y="3822823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402" y="3822823"/>
                <a:ext cx="57163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072063" y="3822823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063" y="3822823"/>
                <a:ext cx="57163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137270" y="4828022"/>
                <a:ext cx="256467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0.2970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828022"/>
                <a:ext cx="2564676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137270" y="5851186"/>
                <a:ext cx="7290457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coefficient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rank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correlation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𝟐𝟗𝟕𝟎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851186"/>
                <a:ext cx="729045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77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82" grpId="0"/>
      <p:bldP spid="86" grpId="0"/>
      <p:bldP spid="31" grpId="0"/>
      <p:bldP spid="32" grpId="0"/>
      <p:bldP spid="33" grpId="0"/>
      <p:bldP spid="43" grpId="0"/>
      <p:bldP spid="4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7" y="869081"/>
            <a:ext cx="11929643" cy="1188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25000"/>
              </a:lnSpc>
            </a:pPr>
            <a:r>
              <a:rPr lang="en-US" dirty="0"/>
              <a:t>The competitions in a beauty contest are ranked by three judges. Use rank correlation to discuss which pair of judges has nearest approach to beauty.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29539" y="4306788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149343"/>
              </p:ext>
            </p:extLst>
          </p:nvPr>
        </p:nvGraphicFramePr>
        <p:xfrm>
          <a:off x="129539" y="2228416"/>
          <a:ext cx="11932922" cy="1920240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2169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r>
                        <a:rPr lang="en-US" sz="2800" b="1" baseline="30000" dirty="0">
                          <a:solidFill>
                            <a:srgbClr val="002060"/>
                          </a:solidFill>
                          <a:effectLst/>
                        </a:rPr>
                        <a:t>st</a:t>
                      </a: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 judge</a:t>
                      </a:r>
                      <a:endParaRPr lang="en-US" sz="28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r>
                        <a:rPr lang="en-US" sz="2800" b="1" baseline="30000" dirty="0">
                          <a:solidFill>
                            <a:srgbClr val="002060"/>
                          </a:solidFill>
                          <a:effectLst/>
                        </a:rPr>
                        <a:t>nd</a:t>
                      </a: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 judge</a:t>
                      </a:r>
                      <a:endParaRPr lang="en-US" sz="28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</a:tabLst>
                        <a:defRPr/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r>
                        <a:rPr lang="en-US" sz="2800" b="1" baseline="30000" dirty="0">
                          <a:solidFill>
                            <a:srgbClr val="002060"/>
                          </a:solidFill>
                          <a:effectLst/>
                        </a:rPr>
                        <a:t>rd</a:t>
                      </a: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 judge</a:t>
                      </a:r>
                      <a:endParaRPr lang="en-US" sz="28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623959" y="4249432"/>
            <a:ext cx="10435223" cy="1161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800" dirty="0">
                <a:solidFill>
                  <a:srgbClr val="002060"/>
                </a:solidFill>
              </a:rPr>
              <a:t>Nearest approach to beauty means which two judges think most similarly about who is beautiful?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D34E18F-1458-DACF-01C5-3ECFA536DF26}"/>
                  </a:ext>
                </a:extLst>
              </p:cNvPr>
              <p:cNvSpPr/>
              <p:nvPr/>
            </p:nvSpPr>
            <p:spPr>
              <a:xfrm>
                <a:off x="1623960" y="5410584"/>
                <a:ext cx="7364398" cy="11611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Higher rank correlation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more similar thinking</a:t>
                </a:r>
              </a:p>
              <a:p>
                <a:pPr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Lower or negative correlation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different thinking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D34E18F-1458-DACF-01C5-3ECFA536DF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3960" y="5410584"/>
                <a:ext cx="7364398" cy="1161152"/>
              </a:xfrm>
              <a:prstGeom prst="rect">
                <a:avLst/>
              </a:prstGeom>
              <a:blipFill>
                <a:blip r:embed="rId2"/>
                <a:stretch>
                  <a:fillRect l="-1656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996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2DE8-DDBE-7686-7C50-D5A7336E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E4B0A3F-928A-05F4-5308-540AEFB2D717}"/>
              </a:ext>
            </a:extLst>
          </p:cNvPr>
          <p:cNvSpPr txBox="1">
            <a:spLocks/>
          </p:cNvSpPr>
          <p:nvPr/>
        </p:nvSpPr>
        <p:spPr>
          <a:xfrm>
            <a:off x="131177" y="869081"/>
            <a:ext cx="11929643" cy="1188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25000"/>
              </a:lnSpc>
            </a:pPr>
            <a:r>
              <a:rPr lang="en-US" dirty="0"/>
              <a:t>The competitions in a beauty contest are ranked by three judges. Use rank correlation to discuss which pair of judges has nearest approach to beauty.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0C1023-78F0-6CA9-E6E5-87DC8F91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3(Continue)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31C1FB8-9529-FF0E-A5A3-30ED88E74518}"/>
              </a:ext>
            </a:extLst>
          </p:cNvPr>
          <p:cNvSpPr/>
          <p:nvPr/>
        </p:nvSpPr>
        <p:spPr>
          <a:xfrm>
            <a:off x="131177" y="450322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7DA13B-97C1-C6A3-00BB-7ED31F5DC916}"/>
              </a:ext>
            </a:extLst>
          </p:cNvPr>
          <p:cNvGraphicFramePr>
            <a:graphicFrameLocks noGrp="1"/>
          </p:cNvGraphicFramePr>
          <p:nvPr/>
        </p:nvGraphicFramePr>
        <p:xfrm>
          <a:off x="129539" y="2228416"/>
          <a:ext cx="11932922" cy="1920240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2169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763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r>
                        <a:rPr lang="en-US" sz="2800" b="1" baseline="30000" dirty="0">
                          <a:solidFill>
                            <a:srgbClr val="002060"/>
                          </a:solidFill>
                          <a:effectLst/>
                        </a:rPr>
                        <a:t>st</a:t>
                      </a: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 judge</a:t>
                      </a:r>
                      <a:endParaRPr lang="en-US" sz="28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r>
                        <a:rPr lang="en-US" sz="2800" b="1" baseline="30000" dirty="0">
                          <a:solidFill>
                            <a:srgbClr val="002060"/>
                          </a:solidFill>
                          <a:effectLst/>
                        </a:rPr>
                        <a:t>nd</a:t>
                      </a: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 judge</a:t>
                      </a:r>
                      <a:endParaRPr lang="en-US" sz="28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</a:tabLst>
                        <a:defRPr/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r>
                        <a:rPr lang="en-US" sz="2800" b="1" baseline="30000" dirty="0">
                          <a:solidFill>
                            <a:srgbClr val="002060"/>
                          </a:solidFill>
                          <a:effectLst/>
                        </a:rPr>
                        <a:t>rd</a:t>
                      </a: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</a:rPr>
                        <a:t> judge</a:t>
                      </a:r>
                      <a:endParaRPr lang="en-US" sz="2800" b="1" dirty="0">
                        <a:solidFill>
                          <a:srgbClr val="002060"/>
                        </a:solidFill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71F09B-7FFC-2228-327A-989E3889D9FC}"/>
                  </a:ext>
                </a:extLst>
              </p:cNvPr>
              <p:cNvSpPr/>
              <p:nvPr/>
            </p:nvSpPr>
            <p:spPr>
              <a:xfrm>
                <a:off x="1625597" y="4497105"/>
                <a:ext cx="54621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Let,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Rank given by 1</a:t>
                </a:r>
                <a:r>
                  <a:rPr lang="en-US" sz="2800" b="0" i="0" baseline="30000" dirty="0">
                    <a:solidFill>
                      <a:srgbClr val="002060"/>
                    </a:solidFill>
                    <a:latin typeface="+mj-lt"/>
                  </a:rPr>
                  <a:t>st</a:t>
                </a:r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judge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71F09B-7FFC-2228-327A-989E3889D9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497105"/>
                <a:ext cx="5462136" cy="523220"/>
              </a:xfrm>
              <a:prstGeom prst="rect">
                <a:avLst/>
              </a:prstGeom>
              <a:blipFill>
                <a:blip r:embed="rId2"/>
                <a:stretch>
                  <a:fillRect l="-2344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0B39210-9B8A-ADFE-2CCF-C3BD86A4A58E}"/>
                  </a:ext>
                </a:extLst>
              </p:cNvPr>
              <p:cNvSpPr/>
              <p:nvPr/>
            </p:nvSpPr>
            <p:spPr>
              <a:xfrm>
                <a:off x="1625597" y="5178632"/>
                <a:ext cx="53531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</a:rPr>
                  <a:t>Let,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Rank given by 2</a:t>
                </a:r>
                <a:r>
                  <a:rPr lang="en-US" sz="2800" b="0" i="0" baseline="30000" dirty="0">
                    <a:solidFill>
                      <a:srgbClr val="002060"/>
                    </a:solidFill>
                    <a:latin typeface="+mj-lt"/>
                  </a:rPr>
                  <a:t>nd</a:t>
                </a:r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judge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0B39210-9B8A-ADFE-2CCF-C3BD86A4A5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178632"/>
                <a:ext cx="5353132" cy="523220"/>
              </a:xfrm>
              <a:prstGeom prst="rect">
                <a:avLst/>
              </a:prstGeom>
              <a:blipFill>
                <a:blip r:embed="rId3"/>
                <a:stretch>
                  <a:fillRect l="-2392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F675991-F23E-C7D5-8199-C22B2F9D9E98}"/>
                  </a:ext>
                </a:extLst>
              </p:cNvPr>
              <p:cNvSpPr/>
              <p:nvPr/>
            </p:nvSpPr>
            <p:spPr>
              <a:xfrm>
                <a:off x="1629156" y="5854039"/>
                <a:ext cx="547015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</a:rPr>
                  <a:t>Let,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Rank given by 3</a:t>
                </a:r>
                <a:r>
                  <a:rPr lang="en-US" sz="2800" b="0" i="0" baseline="30000" dirty="0">
                    <a:solidFill>
                      <a:srgbClr val="002060"/>
                    </a:solidFill>
                    <a:latin typeface="+mj-lt"/>
                  </a:rPr>
                  <a:t>rd</a:t>
                </a:r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 judge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F675991-F23E-C7D5-8199-C22B2F9D9E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156" y="5854039"/>
                <a:ext cx="5470152" cy="523220"/>
              </a:xfrm>
              <a:prstGeom prst="rect">
                <a:avLst/>
              </a:prstGeom>
              <a:blipFill>
                <a:blip r:embed="rId4"/>
                <a:stretch>
                  <a:fillRect l="-2227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44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5534114"/>
                  </p:ext>
                </p:extLst>
              </p:nvPr>
            </p:nvGraphicFramePr>
            <p:xfrm>
              <a:off x="91956" y="818368"/>
              <a:ext cx="12008088" cy="575837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342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oMath>
                            </m:oMathPara>
                          </a14:m>
                          <a:endParaRPr lang="en-US" sz="28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 lang="en-IN" sz="1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𝐱𝐲</m:t>
                                    </m:r>
                                  </m:sub>
                                </m:sSub>
                                <m:r>
                                  <a:rPr lang="en-US" sz="1800" b="0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sz="1800" b="0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sz="18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 kumimoji="0" lang="en-IN" sz="1800" b="1" i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𝐲𝐳</m:t>
                                    </m:r>
                                  </m:sub>
                                </m:sSub>
                                <m:r>
                                  <a:rPr kumimoji="0" lang="en-US" sz="1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1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y</m:t>
                                </m:r>
                                <m:r>
                                  <a:rPr kumimoji="0" lang="en-US" sz="1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1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z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1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1" i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 kumimoji="0" lang="en-IN" sz="1800" b="1" i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𝐱𝐳</m:t>
                                    </m:r>
                                  </m:sub>
                                </m:sSub>
                                <m:r>
                                  <a:rPr kumimoji="0" lang="en-US" sz="1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1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kumimoji="0" lang="en-US" sz="1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1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z</m:t>
                                </m:r>
                              </m:oMath>
                            </m:oMathPara>
                          </a14:m>
                          <a:endParaRPr lang="en-US" sz="28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𝐱𝐲</m:t>
                                    </m:r>
                                  </m:sub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  </m:t>
                                    </m:r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𝐲𝐳</m:t>
                                    </m:r>
                                  </m:sub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  </m:t>
                                    </m:r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𝐱𝐳</m:t>
                                    </m:r>
                                  </m:sub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  </m:t>
                                    </m:r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5534114"/>
                  </p:ext>
                </p:extLst>
              </p:nvPr>
            </p:nvGraphicFramePr>
            <p:xfrm>
              <a:off x="91956" y="818368"/>
              <a:ext cx="12008088" cy="575837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342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334232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5767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57" t="-1053" r="-801826" b="-9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457" t="-1053" r="-701826" b="-9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457" t="-1053" r="-601826" b="-9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457" t="-1053" r="-501826" b="-9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2294" t="-1053" r="-404128" b="-9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53" r="-302283" b="-9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00000" t="-1053" r="-202283" b="-9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00000" t="-1053" r="-102283" b="-9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00000" t="-1053" r="-2283" b="-92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562755" y="1361992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566420" y="1881194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562755" y="2409839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632805" y="292289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627676" y="343067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562754" y="3962137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627674" y="4481499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627673" y="499981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626116" y="5505413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632805" y="6023730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895773" y="1361992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64359" y="1881194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895773" y="2409839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65823" y="292289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60694" y="343067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895772" y="3962137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60692" y="4481499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60691" y="499981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894213" y="5505413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5900901" y="6023730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220544" y="1368664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224209" y="1887866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220544" y="2416511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290594" y="2929563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285465" y="3437350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220543" y="3968809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285463" y="448817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285462" y="500648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283905" y="5512085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225672" y="6030402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619131" y="1368664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622796" y="188786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619131" y="240493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624260" y="291798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540136" y="3437350"/>
            <a:ext cx="45461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619130" y="3957234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619129" y="448817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540133" y="4983338"/>
            <a:ext cx="45461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629146" y="5512085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624259" y="6030402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962813" y="135852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966478" y="1877723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962813" y="2394793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865797" y="2919420"/>
            <a:ext cx="45461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962813" y="3438782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962812" y="394709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962811" y="447802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962810" y="4984770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961253" y="5501942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956366" y="6031834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1205148" y="1366760"/>
            <a:ext cx="45461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1299383" y="1885962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1205148" y="2403032"/>
            <a:ext cx="45461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1198702" y="2916084"/>
            <a:ext cx="45461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1205148" y="3435446"/>
            <a:ext cx="45461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1205147" y="3955330"/>
            <a:ext cx="45461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1295716" y="448626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1205145" y="4981434"/>
            <a:ext cx="45461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1305733" y="551018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11289271" y="602849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1" name="Rounded Rectangle 160"/>
          <p:cNvSpPr/>
          <p:nvPr/>
        </p:nvSpPr>
        <p:spPr>
          <a:xfrm>
            <a:off x="4316465" y="1380590"/>
            <a:ext cx="9144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ounded Rectangle 161"/>
          <p:cNvSpPr/>
          <p:nvPr/>
        </p:nvSpPr>
        <p:spPr>
          <a:xfrm>
            <a:off x="5640068" y="1382000"/>
            <a:ext cx="9144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ounded Rectangle 162"/>
          <p:cNvSpPr/>
          <p:nvPr/>
        </p:nvSpPr>
        <p:spPr>
          <a:xfrm>
            <a:off x="6967177" y="1382000"/>
            <a:ext cx="9144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ounded Rectangle 164"/>
          <p:cNvSpPr/>
          <p:nvPr/>
        </p:nvSpPr>
        <p:spPr>
          <a:xfrm>
            <a:off x="334219" y="1412480"/>
            <a:ext cx="22860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ounded Rectangle 165"/>
          <p:cNvSpPr/>
          <p:nvPr/>
        </p:nvSpPr>
        <p:spPr>
          <a:xfrm>
            <a:off x="1585124" y="1409899"/>
            <a:ext cx="22860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ounded Rectangle 166"/>
          <p:cNvSpPr/>
          <p:nvPr/>
        </p:nvSpPr>
        <p:spPr>
          <a:xfrm>
            <a:off x="2957953" y="1409899"/>
            <a:ext cx="9144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ounded Rectangle 167"/>
          <p:cNvSpPr/>
          <p:nvPr/>
        </p:nvSpPr>
        <p:spPr>
          <a:xfrm>
            <a:off x="337720" y="1408489"/>
            <a:ext cx="9144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96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  <p:bldP spid="18" grpId="0"/>
      <p:bldP spid="21" grpId="0"/>
      <p:bldP spid="23" grpId="0"/>
      <p:bldP spid="54" grpId="0"/>
      <p:bldP spid="56" grpId="0"/>
      <p:bldP spid="58" grpId="0"/>
      <p:bldP spid="64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5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 animBg="1"/>
      <p:bldP spid="161" grpId="1" animBg="1"/>
      <p:bldP spid="162" grpId="0" animBg="1"/>
      <p:bldP spid="162" grpId="1" animBg="1"/>
      <p:bldP spid="163" grpId="0" animBg="1"/>
      <p:bldP spid="165" grpId="0" animBg="1"/>
      <p:bldP spid="165" grpId="1" animBg="1"/>
      <p:bldP spid="166" grpId="0" animBg="1"/>
      <p:bldP spid="166" grpId="1" animBg="1"/>
      <p:bldP spid="167" grpId="0" animBg="1"/>
      <p:bldP spid="167" grpId="1" animBg="1"/>
      <p:bldP spid="168" grpId="0" animBg="1"/>
      <p:bldP spid="168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6073198"/>
                  </p:ext>
                </p:extLst>
              </p:nvPr>
            </p:nvGraphicFramePr>
            <p:xfrm>
              <a:off x="99028" y="818368"/>
              <a:ext cx="4876800" cy="575837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029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𝐱𝐲</m:t>
                                    </m:r>
                                  </m:sub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  </m:t>
                                    </m:r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𝐲𝐳</m:t>
                                    </m:r>
                                  </m:sub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  </m:t>
                                    </m:r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b>
                                    <m:r>
                                      <a:rPr lang="en-IN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𝐱𝐳</m:t>
                                    </m:r>
                                  </m:sub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     </m:t>
                                    </m:r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8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25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49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25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029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6073198"/>
                  </p:ext>
                </p:extLst>
              </p:nvPr>
            </p:nvGraphicFramePr>
            <p:xfrm>
              <a:off x="99028" y="818368"/>
              <a:ext cx="4876800" cy="575837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767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5" t="-1053" r="-201498" b="-9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75" t="-1053" r="-101498" b="-9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75" t="-1053" r="-1498" b="-92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25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49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25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6" name="Table 7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659231"/>
                  </p:ext>
                </p:extLst>
              </p:nvPr>
            </p:nvGraphicFramePr>
            <p:xfrm>
              <a:off x="5022907" y="5458494"/>
              <a:ext cx="7101224" cy="10972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3161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61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688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972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500" b="0" i="1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5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5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xy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5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     2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nary>
                                <m:r>
                                  <a:rPr lang="en-US" sz="2500" b="0" i="0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500" b="0" i="0" smtClean="0">
                                    <a:solidFill>
                                      <a:srgbClr val="99504D"/>
                                    </a:solidFill>
                                    <a:latin typeface="Cambria Math" panose="02040503050406030204" pitchFamily="18" charset="0"/>
                                  </a:rPr>
                                  <m:t>74</m:t>
                                </m:r>
                              </m:oMath>
                            </m:oMathPara>
                          </a14:m>
                          <a:endParaRPr lang="en-US" sz="2500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500" b="0" i="1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5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5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yz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5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     2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nary>
                                <m:r>
                                  <a:rPr lang="en-US" sz="25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500" b="0" i="1" smtClean="0">
                                    <a:solidFill>
                                      <a:srgbClr val="99504D"/>
                                    </a:solidFill>
                                    <a:latin typeface="Cambria Math" panose="02040503050406030204" pitchFamily="18" charset="0"/>
                                  </a:rPr>
                                  <m:t>44</m:t>
                                </m:r>
                              </m:oMath>
                            </m:oMathPara>
                          </a14:m>
                          <a:endParaRPr lang="en-US" sz="2500" b="0" i="0" dirty="0">
                            <a:solidFill>
                              <a:srgbClr val="99504D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50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500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2500" b="0" i="1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5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d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IN" sz="2500" b="0" i="1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xz</m:t>
                                            </m:r>
                                          </m:sub>
                                          <m:sup>
                                            <m:r>
                                              <a:rPr lang="en-US" sz="25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      2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</m:nary>
                                <m:r>
                                  <a:rPr lang="en-US" sz="25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500" b="0" i="1" smtClean="0">
                                    <a:solidFill>
                                      <a:srgbClr val="99504D"/>
                                    </a:solidFill>
                                    <a:latin typeface="Cambria Math" panose="02040503050406030204" pitchFamily="18" charset="0"/>
                                  </a:rPr>
                                  <m:t>156</m:t>
                                </m:r>
                              </m:oMath>
                            </m:oMathPara>
                          </a14:m>
                          <a:endParaRPr lang="en-US" sz="2500" b="0" i="0" dirty="0">
                            <a:solidFill>
                              <a:srgbClr val="99504D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6" name="Table 7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659231"/>
                  </p:ext>
                </p:extLst>
              </p:nvPr>
            </p:nvGraphicFramePr>
            <p:xfrm>
              <a:off x="5022907" y="5458494"/>
              <a:ext cx="7101224" cy="109728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3161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61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688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3" t="-552" r="-208158" b="-22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552" r="-107612" b="-22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8148" t="-552" r="-1235" b="-22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3" name="Rounded Rectangle 92"/>
          <p:cNvSpPr/>
          <p:nvPr/>
        </p:nvSpPr>
        <p:spPr>
          <a:xfrm>
            <a:off x="445870" y="1388219"/>
            <a:ext cx="9144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ounded Rectangle 93"/>
          <p:cNvSpPr/>
          <p:nvPr/>
        </p:nvSpPr>
        <p:spPr>
          <a:xfrm>
            <a:off x="2066326" y="1388219"/>
            <a:ext cx="9144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ounded Rectangle 94"/>
          <p:cNvSpPr/>
          <p:nvPr/>
        </p:nvSpPr>
        <p:spPr>
          <a:xfrm>
            <a:off x="3686782" y="1388219"/>
            <a:ext cx="914400" cy="512064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6766440" y="5708072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8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440" y="5708072"/>
                <a:ext cx="60048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076503" y="5708072"/>
                <a:ext cx="60048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6503" y="5708072"/>
                <a:ext cx="60048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1374308" y="5708072"/>
                <a:ext cx="815287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𝟏𝟓𝟔</m:t>
                      </m:r>
                    </m:oMath>
                  </m:oMathPara>
                </a14:m>
                <a:endParaRPr lang="en-IN" sz="28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4308" y="5708072"/>
                <a:ext cx="81528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85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3" grpId="1" animBg="1"/>
      <p:bldP spid="94" grpId="0" animBg="1"/>
      <p:bldP spid="94" grpId="1" animBg="1"/>
      <p:bldP spid="95" grpId="0" animBg="1"/>
      <p:bldP spid="96" grpId="0"/>
      <p:bldP spid="97" grpId="0"/>
      <p:bldP spid="98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8438" y="884472"/>
                <a:ext cx="119351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Now let us find the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𝛒</m:t>
                    </m:r>
                    <m:d>
                      <m:dPr>
                        <m:ctrlPr>
                          <a:rPr lang="en-US" sz="2800" b="1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coefficient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rank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correlation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for each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38" y="884472"/>
                <a:ext cx="11935124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021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37270" y="1548276"/>
                <a:ext cx="3741730" cy="11600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xy</m:t>
                                  </m:r>
                                </m:sub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48276"/>
                <a:ext cx="3741730" cy="11600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37270" y="3229957"/>
                <a:ext cx="3983526" cy="1098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229957"/>
                <a:ext cx="3983526" cy="109812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255064" y="1946859"/>
                <a:ext cx="12392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5064" y="1946859"/>
                <a:ext cx="123925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8951374" y="2470079"/>
                <a:ext cx="2542940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xy</m:t>
                                  </m:r>
                                </m:sub>
                                <m:sup>
                                  <m:r>
                                    <a:rPr lang="en-US" sz="28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74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374" y="2470079"/>
                <a:ext cx="2542940" cy="11356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842831" y="3183997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831" y="3183997"/>
                <a:ext cx="57163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760625" y="3816433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625" y="3816433"/>
                <a:ext cx="57163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380654" y="3816093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654" y="3816093"/>
                <a:ext cx="57163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28438" y="4925449"/>
                <a:ext cx="2862450" cy="5627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𝛒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𝐱𝐲</m:t>
                          </m:r>
                        </m:sub>
                      </m:sSub>
                      <m:r>
                        <a:rPr lang="en-US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𝟓𝟓𝟏𝟓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38" y="4925449"/>
                <a:ext cx="2862450" cy="5627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943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1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8438" y="884472"/>
                <a:ext cx="119351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Now let us find the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𝛒</m:t>
                    </m:r>
                    <m:d>
                      <m:dPr>
                        <m:ctrlPr>
                          <a:rPr lang="en-US" sz="2800" b="1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coefficient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rank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correlation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for each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38" y="884472"/>
                <a:ext cx="11935124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021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37270" y="1548276"/>
                <a:ext cx="3732112" cy="11600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yz</m:t>
                          </m:r>
                        </m:sub>
                      </m:sSub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yz</m:t>
                                  </m:r>
                                </m:sub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48276"/>
                <a:ext cx="3732112" cy="11600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37270" y="3229957"/>
                <a:ext cx="3983526" cy="1098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229957"/>
                <a:ext cx="3983526" cy="109812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842831" y="3183997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831" y="3183997"/>
                <a:ext cx="57163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760625" y="3816433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625" y="3816433"/>
                <a:ext cx="57163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380654" y="3816093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654" y="3816093"/>
                <a:ext cx="57163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28438" y="4925449"/>
                <a:ext cx="2854436" cy="5627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𝛒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𝐲𝐳</m:t>
                          </m:r>
                        </m:sub>
                      </m:sSub>
                      <m:r>
                        <a:rPr lang="en-US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𝟕𝟑𝟑𝟑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38" y="4925449"/>
                <a:ext cx="2854436" cy="5627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6953FE-D480-196D-8BF3-6B53D890EB05}"/>
                  </a:ext>
                </a:extLst>
              </p:cNvPr>
              <p:cNvSpPr txBox="1"/>
              <p:nvPr/>
            </p:nvSpPr>
            <p:spPr>
              <a:xfrm>
                <a:off x="10255064" y="1946859"/>
                <a:ext cx="12392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6953FE-D480-196D-8BF3-6B53D890E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5064" y="1946859"/>
                <a:ext cx="123925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08351B-FC87-A657-D6D3-3CF0490D89B8}"/>
                  </a:ext>
                </a:extLst>
              </p:cNvPr>
              <p:cNvSpPr txBox="1"/>
              <p:nvPr/>
            </p:nvSpPr>
            <p:spPr>
              <a:xfrm>
                <a:off x="8951374" y="2470079"/>
                <a:ext cx="2542940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yz</m:t>
                                  </m:r>
                                </m:sub>
                                <m:sup>
                                  <m:r>
                                    <a:rPr lang="en-US" sz="28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08351B-FC87-A657-D6D3-3CF0490D8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374" y="2470079"/>
                <a:ext cx="2542940" cy="113569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16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8438" y="884472"/>
                <a:ext cx="119351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Now let us find the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𝛒</m:t>
                    </m:r>
                    <m:d>
                      <m:dPr>
                        <m:ctrlPr>
                          <a:rPr lang="en-US" sz="2800" b="1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the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coefficient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rank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2060"/>
                            </a:solidFill>
                          </a:rPr>
                          <m:t>correlation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for each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US" sz="2800" b="1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38" y="884472"/>
                <a:ext cx="11935124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021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37270" y="1548276"/>
                <a:ext cx="3725700" cy="11600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xz</m:t>
                          </m:r>
                        </m:sub>
                      </m:sSub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xz</m:t>
                                  </m:r>
                                </m:sub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48276"/>
                <a:ext cx="3725700" cy="11600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37270" y="3229957"/>
                <a:ext cx="3983526" cy="1098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229957"/>
                <a:ext cx="3983526" cy="109812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801320" y="3183997"/>
                <a:ext cx="770404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320" y="3183997"/>
                <a:ext cx="770404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760625" y="3816433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625" y="3816433"/>
                <a:ext cx="57163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380654" y="3816093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654" y="3816093"/>
                <a:ext cx="57163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28438" y="4925449"/>
                <a:ext cx="28512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𝛒</m:t>
                          </m:r>
                        </m:e>
                        <m:sub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𝐱𝐳</m:t>
                          </m:r>
                        </m:sub>
                      </m:sSub>
                      <m:r>
                        <a:rPr lang="en-US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𝟎𝟓𝟒𝟓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38" y="4925449"/>
                <a:ext cx="285123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5CB149-56C1-D3AD-7F4B-40F415C67F09}"/>
                  </a:ext>
                </a:extLst>
              </p:cNvPr>
              <p:cNvSpPr txBox="1"/>
              <p:nvPr/>
            </p:nvSpPr>
            <p:spPr>
              <a:xfrm>
                <a:off x="10255064" y="1946859"/>
                <a:ext cx="12392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5CB149-56C1-D3AD-7F4B-40F415C67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5064" y="1946859"/>
                <a:ext cx="123925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8F4A37-B83B-1FC8-7C58-2461BDACBE6B}"/>
                  </a:ext>
                </a:extLst>
              </p:cNvPr>
              <p:cNvSpPr txBox="1"/>
              <p:nvPr/>
            </p:nvSpPr>
            <p:spPr>
              <a:xfrm>
                <a:off x="8937741" y="2470079"/>
                <a:ext cx="2745303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xz</m:t>
                                  </m:r>
                                </m:sub>
                                <m:sup>
                                  <m:r>
                                    <a:rPr lang="en-US" sz="280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   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156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F8F4A37-B83B-1FC8-7C58-2461BDACB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2470079"/>
                <a:ext cx="2745303" cy="113569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23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1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3(Continue)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58073" y="884472"/>
                <a:ext cx="88200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Now let us compare all </a:t>
                </a: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𝛒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to find nearest approach to beauty. </a:t>
                </a:r>
                <a:endParaRPr lang="en-US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073" y="884472"/>
                <a:ext cx="8820043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451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68345" y="1583372"/>
                <a:ext cx="2372381" cy="562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0.5515,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45" y="1583372"/>
                <a:ext cx="2372381" cy="562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405180" y="1578554"/>
                <a:ext cx="2362763" cy="562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yz</m:t>
                          </m:r>
                        </m:sub>
                      </m:sSub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0.7333,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180" y="1578554"/>
                <a:ext cx="2362763" cy="5628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650286" y="1578554"/>
                <a:ext cx="22826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xz</m:t>
                          </m:r>
                        </m:sub>
                      </m:sSub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0.0545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286" y="1578554"/>
                <a:ext cx="22826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68345" y="2279863"/>
                <a:ext cx="3653640" cy="562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</m:sub>
                    </m:sSub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yz</m:t>
                        </m:r>
                      </m:sub>
                    </m:sSub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45" y="2279863"/>
                <a:ext cx="3653640" cy="562846"/>
              </a:xfrm>
              <a:prstGeom prst="rect">
                <a:avLst/>
              </a:prstGeom>
              <a:blipFill>
                <a:blip r:embed="rId6"/>
                <a:stretch>
                  <a:fillRect l="-3506" t="-11957" b="-22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68345" y="3716098"/>
                <a:ext cx="8229624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Pair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2</m:t>
                      </m:r>
                      <m:r>
                        <m:rPr>
                          <m:nor/>
                        </m:rPr>
                        <a:rPr lang="en-US" sz="2800" b="1" baseline="30000" dirty="0">
                          <a:solidFill>
                            <a:srgbClr val="7030A0"/>
                          </a:solidFill>
                        </a:rPr>
                        <m:t>nd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and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3</m:t>
                      </m:r>
                      <m:r>
                        <m:rPr>
                          <m:nor/>
                        </m:rPr>
                        <a:rPr lang="en-US" sz="2800" b="1" baseline="30000" dirty="0">
                          <a:solidFill>
                            <a:srgbClr val="7030A0"/>
                          </a:solidFill>
                        </a:rPr>
                        <m:t>rd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judge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has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nearest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approach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to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beauty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.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45" y="3716098"/>
                <a:ext cx="822962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9E834B2-3E66-8076-0113-658A947633D3}"/>
              </a:ext>
            </a:extLst>
          </p:cNvPr>
          <p:cNvSpPr/>
          <p:nvPr/>
        </p:nvSpPr>
        <p:spPr>
          <a:xfrm>
            <a:off x="173111" y="3014789"/>
            <a:ext cx="91896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2060"/>
                </a:solidFill>
              </a:rPr>
              <a:t>i.e., 2</a:t>
            </a:r>
            <a:r>
              <a:rPr lang="en-US" sz="2800" baseline="30000" dirty="0">
                <a:solidFill>
                  <a:srgbClr val="002060"/>
                </a:solidFill>
              </a:rPr>
              <a:t>nd</a:t>
            </a:r>
            <a:r>
              <a:rPr lang="en-US" sz="2800" dirty="0">
                <a:solidFill>
                  <a:srgbClr val="002060"/>
                </a:solidFill>
              </a:rPr>
              <a:t> and 3</a:t>
            </a:r>
            <a:r>
              <a:rPr lang="en-US" sz="2800" baseline="30000" dirty="0">
                <a:solidFill>
                  <a:srgbClr val="002060"/>
                </a:solidFill>
              </a:rPr>
              <a:t>rd</a:t>
            </a:r>
            <a:r>
              <a:rPr lang="en-US" sz="2800" dirty="0">
                <a:solidFill>
                  <a:srgbClr val="002060"/>
                </a:solidFill>
              </a:rPr>
              <a:t> judges have the highest correlation.</a:t>
            </a:r>
          </a:p>
        </p:txBody>
      </p:sp>
    </p:spTree>
    <p:extLst>
      <p:ext uri="{BB962C8B-B14F-4D97-AF65-F5344CB8AC3E}">
        <p14:creationId xmlns:p14="http://schemas.microsoft.com/office/powerpoint/2010/main" val="2263817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0" grpId="0"/>
      <p:bldP spid="22" grpId="0" animBg="1"/>
      <p:bldP spid="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7" y="869081"/>
            <a:ext cx="11929643" cy="6400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Find the rank correlation coefficient and comment on its value.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78250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468715"/>
              </p:ext>
            </p:extLst>
          </p:nvPr>
        </p:nvGraphicFramePr>
        <p:xfrm>
          <a:off x="129540" y="1681528"/>
          <a:ext cx="11932921" cy="1920240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3671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Roll No.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Marks in Mathematics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78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98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75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82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90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Marks in Chemistry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84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91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86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625597" y="3731134"/>
            <a:ext cx="10429458" cy="1161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800" dirty="0"/>
              <a:t>Here, against the roll no. </a:t>
            </a:r>
            <a:r>
              <a:rPr lang="en-US" sz="2800" b="1" dirty="0"/>
              <a:t>Marks</a:t>
            </a:r>
            <a:r>
              <a:rPr lang="en-US" sz="2800" dirty="0"/>
              <a:t> are given. To find out rank correlation, we need </a:t>
            </a:r>
            <a:r>
              <a:rPr lang="en-US" sz="2800" b="1" dirty="0"/>
              <a:t>Rank</a:t>
            </a:r>
            <a:r>
              <a:rPr lang="en-US" sz="2800" dirty="0"/>
              <a:t>.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5597" y="5009795"/>
            <a:ext cx="104294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+mj-lt"/>
                <a:ea typeface="Cambria Math" panose="02040503050406030204" pitchFamily="18" charset="0"/>
              </a:rPr>
              <a:t>So, we need to assign the rank to each roll no. for given characteristics.</a:t>
            </a:r>
            <a:endParaRPr lang="en-US" sz="28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25597" y="5650525"/>
            <a:ext cx="74212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i.e. marks in Mathematics  &amp;  marks in Chemistry.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49B14B-47CB-40D3-992C-067F4AE576DD}"/>
              </a:ext>
            </a:extLst>
          </p:cNvPr>
          <p:cNvSpPr/>
          <p:nvPr/>
        </p:nvSpPr>
        <p:spPr>
          <a:xfrm>
            <a:off x="375455" y="2387224"/>
            <a:ext cx="949795" cy="508847"/>
          </a:xfrm>
          <a:prstGeom prst="rect">
            <a:avLst/>
          </a:prstGeom>
          <a:noFill/>
          <a:ln w="38100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6DE54E-3CB8-4CB5-BE81-8439205D878E}"/>
              </a:ext>
            </a:extLst>
          </p:cNvPr>
          <p:cNvSpPr/>
          <p:nvPr/>
        </p:nvSpPr>
        <p:spPr>
          <a:xfrm>
            <a:off x="570763" y="3028256"/>
            <a:ext cx="949795" cy="508847"/>
          </a:xfrm>
          <a:prstGeom prst="rect">
            <a:avLst/>
          </a:prstGeom>
          <a:noFill/>
          <a:ln w="38100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4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8" grpId="0"/>
      <p:bldP spid="9" grpId="0" animBg="1"/>
      <p:bldP spid="1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4(Continue)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06680" y="818368"/>
              <a:ext cx="9875520" cy="5669276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67830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𝐑𝐨𝐥𝐥</m:t>
                                </m:r>
                                <m:r>
                                  <a:rPr lang="en-US" sz="25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5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𝐍𝐨</m:t>
                                </m:r>
                                <m:r>
                                  <a:rPr lang="en-US" sz="25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𝐌𝐚𝐭𝐡</m:t>
                                </m:r>
                                <m:r>
                                  <a:rPr lang="en-US" sz="25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5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𝐂𝐡𝐞𝐦</m:t>
                                </m:r>
                                <m:r>
                                  <a:rPr lang="en-US" sz="25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8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kumimoji="0" lang="en-US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kumimoji="0" lang="en-US" sz="28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𝐝</m:t>
                                </m:r>
                                <m:r>
                                  <a:rPr kumimoji="0" lang="en-US" sz="2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2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kumimoji="0" lang="en-US" sz="2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28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sz="28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8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p>
                                    <m:r>
                                      <a:rPr lang="en-US" sz="28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78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84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98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91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75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82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90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86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6680" y="818368"/>
              <a:ext cx="9875520" cy="5669276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/>
                    <a:gridCol w="1371600"/>
                    <a:gridCol w="1371600"/>
                    <a:gridCol w="1371600"/>
                    <a:gridCol w="1371600"/>
                    <a:gridCol w="1645920"/>
                    <a:gridCol w="1371600"/>
                  </a:tblGrid>
                  <a:tr h="6783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444" t="-901" r="-622222" b="-7603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44" t="-901" r="-522222" b="-7603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444" t="-901" r="-422222" b="-7603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99115" t="-901" r="-320354" b="-7603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400889" t="-901" r="-221778" b="-7603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417407" t="-901" r="-84815" b="-7603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620889" t="-901" r="-1778" b="-760360"/>
                          </a:stretch>
                        </a:blipFill>
                      </a:tcPr>
                    </a:tc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78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84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51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98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91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25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75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68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82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62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7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90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86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8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62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58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5455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9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65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53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9966" y="262787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4200" y="484088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6842" y="4282943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5962" y="150979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4200" y="372280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4200" y="5947392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4199" y="538944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4679" y="2069933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4198" y="3185822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5991" y="262787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5991" y="484136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5992" y="1509385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5991" y="372304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5991" y="4283422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5991" y="317643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5990" y="539378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1647" y="594258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1647" y="2067330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651273" y="1509385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586351" y="2069205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651272" y="262787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651272" y="3183829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649842" y="372820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584920" y="4285669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652824" y="4840110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649842" y="538871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584920" y="5937326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160739" y="1509385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160739" y="2069205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160738" y="262787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160738" y="3183829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159308" y="372820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159308" y="4285669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162290" y="4840110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159308" y="538871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9159307" y="593732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2" name="Table 10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467082"/>
                  </p:ext>
                </p:extLst>
              </p:nvPr>
            </p:nvGraphicFramePr>
            <p:xfrm>
              <a:off x="9982200" y="5373478"/>
              <a:ext cx="2194560" cy="1124712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5154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80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800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800" b="0" i="1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8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d</m:t>
                                            </m:r>
                                          </m:e>
                                          <m:sup>
                                            <m:r>
                                              <a:rPr lang="en-US" sz="28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nary>
                                <m:r>
                                  <a:rPr lang="en-US" sz="28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=20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ctr">
                        <a:solidFill>
                          <a:srgbClr val="B8474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2" name="Table 10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467082"/>
                  </p:ext>
                </p:extLst>
              </p:nvPr>
            </p:nvGraphicFramePr>
            <p:xfrm>
              <a:off x="9982200" y="5373478"/>
              <a:ext cx="2194560" cy="1124712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1945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124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7" t="-541" r="-1108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Rounded Rectangle 40"/>
          <p:cNvSpPr/>
          <p:nvPr/>
        </p:nvSpPr>
        <p:spPr>
          <a:xfrm>
            <a:off x="1738147" y="1509385"/>
            <a:ext cx="914400" cy="493776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/>
          <p:cNvSpPr/>
          <p:nvPr/>
        </p:nvSpPr>
        <p:spPr>
          <a:xfrm>
            <a:off x="3061750" y="1510795"/>
            <a:ext cx="914400" cy="4937760"/>
          </a:xfrm>
          <a:prstGeom prst="round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1514B88-C9D4-4933-B403-210BFB00BB38}"/>
              </a:ext>
            </a:extLst>
          </p:cNvPr>
          <p:cNvSpPr/>
          <p:nvPr/>
        </p:nvSpPr>
        <p:spPr>
          <a:xfrm>
            <a:off x="10032999" y="818368"/>
            <a:ext cx="2035104" cy="156966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Here, Highest Marks in Math. is 98. 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+mj-lt"/>
                <a:ea typeface="Cambria Math" panose="02040503050406030204" pitchFamily="18" charset="0"/>
              </a:rPr>
              <a:t>Give rank 1.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  </a:t>
            </a:r>
            <a:endParaRPr lang="en-US" sz="24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046F522-D217-4B73-8708-8699194AD2B7}"/>
              </a:ext>
            </a:extLst>
          </p:cNvPr>
          <p:cNvSpPr/>
          <p:nvPr/>
        </p:nvSpPr>
        <p:spPr>
          <a:xfrm>
            <a:off x="10034129" y="2465929"/>
            <a:ext cx="2035104" cy="156966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Here, 2</a:t>
            </a:r>
            <a:r>
              <a:rPr lang="en-US" sz="2400" baseline="3000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nd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  Highest Marks in Math. is 90. </a:t>
            </a:r>
            <a:r>
              <a:rPr lang="en-US" sz="2400" b="1" dirty="0">
                <a:solidFill>
                  <a:srgbClr val="FF0000"/>
                </a:solidFill>
                <a:latin typeface="+mj-lt"/>
                <a:ea typeface="Cambria Math" panose="02040503050406030204" pitchFamily="18" charset="0"/>
              </a:rPr>
              <a:t>Give rank 2. 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1D7489C-E0E6-4ABA-B717-745EDA90C02A}"/>
              </a:ext>
            </a:extLst>
          </p:cNvPr>
          <p:cNvSpPr/>
          <p:nvPr/>
        </p:nvSpPr>
        <p:spPr>
          <a:xfrm>
            <a:off x="1908842" y="2627877"/>
            <a:ext cx="504000" cy="504000"/>
          </a:xfrm>
          <a:prstGeom prst="ellipse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62D69E6-5519-43F2-BE62-73E5028CC61F}"/>
              </a:ext>
            </a:extLst>
          </p:cNvPr>
          <p:cNvSpPr/>
          <p:nvPr/>
        </p:nvSpPr>
        <p:spPr>
          <a:xfrm>
            <a:off x="1908842" y="4840110"/>
            <a:ext cx="504000" cy="504000"/>
          </a:xfrm>
          <a:prstGeom prst="ellipse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85A5C5D-BD2A-4AE5-8441-951BEAFF95FF}"/>
              </a:ext>
            </a:extLst>
          </p:cNvPr>
          <p:cNvSpPr/>
          <p:nvPr/>
        </p:nvSpPr>
        <p:spPr>
          <a:xfrm>
            <a:off x="10032999" y="4131822"/>
            <a:ext cx="2035104" cy="120032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Repeat the same for remaining.  </a:t>
            </a:r>
            <a:endParaRPr lang="en-US" sz="24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934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  <p:bldP spid="18" grpId="0"/>
      <p:bldP spid="21" grpId="0"/>
      <p:bldP spid="23" grpId="0"/>
      <p:bldP spid="54" grpId="0"/>
      <p:bldP spid="56" grpId="0"/>
      <p:bldP spid="58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3" grpId="0" animBg="1"/>
      <p:bldP spid="3" grpId="1" animBg="1"/>
      <p:bldP spid="46" grpId="0" animBg="1"/>
      <p:bldP spid="46" grpId="1" animBg="1"/>
      <p:bldP spid="47" grpId="0" animBg="1"/>
      <p:bldP spid="47" grpId="1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4(Continue)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37271" y="859577"/>
            <a:ext cx="117166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Substitute all the values in the </a:t>
            </a:r>
            <a:r>
              <a:rPr lang="en-US" sz="2800" dirty="0">
                <a:solidFill>
                  <a:srgbClr val="1F3B73"/>
                </a:solidFill>
              </a:rPr>
              <a:t>formula </a:t>
            </a:r>
            <a:r>
              <a:rPr lang="en-US" sz="2800" dirty="0">
                <a:solidFill>
                  <a:srgbClr val="002060"/>
                </a:solidFill>
              </a:rPr>
              <a:t>to find the coefficient of rank correlation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37270" y="1548276"/>
                <a:ext cx="3435108" cy="1153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48276"/>
                <a:ext cx="3435108" cy="115326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37270" y="2925157"/>
                <a:ext cx="3473580" cy="1098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214</m:t>
                          </m:r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925157"/>
                <a:ext cx="3473580" cy="109812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902305" y="1805424"/>
                <a:ext cx="104047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305" y="1805424"/>
                <a:ext cx="104047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902305" y="2380020"/>
                <a:ext cx="2178866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2305" y="2380020"/>
                <a:ext cx="2178866" cy="11356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526885" y="2879692"/>
                <a:ext cx="571631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6885" y="2879692"/>
                <a:ext cx="57163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596508" y="3518023"/>
                <a:ext cx="37285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508" y="3518023"/>
                <a:ext cx="372858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064769" y="3548503"/>
                <a:ext cx="372858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769" y="3548503"/>
                <a:ext cx="372858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426778" y="4207941"/>
                <a:ext cx="17014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0.8333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78" y="4207941"/>
                <a:ext cx="170149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124049" y="4915824"/>
                <a:ext cx="7022756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coefficient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rank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correlation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𝟖𝟑𝟑𝟑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49" y="4915824"/>
                <a:ext cx="702275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24049" y="5600061"/>
            <a:ext cx="9389821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+mj-lt"/>
                <a:ea typeface="Cambria Math" panose="02040503050406030204" pitchFamily="18" charset="0"/>
              </a:rPr>
              <a:t>Comment: </a:t>
            </a:r>
            <a:r>
              <a:rPr lang="en-US" sz="2800" dirty="0">
                <a:solidFill>
                  <a:srgbClr val="7030A0"/>
                </a:solidFill>
                <a:latin typeface="+mj-lt"/>
                <a:ea typeface="Cambria Math" panose="02040503050406030204" pitchFamily="18" charset="0"/>
              </a:rPr>
              <a:t>ρ shows that marks of Mathematics and Chemistry are </a:t>
            </a:r>
          </a:p>
          <a:p>
            <a:r>
              <a:rPr lang="en-US" sz="2800" dirty="0">
                <a:solidFill>
                  <a:srgbClr val="7030A0"/>
                </a:solidFill>
                <a:latin typeface="+mj-lt"/>
                <a:ea typeface="Cambria Math" panose="02040503050406030204" pitchFamily="18" charset="0"/>
              </a:rPr>
              <a:t>	        strongly related.</a:t>
            </a:r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12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82" grpId="0"/>
      <p:bldP spid="86" grpId="0"/>
      <p:bldP spid="31" grpId="0"/>
      <p:bldP spid="32" grpId="0"/>
      <p:bldP spid="33" grpId="0"/>
      <p:bldP spid="43" grpId="0"/>
      <p:bldP spid="44" grpId="0" animBg="1"/>
      <p:bldP spid="1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Tied Rank</a:t>
            </a:r>
            <a:r>
              <a:rPr lang="en-IN" sz="3600" dirty="0"/>
              <a:t>/</a:t>
            </a:r>
            <a:r>
              <a:rPr lang="en-US" sz="3600" dirty="0"/>
              <a:t>Repeated Rank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/>
              <a:t>In previous example,</a:t>
            </a:r>
          </a:p>
          <a:p>
            <a:pPr lvl="1"/>
            <a:r>
              <a:rPr lang="en-US"/>
              <a:t>If two or more students had obtained the </a:t>
            </a:r>
            <a:r>
              <a:rPr lang="en-US" b="1">
                <a:solidFill>
                  <a:srgbClr val="FF0000"/>
                </a:solidFill>
              </a:rPr>
              <a:t>same marks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in Mathematics or Chemistry, </a:t>
            </a:r>
            <a:r>
              <a:rPr lang="en-US" b="1">
                <a:solidFill>
                  <a:srgbClr val="FF0000"/>
                </a:solidFill>
              </a:rPr>
              <a:t>what</a:t>
            </a:r>
            <a:r>
              <a:rPr lang="en-US" b="1"/>
              <a:t> </a:t>
            </a:r>
            <a:r>
              <a:rPr lang="en-US" b="1">
                <a:solidFill>
                  <a:srgbClr val="FF0000"/>
                </a:solidFill>
              </a:rPr>
              <a:t>rank</a:t>
            </a:r>
            <a:r>
              <a:rPr lang="en-US"/>
              <a:t> would you give to those students?</a:t>
            </a:r>
          </a:p>
          <a:p>
            <a:pPr lvl="0"/>
            <a:r>
              <a:rPr lang="en-US"/>
              <a:t>If there is a </a:t>
            </a:r>
            <a:r>
              <a:rPr lang="en-US" b="1">
                <a:solidFill>
                  <a:srgbClr val="FF0000"/>
                </a:solidFill>
              </a:rPr>
              <a:t>tie</a:t>
            </a:r>
            <a:r>
              <a:rPr lang="en-US"/>
              <a:t> between the ranks, then it is known as tied rank.</a:t>
            </a:r>
          </a:p>
          <a:p>
            <a:r>
              <a:rPr lang="en-US"/>
              <a:t>In case of tie between individuals’ ranks, </a:t>
            </a:r>
          </a:p>
          <a:p>
            <a:pPr lvl="1"/>
            <a:r>
              <a:rPr lang="en-US"/>
              <a:t>the rank is divided among </a:t>
            </a:r>
            <a:r>
              <a:rPr lang="en-US" b="1">
                <a:solidFill>
                  <a:srgbClr val="FF0000"/>
                </a:solidFill>
              </a:rPr>
              <a:t>equal</a:t>
            </a:r>
            <a:r>
              <a:rPr lang="en-US"/>
              <a:t> individuals.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32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Tied Rank</a:t>
            </a:r>
            <a:r>
              <a:rPr lang="en-IN" dirty="0"/>
              <a:t>/</a:t>
            </a:r>
            <a:r>
              <a:rPr lang="en-US" dirty="0"/>
              <a:t>Repeated 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For Example:</a:t>
                </a:r>
              </a:p>
              <a:p>
                <a:pPr lvl="1"/>
                <a:r>
                  <a:rPr lang="en-US" dirty="0"/>
                  <a:t>If there is tie with </a:t>
                </a:r>
                <a:r>
                  <a:rPr lang="en-US" dirty="0">
                    <a:solidFill>
                      <a:srgbClr val="FF0000"/>
                    </a:solidFill>
                  </a:rPr>
                  <a:t>two</a:t>
                </a:r>
                <a:r>
                  <a:rPr lang="en-US" dirty="0"/>
                  <a:t> items at </a:t>
                </a:r>
                <a:r>
                  <a:rPr lang="en-US" dirty="0">
                    <a:solidFill>
                      <a:srgbClr val="FF0000"/>
                    </a:solidFill>
                  </a:rPr>
                  <a:t>4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th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rank</a:t>
                </a:r>
                <a:r>
                  <a:rPr lang="en-US" dirty="0"/>
                  <a:t>, then give average rank </a:t>
                </a:r>
                <a:r>
                  <a:rPr lang="en-US" dirty="0">
                    <a:solidFill>
                      <a:srgbClr val="FF0000"/>
                    </a:solidFill>
                  </a:rPr>
                  <a:t>4.5 </a:t>
                </a:r>
                <a:r>
                  <a:rPr lang="en-US" dirty="0"/>
                  <a:t>as rank to both items.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/>
                        <m:t>Average</m:t>
                      </m:r>
                      <m:r>
                        <m:rPr>
                          <m:nor/>
                        </m:rPr>
                        <a:rPr lang="en-US" b="0" i="0" smtClean="0"/>
                        <m:t> </m:t>
                      </m:r>
                      <m:r>
                        <m:rPr>
                          <m:nor/>
                        </m:rPr>
                        <a:rPr lang="en-US" b="0" i="0" smtClean="0"/>
                        <m:t>rank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 4+</m:t>
                          </m:r>
                          <m:r>
                            <a:rPr lang="en-US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=4.5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If there is tie with </a:t>
                </a:r>
                <a:r>
                  <a:rPr lang="en-US" dirty="0">
                    <a:solidFill>
                      <a:srgbClr val="FF0000"/>
                    </a:solidFill>
                  </a:rPr>
                  <a:t>two</a:t>
                </a:r>
                <a:r>
                  <a:rPr lang="en-US" dirty="0"/>
                  <a:t> items at </a:t>
                </a:r>
                <a:r>
                  <a:rPr lang="en-US" dirty="0">
                    <a:solidFill>
                      <a:srgbClr val="FF0000"/>
                    </a:solidFill>
                  </a:rPr>
                  <a:t>8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th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rank</a:t>
                </a:r>
                <a:r>
                  <a:rPr lang="en-US" dirty="0"/>
                  <a:t>, then give average rank </a:t>
                </a:r>
                <a:r>
                  <a:rPr lang="en-US" dirty="0">
                    <a:solidFill>
                      <a:srgbClr val="FF0000"/>
                    </a:solidFill>
                  </a:rPr>
                  <a:t>8.5 </a:t>
                </a:r>
                <a:r>
                  <a:rPr lang="en-US" dirty="0"/>
                  <a:t>as rank to both items.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Average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rank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8+</m:t>
                          </m:r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8.5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0000"/>
                    </a:solidFill>
                  </a:rPr>
                  <a:t>Note:</a:t>
                </a:r>
                <a:r>
                  <a:rPr lang="en-US" dirty="0"/>
                  <a:t> After tie at 4</a:t>
                </a:r>
                <a:r>
                  <a:rPr lang="en-US" baseline="30000" dirty="0"/>
                  <a:t>th</a:t>
                </a:r>
                <a:r>
                  <a:rPr lang="en-US" dirty="0"/>
                  <a:t> rank, next rank is 6</a:t>
                </a:r>
                <a:r>
                  <a:rPr lang="en-US" baseline="30000" dirty="0"/>
                  <a:t>th</a:t>
                </a:r>
                <a:r>
                  <a:rPr lang="en-US" dirty="0"/>
                  <a:t> rank.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 b="-10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435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Tied Rank</a:t>
            </a:r>
            <a:r>
              <a:rPr lang="en-IN" dirty="0"/>
              <a:t>/</a:t>
            </a:r>
            <a:r>
              <a:rPr lang="en-US" dirty="0"/>
              <a:t>Repeated 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For Example:</a:t>
                </a:r>
              </a:p>
              <a:p>
                <a:pPr lvl="1"/>
                <a:r>
                  <a:rPr lang="en-US" dirty="0"/>
                  <a:t>If there is tie with </a:t>
                </a:r>
                <a:r>
                  <a:rPr lang="en-US" dirty="0">
                    <a:solidFill>
                      <a:srgbClr val="FF0000"/>
                    </a:solidFill>
                  </a:rPr>
                  <a:t>three</a:t>
                </a:r>
                <a:r>
                  <a:rPr lang="en-US" dirty="0"/>
                  <a:t> items at </a:t>
                </a:r>
                <a:r>
                  <a:rPr lang="en-US" dirty="0">
                    <a:solidFill>
                      <a:srgbClr val="FF0000"/>
                    </a:solidFill>
                  </a:rPr>
                  <a:t>2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nd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rank</a:t>
                </a:r>
                <a:r>
                  <a:rPr lang="en-US" dirty="0"/>
                  <a:t>, then give average rank </a:t>
                </a:r>
                <a:r>
                  <a:rPr lang="en-US" dirty="0">
                    <a:solidFill>
                      <a:srgbClr val="FF0000"/>
                    </a:solidFill>
                  </a:rPr>
                  <a:t>3 </a:t>
                </a:r>
                <a:r>
                  <a:rPr lang="en-US" dirty="0"/>
                  <a:t>as rank to all three items.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Average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rank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3+4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b="0" dirty="0"/>
              </a:p>
              <a:p>
                <a:pPr lvl="1"/>
                <a:r>
                  <a:rPr lang="en-US" dirty="0"/>
                  <a:t>If there is tie with </a:t>
                </a:r>
                <a:r>
                  <a:rPr lang="en-US" dirty="0">
                    <a:solidFill>
                      <a:srgbClr val="FF0000"/>
                    </a:solidFill>
                  </a:rPr>
                  <a:t>three</a:t>
                </a:r>
                <a:r>
                  <a:rPr lang="en-US" dirty="0"/>
                  <a:t> items at </a:t>
                </a:r>
                <a:r>
                  <a:rPr lang="en-US" dirty="0">
                    <a:solidFill>
                      <a:srgbClr val="FF0000"/>
                    </a:solidFill>
                  </a:rPr>
                  <a:t>4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th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rank</a:t>
                </a:r>
                <a:r>
                  <a:rPr lang="en-US" dirty="0"/>
                  <a:t>, then give average rank </a:t>
                </a:r>
                <a:r>
                  <a:rPr lang="en-US" dirty="0">
                    <a:solidFill>
                      <a:srgbClr val="FF0000"/>
                    </a:solidFill>
                  </a:rPr>
                  <a:t>5 </a:t>
                </a:r>
                <a:r>
                  <a:rPr lang="en-US" dirty="0"/>
                  <a:t>as rank to all three items.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Average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rank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 4+</m:t>
                          </m:r>
                          <m:r>
                            <a:rPr lang="en-US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5+6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dirty="0"/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solidFill>
                      <a:srgbClr val="FF0000"/>
                    </a:solidFill>
                  </a:rPr>
                  <a:t>Note:</a:t>
                </a:r>
                <a:r>
                  <a:rPr lang="en-US" dirty="0"/>
                  <a:t> After tie at 2</a:t>
                </a:r>
                <a:r>
                  <a:rPr lang="en-US" baseline="30000" dirty="0"/>
                  <a:t>nd</a:t>
                </a:r>
                <a:r>
                  <a:rPr lang="en-US" dirty="0"/>
                  <a:t> rank, next rank is 5</a:t>
                </a:r>
                <a:r>
                  <a:rPr lang="en-US" baseline="30000" dirty="0"/>
                  <a:t>th</a:t>
                </a:r>
                <a:r>
                  <a:rPr lang="en-US" dirty="0"/>
                  <a:t> rank.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 b="-10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53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Spearman’s Coefficient of Rank Correlation for Tied 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851869"/>
                <a:ext cx="11929641" cy="5590565"/>
              </a:xfrm>
            </p:spPr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en-US" dirty="0"/>
                  <a:t>The Spearman’s coefficient of rank correlation for </a:t>
                </a:r>
                <a:r>
                  <a:rPr lang="en-US" b="1" dirty="0">
                    <a:solidFill>
                      <a:srgbClr val="FF0000"/>
                    </a:solidFill>
                  </a:rPr>
                  <a:t>Tied Rank</a:t>
                </a:r>
                <a:r>
                  <a:rPr lang="en-US" dirty="0"/>
                  <a:t> defined as below:</a:t>
                </a:r>
                <a:endParaRPr lang="en-US" b="0" i="0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𝛒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𝐝</m:t>
                                          </m:r>
                                        </m:e>
                                        <m:sup>
                                          <m:r>
                                            <a:rPr lang="en-US" b="1" i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p>
                                      <m:r>
                                        <a:rPr lang="en-US" b="1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num>
                                        <m:den>
                                          <m:r>
                                            <a:rPr lang="en-US" b="1" i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𝟏𝟐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1" i="1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1" i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𝟏</m:t>
                                                  </m:r>
                                                </m:sub>
                                              </m:sSub>
                                            </m:e>
                                            <m:sup>
                                              <m:r>
                                                <a:rPr lang="en-US" b="1" i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𝟑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1" i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1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US" b="1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num>
                                        <m:den>
                                          <m:r>
                                            <a:rPr lang="en-US" b="1" i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𝟏𝟐</m:t>
                                          </m:r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den>
                                      </m:f>
                                      <m:d>
                                        <m:dPr>
                                          <m:ctrlPr>
                                            <a:rPr lang="en-US" b="1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1" i="1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1" i="0">
                                                      <a:solidFill>
                                                        <a:schemeClr val="bg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𝟐</m:t>
                                                  </m:r>
                                                </m:sub>
                                              </m:sSub>
                                            </m:e>
                                            <m:sup>
                                              <m:r>
                                                <a:rPr lang="en-US" b="1" i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𝟑</m:t>
                                              </m:r>
                                            </m:sup>
                                          </m:sSup>
                                          <m:r>
                                            <a:rPr lang="en-US" b="1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1" i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  <m:r>
                                    <a:rPr lang="en-US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+…</m:t>
                                  </m:r>
                                  <m:r>
                                    <a:rPr lang="en-US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</m:e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e>
                          </m:d>
                        </m:num>
                        <m:den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p>
                                  <m:r>
                                    <a:rPr lang="en-US" b="1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:pPr marL="273050" lvl="0" indent="0">
                  <a:lnSpc>
                    <a:spcPct val="125000"/>
                  </a:lnSpc>
                  <a:buNone/>
                </a:pPr>
                <a:r>
                  <a:rPr lang="en-US" dirty="0"/>
                  <a:t>where,</a:t>
                </a:r>
              </a:p>
              <a:p>
                <a:pPr lvl="1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US"/>
                      <m:t>Difference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Ranks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0"/>
                      <m:t>number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of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times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a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data</m:t>
                    </m:r>
                    <m:r>
                      <m:rPr>
                        <m:nor/>
                      </m:rPr>
                      <a:rPr lang="en-US" i="0"/>
                      <m:t> </m:t>
                    </m:r>
                    <m:r>
                      <m:rPr>
                        <m:nor/>
                      </m:rPr>
                      <a:rPr lang="en-US" i="0"/>
                      <m:t>repeats</m:t>
                    </m:r>
                  </m:oMath>
                </a14:m>
                <a:endParaRPr lang="en-US" dirty="0"/>
              </a:p>
              <a:p>
                <a:pPr>
                  <a:lnSpc>
                    <a:spcPct val="125000"/>
                  </a:lnSpc>
                </a:pPr>
                <a:r>
                  <a:rPr lang="en-US" dirty="0"/>
                  <a:t>Note:</a:t>
                </a:r>
              </a:p>
              <a:p>
                <a:pPr lvl="1">
                  <a:lnSpc>
                    <a:spcPct val="125000"/>
                  </a:lnSpc>
                </a:pPr>
                <a:r>
                  <a:rPr lang="en-US" dirty="0"/>
                  <a:t>If any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is repeated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times,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25000"/>
                  </a:lnSpc>
                </a:pPr>
                <a:r>
                  <a:rPr lang="en-US" dirty="0"/>
                  <a:t>If any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dirty="0"/>
                  <a:t> is repeated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/>
                  <a:t> times,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51869"/>
                <a:ext cx="11929641" cy="5590565"/>
              </a:xfrm>
              <a:blipFill>
                <a:blip r:embed="rId2"/>
                <a:stretch>
                  <a:fillRect l="-971" b="-44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501145" y="1683206"/>
                <a:ext cx="2608856" cy="8991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 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12 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145" y="1683206"/>
                <a:ext cx="2608856" cy="8991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48195" y="1683206"/>
                <a:ext cx="2703945" cy="8991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1 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12 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195" y="1683206"/>
                <a:ext cx="2703945" cy="899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05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7" y="869081"/>
            <a:ext cx="11929643" cy="6400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Calculate coefficient of rank correlation by Spearman’s method from following: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6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14533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75058"/>
              </p:ext>
            </p:extLst>
          </p:nvPr>
        </p:nvGraphicFramePr>
        <p:xfrm>
          <a:off x="129540" y="1669954"/>
          <a:ext cx="11932920" cy="1280160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275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Sales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60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Cost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42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625597" y="3145334"/>
            <a:ext cx="54184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Here, Rank of given data is not given.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5597" y="3863774"/>
            <a:ext cx="98089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0" dirty="0">
                <a:latin typeface="+mj-lt"/>
                <a:ea typeface="Cambria Math" panose="02040503050406030204" pitchFamily="18" charset="0"/>
              </a:rPr>
              <a:t>So, </a:t>
            </a:r>
            <a:r>
              <a:rPr lang="en-US" sz="2800" dirty="0">
                <a:latin typeface="+mj-lt"/>
                <a:ea typeface="Cambria Math" panose="02040503050406030204" pitchFamily="18" charset="0"/>
              </a:rPr>
              <a:t>We need to assign the rank to each data by given characteristics</a:t>
            </a:r>
            <a:endParaRPr lang="en-US" sz="28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25597" y="4557383"/>
            <a:ext cx="33795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i.e.,  sales     &amp;     cost.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69C8170-DD65-BEFF-3833-FDAEDDA83B7A}"/>
                  </a:ext>
                </a:extLst>
              </p:cNvPr>
              <p:cNvSpPr/>
              <p:nvPr/>
            </p:nvSpPr>
            <p:spPr>
              <a:xfrm>
                <a:off x="1625596" y="5188046"/>
                <a:ext cx="688610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rank of sales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rank of costs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69C8170-DD65-BEFF-3833-FDAEDDA83B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5188046"/>
                <a:ext cx="6886105" cy="523220"/>
              </a:xfrm>
              <a:prstGeom prst="rect">
                <a:avLst/>
              </a:prstGeom>
              <a:blipFill>
                <a:blip r:embed="rId2"/>
                <a:stretch>
                  <a:fillRect l="-186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16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8" grpId="0"/>
      <p:bldP spid="4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6(Continue)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06680" y="818368"/>
              <a:ext cx="8503920" cy="5669279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815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𝐒𝐚𝐥𝐞𝐬</m:t>
                                </m:r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𝐂𝐨𝐬𝐭</m:t>
                                </m:r>
                              </m:oMath>
                            </m:oMathPara>
                          </a14:m>
                          <a:endParaRPr lang="en-US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5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5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5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kumimoji="0" lang="en-US" sz="2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kumimoji="0" lang="en-US" sz="25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𝐝</m:t>
                                </m:r>
                                <m: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sz="25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5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5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p>
                                    <m:r>
                                      <a:rPr lang="en-US" sz="25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6680" y="818368"/>
              <a:ext cx="8503920" cy="5669279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/>
                    <a:gridCol w="1371600"/>
                    <a:gridCol w="1371600"/>
                    <a:gridCol w="1371600"/>
                    <a:gridCol w="1645920"/>
                    <a:gridCol w="1371600"/>
                  </a:tblGrid>
                  <a:tr h="4815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444" t="-1266" r="-522222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44" t="-1266" r="-422222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444" t="-1266" r="-322222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99115" t="-1266" r="-220796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34074" t="-1266" r="-84815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20889" t="-1266" r="-1778" b="-1112658"/>
                          </a:stretch>
                        </a:blipFill>
                      </a:tcPr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39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20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98558" y="493238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49973" y="1821946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47214" y="4415859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640785" y="818368"/>
            <a:ext cx="2880000" cy="150810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algn="just"/>
            <a:r>
              <a:rPr lang="en-US" sz="240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For Sales,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+mj-lt"/>
              </a:rPr>
              <a:t>56 is repeated 2 times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</a:rPr>
              <a:t>at 2</a:t>
            </a:r>
            <a:r>
              <a:rPr lang="en-US" sz="2400" baseline="30000" dirty="0">
                <a:solidFill>
                  <a:srgbClr val="002060"/>
                </a:solidFill>
              </a:rPr>
              <a:t>nd</a:t>
            </a:r>
            <a:r>
              <a:rPr lang="en-US" sz="2400" dirty="0">
                <a:solidFill>
                  <a:srgbClr val="002060"/>
                </a:solidFill>
              </a:rPr>
              <a:t> 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8640785" y="2412471"/>
                <a:ext cx="2880000" cy="1498872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400" dirty="0">
                    <a:solidFill>
                      <a:srgbClr val="002060"/>
                    </a:solidFill>
                  </a:rPr>
                  <a:t>Rank of 56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2+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=2.5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785" y="2412471"/>
                <a:ext cx="2880000" cy="1498872"/>
              </a:xfrm>
              <a:prstGeom prst="rect">
                <a:avLst/>
              </a:prstGeom>
              <a:blipFill>
                <a:blip r:embed="rId3"/>
                <a:stretch>
                  <a:fillRect l="-2947" t="-241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8640785" y="3998660"/>
                <a:ext cx="1217256" cy="46166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785" y="3998660"/>
                <a:ext cx="121725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A3D7EB6F-405A-40B1-9298-6CCD0C8EB1D8}"/>
              </a:ext>
            </a:extLst>
          </p:cNvPr>
          <p:cNvSpPr/>
          <p:nvPr/>
        </p:nvSpPr>
        <p:spPr>
          <a:xfrm>
            <a:off x="533979" y="1820215"/>
            <a:ext cx="504000" cy="504000"/>
          </a:xfrm>
          <a:prstGeom prst="ellipse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5EF686-EDCA-4A9F-9AC4-93CEE9E60C0F}"/>
              </a:ext>
            </a:extLst>
          </p:cNvPr>
          <p:cNvSpPr/>
          <p:nvPr/>
        </p:nvSpPr>
        <p:spPr>
          <a:xfrm>
            <a:off x="533979" y="4412049"/>
            <a:ext cx="504000" cy="504000"/>
          </a:xfrm>
          <a:prstGeom prst="ellipse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176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  <p:bldP spid="42" grpId="0" animBg="1"/>
      <p:bldP spid="43" grpId="0" animBg="1"/>
      <p:bldP spid="89" grpId="0" animBg="1"/>
      <p:bldP spid="11" grpId="0" animBg="1"/>
      <p:bldP spid="11" grpId="1" animBg="1"/>
      <p:bldP spid="12" grpId="0" animBg="1"/>
      <p:bldP spid="12" grpId="1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6(Continue)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06680" y="818368"/>
              <a:ext cx="8503920" cy="5669279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815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𝐒𝐚𝐥𝐞𝐬</m:t>
                                </m:r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𝐂𝐨𝐬𝐭</m:t>
                                </m:r>
                              </m:oMath>
                            </m:oMathPara>
                          </a14:m>
                          <a:endParaRPr lang="en-US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5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5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5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kumimoji="0" lang="en-US" sz="2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kumimoji="0" lang="en-US" sz="25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𝐝</m:t>
                                </m:r>
                                <m: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sz="25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5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5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p>
                                    <m:r>
                                      <a:rPr lang="en-US" sz="25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6680" y="818368"/>
              <a:ext cx="8503920" cy="5669279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/>
                    <a:gridCol w="1371600"/>
                    <a:gridCol w="1371600"/>
                    <a:gridCol w="1371600"/>
                    <a:gridCol w="1645920"/>
                    <a:gridCol w="1371600"/>
                  </a:tblGrid>
                  <a:tr h="4815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444" t="-1266" r="-522222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44" t="-1266" r="-422222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444" t="-1266" r="-322222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99115" t="-1266" r="-220796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34074" t="-1266" r="-84815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20889" t="-1266" r="-1778" b="-1112658"/>
                          </a:stretch>
                        </a:blipFill>
                      </a:tcPr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39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20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98558" y="493238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49973" y="1821946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47214" y="4415859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639857" y="837061"/>
            <a:ext cx="2880000" cy="150810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For Sales,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+mj-lt"/>
              </a:rPr>
              <a:t>45 is repeated 2 times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</a:rPr>
              <a:t>at 5</a:t>
            </a:r>
            <a:r>
              <a:rPr lang="en-US" sz="2400" baseline="30000" dirty="0">
                <a:solidFill>
                  <a:srgbClr val="002060"/>
                </a:solidFill>
              </a:rPr>
              <a:t>th</a:t>
            </a:r>
            <a:r>
              <a:rPr lang="en-US" sz="2400" dirty="0">
                <a:solidFill>
                  <a:srgbClr val="002060"/>
                </a:solidFill>
              </a:rPr>
              <a:t> 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8639857" y="2426662"/>
                <a:ext cx="2880000" cy="1510157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2060"/>
                    </a:solidFill>
                  </a:rPr>
                  <a:t>Rank of 45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5+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=5.5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857" y="2426662"/>
                <a:ext cx="2880000" cy="1510157"/>
              </a:xfrm>
              <a:prstGeom prst="rect">
                <a:avLst/>
              </a:prstGeom>
              <a:blipFill>
                <a:blip r:embed="rId3"/>
                <a:stretch>
                  <a:fillRect l="-2947" t="-240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8639857" y="4014964"/>
                <a:ext cx="1224374" cy="46166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857" y="4014964"/>
                <a:ext cx="1224374" cy="461665"/>
              </a:xfrm>
              <a:prstGeom prst="rect">
                <a:avLst/>
              </a:prstGeom>
              <a:blipFill>
                <a:blip r:embed="rId4"/>
                <a:stretch>
                  <a:fillRect b="-129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98557" y="2846394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55935" y="3362922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55935" y="1295995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A58092-32B0-4E78-B29D-727FC8854E0F}"/>
              </a:ext>
            </a:extLst>
          </p:cNvPr>
          <p:cNvSpPr/>
          <p:nvPr/>
        </p:nvSpPr>
        <p:spPr>
          <a:xfrm>
            <a:off x="544564" y="1301409"/>
            <a:ext cx="504000" cy="504000"/>
          </a:xfrm>
          <a:prstGeom prst="ellipse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FA9CAE7-65BD-4965-871B-9252B36979E1}"/>
              </a:ext>
            </a:extLst>
          </p:cNvPr>
          <p:cNvSpPr/>
          <p:nvPr/>
        </p:nvSpPr>
        <p:spPr>
          <a:xfrm>
            <a:off x="544564" y="3378893"/>
            <a:ext cx="504000" cy="504000"/>
          </a:xfrm>
          <a:prstGeom prst="ellipse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53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89" grpId="0" animBg="1"/>
      <p:bldP spid="11" grpId="0"/>
      <p:bldP spid="12" grpId="0"/>
      <p:bldP spid="13" grpId="0"/>
      <p:bldP spid="15" grpId="0" animBg="1"/>
      <p:bldP spid="15" grpId="1" animBg="1"/>
      <p:bldP spid="17" grpId="0" animBg="1"/>
      <p:bldP spid="17" grpId="1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6(Continue)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06680" y="818368"/>
              <a:ext cx="8503920" cy="5669279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815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𝐒𝐚𝐥𝐞𝐬</m:t>
                                </m:r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𝐂𝐨𝐬𝐭</m:t>
                                </m:r>
                              </m:oMath>
                            </m:oMathPara>
                          </a14:m>
                          <a:endParaRPr lang="en-US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5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5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5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kumimoji="0" lang="en-US" sz="2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kumimoji="0" lang="en-US" sz="25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𝐝</m:t>
                                </m:r>
                                <m: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sz="25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5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5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p>
                                    <m:r>
                                      <a:rPr lang="en-US" sz="25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6680" y="818368"/>
              <a:ext cx="8503920" cy="5669279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/>
                    <a:gridCol w="1371600"/>
                    <a:gridCol w="1371600"/>
                    <a:gridCol w="1371600"/>
                    <a:gridCol w="1645920"/>
                    <a:gridCol w="1371600"/>
                  </a:tblGrid>
                  <a:tr h="4815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444" t="-1266" r="-522222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44" t="-1266" r="-422222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444" t="-1266" r="-322222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99115" t="-1266" r="-220796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34074" t="-1266" r="-84815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520889" t="-1266" r="-1778" b="-1112658"/>
                          </a:stretch>
                        </a:blipFill>
                      </a:tcPr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39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20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98558" y="493238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49973" y="1821946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47214" y="4415859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647902" y="818368"/>
            <a:ext cx="2956259" cy="150810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For Cost,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  <a:latin typeface="+mj-lt"/>
              </a:rPr>
              <a:t>36 is repeated 3 times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2060"/>
                </a:solidFill>
              </a:rPr>
              <a:t>at 5</a:t>
            </a:r>
            <a:r>
              <a:rPr lang="en-US" sz="2400" baseline="30000" dirty="0">
                <a:solidFill>
                  <a:srgbClr val="002060"/>
                </a:solidFill>
              </a:rPr>
              <a:t>th</a:t>
            </a:r>
            <a:r>
              <a:rPr lang="en-US" sz="2400" dirty="0">
                <a:solidFill>
                  <a:srgbClr val="002060"/>
                </a:solidFill>
              </a:rPr>
              <a:t> rank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8647902" y="2427521"/>
                <a:ext cx="2964305" cy="151368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2060"/>
                    </a:solidFill>
                  </a:rPr>
                  <a:t>Rank of 36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5+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6+7</m:t>
                          </m:r>
                          <m: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902" y="2427521"/>
                <a:ext cx="2964305" cy="1513684"/>
              </a:xfrm>
              <a:prstGeom prst="rect">
                <a:avLst/>
              </a:prstGeom>
              <a:blipFill>
                <a:blip r:embed="rId3"/>
                <a:stretch>
                  <a:fillRect l="-3074" t="-239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8647902" y="4039508"/>
                <a:ext cx="1224374" cy="46166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sz="24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7902" y="4039508"/>
                <a:ext cx="1224374" cy="461665"/>
              </a:xfrm>
              <a:prstGeom prst="rect">
                <a:avLst/>
              </a:prstGeom>
              <a:blipFill>
                <a:blip r:embed="rId4"/>
                <a:stretch>
                  <a:fillRect b="-129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98557" y="2846394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55935" y="3362922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55935" y="1295995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89880" y="388663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402579" y="234256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89880" y="5970204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07986" y="5463107"/>
            <a:ext cx="45461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8" y="4406573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74275" y="2853429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7" y="493238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6" y="1295995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8311" y="1812522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5" y="3371703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4" y="596725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2" y="389311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8311" y="234085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677741" y="5448854"/>
            <a:ext cx="45461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7A51E47-18E5-4571-9463-8755B4BE790E}"/>
              </a:ext>
            </a:extLst>
          </p:cNvPr>
          <p:cNvSpPr/>
          <p:nvPr/>
        </p:nvSpPr>
        <p:spPr>
          <a:xfrm>
            <a:off x="1908727" y="1831742"/>
            <a:ext cx="504000" cy="504000"/>
          </a:xfrm>
          <a:prstGeom prst="ellipse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57F4194-C17D-444F-9EA0-3C9243E6E8E4}"/>
              </a:ext>
            </a:extLst>
          </p:cNvPr>
          <p:cNvSpPr/>
          <p:nvPr/>
        </p:nvSpPr>
        <p:spPr>
          <a:xfrm>
            <a:off x="1907424" y="3388323"/>
            <a:ext cx="504000" cy="504000"/>
          </a:xfrm>
          <a:prstGeom prst="ellipse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041104-2BE1-4DA7-8B26-2BB7365A3E8F}"/>
              </a:ext>
            </a:extLst>
          </p:cNvPr>
          <p:cNvSpPr/>
          <p:nvPr/>
        </p:nvSpPr>
        <p:spPr>
          <a:xfrm>
            <a:off x="1907424" y="5958278"/>
            <a:ext cx="504000" cy="504000"/>
          </a:xfrm>
          <a:prstGeom prst="ellipse">
            <a:avLst/>
          </a:prstGeom>
          <a:noFill/>
          <a:ln w="28575">
            <a:solidFill>
              <a:srgbClr val="B847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0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89" grpId="0" animBg="1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6(Continue)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06680" y="818368"/>
              <a:ext cx="8961120" cy="5669279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815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00" b="1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𝐒𝐚𝐥𝐞𝐬</m:t>
                                </m:r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𝐂𝐨𝐬𝐭</m:t>
                                </m:r>
                              </m:oMath>
                            </m:oMathPara>
                          </a14:m>
                          <a:endParaRPr lang="en-US" sz="25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500" b="1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5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25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kumimoji="0" lang="en-US" sz="25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kumimoji="0" lang="en-US" sz="2500" b="1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𝐝</m:t>
                                </m:r>
                                <m: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x</m:t>
                                </m:r>
                                <m: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25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en-US" sz="2500" b="0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500" b="1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5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𝐝</m:t>
                                    </m:r>
                                  </m:e>
                                  <m:sup>
                                    <m:r>
                                      <a:rPr lang="en-US" sz="2500" b="1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500" b="1" i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42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6680" y="818368"/>
              <a:ext cx="8961120" cy="5669279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1371600"/>
                    <a:gridCol w="1371600"/>
                    <a:gridCol w="1371600"/>
                    <a:gridCol w="1371600"/>
                    <a:gridCol w="1645920"/>
                    <a:gridCol w="1828800"/>
                  </a:tblGrid>
                  <a:tr h="4815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444" t="-1266" r="-555556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100444" t="-1266" r="-455556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00444" t="-1266" r="-355556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299115" t="-1266" r="-253982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34074" t="-1266" r="-112593" b="-1112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2"/>
                          <a:stretch>
                            <a:fillRect l="-390667" t="-1266" r="-1333" b="-1112658"/>
                          </a:stretch>
                        </a:blipFill>
                      </a:tcPr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39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44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56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45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60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42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20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  <a:tr h="5187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b="0" dirty="0" smtClean="0">
                              <a:solidFill>
                                <a:srgbClr val="002060"/>
                              </a:solidFill>
                            </a:rPr>
                            <a:t>36</a:t>
                          </a:r>
                          <a:endParaRPr lang="en-US" sz="2800" b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98558" y="493238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49973" y="1821946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47214" y="4415859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98557" y="2846394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55935" y="3362922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255935" y="1295995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5.5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89880" y="388663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7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402579" y="234256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89880" y="5970204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3307986" y="5463107"/>
            <a:ext cx="45461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8" y="4406573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74275" y="2853429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7" y="493238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6" y="1295995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8311" y="1812522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5" y="3371703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4" y="596725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6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1912" y="389311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8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768311" y="2340851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4677741" y="5448854"/>
            <a:ext cx="45461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0706" y="1297710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074969" y="1812522"/>
            <a:ext cx="688651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-3.5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217636" y="2336480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282557" y="2860438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074967" y="3371301"/>
            <a:ext cx="688651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-0.5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217634" y="3893116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140706" y="4402574"/>
            <a:ext cx="55880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1.5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207867" y="4927530"/>
            <a:ext cx="40331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-2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276402" y="5450750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6282555" y="596725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3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785257" y="1301659"/>
            <a:ext cx="73994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693873" y="1816471"/>
            <a:ext cx="921086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12.25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017679" y="2340429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017678" y="2864387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784440" y="3375250"/>
            <a:ext cx="73994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017677" y="3897065"/>
            <a:ext cx="273472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1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7785257" y="4406523"/>
            <a:ext cx="739947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2.25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007909" y="4931479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4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011523" y="5454699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0</a:t>
            </a:r>
            <a:endParaRPr lang="en-IN" sz="2800" b="1" dirty="0">
              <a:solidFill>
                <a:srgbClr val="00206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622B1E-44A3-44A2-B1C1-8D969737DA50}"/>
              </a:ext>
            </a:extLst>
          </p:cNvPr>
          <p:cNvSpPr txBox="1"/>
          <p:nvPr/>
        </p:nvSpPr>
        <p:spPr>
          <a:xfrm>
            <a:off x="8017676" y="5971206"/>
            <a:ext cx="273473" cy="523220"/>
          </a:xfrm>
          <a:prstGeom prst="rect">
            <a:avLst/>
          </a:prstGeom>
          <a:noFill/>
        </p:spPr>
        <p:txBody>
          <a:bodyPr wrap="none" lIns="45720" tIns="45720" rIns="45720" bIns="45720" anchor="ctr" anchorCtr="1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9</a:t>
            </a:r>
            <a:endParaRPr lang="en-IN" sz="28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Table 51"/>
              <p:cNvGraphicFramePr>
                <a:graphicFrameLocks noGrp="1"/>
              </p:cNvGraphicFramePr>
              <p:nvPr/>
            </p:nvGraphicFramePr>
            <p:xfrm>
              <a:off x="9117227" y="5365765"/>
              <a:ext cx="3017520" cy="1124712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3017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5154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sz="2800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d>
                                      <m:dPr>
                                        <m:ctrlPr>
                                          <a:rPr lang="en-US" sz="2800" i="1">
                                            <a:solidFill>
                                              <a:schemeClr val="bg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800" b="0" i="1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8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d</m:t>
                                            </m:r>
                                          </m:e>
                                          <m:sup>
                                            <m:r>
                                              <a:rPr lang="en-US" sz="2800" b="0" i="0" smtClean="0">
                                                <a:solidFill>
                                                  <a:schemeClr val="bg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nary>
                                <m:r>
                                  <a:rPr lang="en-US" sz="2800" b="0" i="1" smtClean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=36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bg2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Table 5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117227" y="5365765"/>
              <a:ext cx="3017520" cy="1124712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3017520"/>
                  </a:tblGrid>
                  <a:tr h="1124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0">
                          <a:blip r:embed="rId3"/>
                          <a:stretch>
                            <a:fillRect l="-202" t="-541" r="-806" b="-216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5606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6(Continue)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37271" y="859577"/>
            <a:ext cx="117166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Substitute all the values in the </a:t>
            </a:r>
            <a:r>
              <a:rPr lang="en-US" sz="2800" dirty="0">
                <a:solidFill>
                  <a:srgbClr val="FF0000"/>
                </a:solidFill>
              </a:rPr>
              <a:t>formula</a:t>
            </a:r>
            <a:r>
              <a:rPr lang="en-US" sz="2800" dirty="0">
                <a:solidFill>
                  <a:srgbClr val="002060"/>
                </a:solidFill>
              </a:rPr>
              <a:t> to find the coefficient of rank correlation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37271" y="1868730"/>
                <a:ext cx="11700319" cy="17323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subHide m:val="on"/>
                                      <m:supHide m:val="on"/>
                                      <m:ctrlPr>
                                        <a:rPr lang="en-US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d</m:t>
                                          </m:r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12 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m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12 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m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US" sz="280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</m:t>
                                          </m:r>
                                        </m:e>
                                        <m:sub>
                                          <m:r>
                                            <a:rPr lang="en-US" sz="280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12 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80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m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0" smtClean="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US" sz="28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m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0" smtClean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eqArr>
                            <m:eqArr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1868730"/>
                <a:ext cx="11700319" cy="173239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952750" y="3115881"/>
                <a:ext cx="12392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2750" y="3115881"/>
                <a:ext cx="123925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013134" y="3519212"/>
                <a:ext cx="2178866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134" y="3519212"/>
                <a:ext cx="2178866" cy="113569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19915" y="4087061"/>
                <a:ext cx="9633856" cy="18090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12 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12 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US" sz="280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12 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  <m:sup>
                                          <m:r>
                                            <a:rPr lang="en-US" sz="280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  <m:r>
                                        <a:rPr lang="en-US" sz="28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  <m:r>
                                    <a:rPr lang="en-US" sz="2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e>
                          </m:d>
                        </m:num>
                        <m:den>
                          <m:eqArr>
                            <m:eqArr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15" y="4087061"/>
                <a:ext cx="9633856" cy="18090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894850" y="4325156"/>
                <a:ext cx="12971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sz="28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4850" y="4325156"/>
                <a:ext cx="129715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894850" y="4896330"/>
                <a:ext cx="12971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sz="28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4850" y="4896330"/>
                <a:ext cx="129715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894850" y="5468342"/>
                <a:ext cx="12971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a:rPr lang="en-US" sz="28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4850" y="5468342"/>
                <a:ext cx="129715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151303" y="4361535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303" y="4361535"/>
                <a:ext cx="663964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725208" y="4361546"/>
                <a:ext cx="12583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208" y="4361546"/>
                <a:ext cx="125835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033964" y="4364721"/>
                <a:ext cx="12583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964" y="4364721"/>
                <a:ext cx="125835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340079" y="4368983"/>
                <a:ext cx="12583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8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079" y="4368983"/>
                <a:ext cx="125835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197183" y="5338733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183" y="5338733"/>
                <a:ext cx="66396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648404" y="5339540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404" y="5339540"/>
                <a:ext cx="66396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058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2" grpId="1"/>
      <p:bldP spid="86" grpId="0"/>
      <p:bldP spid="86" grpId="1"/>
      <p:bldP spid="17" grpId="0"/>
      <p:bldP spid="18" grpId="0"/>
      <p:bldP spid="18" grpId="1"/>
      <p:bldP spid="19" grpId="0"/>
      <p:bldP spid="19" grpId="1"/>
      <p:bldP spid="20" grpId="0"/>
      <p:bldP spid="20" grpId="1"/>
      <p:bldP spid="12" grpId="0"/>
      <p:bldP spid="13" grpId="0"/>
      <p:bldP spid="14" grpId="0"/>
      <p:bldP spid="15" grpId="0"/>
      <p:bldP spid="21" grpId="0"/>
      <p:bldP spid="2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6(Continue)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37271" y="859577"/>
                <a:ext cx="8552278" cy="18090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280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  <m:r>
                                        <a:rPr lang="en-US" sz="28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12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280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d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12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>
                                                  <a:solidFill>
                                                    <a:srgbClr val="0070C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p>
                                          </m:sSup>
                                          <m:r>
                                            <a:rPr lang="en-US" sz="280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800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d>
                                      <m:r>
                                        <a:rPr lang="en-US" sz="28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12 </m:t>
                                      </m:r>
                                    </m:den>
                                  </m:f>
                                  <m:r>
                                    <a:rPr lang="en-U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e>
                          </m:d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10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859577"/>
                <a:ext cx="8552278" cy="180908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87AE811-008C-B600-7896-FF280A325978}"/>
              </a:ext>
            </a:extLst>
          </p:cNvPr>
          <p:cNvGrpSpPr/>
          <p:nvPr/>
        </p:nvGrpSpPr>
        <p:grpSpPr>
          <a:xfrm>
            <a:off x="137271" y="2869503"/>
            <a:ext cx="5864106" cy="1796133"/>
            <a:chOff x="137271" y="2869503"/>
            <a:chExt cx="5864106" cy="17961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137271" y="2869503"/>
                  <a:ext cx="5864106" cy="179613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=1−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6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80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800" b="0" i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  <m:r>
                                          <a:rPr lang="en-US" sz="28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en-US" sz="280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12 </m:t>
                                        </m:r>
                                      </m:den>
                                    </m:f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800" i="1" smtClean="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800" b="0" i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  <m:r>
                                          <a:rPr lang="en-US" sz="280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en-US" sz="2800">
                                            <a:solidFill>
                                              <a:srgbClr val="7030A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12 </m:t>
                                        </m:r>
                                      </m:den>
                                    </m:f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80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800" b="0" i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24</m:t>
                                        </m:r>
                                        <m:r>
                                          <a:rPr lang="en-US" sz="280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en-US" sz="280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12 </m:t>
                                        </m:r>
                                      </m:den>
                                    </m:f>
                                    <m:r>
                                      <a:rPr lang="en-US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eqArr>
                              </m:e>
                            </m:d>
                          </m:num>
                          <m:den>
                            <m:eqArr>
                              <m:eqArrPr>
                                <m:ctrlP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00</m:t>
                                    </m:r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eqAr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71" y="2869503"/>
                  <a:ext cx="5864106" cy="179613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3139756" y="2941372"/>
                  <a:ext cx="46519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9756" y="2941372"/>
                  <a:ext cx="46519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4117314" y="2941372"/>
                  <a:ext cx="46519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7314" y="2941372"/>
                  <a:ext cx="46519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5005972" y="2941372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5972" y="2941372"/>
                  <a:ext cx="663964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A21F9E7-66D6-8C8B-6D60-EDAA135AE11E}"/>
              </a:ext>
            </a:extLst>
          </p:cNvPr>
          <p:cNvGrpSpPr/>
          <p:nvPr/>
        </p:nvGrpSpPr>
        <p:grpSpPr>
          <a:xfrm>
            <a:off x="137271" y="4866478"/>
            <a:ext cx="5110694" cy="1745097"/>
            <a:chOff x="137271" y="4866478"/>
            <a:chExt cx="5110694" cy="17450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137271" y="4866478"/>
                  <a:ext cx="5110694" cy="173239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8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ρ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=1−</m:t>
                        </m:r>
                        <m:f>
                          <m:f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 6</m:t>
                            </m:r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36</m:t>
                                    </m:r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80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800" b="0" i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8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en-US" sz="28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2 </m:t>
                                        </m:r>
                                      </m:den>
                                    </m:f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80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8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800" b="0" i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8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num>
                                      <m:den>
                                        <m:r>
                                          <a:rPr lang="en-US" sz="280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 2 </m:t>
                                        </m:r>
                                      </m:den>
                                    </m:f>
                                    <m:r>
                                      <a:rPr lang="en-US" sz="280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r>
                                      <a:rPr lang="en-US" sz="2800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eqArr>
                              </m:e>
                            </m:d>
                          </m:num>
                          <m:den>
                            <m:eqArr>
                              <m:eqArrPr>
                                <m:ctrlP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990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eqArr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71" y="4866478"/>
                  <a:ext cx="5110694" cy="173239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2969962" y="4931381"/>
                  <a:ext cx="622286" cy="8991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1 </m:t>
                            </m:r>
                          </m:num>
                          <m:den>
                            <m:r>
                              <a:rPr 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 2 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9962" y="4931381"/>
                  <a:ext cx="622286" cy="89915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3740324" y="4931381"/>
                  <a:ext cx="622286" cy="89915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1 </m:t>
                            </m:r>
                          </m:num>
                          <m:den>
                            <m:r>
                              <a:rPr lang="en-US" sz="280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 2 </m:t>
                            </m:r>
                          </m:den>
                        </m:f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0324" y="4931381"/>
                  <a:ext cx="622286" cy="89915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4523386" y="5149737"/>
                  <a:ext cx="46519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3386" y="5149737"/>
                  <a:ext cx="465192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2928283" y="6088355"/>
                  <a:ext cx="86273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990</m:t>
                        </m:r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8283" y="6088355"/>
                  <a:ext cx="862737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0862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6(Continue)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37271" y="859577"/>
                <a:ext cx="5532348" cy="1748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  <m:e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36</m:t>
                                  </m:r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2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8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2 </m:t>
                                      </m:r>
                                    </m:den>
                                  </m:f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2 </m:t>
                                  </m:r>
                                </m:e>
                                <m:e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e>
                          </m:d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990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859577"/>
                <a:ext cx="5532348" cy="17481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37271" y="3117454"/>
                <a:ext cx="3199337" cy="10648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num>
                        <m:den>
                          <m:eqArr>
                            <m:eqArr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990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1" y="3117454"/>
                <a:ext cx="3199337" cy="106484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37270" y="4768691"/>
                <a:ext cx="229697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.7636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768691"/>
                <a:ext cx="2296975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37270" y="5878305"/>
                <a:ext cx="7022756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coefficient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rank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correlation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𝟕𝟔𝟑𝟔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878305"/>
                <a:ext cx="702275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82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1"/>
                <a:ext cx="11929643" cy="238968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dirty="0"/>
                  <a:t>The coefficient of rank correlation of marks obtained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students in English and Economics was found to be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lang="en-US" dirty="0"/>
                  <a:t>. It was later discovered that the difference in ranks in the two subjects obtained by one of the students was wrongly taken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 instead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Find the correct coefficient of rank correlation.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389685"/>
              </a:xfrm>
              <a:prstGeom prst="rect">
                <a:avLst/>
              </a:prstGeom>
              <a:blipFill>
                <a:blip r:embed="rId2"/>
                <a:stretch>
                  <a:fillRect l="-1074" r="-1074" b="-43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9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51502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625596" y="3544369"/>
                <a:ext cx="214590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Here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,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3544369"/>
                <a:ext cx="214590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625596" y="4272016"/>
                <a:ext cx="27390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Incorrect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4272016"/>
                <a:ext cx="273902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25596" y="4999662"/>
                <a:ext cx="391722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Incorrect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4999662"/>
                <a:ext cx="3917226" cy="523220"/>
              </a:xfrm>
              <a:prstGeom prst="rect">
                <a:avLst/>
              </a:prstGeom>
              <a:blipFill>
                <a:blip r:embed="rId5"/>
                <a:stretch>
                  <a:fillRect l="-327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625596" y="5727309"/>
                <a:ext cx="36928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Correct 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5727309"/>
                <a:ext cx="3692806" cy="523220"/>
              </a:xfrm>
              <a:prstGeom prst="rect">
                <a:avLst/>
              </a:prstGeom>
              <a:blipFill>
                <a:blip r:embed="rId6"/>
                <a:stretch>
                  <a:fillRect l="-3471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86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8" grpId="0"/>
      <p:bldP spid="9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9(Continue)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EECB5F-DAEB-42C4-8220-47DD3BBBF2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</a:rPr>
                  <a:t>To find </a:t>
                </a:r>
                <a:r>
                  <a:rPr lang="en-US" sz="2800" b="1" dirty="0">
                    <a:solidFill>
                      <a:srgbClr val="FF0000"/>
                    </a:solidFill>
                    <a:latin typeface="+mj-lt"/>
                  </a:rPr>
                  <a:t>correct </a:t>
                </a:r>
                <a14:m>
                  <m:oMath xmlns:m="http://schemas.openxmlformats.org/officeDocument/2006/math">
                    <m:r>
                      <a:rPr lang="en-US" sz="2800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𝛒</m:t>
                    </m:r>
                  </m:oMath>
                </a14:m>
                <a:r>
                  <a:rPr lang="en-IN" b="1" dirty="0"/>
                  <a:t>, </a:t>
                </a:r>
                <a:r>
                  <a:rPr lang="en-IN" dirty="0"/>
                  <a:t>we follow below steps.</a:t>
                </a:r>
              </a:p>
              <a:p>
                <a:pPr lvl="1"/>
                <a:r>
                  <a:rPr lang="en-IN" b="1" dirty="0">
                    <a:solidFill>
                      <a:srgbClr val="FF0000"/>
                    </a:solidFill>
                  </a:rPr>
                  <a:t>Step 1:</a:t>
                </a:r>
                <a:r>
                  <a:rPr lang="en-IN" dirty="0"/>
                  <a:t> Find incorrect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IN" dirty="0"/>
                  <a:t> from given incorrect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en-IN" dirty="0"/>
                  <a:t>.</a:t>
                </a:r>
              </a:p>
              <a:p>
                <a:pPr lvl="1"/>
                <a:r>
                  <a:rPr lang="en-IN" b="1" dirty="0">
                    <a:solidFill>
                      <a:srgbClr val="FF0000"/>
                    </a:solidFill>
                  </a:rPr>
                  <a:t>Step 2:</a:t>
                </a:r>
                <a:r>
                  <a:rPr lang="en-IN" dirty="0"/>
                  <a:t> Update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IN" dirty="0"/>
                  <a:t> by removing incorrect data and adding correct data.</a:t>
                </a:r>
              </a:p>
              <a:p>
                <a:pPr lvl="1"/>
                <a:r>
                  <a:rPr lang="en-IN" b="1" dirty="0">
                    <a:solidFill>
                      <a:srgbClr val="FF0000"/>
                    </a:solidFill>
                  </a:rPr>
                  <a:t>Step 3:</a:t>
                </a:r>
                <a:r>
                  <a:rPr lang="en-IN" dirty="0"/>
                  <a:t> Find correct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en-IN" dirty="0"/>
                  <a:t>, by using incorrect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EECB5F-DAEB-42C4-8220-47DD3BBBF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03343" y="3719747"/>
                <a:ext cx="4201343" cy="1153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Now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43" y="3719747"/>
                <a:ext cx="4201343" cy="11532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3343" y="5086878"/>
                <a:ext cx="4520725" cy="1153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0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43" y="5086878"/>
                <a:ext cx="4520725" cy="11532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594739" y="5082610"/>
                <a:ext cx="3538276" cy="10923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990</m:t>
                              </m:r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739" y="5082610"/>
                <a:ext cx="3538276" cy="10923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710386" y="5367175"/>
                <a:ext cx="7377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86" y="5367175"/>
                <a:ext cx="73770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952750" y="4293776"/>
                <a:ext cx="12392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2750" y="4293776"/>
                <a:ext cx="1239250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888630" y="3640582"/>
                <a:ext cx="130337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8630" y="3640582"/>
                <a:ext cx="1303370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47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9" grpId="0"/>
      <p:bldP spid="20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5(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03343" y="2336650"/>
                <a:ext cx="3538276" cy="10923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0.6=1−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990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43" y="2336650"/>
                <a:ext cx="3538276" cy="1092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03343" y="3640308"/>
                <a:ext cx="3538276" cy="10923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990</m:t>
                              </m:r>
                              <m: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43" y="3640308"/>
                <a:ext cx="3538276" cy="109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48854" y="4943966"/>
                <a:ext cx="3833614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990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54" y="4943966"/>
                <a:ext cx="3833614" cy="11356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5130944" y="780650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463553" y="862943"/>
                <a:ext cx="2443746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553" y="862943"/>
                <a:ext cx="2443746" cy="113569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463553" y="2311707"/>
                <a:ext cx="6372898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Corrected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=66−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553" y="2311707"/>
                <a:ext cx="6372898" cy="11356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463553" y="3470048"/>
                <a:ext cx="4019494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Corrected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=18</m:t>
                      </m:r>
                    </m:oMath>
                  </m:oMathPara>
                </a14:m>
                <a:endParaRPr lang="en-US" sz="2800" b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553" y="3470048"/>
                <a:ext cx="4019494" cy="11356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02669" y="3640308"/>
                <a:ext cx="1562992" cy="10923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990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69" y="3640308"/>
                <a:ext cx="1562992" cy="10923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085154" y="3912173"/>
                <a:ext cx="7377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154" y="3912173"/>
                <a:ext cx="73770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9667159" y="2567676"/>
                <a:ext cx="4651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159" y="2567676"/>
                <a:ext cx="46519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0749276" y="2559208"/>
                <a:ext cx="4651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9276" y="2559208"/>
                <a:ext cx="46519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8296575" y="4796331"/>
                <a:ext cx="389542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FF0000"/>
                          </a:solidFill>
                        </a:rPr>
                        <m:t>Incorrect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FF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FF0000"/>
                          </a:solidFill>
                        </a:rPr>
                        <m:t>difference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FF0000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575" y="4796331"/>
                <a:ext cx="3895425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8520995" y="5408807"/>
                <a:ext cx="3671005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FF0000"/>
                          </a:solidFill>
                        </a:rPr>
                        <m:t>Correct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FF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FF0000"/>
                          </a:solidFill>
                        </a:rPr>
                        <m:t>difference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FF0000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995" y="5408807"/>
                <a:ext cx="3671005" cy="52322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3291894" y="5186704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990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94" y="5186704"/>
                <a:ext cx="86273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7A67BBF-61DE-48CE-B3A2-817091B34BB6}"/>
                  </a:ext>
                </a:extLst>
              </p:cNvPr>
              <p:cNvSpPr/>
              <p:nvPr/>
            </p:nvSpPr>
            <p:spPr>
              <a:xfrm>
                <a:off x="303343" y="972078"/>
                <a:ext cx="4520725" cy="1153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0" i="0" smtClean="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</a:rPr>
                        <m:t>0.6</m:t>
                      </m:r>
                      <m:r>
                        <a:rPr lang="en-US" sz="280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smtClean="0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 i="1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i="1">
                                      <a:solidFill>
                                        <a:srgbClr val="1F3B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solidFill>
                                        <a:srgbClr val="1F3B73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>
                                      <a:solidFill>
                                        <a:srgbClr val="1F3B73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800" b="0" i="0" smtClean="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1F3B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 smtClean="0">
                                          <a:solidFill>
                                            <a:srgbClr val="1F3B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0" smtClean="0">
                                          <a:solidFill>
                                            <a:srgbClr val="1F3B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1F3B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1F3B73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1F3B73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7A67BBF-61DE-48CE-B3A2-817091B34B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43" y="972078"/>
                <a:ext cx="4520725" cy="115326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788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8" grpId="0"/>
      <p:bldP spid="10" grpId="0" animBg="1"/>
      <p:bldP spid="11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2 ⇝ Example 5(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37270" y="862943"/>
                <a:ext cx="5628016" cy="11532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Now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corrected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sz="28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5628016" cy="11532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557082" y="2167949"/>
                <a:ext cx="3538918" cy="1098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 6</m:t>
                          </m:r>
                          <m:r>
                            <a:rPr lang="en-US" sz="2800" i="1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i="1" smtClean="0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800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800" b="0" i="0" smtClean="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80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1F3B7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solidFill>
                                            <a:srgbClr val="1F3B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0" smtClean="0">
                                          <a:solidFill>
                                            <a:srgbClr val="1F3B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2800">
                                          <a:solidFill>
                                            <a:srgbClr val="1F3B7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800">
                                      <a:solidFill>
                                        <a:srgbClr val="1F3B73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sz="280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1F3B73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082" y="2167949"/>
                <a:ext cx="3538918" cy="10981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557082" y="3433606"/>
                <a:ext cx="17014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0.8909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082" y="3433606"/>
                <a:ext cx="170149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7270" y="4318574"/>
                <a:ext cx="8286883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corrected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coefficient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rank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correlation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𝟖𝟗𝟎𝟗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318574"/>
                <a:ext cx="828688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850258" y="925139"/>
                <a:ext cx="1239250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258" y="925139"/>
                <a:ext cx="123925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051882" y="1448359"/>
                <a:ext cx="3037626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>
                          <a:solidFill>
                            <a:srgbClr val="FF0000"/>
                          </a:solidFill>
                        </a:rPr>
                        <m:t>Correct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882" y="1448359"/>
                <a:ext cx="3037626" cy="11356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326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8" grpId="0"/>
      <p:bldP spid="9" grpId="0" animBg="1"/>
      <p:bldP spid="11" grpId="0"/>
      <p:bldP spid="16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Regression 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Types of Regression </a:t>
            </a:r>
          </a:p>
          <a:p>
            <a:pPr>
              <a:lnSpc>
                <a:spcPct val="100000"/>
              </a:lnSpc>
            </a:pPr>
            <a:r>
              <a:rPr lang="en-US" dirty="0"/>
              <a:t>Methods of Studying Regression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10047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1"/>
                <a:ext cx="11929641" cy="5816059"/>
              </a:xfrm>
            </p:spPr>
            <p:txBody>
              <a:bodyPr/>
              <a:lstStyle/>
              <a:p>
                <a:pPr lvl="0">
                  <a:lnSpc>
                    <a:spcPct val="130000"/>
                  </a:lnSpc>
                </a:pPr>
                <a:r>
                  <a:rPr lang="en-US" dirty="0"/>
                  <a:t>Regression is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statistical method</a:t>
                </a:r>
                <a:r>
                  <a:rPr lang="en-US" dirty="0"/>
                  <a:t> used to study the relationship between variables and to predict the value of one variable based on another variable.</a:t>
                </a:r>
              </a:p>
              <a:p>
                <a:pPr lvl="0">
                  <a:lnSpc>
                    <a:spcPct val="130000"/>
                  </a:lnSpc>
                </a:pPr>
                <a:r>
                  <a:rPr lang="en-US" dirty="0"/>
                  <a:t>In simple words:</a:t>
                </a:r>
              </a:p>
              <a:p>
                <a:pPr marL="0" lvl="0" indent="0" algn="ctr">
                  <a:lnSpc>
                    <a:spcPct val="130000"/>
                  </a:lnSpc>
                  <a:buNone/>
                </a:pPr>
                <a:r>
                  <a:rPr lang="en-US" dirty="0"/>
                  <a:t>Regression tells us how much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changes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changes.</a:t>
                </a:r>
              </a:p>
              <a:p>
                <a:pPr algn="l">
                  <a:lnSpc>
                    <a:spcPct val="130000"/>
                  </a:lnSpc>
                </a:pPr>
                <a:r>
                  <a:rPr lang="en-US" dirty="0"/>
                  <a:t>If correlation tells us:</a:t>
                </a:r>
              </a:p>
              <a:p>
                <a:pPr lvl="1" algn="l">
                  <a:lnSpc>
                    <a:spcPct val="130000"/>
                  </a:lnSpc>
                </a:pPr>
                <a:r>
                  <a:rPr lang="en-US" dirty="0"/>
                  <a:t>Direction (positive/negative)</a:t>
                </a:r>
              </a:p>
              <a:p>
                <a:pPr lvl="1" algn="l">
                  <a:lnSpc>
                    <a:spcPct val="130000"/>
                  </a:lnSpc>
                </a:pPr>
                <a:r>
                  <a:rPr lang="en-US" dirty="0"/>
                  <a:t>Strength (how strong)</a:t>
                </a:r>
              </a:p>
              <a:p>
                <a:pPr algn="l">
                  <a:lnSpc>
                    <a:spcPct val="130000"/>
                  </a:lnSpc>
                </a:pPr>
                <a:r>
                  <a:rPr lang="en-US" dirty="0"/>
                  <a:t>Then regression tells us:</a:t>
                </a:r>
              </a:p>
              <a:p>
                <a:pPr lvl="1" algn="l">
                  <a:lnSpc>
                    <a:spcPct val="130000"/>
                  </a:lnSpc>
                </a:pPr>
                <a:r>
                  <a:rPr lang="en-US" dirty="0"/>
                  <a:t>The exact mathematical relationship</a:t>
                </a:r>
              </a:p>
              <a:p>
                <a:pPr lvl="1" algn="l">
                  <a:lnSpc>
                    <a:spcPct val="130000"/>
                  </a:lnSpc>
                </a:pPr>
                <a:r>
                  <a:rPr lang="en-US" dirty="0"/>
                  <a:t>How to predict future values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1"/>
                <a:ext cx="11929641" cy="5816059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47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F930386-4A52-BCAF-53EA-49CC6D2B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7894-BA68-1596-92AB-3A6B8D6DF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Regression?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7C779EE-36D9-9B43-13FE-7B92746451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1"/>
                <a:ext cx="11929641" cy="5816059"/>
              </a:xfrm>
            </p:spPr>
            <p:txBody>
              <a:bodyPr/>
              <a:lstStyle/>
              <a:p>
                <a:pPr lvl="0">
                  <a:lnSpc>
                    <a:spcPct val="130000"/>
                  </a:lnSpc>
                </a:pPr>
                <a:r>
                  <a:rPr lang="en-US" dirty="0"/>
                  <a:t>Correlation only answers: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related?</a:t>
                </a:r>
              </a:p>
              <a:p>
                <a:pPr lvl="0">
                  <a:lnSpc>
                    <a:spcPct val="130000"/>
                  </a:lnSpc>
                </a:pPr>
                <a:r>
                  <a:rPr lang="en-US" dirty="0"/>
                  <a:t>But regression answers: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If X increases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unit, how much will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change?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If I know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, what will be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?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Regression is mainly used for: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Prediction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Estimation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Machine Learning models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Trend analysis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Decision making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7C779EE-36D9-9B43-13FE-7B92746451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1"/>
                <a:ext cx="11929641" cy="5816059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39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2CA94DD-84F6-6C3C-F586-128C221B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5324-5B11-1AA7-B1DF-7D4D9097B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02180-6755-28A8-5D92-3AF94E8B8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87940"/>
            <a:ext cx="11929641" cy="5666069"/>
          </a:xfrm>
        </p:spPr>
        <p:txBody>
          <a:bodyPr/>
          <a:lstStyle/>
          <a:p>
            <a:pPr lvl="0"/>
            <a:r>
              <a:rPr lang="en-US" dirty="0"/>
              <a:t>Regression is the </a:t>
            </a:r>
            <a:r>
              <a:rPr lang="en-US" b="1" dirty="0">
                <a:solidFill>
                  <a:srgbClr val="FF0000"/>
                </a:solidFill>
              </a:rPr>
              <a:t>estimation</a:t>
            </a:r>
            <a:r>
              <a:rPr lang="en-US" dirty="0"/>
              <a:t> or </a:t>
            </a:r>
            <a:r>
              <a:rPr lang="en-US" b="1" dirty="0">
                <a:solidFill>
                  <a:srgbClr val="FF0000"/>
                </a:solidFill>
              </a:rPr>
              <a:t>prediction</a:t>
            </a:r>
            <a:r>
              <a:rPr lang="en-US" dirty="0"/>
              <a:t> of </a:t>
            </a:r>
          </a:p>
          <a:p>
            <a:pPr lvl="1"/>
            <a:r>
              <a:rPr lang="en-US" dirty="0"/>
              <a:t>unknown values of one variable </a:t>
            </a:r>
          </a:p>
          <a:p>
            <a:pPr lvl="1"/>
            <a:r>
              <a:rPr lang="en-US" dirty="0"/>
              <a:t>from known values of another variable.</a:t>
            </a:r>
          </a:p>
          <a:p>
            <a:r>
              <a:rPr lang="en-US" dirty="0"/>
              <a:t>Regression is defined as a method of </a:t>
            </a:r>
            <a:r>
              <a:rPr lang="en-US" b="1" dirty="0">
                <a:solidFill>
                  <a:srgbClr val="FF0000"/>
                </a:solidFill>
              </a:rPr>
              <a:t>estimating the value</a:t>
            </a:r>
            <a:r>
              <a:rPr lang="en-US" dirty="0"/>
              <a:t> of one variable when the other variable is known and both are </a:t>
            </a:r>
            <a:r>
              <a:rPr lang="en-US" b="1" dirty="0">
                <a:solidFill>
                  <a:srgbClr val="FF0000"/>
                </a:solidFill>
              </a:rPr>
              <a:t>correlated</a:t>
            </a:r>
            <a:r>
              <a:rPr lang="en-US" dirty="0"/>
              <a:t>.</a:t>
            </a:r>
          </a:p>
          <a:p>
            <a:r>
              <a:rPr lang="en-US" dirty="0"/>
              <a:t>Regression </a:t>
            </a:r>
            <a:r>
              <a:rPr lang="en-US" b="1" dirty="0">
                <a:solidFill>
                  <a:srgbClr val="FF0000"/>
                </a:solidFill>
              </a:rPr>
              <a:t>measures</a:t>
            </a:r>
            <a:r>
              <a:rPr lang="en-US" dirty="0"/>
              <a:t> the nature and extent of correlation.</a:t>
            </a:r>
          </a:p>
        </p:txBody>
      </p:sp>
    </p:spTree>
    <p:extLst>
      <p:ext uri="{BB962C8B-B14F-4D97-AF65-F5344CB8AC3E}">
        <p14:creationId xmlns:p14="http://schemas.microsoft.com/office/powerpoint/2010/main" val="243189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Regression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178066674"/>
              </p:ext>
            </p:extLst>
          </p:nvPr>
        </p:nvGraphicFramePr>
        <p:xfrm>
          <a:off x="1981200" y="1299410"/>
          <a:ext cx="8229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041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BC15D81-A538-484D-945C-D714018D54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19CA935-CE76-4A66-AF37-5C24271223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BA80FDA-357D-4628-B28C-52B661E099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CA5AEA3-27E8-4182-B68A-D33BC036ED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DEB3F9F-FADC-4A4D-9DD5-F897C6AF63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lvlOne"/>
        </p:bldSub>
      </p:bldGraphic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Regression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1" y="863443"/>
            <a:ext cx="5530032" cy="5590565"/>
          </a:xfrm>
        </p:spPr>
        <p:txBody>
          <a:bodyPr/>
          <a:lstStyle/>
          <a:p>
            <a:pPr lvl="0"/>
            <a:r>
              <a:rPr lang="en-US" dirty="0"/>
              <a:t>The regression analysis for studying </a:t>
            </a:r>
            <a:r>
              <a:rPr lang="en-US" b="1" dirty="0">
                <a:solidFill>
                  <a:srgbClr val="FF0000"/>
                </a:solidFill>
              </a:rPr>
              <a:t>only two variables</a:t>
            </a:r>
            <a:r>
              <a:rPr lang="en-US" dirty="0"/>
              <a:t> at a time is known as simple regression.</a:t>
            </a:r>
          </a:p>
          <a:p>
            <a:pPr marL="0" lvl="0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1494" r="57337" b="29695"/>
          <a:stretch/>
        </p:blipFill>
        <p:spPr>
          <a:xfrm>
            <a:off x="1099400" y="4019297"/>
            <a:ext cx="3593592" cy="12667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50280" y="788427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661" t="14636" r="1"/>
          <a:stretch/>
        </p:blipFill>
        <p:spPr>
          <a:xfrm>
            <a:off x="7498694" y="3281082"/>
            <a:ext cx="3594219" cy="2743200"/>
          </a:xfrm>
          <a:prstGeom prst="rect">
            <a:avLst/>
          </a:prstGeom>
        </p:spPr>
      </p:pic>
      <p:sp>
        <p:nvSpPr>
          <p:cNvPr id="7" name="Content Placeholder 3"/>
          <p:cNvSpPr txBox="1">
            <a:spLocks/>
          </p:cNvSpPr>
          <p:nvPr/>
        </p:nvSpPr>
        <p:spPr>
          <a:xfrm>
            <a:off x="6530788" y="863443"/>
            <a:ext cx="55300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The regression analysis for studying </a:t>
            </a:r>
            <a:r>
              <a:rPr lang="en-US" b="1" dirty="0">
                <a:solidFill>
                  <a:srgbClr val="FF0000"/>
                </a:solidFill>
              </a:rPr>
              <a:t>more than two variables</a:t>
            </a:r>
            <a:r>
              <a:rPr lang="en-US" dirty="0"/>
              <a:t> at a time is known as multiple regression.</a:t>
            </a: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1539894" y="6065627"/>
            <a:ext cx="2712602" cy="461665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Prediction of Income</a:t>
            </a:r>
          </a:p>
        </p:txBody>
      </p:sp>
      <p:sp>
        <p:nvSpPr>
          <p:cNvPr id="12" name="Content Placeholder 3"/>
          <p:cNvSpPr txBox="1">
            <a:spLocks/>
          </p:cNvSpPr>
          <p:nvPr/>
        </p:nvSpPr>
        <p:spPr>
          <a:xfrm>
            <a:off x="7939501" y="6065627"/>
            <a:ext cx="2712602" cy="461665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0000"/>
                </a:solidFill>
              </a:rPr>
              <a:t>Prediction of Income</a:t>
            </a:r>
          </a:p>
        </p:txBody>
      </p:sp>
    </p:spTree>
    <p:extLst>
      <p:ext uri="{BB962C8B-B14F-4D97-AF65-F5344CB8AC3E}">
        <p14:creationId xmlns:p14="http://schemas.microsoft.com/office/powerpoint/2010/main" val="5213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Regression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31180" y="863444"/>
            <a:ext cx="5530032" cy="5590565"/>
          </a:xfrm>
        </p:spPr>
        <p:txBody>
          <a:bodyPr/>
          <a:lstStyle/>
          <a:p>
            <a:pPr lvl="0"/>
            <a:r>
              <a:rPr lang="en-US" dirty="0"/>
              <a:t>If the regression </a:t>
            </a:r>
            <a:r>
              <a:rPr lang="en-US" dirty="0">
                <a:solidFill>
                  <a:srgbClr val="1F3B73"/>
                </a:solidFill>
              </a:rPr>
              <a:t>curve</a:t>
            </a:r>
            <a:r>
              <a:rPr lang="en-US" dirty="0"/>
              <a:t> is a </a:t>
            </a:r>
            <a:r>
              <a:rPr lang="en-US" b="1" dirty="0">
                <a:solidFill>
                  <a:srgbClr val="FF0000"/>
                </a:solidFill>
              </a:rPr>
              <a:t>straight line</a:t>
            </a:r>
            <a:r>
              <a:rPr lang="en-US" dirty="0"/>
              <a:t>, the regression is known as linear regression.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0280" y="788427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6530788" y="863443"/>
            <a:ext cx="553003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If the regression </a:t>
            </a:r>
            <a:r>
              <a:rPr lang="en-US" dirty="0">
                <a:solidFill>
                  <a:srgbClr val="1F3B73"/>
                </a:solidFill>
              </a:rPr>
              <a:t>curve is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not a straight line</a:t>
            </a:r>
            <a:r>
              <a:rPr lang="en-US" dirty="0"/>
              <a:t>, the regression is known as nonlinear regression.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8152" r="59771"/>
          <a:stretch/>
        </p:blipFill>
        <p:spPr>
          <a:xfrm>
            <a:off x="1319159" y="3136898"/>
            <a:ext cx="3154074" cy="2743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7533" t="17199" r="2366"/>
          <a:stretch/>
        </p:blipFill>
        <p:spPr>
          <a:xfrm>
            <a:off x="7741836" y="3136898"/>
            <a:ext cx="310793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65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Studying Regression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3CF3246-DB5D-4F4B-9315-3304071BB368}"/>
              </a:ext>
            </a:extLst>
          </p:cNvPr>
          <p:cNvSpPr/>
          <p:nvPr/>
        </p:nvSpPr>
        <p:spPr>
          <a:xfrm>
            <a:off x="3928533" y="1135159"/>
            <a:ext cx="4551680" cy="4551680"/>
          </a:xfrm>
          <a:custGeom>
            <a:avLst/>
            <a:gdLst>
              <a:gd name="connsiteX0" fmla="*/ 2275840 w 4551680"/>
              <a:gd name="connsiteY0" fmla="*/ 0 h 4551680"/>
              <a:gd name="connsiteX1" fmla="*/ 4551680 w 4551680"/>
              <a:gd name="connsiteY1" fmla="*/ 2275840 h 4551680"/>
              <a:gd name="connsiteX2" fmla="*/ 2275840 w 4551680"/>
              <a:gd name="connsiteY2" fmla="*/ 4551680 h 4551680"/>
              <a:gd name="connsiteX3" fmla="*/ 2275840 w 4551680"/>
              <a:gd name="connsiteY3" fmla="*/ 2275840 h 4551680"/>
              <a:gd name="connsiteX4" fmla="*/ 2275840 w 4551680"/>
              <a:gd name="connsiteY4" fmla="*/ 0 h 455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680" h="4551680">
                <a:moveTo>
                  <a:pt x="2275840" y="0"/>
                </a:moveTo>
                <a:cubicBezTo>
                  <a:pt x="3532752" y="0"/>
                  <a:pt x="4551680" y="1018928"/>
                  <a:pt x="4551680" y="2275840"/>
                </a:cubicBezTo>
                <a:cubicBezTo>
                  <a:pt x="4551680" y="3532752"/>
                  <a:pt x="3532752" y="4551680"/>
                  <a:pt x="2275840" y="4551680"/>
                </a:cubicBezTo>
                <a:lnTo>
                  <a:pt x="2275840" y="2275840"/>
                </a:lnTo>
                <a:lnTo>
                  <a:pt x="2275840" y="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32888" tIns="1237827" rIns="484632" bIns="1237827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Least Square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BEF78EA-C1E1-4E6C-B9CB-E56DAA7224E0}"/>
              </a:ext>
            </a:extLst>
          </p:cNvPr>
          <p:cNvSpPr/>
          <p:nvPr/>
        </p:nvSpPr>
        <p:spPr>
          <a:xfrm>
            <a:off x="3711786" y="1135159"/>
            <a:ext cx="4551680" cy="4551680"/>
          </a:xfrm>
          <a:custGeom>
            <a:avLst/>
            <a:gdLst>
              <a:gd name="connsiteX0" fmla="*/ 2275840 w 4551680"/>
              <a:gd name="connsiteY0" fmla="*/ 4551680 h 4551680"/>
              <a:gd name="connsiteX1" fmla="*/ 0 w 4551680"/>
              <a:gd name="connsiteY1" fmla="*/ 2275840 h 4551680"/>
              <a:gd name="connsiteX2" fmla="*/ 2275840 w 4551680"/>
              <a:gd name="connsiteY2" fmla="*/ 0 h 4551680"/>
              <a:gd name="connsiteX3" fmla="*/ 2275840 w 4551680"/>
              <a:gd name="connsiteY3" fmla="*/ 2275840 h 4551680"/>
              <a:gd name="connsiteX4" fmla="*/ 2275840 w 4551680"/>
              <a:gd name="connsiteY4" fmla="*/ 4551680 h 455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1680" h="4551680">
                <a:moveTo>
                  <a:pt x="2275840" y="4551680"/>
                </a:moveTo>
                <a:cubicBezTo>
                  <a:pt x="1018928" y="4551680"/>
                  <a:pt x="0" y="3532752"/>
                  <a:pt x="0" y="2275840"/>
                </a:cubicBezTo>
                <a:cubicBezTo>
                  <a:pt x="0" y="1018928"/>
                  <a:pt x="1018928" y="0"/>
                  <a:pt x="2275840" y="0"/>
                </a:cubicBezTo>
                <a:lnTo>
                  <a:pt x="2275840" y="2275840"/>
                </a:lnTo>
                <a:lnTo>
                  <a:pt x="2275840" y="4551680"/>
                </a:lnTo>
                <a:close/>
              </a:path>
            </a:pathLst>
          </a:custGeom>
          <a:scene3d>
            <a:camera prst="orthographicFront"/>
            <a:lightRig rig="threePt" dir="t">
              <a:rot lat="0" lon="0" rev="7500000"/>
            </a:lightRig>
          </a:scene3d>
          <a:sp3d prstMaterial="plastic">
            <a:bevelT w="127000" h="25400" prst="relaxedInset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-2047456"/>
              <a:satOff val="-41324"/>
              <a:lumOff val="-3136"/>
              <a:alphaOff val="0"/>
            </a:schemeClr>
          </a:fillRef>
          <a:effectRef idx="2">
            <a:schemeClr val="accent5">
              <a:hueOff val="-2047456"/>
              <a:satOff val="-41324"/>
              <a:lumOff val="-313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84632" tIns="1237827" rIns="2532888" bIns="1237827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Scatter Diagram</a:t>
            </a:r>
          </a:p>
        </p:txBody>
      </p:sp>
      <p:sp>
        <p:nvSpPr>
          <p:cNvPr id="8" name="Arrow: Circular 7">
            <a:extLst>
              <a:ext uri="{FF2B5EF4-FFF2-40B4-BE49-F238E27FC236}">
                <a16:creationId xmlns:a16="http://schemas.microsoft.com/office/drawing/2014/main" id="{82D5561A-45CA-4ECE-BA46-2CF34235A5B8}"/>
              </a:ext>
            </a:extLst>
          </p:cNvPr>
          <p:cNvSpPr/>
          <p:nvPr/>
        </p:nvSpPr>
        <p:spPr>
          <a:xfrm>
            <a:off x="3538370" y="871394"/>
            <a:ext cx="5115221" cy="5115221"/>
          </a:xfrm>
          <a:prstGeom prst="circularArrow">
            <a:avLst>
              <a:gd name="adj1" fmla="val 5085"/>
              <a:gd name="adj2" fmla="val 327528"/>
              <a:gd name="adj3" fmla="val 5072472"/>
              <a:gd name="adj4" fmla="val 16200000"/>
              <a:gd name="adj5" fmla="val 5932"/>
            </a:avLst>
          </a:prstGeom>
          <a:scene3d>
            <a:camera prst="orthographicFront"/>
            <a:lightRig rig="threePt" dir="t">
              <a:rot lat="0" lon="0" rev="7500000"/>
            </a:lightRig>
          </a:scene3d>
          <a:sp3d z="152400" extrusionH="63500" prstMaterial="matte">
            <a:bevelT w="25400" h="6350" prst="relaxedInset"/>
            <a:contourClr>
              <a:schemeClr val="bg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Arrow: Circular 8">
            <a:extLst>
              <a:ext uri="{FF2B5EF4-FFF2-40B4-BE49-F238E27FC236}">
                <a16:creationId xmlns:a16="http://schemas.microsoft.com/office/drawing/2014/main" id="{DE715B20-6D97-4FAC-B4FD-367AB711A53E}"/>
              </a:ext>
            </a:extLst>
          </p:cNvPr>
          <p:cNvSpPr/>
          <p:nvPr/>
        </p:nvSpPr>
        <p:spPr>
          <a:xfrm>
            <a:off x="3430015" y="853388"/>
            <a:ext cx="5115221" cy="5115221"/>
          </a:xfrm>
          <a:prstGeom prst="circularArrow">
            <a:avLst>
              <a:gd name="adj1" fmla="val 5085"/>
              <a:gd name="adj2" fmla="val 327528"/>
              <a:gd name="adj3" fmla="val 15872472"/>
              <a:gd name="adj4" fmla="val 5400000"/>
              <a:gd name="adj5" fmla="val 5932"/>
            </a:avLst>
          </a:prstGeom>
          <a:scene3d>
            <a:camera prst="orthographicFront"/>
            <a:lightRig rig="threePt" dir="t">
              <a:rot lat="0" lon="0" rev="7500000"/>
            </a:lightRig>
          </a:scene3d>
          <a:sp3d z="152400" extrusionH="63500" prstMaterial="matte">
            <a:bevelT w="25400" h="6350" prst="relaxedInset"/>
            <a:contourClr>
              <a:schemeClr val="bg1"/>
            </a:contourClr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2047456"/>
              <a:satOff val="-41324"/>
              <a:lumOff val="-3136"/>
              <a:alphaOff val="0"/>
            </a:schemeClr>
          </a:fillRef>
          <a:effectRef idx="2">
            <a:schemeClr val="accent5">
              <a:hueOff val="-2047456"/>
              <a:satOff val="-41324"/>
              <a:lumOff val="-3136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&quot;No&quot; Symbol 5"/>
          <p:cNvSpPr/>
          <p:nvPr/>
        </p:nvSpPr>
        <p:spPr>
          <a:xfrm>
            <a:off x="4320005" y="2110873"/>
            <a:ext cx="1371600" cy="2743200"/>
          </a:xfrm>
          <a:prstGeom prst="noSmoking">
            <a:avLst>
              <a:gd name="adj" fmla="val 7326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43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6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36726"/>
            <a:ext cx="10515600" cy="2852737"/>
          </a:xfrm>
        </p:spPr>
        <p:txBody>
          <a:bodyPr/>
          <a:lstStyle/>
          <a:p>
            <a:pPr lvl="0"/>
            <a:r>
              <a:rPr lang="en-US" dirty="0"/>
              <a:t>Method – 3</a:t>
            </a:r>
            <a:br>
              <a:rPr lang="en-US" dirty="0"/>
            </a:br>
            <a:r>
              <a:rPr lang="en-US" dirty="0"/>
              <a:t>Linear Regression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Line of Regression</a:t>
            </a:r>
          </a:p>
        </p:txBody>
      </p:sp>
    </p:spTree>
    <p:extLst>
      <p:ext uri="{BB962C8B-B14F-4D97-AF65-F5344CB8AC3E}">
        <p14:creationId xmlns:p14="http://schemas.microsoft.com/office/powerpoint/2010/main" val="426149360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pPr lvl="0"/>
                <a:r>
                  <a:rPr lang="en-US" dirty="0"/>
                  <a:t>Linear Regression is a method used to predict the value of one variable using another variable by fitting a straight line.</a:t>
                </a:r>
              </a:p>
              <a:p>
                <a:pPr lvl="0"/>
                <a:r>
                  <a:rPr lang="en-US" dirty="0"/>
                  <a:t>It studies the relationship between:</a:t>
                </a:r>
              </a:p>
              <a:p>
                <a:pPr lvl="1"/>
                <a:r>
                  <a:rPr lang="en-US" dirty="0"/>
                  <a:t>Independent Variable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) → Input / Predictor</a:t>
                </a:r>
              </a:p>
              <a:p>
                <a:pPr lvl="1"/>
                <a:r>
                  <a:rPr lang="en-US" dirty="0"/>
                  <a:t>Dependent Variable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) → Output / Response</a:t>
                </a:r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Suppose: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Hours studied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Marks obtained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45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4FB3CC-1A7C-20E0-C6C1-144AA55A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05A6D-27C8-189F-90D4-3F1775CBB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0B343B-87F2-8194-3E68-70A62E323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Suppose: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Hours studied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Marks obtained</a:t>
                </a:r>
              </a:p>
              <a:p>
                <a:r>
                  <a:rPr lang="en-US" dirty="0"/>
                  <a:t>If hours increase, marks also increase.</a:t>
                </a:r>
              </a:p>
              <a:p>
                <a:r>
                  <a:rPr lang="en-US" dirty="0"/>
                  <a:t>We try to find a straight line that best represents this relationship.</a:t>
                </a:r>
              </a:p>
              <a:p>
                <a:pPr lvl="1"/>
                <a:r>
                  <a:rPr lang="en-US" dirty="0"/>
                  <a:t>That straight line is called the Regression Line.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0B343B-87F2-8194-3E68-70A62E323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1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ADA8B1E-88AB-AD4A-2DEB-D01531543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7BF9-2AEF-4F3D-A5A2-6222196D3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12172-74E8-FE92-52EC-E02F49164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07396"/>
            <a:ext cx="11929641" cy="5646613"/>
          </a:xfrm>
        </p:spPr>
        <p:txBody>
          <a:bodyPr/>
          <a:lstStyle/>
          <a:p>
            <a:pPr lvl="0"/>
            <a:r>
              <a:rPr lang="en-US" dirty="0"/>
              <a:t>If the variables, which are highly </a:t>
            </a:r>
            <a:r>
              <a:rPr lang="en-US" b="1" dirty="0">
                <a:solidFill>
                  <a:srgbClr val="FF0000"/>
                </a:solidFill>
              </a:rPr>
              <a:t>correlated</a:t>
            </a:r>
            <a:r>
              <a:rPr lang="en-US" dirty="0"/>
              <a:t>, are plotted on a graph then the points are around a straight line, the </a:t>
            </a:r>
            <a:r>
              <a:rPr lang="en-US" b="1" dirty="0">
                <a:solidFill>
                  <a:srgbClr val="FF0000"/>
                </a:solidFill>
              </a:rPr>
              <a:t>line</a:t>
            </a:r>
            <a:r>
              <a:rPr lang="en-US" dirty="0"/>
              <a:t> is known as the line of regression.</a:t>
            </a:r>
          </a:p>
          <a:p>
            <a:pPr lvl="0"/>
            <a:r>
              <a:rPr lang="en-US" dirty="0"/>
              <a:t>If such a line exist then regression is called Linear Regression.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C3453-D67D-F738-7918-722D04898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796252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14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Diagram 2"/>
              <p:cNvGraphicFramePr/>
              <p:nvPr>
                <p:extLst>
                  <p:ext uri="{D42A27DB-BD31-4B8C-83A1-F6EECF244321}">
                    <p14:modId xmlns:p14="http://schemas.microsoft.com/office/powerpoint/2010/main" val="3533132313"/>
                  </p:ext>
                </p:extLst>
              </p:nvPr>
            </p:nvGraphicFramePr>
            <p:xfrm>
              <a:off x="1524000" y="1143000"/>
              <a:ext cx="9144000" cy="4572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3" name="Diagram 2"/>
              <p:cNvGraphicFramePr/>
              <p:nvPr>
                <p:extLst>
                  <p:ext uri="{D42A27DB-BD31-4B8C-83A1-F6EECF244321}">
                    <p14:modId xmlns:p14="http://schemas.microsoft.com/office/powerpoint/2010/main" val="3533132313"/>
                  </p:ext>
                </p:extLst>
              </p:nvPr>
            </p:nvGraphicFramePr>
            <p:xfrm>
              <a:off x="1524000" y="1143000"/>
              <a:ext cx="9144000" cy="4572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8488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09C3C07-ABA9-48F2-83DF-D8E821ACC4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3A69B8-EA3A-43EC-9740-845C298FB6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 of Regression of Y on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97668"/>
                <a:ext cx="11929641" cy="5656341"/>
              </a:xfrm>
            </p:spPr>
            <p:txBody>
              <a:bodyPr/>
              <a:lstStyle/>
              <a:p>
                <a:r>
                  <a:rPr lang="en-US" dirty="0"/>
                  <a:t>This line of regression gives the best </a:t>
                </a:r>
                <a:r>
                  <a:rPr lang="en-US" b="1" dirty="0">
                    <a:solidFill>
                      <a:srgbClr val="FF0000"/>
                    </a:solidFill>
                  </a:rPr>
                  <a:t>prediction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or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estimation of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for given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1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Here,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is dependent variable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independent variable</a:t>
                </a:r>
              </a:p>
              <a:p>
                <a:pPr lvl="0"/>
                <a:r>
                  <a:rPr lang="en-US" dirty="0"/>
                  <a:t>We predict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97668"/>
                <a:ext cx="11929641" cy="5656341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202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9144939-2D91-A8D8-7913-57202A2CD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E1A3-FA27-96D8-EA73-811AC011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 of Regression of Y on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F4D693-0234-EA28-3DBB-97DF009117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IN" dirty="0"/>
                  <a:t>Example:</a:t>
                </a:r>
              </a:p>
              <a:p>
                <a:pPr lvl="1"/>
                <a:r>
                  <a:rPr lang="en-US" dirty="0"/>
                  <a:t>Suppose: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Hours studied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Marks obtained</a:t>
                </a:r>
              </a:p>
              <a:p>
                <a:pPr lvl="1"/>
                <a:r>
                  <a:rPr lang="en-US" dirty="0"/>
                  <a:t>If</a:t>
                </a:r>
              </a:p>
              <a:p>
                <a:pPr lvl="2"/>
                <a:r>
                  <a:rPr lang="en-US" dirty="0"/>
                  <a:t>Study hours increase → marks increase</a:t>
                </a:r>
              </a:p>
              <a:p>
                <a:pPr lvl="2"/>
                <a:r>
                  <a:rPr lang="en-US" dirty="0"/>
                  <a:t>Then we use Regression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to predict marks.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0F4D693-0234-EA28-3DBB-97DF009117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56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DC26B00-CAC6-B8D9-4A4C-ACE4252FC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A192-3028-0F58-A9C6-794655C4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 of Regression of Y on 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77EDA4-236D-C36B-0D89-9D3C4B58D5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662562"/>
                <a:ext cx="11929641" cy="5952247"/>
              </a:xfrm>
            </p:spPr>
            <p:txBody>
              <a:bodyPr/>
              <a:lstStyle/>
              <a:p>
                <a:pPr lvl="0">
                  <a:lnSpc>
                    <a:spcPct val="14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The line of regression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is</a:t>
                </a:r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US" b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𝐲𝐱</m:t>
                          </m:r>
                        </m:sub>
                      </m:sSub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 algn="ctr">
                  <a:lnSpc>
                    <a:spcPct val="140000"/>
                  </a:lnSpc>
                  <a:buNone/>
                </a:pPr>
                <a:r>
                  <a:rPr lang="en-US" b="1" dirty="0"/>
                  <a:t>or </a:t>
                </a:r>
              </a:p>
              <a:p>
                <a:pPr marL="0" indent="0" algn="ctr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𝐲𝐱</m:t>
                          </m:r>
                        </m:sub>
                      </m:sSub>
                      <m:r>
                        <a:rPr lang="en-IN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273050" indent="0">
                  <a:lnSpc>
                    <a:spcPct val="140000"/>
                  </a:lnSpc>
                  <a:buNone/>
                </a:pPr>
                <a:r>
                  <a:rPr lang="en-US" dirty="0"/>
                  <a:t>where,</a:t>
                </a:r>
              </a:p>
              <a:p>
                <a:pPr lvl="1">
                  <a:lnSpc>
                    <a:spcPct val="14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yx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called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regression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coefficient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on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>
                  <a:lnSpc>
                    <a:spcPct val="14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It tells how much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changes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changes by </a:t>
                </a:r>
                <a14:m>
                  <m:oMath xmlns:m="http://schemas.openxmlformats.org/officeDocument/2006/math"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unit.</a:t>
                </a:r>
              </a:p>
              <a:p>
                <a:pPr lvl="2"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correlation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coefficient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Intercept (value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77EDA4-236D-C36B-0D89-9D3C4B58D5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662562"/>
                <a:ext cx="11929641" cy="5952247"/>
              </a:xfrm>
              <a:blipFill>
                <a:blip r:embed="rId2"/>
                <a:stretch>
                  <a:fillRect l="-971" b="-2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173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16CF21E-853F-99C8-3556-4D39A410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11E-234E-9728-70AC-B35A934A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 of Regression of Y on 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E7C9A5-8A9B-E0CE-52FD-32B97AAF1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711201"/>
            <a:ext cx="952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21740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6EE172C-D93C-F1F5-C27B-C414827F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D84B-FDB9-5477-AD59-C386985F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 of Regression of X on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7AD74C3-4159-8863-4BCD-15E8CBA40B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97668"/>
                <a:ext cx="11929641" cy="5656341"/>
              </a:xfrm>
            </p:spPr>
            <p:txBody>
              <a:bodyPr/>
              <a:lstStyle/>
              <a:p>
                <a:r>
                  <a:rPr lang="en-US" dirty="0"/>
                  <a:t>This line of regression gives the best </a:t>
                </a:r>
                <a:r>
                  <a:rPr lang="en-US" b="1" dirty="0">
                    <a:solidFill>
                      <a:srgbClr val="FF0000"/>
                    </a:solidFill>
                  </a:rPr>
                  <a:t>prediction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or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estimation of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for given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Here,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 dependent variable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is independent variable</a:t>
                </a:r>
              </a:p>
              <a:p>
                <a:pPr lvl="0"/>
                <a:r>
                  <a:rPr lang="en-US" dirty="0"/>
                  <a:t>We predict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Note :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In calculator : Store values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IN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7AD74C3-4159-8863-4BCD-15E8CBA40B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97668"/>
                <a:ext cx="11929641" cy="5656341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84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AB68FE3-72CF-7413-A172-1FDB6AD6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8C91-B9AE-428A-CEFA-6EBE2F35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 of Regression of X on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8AE1207-D930-4F0A-0272-E0EF99C15B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54969"/>
              </a:xfrm>
            </p:spPr>
            <p:txBody>
              <a:bodyPr/>
              <a:lstStyle/>
              <a:p>
                <a:r>
                  <a:rPr lang="en-IN" dirty="0"/>
                  <a:t>Example:</a:t>
                </a:r>
              </a:p>
              <a:p>
                <a:pPr lvl="1"/>
                <a:r>
                  <a:rPr lang="en-US" dirty="0"/>
                  <a:t>Suppose: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Hours studied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Marks obtained</a:t>
                </a:r>
              </a:p>
              <a:p>
                <a:pPr lvl="1"/>
                <a:r>
                  <a:rPr lang="en-US" dirty="0"/>
                  <a:t>If</a:t>
                </a:r>
              </a:p>
              <a:p>
                <a:pPr lvl="2"/>
                <a:r>
                  <a:rPr lang="en-US" dirty="0"/>
                  <a:t>we know marks and</a:t>
                </a:r>
              </a:p>
              <a:p>
                <a:pPr lvl="2"/>
                <a:r>
                  <a:rPr lang="en-US" dirty="0"/>
                  <a:t>we want to estimate how many hours were studied</a:t>
                </a:r>
              </a:p>
              <a:p>
                <a:pPr lvl="1"/>
                <a:r>
                  <a:rPr lang="en-US" dirty="0"/>
                  <a:t>Then </a:t>
                </a:r>
              </a:p>
              <a:p>
                <a:pPr lvl="2"/>
                <a:r>
                  <a:rPr lang="en-US" dirty="0"/>
                  <a:t>we use Regression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8AE1207-D930-4F0A-0272-E0EF99C15B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54969"/>
              </a:xfrm>
              <a:blipFill>
                <a:blip r:embed="rId2"/>
                <a:stretch>
                  <a:fillRect l="-971" b="-17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6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B515E60-5532-9551-65B2-1C28F277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67AC-B7E5-1DE6-A0DB-8D06A00BC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 of Regression of X on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F09C47C-1605-8976-685B-F167A7D49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39300"/>
                <a:ext cx="11929641" cy="5846323"/>
              </a:xfrm>
            </p:spPr>
            <p:txBody>
              <a:bodyPr/>
              <a:lstStyle/>
              <a:p>
                <a:pPr lvl="0">
                  <a:lnSpc>
                    <a:spcPct val="14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The line of regression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is</a:t>
                </a:r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𝐱𝐲</m:t>
                          </m:r>
                        </m:sub>
                      </m:sSub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n-US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indent="0" algn="ctr">
                  <a:lnSpc>
                    <a:spcPct val="140000"/>
                  </a:lnSpc>
                  <a:buNone/>
                </a:pPr>
                <a:r>
                  <a:rPr lang="en-US" b="1" dirty="0"/>
                  <a:t>or </a:t>
                </a:r>
              </a:p>
              <a:p>
                <a:pPr marL="0" indent="0" algn="ctr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𝐱𝐲</m:t>
                          </m:r>
                        </m:sub>
                      </m:sSub>
                      <m:r>
                        <a:rPr lang="en-IN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273050" indent="0">
                  <a:lnSpc>
                    <a:spcPct val="140000"/>
                  </a:lnSpc>
                  <a:buNone/>
                </a:pPr>
                <a:r>
                  <a:rPr lang="en-US" dirty="0"/>
                  <a:t>where,</a:t>
                </a:r>
              </a:p>
              <a:p>
                <a:pPr lvl="1">
                  <a:lnSpc>
                    <a:spcPct val="14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</m:sub>
                    </m:sSub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  <m:r>
                          <a:rPr lang="en-US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called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regression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coefficient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on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>
                  <a:lnSpc>
                    <a:spcPct val="140000"/>
                  </a:lnSpc>
                </a:pPr>
                <a:r>
                  <a:rPr lang="en-US" dirty="0">
                    <a:solidFill>
                      <a:srgbClr val="002060"/>
                    </a:solidFill>
                  </a:rPr>
                  <a:t>It tells how much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changes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changes by </a:t>
                </a:r>
                <a14:m>
                  <m:oMath xmlns:m="http://schemas.openxmlformats.org/officeDocument/2006/math"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unit.</a:t>
                </a:r>
              </a:p>
              <a:p>
                <a:pPr lvl="2"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correlation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coefficient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>
                  <a:lnSpc>
                    <a:spcPct val="14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Intercept (value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F09C47C-1605-8976-685B-F167A7D49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39300"/>
                <a:ext cx="11929641" cy="5846323"/>
              </a:xfrm>
              <a:blipFill>
                <a:blip r:embed="rId2"/>
                <a:stretch>
                  <a:fillRect l="-971" b="-19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09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Regression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3627334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Both regression coefficients have the same sign as correlation.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→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yx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xy</m:t>
                        </m:r>
                      </m:sub>
                    </m:sSub>
                  </m:oMath>
                </a14:m>
                <a:r>
                  <a:rPr lang="en-US" dirty="0"/>
                  <a:t>​ are positive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 →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yx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xy</m:t>
                        </m:r>
                      </m:sub>
                    </m:sSub>
                  </m:oMath>
                </a14:m>
                <a:r>
                  <a:rPr lang="en-US" dirty="0"/>
                  <a:t>​ are negative </a:t>
                </a:r>
              </a:p>
              <a:p>
                <a:pPr lvl="2"/>
                <a:r>
                  <a:rPr lang="en-US" dirty="0"/>
                  <a:t>Because both contain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in their formula.</a:t>
                </a:r>
              </a:p>
              <a:p>
                <a:pPr lvl="2"/>
                <a:r>
                  <a:rPr lang="en-US" dirty="0"/>
                  <a:t>So, regression coefficients always have the same sign as correlation.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3627334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26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344ABC-FAA3-2AE5-7B9E-AB6B21EAF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F9AB4-BE40-2D5B-EE18-8AC646BB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Regression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BBC4908-C81F-3311-4DE8-AEAAE3E34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2255734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Product of Regression Coefficients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p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 product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yx</m:t>
                        </m:r>
                      </m:sub>
                    </m:sSub>
                    <m:r>
                      <a:rPr lang="en-IN" dirty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xy</m:t>
                        </m:r>
                      </m:sub>
                    </m:sSub>
                  </m:oMath>
                </a14:m>
                <a:r>
                  <a:rPr lang="en-US" dirty="0"/>
                  <a:t>​ is always positive.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BBC4908-C81F-3311-4DE8-AEAAE3E34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2255734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9783A88A-B357-B691-E16F-AE2B7F33DA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2966936"/>
                <a:ext cx="11929641" cy="35603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Correlation is the Geometric Mean of Regression Coefficients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𝐫</m:t>
                      </m:r>
                      <m:r>
                        <a:rPr lang="en-US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𝐲𝐱</m:t>
                              </m:r>
                            </m:sub>
                          </m:sSub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⋅ </m:t>
                          </m:r>
                          <m:sSub>
                            <m:sSubPr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  <m:sub>
                              <m:r>
                                <a:rPr lang="en-US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𝐱𝐲</m:t>
                              </m:r>
                            </m:sub>
                          </m:sSub>
                          <m:r>
                            <a:rPr lang="en-US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US" b="1" dirty="0"/>
              </a:p>
              <a:p>
                <a:pPr lvl="1"/>
                <a:r>
                  <a:rPr lang="en-US" dirty="0"/>
                  <a:t>Take positive sign if correlation is positive.</a:t>
                </a:r>
              </a:p>
              <a:p>
                <a:pPr lvl="1"/>
                <a:r>
                  <a:rPr lang="en-US" dirty="0"/>
                  <a:t>Take negative sign if correlation is negative.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9783A88A-B357-B691-E16F-AE2B7F33D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2966936"/>
                <a:ext cx="11929641" cy="3560324"/>
              </a:xfrm>
              <a:prstGeom prst="rect">
                <a:avLst/>
              </a:prstGeo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81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 uiExpand="1" build="p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505F274-CBD5-7407-F8A3-4CCCF1D1D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2772-27AA-DECF-4EA0-43578B7C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Regression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E878C0C-747B-AB15-A2A3-DE755B9829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903608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, then both regression coefficients are zero.</a:t>
                </a:r>
              </a:p>
              <a:p>
                <a:pPr lvl="0"/>
                <a:r>
                  <a:rPr lang="en-US" dirty="0"/>
                  <a:t>because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dirty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 dirty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den>
                      </m:f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IN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i="0" dirty="0"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 dirty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i="0" dirty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b="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b="0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IN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yx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xy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So, regression lines become: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which are perpendicular lines.</a:t>
                </a:r>
              </a:p>
              <a:p>
                <a:pPr lvl="2"/>
                <a:r>
                  <a:rPr lang="en-US" dirty="0"/>
                  <a:t>i.e., Regression of Y on X → horizontal line</a:t>
                </a:r>
              </a:p>
              <a:p>
                <a:pPr lvl="2"/>
                <a:r>
                  <a:rPr lang="en-US" dirty="0"/>
                  <a:t>Regression of X on Y → vertical line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E878C0C-747B-AB15-A2A3-DE755B9829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903608"/>
              </a:xfrm>
              <a:blipFill>
                <a:blip r:embed="rId2"/>
                <a:stretch>
                  <a:fillRect l="-971" b="-23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145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83D7D60-62F0-4D24-583D-C63894FE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DFA7C-1622-F127-E544-D2D17A8D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Regression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C5558CA-7645-E162-3CF0-68CC7A6EF9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42218"/>
                <a:ext cx="11929641" cy="3523730"/>
              </a:xfrm>
            </p:spPr>
            <p:txBody>
              <a:bodyPr/>
              <a:lstStyle/>
              <a:p>
                <a:r>
                  <a:rPr lang="en-US" dirty="0"/>
                  <a:t>What you see:</a:t>
                </a:r>
              </a:p>
              <a:p>
                <a:pPr lvl="1"/>
                <a:r>
                  <a:rPr lang="en-US" dirty="0"/>
                  <a:t>Scatter points randomly spread → no linear relationship</a:t>
                </a:r>
              </a:p>
              <a:p>
                <a:pPr lvl="1"/>
                <a:r>
                  <a:rPr lang="en-US" dirty="0"/>
                  <a:t>Horizontal line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dirty="0"/>
                  <a:t> (best prediction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Vertical line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dirty="0"/>
                  <a:t> (best prediction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The two lines are perpendicular (90°)</a:t>
                </a:r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C5558CA-7645-E162-3CF0-68CC7A6EF9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42218"/>
                <a:ext cx="11929641" cy="3523730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596AF39-C5B3-66CB-8300-0A27C78762A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82010" y="2504083"/>
            <a:ext cx="4878810" cy="39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5096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60F9FB6-CE96-04A7-57A3-C463B62F7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5FD4-78B4-6F5F-EF73-8EA956B47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Regression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E80A44-BEC9-26DA-BAA4-390C1B82D7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1438611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=±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, then both regression coefficients are Reciprocals.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dirty="0"/>
              </a:p>
              <a:p>
                <a:pPr marL="0" lvl="0" indent="0">
                  <a:buNone/>
                </a:pPr>
                <a:endParaRPr lang="en-IN" b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DE80A44-BEC9-26DA-BAA4-390C1B82D7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1438611"/>
              </a:xfrm>
              <a:blipFill>
                <a:blip r:embed="rId2"/>
                <a:stretch>
                  <a:fillRect l="-971" b="-25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D195F2-1706-E3EA-7DC1-920E1C8EFA4A}"/>
                  </a:ext>
                </a:extLst>
              </p:cNvPr>
              <p:cNvSpPr txBox="1"/>
              <p:nvPr/>
            </p:nvSpPr>
            <p:spPr>
              <a:xfrm>
                <a:off x="369650" y="5865375"/>
                <a:ext cx="2694563" cy="562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1" i="1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US" sz="2800" b="1" i="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𝐲𝐱</m:t>
                          </m:r>
                        </m:sub>
                      </m:sSub>
                      <m:r>
                        <a:rPr lang="en-IN" sz="2800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sz="2800" b="1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IN" sz="2800" b="1" i="0" dirty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𝐱𝐲</m:t>
                          </m:r>
                        </m:sub>
                      </m:sSub>
                      <m:r>
                        <a:rPr lang="en-IN" sz="2800" b="1" i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D195F2-1706-E3EA-7DC1-920E1C8EF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50" y="5865375"/>
                <a:ext cx="2694563" cy="5628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A9ADE11D-04EB-4DE1-BA41-15ADEF929B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3326456"/>
                <a:ext cx="11929641" cy="7112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3">
                <a:extLst>
                  <a:ext uri="{FF2B5EF4-FFF2-40B4-BE49-F238E27FC236}">
                    <a16:creationId xmlns:a16="http://schemas.microsoft.com/office/drawing/2014/main" id="{A9ADE11D-04EB-4DE1-BA41-15ADEF929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3326456"/>
                <a:ext cx="11929641" cy="711200"/>
              </a:xfrm>
              <a:prstGeom prst="rect">
                <a:avLst/>
              </a:prstGeom>
              <a:blipFill>
                <a:blip r:embed="rId4"/>
                <a:stretch>
                  <a:fillRect b="-18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01C14FD3-9B24-7DC7-5068-082741E9B3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11997" y="1508870"/>
                <a:ext cx="4589978" cy="14386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IN" dirty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dirty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dirty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dirty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den>
                      </m:f>
                      <m:r>
                        <a:rPr lang="en-IN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dirty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dirty="0"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IN" dirty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dirty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dirty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dirty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dirty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01C14FD3-9B24-7DC7-5068-082741E9B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997" y="1508870"/>
                <a:ext cx="4589978" cy="14386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106BF8-0438-BB07-0903-A1BD65E60346}"/>
                  </a:ext>
                </a:extLst>
              </p:cNvPr>
              <p:cNvSpPr txBox="1"/>
              <p:nvPr/>
            </p:nvSpPr>
            <p:spPr>
              <a:xfrm>
                <a:off x="3911997" y="4124124"/>
                <a:ext cx="6128424" cy="9716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den>
                      </m:f>
                      <m: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sz="28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IN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106BF8-0438-BB07-0903-A1BD65E60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997" y="4124124"/>
                <a:ext cx="6128424" cy="9716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BDCFE19-B23D-AB0B-41D0-6951F87D4734}"/>
              </a:ext>
            </a:extLst>
          </p:cNvPr>
          <p:cNvSpPr txBox="1">
            <a:spLocks/>
          </p:cNvSpPr>
          <p:nvPr/>
        </p:nvSpPr>
        <p:spPr>
          <a:xfrm>
            <a:off x="131179" y="4993530"/>
            <a:ext cx="2694564" cy="711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In all cases, 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D630BC-00B0-BD90-070D-6D258230C26B}"/>
              </a:ext>
            </a:extLst>
          </p:cNvPr>
          <p:cNvSpPr txBox="1"/>
          <p:nvPr/>
        </p:nvSpPr>
        <p:spPr>
          <a:xfrm>
            <a:off x="2470826" y="5883068"/>
            <a:ext cx="81662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→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2060"/>
                </a:solidFill>
              </a:rPr>
              <a:t>The two regression lines coincide (same straight line).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80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allAtOnce"/>
      <p:bldP spid="8" grpId="0" build="allAtOnce"/>
      <p:bldP spid="11" grpId="0"/>
      <p:bldP spid="12" grpId="0" build="allAtOnce"/>
      <p:bldP spid="18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57CA89D-7052-F544-9A67-7ACBFBF6C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EB8E0-ED10-4E53-5CCF-A908CCF64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Regression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09068A-0E6B-CCD3-5E38-00258DCF7A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1438611"/>
              </a:xfrm>
            </p:spPr>
            <p:txBody>
              <a:bodyPr/>
              <a:lstStyle/>
              <a:p>
                <a:pPr lvl="0">
                  <a:lnSpc>
                    <a:spcPct val="140000"/>
                  </a:lnSpc>
                </a:pPr>
                <a:r>
                  <a:rPr lang="en-US" dirty="0"/>
                  <a:t>The line of regression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dirty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𝐲𝐱</m:t>
                          </m:r>
                        </m:sub>
                      </m:sSub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409068A-0E6B-CCD3-5E38-00258DCF7A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1438611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33E8F76F-8891-4BB8-E3F9-B7CED1926F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18480" y="4991649"/>
                <a:ext cx="4359758" cy="88377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acc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d>
                        <m:d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b="0" i="0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33E8F76F-8891-4BB8-E3F9-B7CED1926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480" y="4991649"/>
                <a:ext cx="4359758" cy="8837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C6FD75-85F5-E757-DDA2-169FE913C0B7}"/>
                  </a:ext>
                </a:extLst>
              </p:cNvPr>
              <p:cNvSpPr txBox="1"/>
              <p:nvPr/>
            </p:nvSpPr>
            <p:spPr>
              <a:xfrm>
                <a:off x="131179" y="5959869"/>
                <a:ext cx="112307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Thus, both regression lines coincide (same straight line)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=±1.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C6FD75-85F5-E757-DDA2-169FE913C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5959869"/>
                <a:ext cx="11230727" cy="523220"/>
              </a:xfrm>
              <a:prstGeom prst="rect">
                <a:avLst/>
              </a:prstGeom>
              <a:blipFill>
                <a:blip r:embed="rId4"/>
                <a:stretch>
                  <a:fillRect l="-1140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0CEF9282-C063-AE6A-0076-B2B808F567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2218664"/>
                <a:ext cx="11929641" cy="14386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40000"/>
                  </a:lnSpc>
                </a:pPr>
                <a:r>
                  <a:rPr lang="en-US" dirty="0"/>
                  <a:t>The line of regression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marL="0" indent="0">
                  <a:lnSpc>
                    <a:spcPct val="140000"/>
                  </a:lnSpc>
                  <a:buFont typeface="Wingdings 3" panose="050401020108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𝐱𝐲</m:t>
                          </m:r>
                        </m:sub>
                      </m:sSub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b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  <m:r>
                                <a:rPr lang="en-US" b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Content Placeholder 3">
                <a:extLst>
                  <a:ext uri="{FF2B5EF4-FFF2-40B4-BE49-F238E27FC236}">
                    <a16:creationId xmlns:a16="http://schemas.microsoft.com/office/drawing/2014/main" id="{0CEF9282-C063-AE6A-0076-B2B808F56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2218664"/>
                <a:ext cx="11929641" cy="1438611"/>
              </a:xfrm>
              <a:prstGeom prst="rect">
                <a:avLst/>
              </a:prstGeom>
              <a:blipFill>
                <a:blip r:embed="rId5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EEAB2D-A3A5-792E-435E-AA6464637669}"/>
                  </a:ext>
                </a:extLst>
              </p:cNvPr>
              <p:cNvSpPr txBox="1"/>
              <p:nvPr/>
            </p:nvSpPr>
            <p:spPr>
              <a:xfrm>
                <a:off x="3918480" y="3810314"/>
                <a:ext cx="4589978" cy="1028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IN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acc>
                        </m:e>
                      </m:d>
                      <m: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800" b="0" i="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yx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IN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IN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IN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EEAB2D-A3A5-792E-435E-AA6464637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480" y="3810314"/>
                <a:ext cx="4589978" cy="10282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45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14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3BC77BE-A39F-FDCF-1B37-4EDD4ECCE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C706-C7EC-E459-997E-B55C6D3D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Regression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17D6113-10A4-D6D4-E796-A5BB503629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3"/>
                <a:ext cx="11929641" cy="786858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=±</m:t>
                    </m:r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, then both regression coefficients are Reciprocals.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17D6113-10A4-D6D4-E796-A5BB503629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3"/>
                <a:ext cx="11929641" cy="786858"/>
              </a:xfrm>
              <a:blipFill>
                <a:blip r:embed="rId2"/>
                <a:stretch>
                  <a:fillRect l="-971" b="-62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8195830-1A0E-1063-6ADD-E993A6315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80" y="1812922"/>
            <a:ext cx="5438775" cy="4333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DD8A7E-E2BC-FB4E-EDBA-1BD1C5D05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760" y="1812922"/>
            <a:ext cx="55530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4161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340B84-DF9F-FF9F-1786-F578A4A5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D704-D340-D765-78DA-48D90F8D7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Regression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BEA6D2A-CB78-E2B8-6CF9-19D754BD5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The correlation coefficient is </a:t>
                </a:r>
                <a:r>
                  <a:rPr lang="en-US" dirty="0">
                    <a:solidFill>
                      <a:srgbClr val="1F3B73"/>
                    </a:solidFill>
                  </a:rPr>
                  <a:t>less than or equal to the arithmetic mean of the regression coefficients.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b="0" i="1" smtClean="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yx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1F3B73"/>
                  </a:solidFill>
                </a:endParaRPr>
              </a:p>
              <a:p>
                <a:pPr lvl="0"/>
                <a:r>
                  <a:rPr lang="en-US" dirty="0">
                    <a:solidFill>
                      <a:srgbClr val="1F3B73"/>
                    </a:solidFill>
                  </a:rPr>
                  <a:t>The correlation coefficient is equal to the geometric mean of the regression coefficients.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b="0" i="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0" smtClean="0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yx</m:t>
                              </m:r>
                            </m:sub>
                          </m:sSub>
                          <m:r>
                            <a:rPr lang="en-US" b="0" i="0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⋅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>
                                  <a:solidFill>
                                    <a:srgbClr val="1F3B73"/>
                                  </a:solidFill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sub>
                          </m:sSub>
                          <m:r>
                            <a:rPr lang="en-US" b="0" i="0">
                              <a:solidFill>
                                <a:srgbClr val="1F3B7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BEA6D2A-CB78-E2B8-6CF9-19D754BD5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45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Procedure to find line of regression </a:t>
                </a:r>
                <a:r>
                  <a:rPr lang="en-US" dirty="0">
                    <a:solidFill>
                      <a:schemeClr val="tx1"/>
                    </a:solidFill>
                  </a:rPr>
                  <a:t>from the given values of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&amp;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400" t="-8547" b="-19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US" dirty="0">
                    <a:solidFill>
                      <a:srgbClr val="FF0000"/>
                    </a:solidFill>
                  </a:rPr>
                  <a:t>Store</a:t>
                </a:r>
                <a:r>
                  <a:rPr lang="en-US" dirty="0"/>
                  <a:t> the </a:t>
                </a:r>
                <a:r>
                  <a:rPr lang="en-US" dirty="0">
                    <a:solidFill>
                      <a:srgbClr val="FF0000"/>
                    </a:solidFill>
                  </a:rPr>
                  <a:t>given</a:t>
                </a:r>
                <a:r>
                  <a:rPr lang="en-US" dirty="0"/>
                  <a:t> data in the scientific calculator(fx-82MS).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dirty="0">
                    <a:solidFill>
                      <a:srgbClr val="FF0000"/>
                    </a:solidFill>
                  </a:rPr>
                  <a:t>Find</a:t>
                </a:r>
                <a:r>
                  <a:rPr lang="en-US" dirty="0"/>
                  <a:t> the values of </a:t>
                </a:r>
                <a:r>
                  <a:rPr lang="en-US" dirty="0">
                    <a:solidFill>
                      <a:srgbClr val="FF0000"/>
                    </a:solidFill>
                  </a:rPr>
                  <a:t>following</a:t>
                </a:r>
                <a:r>
                  <a:rPr lang="en-US" dirty="0"/>
                  <a:t> from the calculator:</a:t>
                </a:r>
              </a:p>
              <a:p>
                <a:pPr marL="509588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US" dirty="0"/>
              </a:p>
              <a:p>
                <a:pPr marL="514350" indent="-514350">
                  <a:buFont typeface="+mj-lt"/>
                  <a:buAutoNum type="arabicParenR" startAt="3"/>
                </a:pPr>
                <a:r>
                  <a:rPr lang="en-US" dirty="0"/>
                  <a:t>Substitute all the values in the </a:t>
                </a:r>
                <a:r>
                  <a:rPr lang="en-US" dirty="0">
                    <a:solidFill>
                      <a:srgbClr val="FF0000"/>
                    </a:solidFill>
                  </a:rPr>
                  <a:t>formula</a:t>
                </a:r>
                <a:r>
                  <a:rPr lang="en-US" dirty="0"/>
                  <a:t> and find the line of regression.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or</m:t>
                      </m:r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</m:oMath>
                  </m:oMathPara>
                </a14:m>
                <a:endParaRPr lang="en-US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87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FFBE83-B0A6-17FA-1655-2714C712A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184B-509A-4B01-A2D3-6B090E6F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store given data in the calculator? (</a:t>
            </a:r>
            <a:r>
              <a:rPr lang="en-US" dirty="0">
                <a:solidFill>
                  <a:srgbClr val="FF0000"/>
                </a:solidFill>
              </a:rPr>
              <a:t>Mode Set</a:t>
            </a:r>
            <a:r>
              <a:rPr lang="en-US" dirty="0"/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A735FD7-9655-7362-A828-C9B0406DC5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8378" y="835050"/>
                <a:ext cx="8246320" cy="523220"/>
              </a:xfrm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b="1" dirty="0"/>
                  <a:t>Step-1</a:t>
                </a:r>
                <a:r>
                  <a:rPr lang="en-US" dirty="0"/>
                  <a:t>: Change the mode into Regression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Linear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378" y="835050"/>
                <a:ext cx="8246320" cy="523220"/>
              </a:xfrm>
              <a:blipFill>
                <a:blip r:embed="rId2"/>
                <a:stretch>
                  <a:fillRect l="-1404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892F2E4-80C6-9078-DFC3-3EFE0597DC6F}"/>
              </a:ext>
            </a:extLst>
          </p:cNvPr>
          <p:cNvGraphicFramePr/>
          <p:nvPr/>
        </p:nvGraphicFramePr>
        <p:xfrm>
          <a:off x="761018" y="1909333"/>
          <a:ext cx="10669963" cy="1297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EED4BF0-4084-05C2-346E-0423E9B6A6E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33" t="18048" r="66096" b="12952"/>
          <a:stretch/>
        </p:blipFill>
        <p:spPr>
          <a:xfrm rot="5400000">
            <a:off x="1703805" y="2773096"/>
            <a:ext cx="867311" cy="21945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3E5B2F-4489-49FE-458C-3C0D3D064857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7" t="10486" r="67718" b="11836"/>
          <a:stretch/>
        </p:blipFill>
        <p:spPr>
          <a:xfrm rot="5400000">
            <a:off x="5660858" y="2771611"/>
            <a:ext cx="870281" cy="21945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350620-F0B2-96D2-246C-C79BB7193E59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4" t="9606" r="67422" b="12303"/>
          <a:stretch/>
        </p:blipFill>
        <p:spPr>
          <a:xfrm rot="5400000">
            <a:off x="9650067" y="2773095"/>
            <a:ext cx="867312" cy="2194560"/>
          </a:xfrm>
          <a:prstGeom prst="rect">
            <a:avLst/>
          </a:prstGeom>
        </p:spPr>
      </p:pic>
      <p:sp>
        <p:nvSpPr>
          <p:cNvPr id="8" name="Up Arrow 7">
            <a:extLst>
              <a:ext uri="{FF2B5EF4-FFF2-40B4-BE49-F238E27FC236}">
                <a16:creationId xmlns:a16="http://schemas.microsoft.com/office/drawing/2014/main" id="{30AF3E37-EF88-5E08-2986-27103D2BAB99}"/>
              </a:ext>
            </a:extLst>
          </p:cNvPr>
          <p:cNvSpPr/>
          <p:nvPr/>
        </p:nvSpPr>
        <p:spPr>
          <a:xfrm>
            <a:off x="9611815" y="3690991"/>
            <a:ext cx="365760" cy="1097280"/>
          </a:xfrm>
          <a:prstGeom prst="upArrow">
            <a:avLst>
              <a:gd name="adj1" fmla="val 50000"/>
              <a:gd name="adj2" fmla="val 10902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1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P spid="8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BBABEEB-DC75-039B-56DD-236CE30C8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1A0A-0B65-71CC-6311-9E247ABF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store given data in the calculator? (</a:t>
            </a:r>
            <a:r>
              <a:rPr lang="en-US" dirty="0">
                <a:solidFill>
                  <a:srgbClr val="FF0000"/>
                </a:solidFill>
              </a:rPr>
              <a:t>Data Store</a:t>
            </a:r>
            <a:r>
              <a:rPr lang="en-US" dirty="0"/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6AD98CF-A82E-B1E3-F20F-34126DEEFE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0278" y="815798"/>
                <a:ext cx="5915722" cy="523220"/>
              </a:xfrm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b="1" dirty="0"/>
                  <a:t>Step-2</a:t>
                </a:r>
                <a:r>
                  <a:rPr lang="en-US" dirty="0"/>
                  <a:t>: Store the given pairs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278" y="815798"/>
                <a:ext cx="5915722" cy="523220"/>
              </a:xfrm>
              <a:blipFill>
                <a:blip r:embed="rId2"/>
                <a:stretch>
                  <a:fillRect l="-1959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6B74FDA0-9A70-1DE7-6912-3DE7582A320C}"/>
                  </a:ext>
                </a:extLst>
              </p:cNvPr>
              <p:cNvGraphicFramePr/>
              <p:nvPr/>
            </p:nvGraphicFramePr>
            <p:xfrm>
              <a:off x="513027" y="1724507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3" name="Diagram 2"/>
              <p:cNvGraphicFramePr/>
              <p:nvPr>
                <p:extLst>
                  <p:ext uri="{D42A27DB-BD31-4B8C-83A1-F6EECF244321}">
                    <p14:modId xmlns:p14="http://schemas.microsoft.com/office/powerpoint/2010/main" val="1683154584"/>
                  </p:ext>
                </p:extLst>
              </p:nvPr>
            </p:nvGraphicFramePr>
            <p:xfrm>
              <a:off x="513027" y="1724507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Diagram 7">
                <a:extLst>
                  <a:ext uri="{FF2B5EF4-FFF2-40B4-BE49-F238E27FC236}">
                    <a16:creationId xmlns:a16="http://schemas.microsoft.com/office/drawing/2014/main" id="{48F3BD7F-B1A2-AE9F-8F3B-45149EA59799}"/>
                  </a:ext>
                </a:extLst>
              </p:cNvPr>
              <p:cNvGraphicFramePr/>
              <p:nvPr/>
            </p:nvGraphicFramePr>
            <p:xfrm>
              <a:off x="500327" y="2999812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Choice>
        <mc:Fallback xmlns="">
          <p:graphicFrame>
            <p:nvGraphicFramePr>
              <p:cNvPr id="8" name="Diagram 7"/>
              <p:cNvGraphicFramePr/>
              <p:nvPr>
                <p:extLst>
                  <p:ext uri="{D42A27DB-BD31-4B8C-83A1-F6EECF244321}">
                    <p14:modId xmlns:p14="http://schemas.microsoft.com/office/powerpoint/2010/main" val="1345206913"/>
                  </p:ext>
                </p:extLst>
              </p:nvPr>
            </p:nvGraphicFramePr>
            <p:xfrm>
              <a:off x="500327" y="2999812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7" r:lo="rId18" r:qs="rId19" r:cs="rId20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Diagram 8">
                <a:extLst>
                  <a:ext uri="{FF2B5EF4-FFF2-40B4-BE49-F238E27FC236}">
                    <a16:creationId xmlns:a16="http://schemas.microsoft.com/office/drawing/2014/main" id="{6276543C-CF18-03E2-C245-446A60F59129}"/>
                  </a:ext>
                </a:extLst>
              </p:cNvPr>
              <p:cNvGraphicFramePr/>
              <p:nvPr/>
            </p:nvGraphicFramePr>
            <p:xfrm>
              <a:off x="502256" y="4761093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1" r:lo="rId22" r:qs="rId23" r:cs="rId24"/>
              </a:graphicData>
            </a:graphic>
          </p:graphicFrame>
        </mc:Choice>
        <mc:Fallback xmlns="">
          <p:graphicFrame>
            <p:nvGraphicFramePr>
              <p:cNvPr id="9" name="Diagram 8"/>
              <p:cNvGraphicFramePr/>
              <p:nvPr>
                <p:extLst>
                  <p:ext uri="{D42A27DB-BD31-4B8C-83A1-F6EECF244321}">
                    <p14:modId xmlns:p14="http://schemas.microsoft.com/office/powerpoint/2010/main" val="2622804005"/>
                  </p:ext>
                </p:extLst>
              </p:nvPr>
            </p:nvGraphicFramePr>
            <p:xfrm>
              <a:off x="502256" y="4761093"/>
              <a:ext cx="10669963" cy="100584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6" r:lo="rId27" r:qs="rId28" r:cs="rId29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087D900-C9C3-1F3D-E9E8-1913120F0807}"/>
                  </a:ext>
                </a:extLst>
              </p:cNvPr>
              <p:cNvSpPr txBox="1"/>
              <p:nvPr/>
            </p:nvSpPr>
            <p:spPr>
              <a:xfrm>
                <a:off x="1449990" y="4133276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990" y="4133276"/>
                <a:ext cx="287899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679B47-F7CB-697E-6F37-C4C8CC9AF08E}"/>
                  </a:ext>
                </a:extLst>
              </p:cNvPr>
              <p:cNvSpPr txBox="1"/>
              <p:nvPr/>
            </p:nvSpPr>
            <p:spPr>
              <a:xfrm>
                <a:off x="4310866" y="4133276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866" y="4133276"/>
                <a:ext cx="287899" cy="52322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CF38FB-8EC4-B2C2-1B0F-4A14E6A329B5}"/>
                  </a:ext>
                </a:extLst>
              </p:cNvPr>
              <p:cNvSpPr txBox="1"/>
              <p:nvPr/>
            </p:nvSpPr>
            <p:spPr>
              <a:xfrm>
                <a:off x="7171742" y="4133276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742" y="4133276"/>
                <a:ext cx="287899" cy="52322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5FDC49-8198-DC48-FD8A-C0515DB4A5C5}"/>
                  </a:ext>
                </a:extLst>
              </p:cNvPr>
              <p:cNvSpPr txBox="1"/>
              <p:nvPr/>
            </p:nvSpPr>
            <p:spPr>
              <a:xfrm>
                <a:off x="10032618" y="4133276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618" y="4133276"/>
                <a:ext cx="287899" cy="52322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89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F7AE4D5-99CD-430E-997C-4D9624DA75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F7AE4D5-99CD-430E-997C-4D9624DA75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F7AE4D5-99CD-430E-997C-4D9624DA75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Graphic spid="8" grpId="0">
        <p:bldSub>
          <a:bldDgm bld="one"/>
        </p:bldSub>
      </p:bldGraphic>
      <p:bldGraphic spid="9" grpId="0">
        <p:bldSub>
          <a:bldDgm bld="one"/>
        </p:bldSub>
      </p:bldGraphic>
      <p:bldP spid="10" grpId="0"/>
      <p:bldP spid="11" grpId="0"/>
      <p:bldP spid="15" grpId="0"/>
      <p:bldP spid="16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C9A4CEE-01D6-1616-EC08-9427A834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8E74B7-8367-051A-5FAE-B2A9A4A4959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How to find required values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IN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sub>
                    </m:sSub>
                  </m:oMath>
                </a14:m>
                <a:r>
                  <a:rPr lang="en-US" dirty="0"/>
                  <a:t>) from the calculator?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8E74B7-8367-051A-5FAE-B2A9A4A495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893AD38-623F-B921-5DA6-99EB36758002}"/>
              </a:ext>
            </a:extLst>
          </p:cNvPr>
          <p:cNvSpPr/>
          <p:nvPr/>
        </p:nvSpPr>
        <p:spPr>
          <a:xfrm>
            <a:off x="152400" y="1043841"/>
            <a:ext cx="1833685" cy="1005840"/>
          </a:xfrm>
          <a:custGeom>
            <a:avLst/>
            <a:gdLst>
              <a:gd name="csX0" fmla="*/ 0 w 1833685"/>
              <a:gd name="csY0" fmla="*/ 100584 h 1005840"/>
              <a:gd name="csX1" fmla="*/ 100584 w 1833685"/>
              <a:gd name="csY1" fmla="*/ 0 h 1005840"/>
              <a:gd name="csX2" fmla="*/ 1733101 w 1833685"/>
              <a:gd name="csY2" fmla="*/ 0 h 1005840"/>
              <a:gd name="csX3" fmla="*/ 1833685 w 1833685"/>
              <a:gd name="csY3" fmla="*/ 100584 h 1005840"/>
              <a:gd name="csX4" fmla="*/ 1833685 w 1833685"/>
              <a:gd name="csY4" fmla="*/ 905256 h 1005840"/>
              <a:gd name="csX5" fmla="*/ 1733101 w 1833685"/>
              <a:gd name="csY5" fmla="*/ 1005840 h 1005840"/>
              <a:gd name="csX6" fmla="*/ 100584 w 1833685"/>
              <a:gd name="csY6" fmla="*/ 1005840 h 1005840"/>
              <a:gd name="csX7" fmla="*/ 0 w 1833685"/>
              <a:gd name="csY7" fmla="*/ 905256 h 1005840"/>
              <a:gd name="csX8" fmla="*/ 0 w 1833685"/>
              <a:gd name="csY8" fmla="*/ 100584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33685" h="1005840">
                <a:moveTo>
                  <a:pt x="0" y="100584"/>
                </a:moveTo>
                <a:cubicBezTo>
                  <a:pt x="0" y="45033"/>
                  <a:pt x="45033" y="0"/>
                  <a:pt x="100584" y="0"/>
                </a:cubicBezTo>
                <a:lnTo>
                  <a:pt x="1733101" y="0"/>
                </a:lnTo>
                <a:cubicBezTo>
                  <a:pt x="1788652" y="0"/>
                  <a:pt x="1833685" y="45033"/>
                  <a:pt x="1833685" y="100584"/>
                </a:cubicBezTo>
                <a:lnTo>
                  <a:pt x="1833685" y="905256"/>
                </a:lnTo>
                <a:cubicBezTo>
                  <a:pt x="1833685" y="960807"/>
                  <a:pt x="1788652" y="1005840"/>
                  <a:pt x="1733101" y="1005840"/>
                </a:cubicBezTo>
                <a:lnTo>
                  <a:pt x="100584" y="1005840"/>
                </a:lnTo>
                <a:cubicBezTo>
                  <a:pt x="45033" y="1005840"/>
                  <a:pt x="0" y="960807"/>
                  <a:pt x="0" y="905256"/>
                </a:cubicBezTo>
                <a:lnTo>
                  <a:pt x="0" y="10058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6620" tIns="166620" rIns="166620" bIns="16662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b="1" kern="1200" dirty="0"/>
              <a:t>Shift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E703646-FD07-B5ED-8908-163AA6034D3B}"/>
              </a:ext>
            </a:extLst>
          </p:cNvPr>
          <p:cNvSpPr/>
          <p:nvPr/>
        </p:nvSpPr>
        <p:spPr>
          <a:xfrm>
            <a:off x="2167709" y="1324580"/>
            <a:ext cx="385041" cy="444360"/>
          </a:xfrm>
          <a:custGeom>
            <a:avLst/>
            <a:gdLst>
              <a:gd name="csX0" fmla="*/ 0 w 385041"/>
              <a:gd name="csY0" fmla="*/ 88872 h 444360"/>
              <a:gd name="csX1" fmla="*/ 192521 w 385041"/>
              <a:gd name="csY1" fmla="*/ 88872 h 444360"/>
              <a:gd name="csX2" fmla="*/ 192521 w 385041"/>
              <a:gd name="csY2" fmla="*/ 0 h 444360"/>
              <a:gd name="csX3" fmla="*/ 385041 w 385041"/>
              <a:gd name="csY3" fmla="*/ 222180 h 444360"/>
              <a:gd name="csX4" fmla="*/ 192521 w 385041"/>
              <a:gd name="csY4" fmla="*/ 444360 h 444360"/>
              <a:gd name="csX5" fmla="*/ 192521 w 385041"/>
              <a:gd name="csY5" fmla="*/ 355488 h 444360"/>
              <a:gd name="csX6" fmla="*/ 0 w 385041"/>
              <a:gd name="csY6" fmla="*/ 355488 h 444360"/>
              <a:gd name="csX7" fmla="*/ 0 w 385041"/>
              <a:gd name="csY7" fmla="*/ 88872 h 44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85041" h="444360">
                <a:moveTo>
                  <a:pt x="0" y="88872"/>
                </a:moveTo>
                <a:lnTo>
                  <a:pt x="192521" y="88872"/>
                </a:lnTo>
                <a:lnTo>
                  <a:pt x="192521" y="0"/>
                </a:lnTo>
                <a:lnTo>
                  <a:pt x="385041" y="222180"/>
                </a:lnTo>
                <a:lnTo>
                  <a:pt x="192521" y="444360"/>
                </a:lnTo>
                <a:lnTo>
                  <a:pt x="192521" y="355488"/>
                </a:lnTo>
                <a:lnTo>
                  <a:pt x="0" y="355488"/>
                </a:lnTo>
                <a:lnTo>
                  <a:pt x="0" y="88872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8872" rIns="115512" bIns="88872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600" b="1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6D13BF8-DBE6-3ED5-13B3-4F0ED1DFEB1D}"/>
              </a:ext>
            </a:extLst>
          </p:cNvPr>
          <p:cNvSpPr/>
          <p:nvPr/>
        </p:nvSpPr>
        <p:spPr>
          <a:xfrm>
            <a:off x="2712579" y="1043841"/>
            <a:ext cx="1791776" cy="1005840"/>
          </a:xfrm>
          <a:custGeom>
            <a:avLst/>
            <a:gdLst>
              <a:gd name="csX0" fmla="*/ 0 w 1791776"/>
              <a:gd name="csY0" fmla="*/ 100584 h 1005840"/>
              <a:gd name="csX1" fmla="*/ 100584 w 1791776"/>
              <a:gd name="csY1" fmla="*/ 0 h 1005840"/>
              <a:gd name="csX2" fmla="*/ 1691192 w 1791776"/>
              <a:gd name="csY2" fmla="*/ 0 h 1005840"/>
              <a:gd name="csX3" fmla="*/ 1791776 w 1791776"/>
              <a:gd name="csY3" fmla="*/ 100584 h 1005840"/>
              <a:gd name="csX4" fmla="*/ 1791776 w 1791776"/>
              <a:gd name="csY4" fmla="*/ 905256 h 1005840"/>
              <a:gd name="csX5" fmla="*/ 1691192 w 1791776"/>
              <a:gd name="csY5" fmla="*/ 1005840 h 1005840"/>
              <a:gd name="csX6" fmla="*/ 100584 w 1791776"/>
              <a:gd name="csY6" fmla="*/ 1005840 h 1005840"/>
              <a:gd name="csX7" fmla="*/ 0 w 1791776"/>
              <a:gd name="csY7" fmla="*/ 905256 h 1005840"/>
              <a:gd name="csX8" fmla="*/ 0 w 1791776"/>
              <a:gd name="csY8" fmla="*/ 100584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91776" h="1005840">
                <a:moveTo>
                  <a:pt x="0" y="100584"/>
                </a:moveTo>
                <a:cubicBezTo>
                  <a:pt x="0" y="45033"/>
                  <a:pt x="45033" y="0"/>
                  <a:pt x="100584" y="0"/>
                </a:cubicBezTo>
                <a:lnTo>
                  <a:pt x="1691192" y="0"/>
                </a:lnTo>
                <a:cubicBezTo>
                  <a:pt x="1746743" y="0"/>
                  <a:pt x="1791776" y="45033"/>
                  <a:pt x="1791776" y="100584"/>
                </a:cubicBezTo>
                <a:lnTo>
                  <a:pt x="1791776" y="905256"/>
                </a:lnTo>
                <a:cubicBezTo>
                  <a:pt x="1791776" y="960807"/>
                  <a:pt x="1746743" y="1005840"/>
                  <a:pt x="1691192" y="1005840"/>
                </a:cubicBezTo>
                <a:lnTo>
                  <a:pt x="100584" y="1005840"/>
                </a:lnTo>
                <a:cubicBezTo>
                  <a:pt x="45033" y="1005840"/>
                  <a:pt x="0" y="960807"/>
                  <a:pt x="0" y="905256"/>
                </a:cubicBezTo>
                <a:lnTo>
                  <a:pt x="0" y="10058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511864"/>
              <a:satOff val="-10331"/>
              <a:lumOff val="-784"/>
              <a:alphaOff val="0"/>
            </a:schemeClr>
          </a:fillRef>
          <a:effectRef idx="2">
            <a:schemeClr val="accent5">
              <a:hueOff val="-511864"/>
              <a:satOff val="-10331"/>
              <a:lumOff val="-78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6620" tIns="166620" rIns="166620" bIns="16662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b="1" kern="1200" dirty="0"/>
              <a:t>2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F6D1450-2242-76E8-FF9B-41969B581B8B}"/>
              </a:ext>
            </a:extLst>
          </p:cNvPr>
          <p:cNvSpPr/>
          <p:nvPr/>
        </p:nvSpPr>
        <p:spPr>
          <a:xfrm>
            <a:off x="4683533" y="1324580"/>
            <a:ext cx="379856" cy="444360"/>
          </a:xfrm>
          <a:custGeom>
            <a:avLst/>
            <a:gdLst>
              <a:gd name="csX0" fmla="*/ 0 w 379856"/>
              <a:gd name="csY0" fmla="*/ 88872 h 444360"/>
              <a:gd name="csX1" fmla="*/ 189928 w 379856"/>
              <a:gd name="csY1" fmla="*/ 88872 h 444360"/>
              <a:gd name="csX2" fmla="*/ 189928 w 379856"/>
              <a:gd name="csY2" fmla="*/ 0 h 444360"/>
              <a:gd name="csX3" fmla="*/ 379856 w 379856"/>
              <a:gd name="csY3" fmla="*/ 222180 h 444360"/>
              <a:gd name="csX4" fmla="*/ 189928 w 379856"/>
              <a:gd name="csY4" fmla="*/ 444360 h 444360"/>
              <a:gd name="csX5" fmla="*/ 189928 w 379856"/>
              <a:gd name="csY5" fmla="*/ 355488 h 444360"/>
              <a:gd name="csX6" fmla="*/ 0 w 379856"/>
              <a:gd name="csY6" fmla="*/ 355488 h 444360"/>
              <a:gd name="csX7" fmla="*/ 0 w 379856"/>
              <a:gd name="csY7" fmla="*/ 88872 h 44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9856" h="444360">
                <a:moveTo>
                  <a:pt x="0" y="88872"/>
                </a:moveTo>
                <a:lnTo>
                  <a:pt x="189928" y="88872"/>
                </a:lnTo>
                <a:lnTo>
                  <a:pt x="189928" y="0"/>
                </a:lnTo>
                <a:lnTo>
                  <a:pt x="379856" y="222180"/>
                </a:lnTo>
                <a:lnTo>
                  <a:pt x="189928" y="444360"/>
                </a:lnTo>
                <a:lnTo>
                  <a:pt x="189928" y="355488"/>
                </a:lnTo>
                <a:lnTo>
                  <a:pt x="0" y="355488"/>
                </a:lnTo>
                <a:lnTo>
                  <a:pt x="0" y="88872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682485"/>
              <a:satOff val="-13775"/>
              <a:lumOff val="-1045"/>
              <a:alphaOff val="0"/>
            </a:schemeClr>
          </a:fillRef>
          <a:effectRef idx="0">
            <a:schemeClr val="accent5">
              <a:hueOff val="-682485"/>
              <a:satOff val="-13775"/>
              <a:lumOff val="-104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8872" rIns="113957" bIns="88872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600" b="1" kern="12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E5CF789-400D-4A98-64C9-DD588C875F13}"/>
              </a:ext>
            </a:extLst>
          </p:cNvPr>
          <p:cNvSpPr/>
          <p:nvPr/>
        </p:nvSpPr>
        <p:spPr>
          <a:xfrm>
            <a:off x="5230849" y="1061262"/>
            <a:ext cx="1791776" cy="1005840"/>
          </a:xfrm>
          <a:custGeom>
            <a:avLst/>
            <a:gdLst>
              <a:gd name="csX0" fmla="*/ 0 w 1791776"/>
              <a:gd name="csY0" fmla="*/ 100584 h 1005840"/>
              <a:gd name="csX1" fmla="*/ 100584 w 1791776"/>
              <a:gd name="csY1" fmla="*/ 0 h 1005840"/>
              <a:gd name="csX2" fmla="*/ 1691192 w 1791776"/>
              <a:gd name="csY2" fmla="*/ 0 h 1005840"/>
              <a:gd name="csX3" fmla="*/ 1791776 w 1791776"/>
              <a:gd name="csY3" fmla="*/ 100584 h 1005840"/>
              <a:gd name="csX4" fmla="*/ 1791776 w 1791776"/>
              <a:gd name="csY4" fmla="*/ 905256 h 1005840"/>
              <a:gd name="csX5" fmla="*/ 1691192 w 1791776"/>
              <a:gd name="csY5" fmla="*/ 1005840 h 1005840"/>
              <a:gd name="csX6" fmla="*/ 100584 w 1791776"/>
              <a:gd name="csY6" fmla="*/ 1005840 h 1005840"/>
              <a:gd name="csX7" fmla="*/ 0 w 1791776"/>
              <a:gd name="csY7" fmla="*/ 905256 h 1005840"/>
              <a:gd name="csX8" fmla="*/ 0 w 1791776"/>
              <a:gd name="csY8" fmla="*/ 100584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91776" h="1005840">
                <a:moveTo>
                  <a:pt x="0" y="100584"/>
                </a:moveTo>
                <a:cubicBezTo>
                  <a:pt x="0" y="45033"/>
                  <a:pt x="45033" y="0"/>
                  <a:pt x="100584" y="0"/>
                </a:cubicBezTo>
                <a:lnTo>
                  <a:pt x="1691192" y="0"/>
                </a:lnTo>
                <a:cubicBezTo>
                  <a:pt x="1746743" y="0"/>
                  <a:pt x="1791776" y="45033"/>
                  <a:pt x="1791776" y="100584"/>
                </a:cubicBezTo>
                <a:lnTo>
                  <a:pt x="1791776" y="905256"/>
                </a:lnTo>
                <a:cubicBezTo>
                  <a:pt x="1791776" y="960807"/>
                  <a:pt x="1746743" y="1005840"/>
                  <a:pt x="1691192" y="1005840"/>
                </a:cubicBezTo>
                <a:lnTo>
                  <a:pt x="100584" y="1005840"/>
                </a:lnTo>
                <a:cubicBezTo>
                  <a:pt x="45033" y="1005840"/>
                  <a:pt x="0" y="960807"/>
                  <a:pt x="0" y="905256"/>
                </a:cubicBezTo>
                <a:lnTo>
                  <a:pt x="0" y="10058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1535592"/>
              <a:satOff val="-30993"/>
              <a:lumOff val="-2352"/>
              <a:alphaOff val="0"/>
            </a:schemeClr>
          </a:fillRef>
          <a:effectRef idx="2">
            <a:schemeClr val="accent5">
              <a:hueOff val="-1535592"/>
              <a:satOff val="-30993"/>
              <a:lumOff val="-235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140" tIns="136140" rIns="136140" bIns="136140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Press 1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1E305C8-9BC5-4469-62AE-DD29E4867829}"/>
              </a:ext>
            </a:extLst>
          </p:cNvPr>
          <p:cNvSpPr/>
          <p:nvPr/>
        </p:nvSpPr>
        <p:spPr>
          <a:xfrm>
            <a:off x="7255514" y="1342002"/>
            <a:ext cx="379856" cy="444360"/>
          </a:xfrm>
          <a:custGeom>
            <a:avLst/>
            <a:gdLst>
              <a:gd name="csX0" fmla="*/ 0 w 379856"/>
              <a:gd name="csY0" fmla="*/ 88872 h 444360"/>
              <a:gd name="csX1" fmla="*/ 189928 w 379856"/>
              <a:gd name="csY1" fmla="*/ 88872 h 444360"/>
              <a:gd name="csX2" fmla="*/ 189928 w 379856"/>
              <a:gd name="csY2" fmla="*/ 0 h 444360"/>
              <a:gd name="csX3" fmla="*/ 379856 w 379856"/>
              <a:gd name="csY3" fmla="*/ 222180 h 444360"/>
              <a:gd name="csX4" fmla="*/ 189928 w 379856"/>
              <a:gd name="csY4" fmla="*/ 444360 h 444360"/>
              <a:gd name="csX5" fmla="*/ 189928 w 379856"/>
              <a:gd name="csY5" fmla="*/ 355488 h 444360"/>
              <a:gd name="csX6" fmla="*/ 0 w 379856"/>
              <a:gd name="csY6" fmla="*/ 355488 h 444360"/>
              <a:gd name="csX7" fmla="*/ 0 w 379856"/>
              <a:gd name="csY7" fmla="*/ 88872 h 44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9856" h="444360">
                <a:moveTo>
                  <a:pt x="0" y="88872"/>
                </a:moveTo>
                <a:lnTo>
                  <a:pt x="189928" y="88872"/>
                </a:lnTo>
                <a:lnTo>
                  <a:pt x="189928" y="0"/>
                </a:lnTo>
                <a:lnTo>
                  <a:pt x="379856" y="222180"/>
                </a:lnTo>
                <a:lnTo>
                  <a:pt x="189928" y="444360"/>
                </a:lnTo>
                <a:lnTo>
                  <a:pt x="189928" y="355488"/>
                </a:lnTo>
                <a:lnTo>
                  <a:pt x="0" y="355488"/>
                </a:lnTo>
                <a:lnTo>
                  <a:pt x="0" y="88872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2047456"/>
              <a:satOff val="-41324"/>
              <a:lumOff val="-3136"/>
              <a:alphaOff val="0"/>
            </a:schemeClr>
          </a:fillRef>
          <a:effectRef idx="0">
            <a:schemeClr val="accent5">
              <a:hueOff val="-2047456"/>
              <a:satOff val="-41324"/>
              <a:lumOff val="-313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8872" rIns="113957" bIns="88872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700" kern="12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B54E179-1847-713E-C84C-F134D4A2D3C5}"/>
              </a:ext>
            </a:extLst>
          </p:cNvPr>
          <p:cNvSpPr/>
          <p:nvPr/>
        </p:nvSpPr>
        <p:spPr>
          <a:xfrm>
            <a:off x="7898072" y="1061262"/>
            <a:ext cx="1791776" cy="1005840"/>
          </a:xfrm>
          <a:custGeom>
            <a:avLst/>
            <a:gdLst>
              <a:gd name="csX0" fmla="*/ 0 w 1791776"/>
              <a:gd name="csY0" fmla="*/ 100584 h 1005840"/>
              <a:gd name="csX1" fmla="*/ 100584 w 1791776"/>
              <a:gd name="csY1" fmla="*/ 0 h 1005840"/>
              <a:gd name="csX2" fmla="*/ 1691192 w 1791776"/>
              <a:gd name="csY2" fmla="*/ 0 h 1005840"/>
              <a:gd name="csX3" fmla="*/ 1791776 w 1791776"/>
              <a:gd name="csY3" fmla="*/ 100584 h 1005840"/>
              <a:gd name="csX4" fmla="*/ 1791776 w 1791776"/>
              <a:gd name="csY4" fmla="*/ 905256 h 1005840"/>
              <a:gd name="csX5" fmla="*/ 1691192 w 1791776"/>
              <a:gd name="csY5" fmla="*/ 1005840 h 1005840"/>
              <a:gd name="csX6" fmla="*/ 100584 w 1791776"/>
              <a:gd name="csY6" fmla="*/ 1005840 h 1005840"/>
              <a:gd name="csX7" fmla="*/ 0 w 1791776"/>
              <a:gd name="csY7" fmla="*/ 905256 h 1005840"/>
              <a:gd name="csX8" fmla="*/ 0 w 1791776"/>
              <a:gd name="csY8" fmla="*/ 100584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91776" h="1005840">
                <a:moveTo>
                  <a:pt x="0" y="100584"/>
                </a:moveTo>
                <a:cubicBezTo>
                  <a:pt x="0" y="45033"/>
                  <a:pt x="45033" y="0"/>
                  <a:pt x="100584" y="0"/>
                </a:cubicBezTo>
                <a:lnTo>
                  <a:pt x="1691192" y="0"/>
                </a:lnTo>
                <a:cubicBezTo>
                  <a:pt x="1746743" y="0"/>
                  <a:pt x="1791776" y="45033"/>
                  <a:pt x="1791776" y="100584"/>
                </a:cubicBezTo>
                <a:lnTo>
                  <a:pt x="1791776" y="905256"/>
                </a:lnTo>
                <a:cubicBezTo>
                  <a:pt x="1791776" y="960807"/>
                  <a:pt x="1746743" y="1005840"/>
                  <a:pt x="1691192" y="1005840"/>
                </a:cubicBezTo>
                <a:lnTo>
                  <a:pt x="100584" y="1005840"/>
                </a:lnTo>
                <a:cubicBezTo>
                  <a:pt x="45033" y="1005840"/>
                  <a:pt x="0" y="960807"/>
                  <a:pt x="0" y="905256"/>
                </a:cubicBezTo>
                <a:lnTo>
                  <a:pt x="0" y="10058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2047456"/>
              <a:satOff val="-41324"/>
              <a:lumOff val="-3136"/>
              <a:alphaOff val="0"/>
            </a:schemeClr>
          </a:fillRef>
          <a:effectRef idx="2">
            <a:schemeClr val="accent5">
              <a:hueOff val="-2047456"/>
              <a:satOff val="-41324"/>
              <a:lumOff val="-313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6620" tIns="166620" rIns="166620" bIns="16662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b="1" kern="1200" dirty="0"/>
              <a:t>=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8660-3908-7426-43EF-AFDD6D3F56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728129" y="1467416"/>
            <a:ext cx="870509" cy="2487168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BE8606F-3849-403F-0EB5-4B3B4E2EE9A6}"/>
              </a:ext>
            </a:extLst>
          </p:cNvPr>
          <p:cNvSpPr/>
          <p:nvPr/>
        </p:nvSpPr>
        <p:spPr>
          <a:xfrm>
            <a:off x="152400" y="3896327"/>
            <a:ext cx="1833685" cy="1005840"/>
          </a:xfrm>
          <a:custGeom>
            <a:avLst/>
            <a:gdLst>
              <a:gd name="csX0" fmla="*/ 0 w 1833685"/>
              <a:gd name="csY0" fmla="*/ 100584 h 1005840"/>
              <a:gd name="csX1" fmla="*/ 100584 w 1833685"/>
              <a:gd name="csY1" fmla="*/ 0 h 1005840"/>
              <a:gd name="csX2" fmla="*/ 1733101 w 1833685"/>
              <a:gd name="csY2" fmla="*/ 0 h 1005840"/>
              <a:gd name="csX3" fmla="*/ 1833685 w 1833685"/>
              <a:gd name="csY3" fmla="*/ 100584 h 1005840"/>
              <a:gd name="csX4" fmla="*/ 1833685 w 1833685"/>
              <a:gd name="csY4" fmla="*/ 905256 h 1005840"/>
              <a:gd name="csX5" fmla="*/ 1733101 w 1833685"/>
              <a:gd name="csY5" fmla="*/ 1005840 h 1005840"/>
              <a:gd name="csX6" fmla="*/ 100584 w 1833685"/>
              <a:gd name="csY6" fmla="*/ 1005840 h 1005840"/>
              <a:gd name="csX7" fmla="*/ 0 w 1833685"/>
              <a:gd name="csY7" fmla="*/ 905256 h 1005840"/>
              <a:gd name="csX8" fmla="*/ 0 w 1833685"/>
              <a:gd name="csY8" fmla="*/ 100584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33685" h="1005840">
                <a:moveTo>
                  <a:pt x="0" y="100584"/>
                </a:moveTo>
                <a:cubicBezTo>
                  <a:pt x="0" y="45033"/>
                  <a:pt x="45033" y="0"/>
                  <a:pt x="100584" y="0"/>
                </a:cubicBezTo>
                <a:lnTo>
                  <a:pt x="1733101" y="0"/>
                </a:lnTo>
                <a:cubicBezTo>
                  <a:pt x="1788652" y="0"/>
                  <a:pt x="1833685" y="45033"/>
                  <a:pt x="1833685" y="100584"/>
                </a:cubicBezTo>
                <a:lnTo>
                  <a:pt x="1833685" y="905256"/>
                </a:lnTo>
                <a:cubicBezTo>
                  <a:pt x="1833685" y="960807"/>
                  <a:pt x="1788652" y="1005840"/>
                  <a:pt x="1733101" y="1005840"/>
                </a:cubicBezTo>
                <a:lnTo>
                  <a:pt x="100584" y="1005840"/>
                </a:lnTo>
                <a:cubicBezTo>
                  <a:pt x="45033" y="1005840"/>
                  <a:pt x="0" y="960807"/>
                  <a:pt x="0" y="905256"/>
                </a:cubicBezTo>
                <a:lnTo>
                  <a:pt x="0" y="10058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2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6620" tIns="166620" rIns="166620" bIns="16662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b="1" kern="1200" dirty="0"/>
              <a:t>Shift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D8E12BD-BE34-3B92-0F58-5ABF6EE27282}"/>
              </a:ext>
            </a:extLst>
          </p:cNvPr>
          <p:cNvSpPr/>
          <p:nvPr/>
        </p:nvSpPr>
        <p:spPr>
          <a:xfrm>
            <a:off x="2167709" y="4177066"/>
            <a:ext cx="385041" cy="444360"/>
          </a:xfrm>
          <a:custGeom>
            <a:avLst/>
            <a:gdLst>
              <a:gd name="csX0" fmla="*/ 0 w 385041"/>
              <a:gd name="csY0" fmla="*/ 88872 h 444360"/>
              <a:gd name="csX1" fmla="*/ 192521 w 385041"/>
              <a:gd name="csY1" fmla="*/ 88872 h 444360"/>
              <a:gd name="csX2" fmla="*/ 192521 w 385041"/>
              <a:gd name="csY2" fmla="*/ 0 h 444360"/>
              <a:gd name="csX3" fmla="*/ 385041 w 385041"/>
              <a:gd name="csY3" fmla="*/ 222180 h 444360"/>
              <a:gd name="csX4" fmla="*/ 192521 w 385041"/>
              <a:gd name="csY4" fmla="*/ 444360 h 444360"/>
              <a:gd name="csX5" fmla="*/ 192521 w 385041"/>
              <a:gd name="csY5" fmla="*/ 355488 h 444360"/>
              <a:gd name="csX6" fmla="*/ 0 w 385041"/>
              <a:gd name="csY6" fmla="*/ 355488 h 444360"/>
              <a:gd name="csX7" fmla="*/ 0 w 385041"/>
              <a:gd name="csY7" fmla="*/ 88872 h 44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85041" h="444360">
                <a:moveTo>
                  <a:pt x="0" y="88872"/>
                </a:moveTo>
                <a:lnTo>
                  <a:pt x="192521" y="88872"/>
                </a:lnTo>
                <a:lnTo>
                  <a:pt x="192521" y="0"/>
                </a:lnTo>
                <a:lnTo>
                  <a:pt x="385041" y="222180"/>
                </a:lnTo>
                <a:lnTo>
                  <a:pt x="192521" y="444360"/>
                </a:lnTo>
                <a:lnTo>
                  <a:pt x="192521" y="355488"/>
                </a:lnTo>
                <a:lnTo>
                  <a:pt x="0" y="355488"/>
                </a:lnTo>
                <a:lnTo>
                  <a:pt x="0" y="88872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8872" rIns="115512" bIns="88872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600" b="1" kern="12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041ACF-B6D5-CFBD-D3DE-EE70E6F26771}"/>
              </a:ext>
            </a:extLst>
          </p:cNvPr>
          <p:cNvSpPr/>
          <p:nvPr/>
        </p:nvSpPr>
        <p:spPr>
          <a:xfrm>
            <a:off x="2712579" y="3896327"/>
            <a:ext cx="1791776" cy="1005840"/>
          </a:xfrm>
          <a:custGeom>
            <a:avLst/>
            <a:gdLst>
              <a:gd name="csX0" fmla="*/ 0 w 1791776"/>
              <a:gd name="csY0" fmla="*/ 100584 h 1005840"/>
              <a:gd name="csX1" fmla="*/ 100584 w 1791776"/>
              <a:gd name="csY1" fmla="*/ 0 h 1005840"/>
              <a:gd name="csX2" fmla="*/ 1691192 w 1791776"/>
              <a:gd name="csY2" fmla="*/ 0 h 1005840"/>
              <a:gd name="csX3" fmla="*/ 1791776 w 1791776"/>
              <a:gd name="csY3" fmla="*/ 100584 h 1005840"/>
              <a:gd name="csX4" fmla="*/ 1791776 w 1791776"/>
              <a:gd name="csY4" fmla="*/ 905256 h 1005840"/>
              <a:gd name="csX5" fmla="*/ 1691192 w 1791776"/>
              <a:gd name="csY5" fmla="*/ 1005840 h 1005840"/>
              <a:gd name="csX6" fmla="*/ 100584 w 1791776"/>
              <a:gd name="csY6" fmla="*/ 1005840 h 1005840"/>
              <a:gd name="csX7" fmla="*/ 0 w 1791776"/>
              <a:gd name="csY7" fmla="*/ 905256 h 1005840"/>
              <a:gd name="csX8" fmla="*/ 0 w 1791776"/>
              <a:gd name="csY8" fmla="*/ 100584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91776" h="1005840">
                <a:moveTo>
                  <a:pt x="0" y="100584"/>
                </a:moveTo>
                <a:cubicBezTo>
                  <a:pt x="0" y="45033"/>
                  <a:pt x="45033" y="0"/>
                  <a:pt x="100584" y="0"/>
                </a:cubicBezTo>
                <a:lnTo>
                  <a:pt x="1691192" y="0"/>
                </a:lnTo>
                <a:cubicBezTo>
                  <a:pt x="1746743" y="0"/>
                  <a:pt x="1791776" y="45033"/>
                  <a:pt x="1791776" y="100584"/>
                </a:cubicBezTo>
                <a:lnTo>
                  <a:pt x="1791776" y="905256"/>
                </a:lnTo>
                <a:cubicBezTo>
                  <a:pt x="1791776" y="960807"/>
                  <a:pt x="1746743" y="1005840"/>
                  <a:pt x="1691192" y="1005840"/>
                </a:cubicBezTo>
                <a:lnTo>
                  <a:pt x="100584" y="1005840"/>
                </a:lnTo>
                <a:cubicBezTo>
                  <a:pt x="45033" y="1005840"/>
                  <a:pt x="0" y="960807"/>
                  <a:pt x="0" y="905256"/>
                </a:cubicBezTo>
                <a:lnTo>
                  <a:pt x="0" y="10058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511864"/>
              <a:satOff val="-10331"/>
              <a:lumOff val="-784"/>
              <a:alphaOff val="0"/>
            </a:schemeClr>
          </a:fillRef>
          <a:effectRef idx="2">
            <a:schemeClr val="accent5">
              <a:hueOff val="-511864"/>
              <a:satOff val="-10331"/>
              <a:lumOff val="-78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6620" tIns="166620" rIns="166620" bIns="16662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b="1" kern="1200" dirty="0"/>
              <a:t>2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FDBF9E3-6008-23BF-2E67-16D2929D47C6}"/>
              </a:ext>
            </a:extLst>
          </p:cNvPr>
          <p:cNvSpPr/>
          <p:nvPr/>
        </p:nvSpPr>
        <p:spPr>
          <a:xfrm>
            <a:off x="4683533" y="4177066"/>
            <a:ext cx="379856" cy="444360"/>
          </a:xfrm>
          <a:custGeom>
            <a:avLst/>
            <a:gdLst>
              <a:gd name="csX0" fmla="*/ 0 w 379856"/>
              <a:gd name="csY0" fmla="*/ 88872 h 444360"/>
              <a:gd name="csX1" fmla="*/ 189928 w 379856"/>
              <a:gd name="csY1" fmla="*/ 88872 h 444360"/>
              <a:gd name="csX2" fmla="*/ 189928 w 379856"/>
              <a:gd name="csY2" fmla="*/ 0 h 444360"/>
              <a:gd name="csX3" fmla="*/ 379856 w 379856"/>
              <a:gd name="csY3" fmla="*/ 222180 h 444360"/>
              <a:gd name="csX4" fmla="*/ 189928 w 379856"/>
              <a:gd name="csY4" fmla="*/ 444360 h 444360"/>
              <a:gd name="csX5" fmla="*/ 189928 w 379856"/>
              <a:gd name="csY5" fmla="*/ 355488 h 444360"/>
              <a:gd name="csX6" fmla="*/ 0 w 379856"/>
              <a:gd name="csY6" fmla="*/ 355488 h 444360"/>
              <a:gd name="csX7" fmla="*/ 0 w 379856"/>
              <a:gd name="csY7" fmla="*/ 88872 h 44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9856" h="444360">
                <a:moveTo>
                  <a:pt x="0" y="88872"/>
                </a:moveTo>
                <a:lnTo>
                  <a:pt x="189928" y="88872"/>
                </a:lnTo>
                <a:lnTo>
                  <a:pt x="189928" y="0"/>
                </a:lnTo>
                <a:lnTo>
                  <a:pt x="379856" y="222180"/>
                </a:lnTo>
                <a:lnTo>
                  <a:pt x="189928" y="444360"/>
                </a:lnTo>
                <a:lnTo>
                  <a:pt x="189928" y="355488"/>
                </a:lnTo>
                <a:lnTo>
                  <a:pt x="0" y="355488"/>
                </a:lnTo>
                <a:lnTo>
                  <a:pt x="0" y="88872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682485"/>
              <a:satOff val="-13775"/>
              <a:lumOff val="-1045"/>
              <a:alphaOff val="0"/>
            </a:schemeClr>
          </a:fillRef>
          <a:effectRef idx="0">
            <a:schemeClr val="accent5">
              <a:hueOff val="-682485"/>
              <a:satOff val="-13775"/>
              <a:lumOff val="-104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8872" rIns="113957" bIns="88872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3600" b="1" kern="120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7EC4F76-AB37-025B-A364-911E7F65498A}"/>
              </a:ext>
            </a:extLst>
          </p:cNvPr>
          <p:cNvSpPr/>
          <p:nvPr/>
        </p:nvSpPr>
        <p:spPr>
          <a:xfrm>
            <a:off x="5230849" y="3913748"/>
            <a:ext cx="1791776" cy="1005840"/>
          </a:xfrm>
          <a:custGeom>
            <a:avLst/>
            <a:gdLst>
              <a:gd name="csX0" fmla="*/ 0 w 1791776"/>
              <a:gd name="csY0" fmla="*/ 100584 h 1005840"/>
              <a:gd name="csX1" fmla="*/ 100584 w 1791776"/>
              <a:gd name="csY1" fmla="*/ 0 h 1005840"/>
              <a:gd name="csX2" fmla="*/ 1691192 w 1791776"/>
              <a:gd name="csY2" fmla="*/ 0 h 1005840"/>
              <a:gd name="csX3" fmla="*/ 1791776 w 1791776"/>
              <a:gd name="csY3" fmla="*/ 100584 h 1005840"/>
              <a:gd name="csX4" fmla="*/ 1791776 w 1791776"/>
              <a:gd name="csY4" fmla="*/ 905256 h 1005840"/>
              <a:gd name="csX5" fmla="*/ 1691192 w 1791776"/>
              <a:gd name="csY5" fmla="*/ 1005840 h 1005840"/>
              <a:gd name="csX6" fmla="*/ 100584 w 1791776"/>
              <a:gd name="csY6" fmla="*/ 1005840 h 1005840"/>
              <a:gd name="csX7" fmla="*/ 0 w 1791776"/>
              <a:gd name="csY7" fmla="*/ 905256 h 1005840"/>
              <a:gd name="csX8" fmla="*/ 0 w 1791776"/>
              <a:gd name="csY8" fmla="*/ 100584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91776" h="1005840">
                <a:moveTo>
                  <a:pt x="0" y="100584"/>
                </a:moveTo>
                <a:cubicBezTo>
                  <a:pt x="0" y="45033"/>
                  <a:pt x="45033" y="0"/>
                  <a:pt x="100584" y="0"/>
                </a:cubicBezTo>
                <a:lnTo>
                  <a:pt x="1691192" y="0"/>
                </a:lnTo>
                <a:cubicBezTo>
                  <a:pt x="1746743" y="0"/>
                  <a:pt x="1791776" y="45033"/>
                  <a:pt x="1791776" y="100584"/>
                </a:cubicBezTo>
                <a:lnTo>
                  <a:pt x="1791776" y="905256"/>
                </a:lnTo>
                <a:cubicBezTo>
                  <a:pt x="1791776" y="960807"/>
                  <a:pt x="1746743" y="1005840"/>
                  <a:pt x="1691192" y="1005840"/>
                </a:cubicBezTo>
                <a:lnTo>
                  <a:pt x="100584" y="1005840"/>
                </a:lnTo>
                <a:cubicBezTo>
                  <a:pt x="45033" y="1005840"/>
                  <a:pt x="0" y="960807"/>
                  <a:pt x="0" y="905256"/>
                </a:cubicBezTo>
                <a:lnTo>
                  <a:pt x="0" y="10058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1535592"/>
              <a:satOff val="-30993"/>
              <a:lumOff val="-2352"/>
              <a:alphaOff val="0"/>
            </a:schemeClr>
          </a:fillRef>
          <a:effectRef idx="2">
            <a:schemeClr val="accent5">
              <a:hueOff val="-1535592"/>
              <a:satOff val="-30993"/>
              <a:lumOff val="-2352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140" tIns="136140" rIns="136140" bIns="136140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b="1" kern="1200" dirty="0"/>
              <a:t>Press 1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E3FD1AD-4B0D-6D1F-33E6-AD1D34778222}"/>
              </a:ext>
            </a:extLst>
          </p:cNvPr>
          <p:cNvSpPr/>
          <p:nvPr/>
        </p:nvSpPr>
        <p:spPr>
          <a:xfrm>
            <a:off x="7255514" y="4194488"/>
            <a:ext cx="379856" cy="444360"/>
          </a:xfrm>
          <a:custGeom>
            <a:avLst/>
            <a:gdLst>
              <a:gd name="csX0" fmla="*/ 0 w 379856"/>
              <a:gd name="csY0" fmla="*/ 88872 h 444360"/>
              <a:gd name="csX1" fmla="*/ 189928 w 379856"/>
              <a:gd name="csY1" fmla="*/ 88872 h 444360"/>
              <a:gd name="csX2" fmla="*/ 189928 w 379856"/>
              <a:gd name="csY2" fmla="*/ 0 h 444360"/>
              <a:gd name="csX3" fmla="*/ 379856 w 379856"/>
              <a:gd name="csY3" fmla="*/ 222180 h 444360"/>
              <a:gd name="csX4" fmla="*/ 189928 w 379856"/>
              <a:gd name="csY4" fmla="*/ 444360 h 444360"/>
              <a:gd name="csX5" fmla="*/ 189928 w 379856"/>
              <a:gd name="csY5" fmla="*/ 355488 h 444360"/>
              <a:gd name="csX6" fmla="*/ 0 w 379856"/>
              <a:gd name="csY6" fmla="*/ 355488 h 444360"/>
              <a:gd name="csX7" fmla="*/ 0 w 379856"/>
              <a:gd name="csY7" fmla="*/ 88872 h 444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9856" h="444360">
                <a:moveTo>
                  <a:pt x="0" y="88872"/>
                </a:moveTo>
                <a:lnTo>
                  <a:pt x="189928" y="88872"/>
                </a:lnTo>
                <a:lnTo>
                  <a:pt x="189928" y="0"/>
                </a:lnTo>
                <a:lnTo>
                  <a:pt x="379856" y="222180"/>
                </a:lnTo>
                <a:lnTo>
                  <a:pt x="189928" y="444360"/>
                </a:lnTo>
                <a:lnTo>
                  <a:pt x="189928" y="355488"/>
                </a:lnTo>
                <a:lnTo>
                  <a:pt x="0" y="355488"/>
                </a:lnTo>
                <a:lnTo>
                  <a:pt x="0" y="88872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z="-182000"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2047456"/>
              <a:satOff val="-41324"/>
              <a:lumOff val="-3136"/>
              <a:alphaOff val="0"/>
            </a:schemeClr>
          </a:fillRef>
          <a:effectRef idx="0">
            <a:schemeClr val="accent5">
              <a:hueOff val="-2047456"/>
              <a:satOff val="-41324"/>
              <a:lumOff val="-313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8872" rIns="113957" bIns="88872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1700" kern="120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507E8C1-B687-F40E-52F6-2DDA193C3DE0}"/>
              </a:ext>
            </a:extLst>
          </p:cNvPr>
          <p:cNvSpPr/>
          <p:nvPr/>
        </p:nvSpPr>
        <p:spPr>
          <a:xfrm>
            <a:off x="7898072" y="3913748"/>
            <a:ext cx="1791776" cy="1005840"/>
          </a:xfrm>
          <a:custGeom>
            <a:avLst/>
            <a:gdLst>
              <a:gd name="csX0" fmla="*/ 0 w 1791776"/>
              <a:gd name="csY0" fmla="*/ 100584 h 1005840"/>
              <a:gd name="csX1" fmla="*/ 100584 w 1791776"/>
              <a:gd name="csY1" fmla="*/ 0 h 1005840"/>
              <a:gd name="csX2" fmla="*/ 1691192 w 1791776"/>
              <a:gd name="csY2" fmla="*/ 0 h 1005840"/>
              <a:gd name="csX3" fmla="*/ 1791776 w 1791776"/>
              <a:gd name="csY3" fmla="*/ 100584 h 1005840"/>
              <a:gd name="csX4" fmla="*/ 1791776 w 1791776"/>
              <a:gd name="csY4" fmla="*/ 905256 h 1005840"/>
              <a:gd name="csX5" fmla="*/ 1691192 w 1791776"/>
              <a:gd name="csY5" fmla="*/ 1005840 h 1005840"/>
              <a:gd name="csX6" fmla="*/ 100584 w 1791776"/>
              <a:gd name="csY6" fmla="*/ 1005840 h 1005840"/>
              <a:gd name="csX7" fmla="*/ 0 w 1791776"/>
              <a:gd name="csY7" fmla="*/ 905256 h 1005840"/>
              <a:gd name="csX8" fmla="*/ 0 w 1791776"/>
              <a:gd name="csY8" fmla="*/ 100584 h 10058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791776" h="1005840">
                <a:moveTo>
                  <a:pt x="0" y="100584"/>
                </a:moveTo>
                <a:cubicBezTo>
                  <a:pt x="0" y="45033"/>
                  <a:pt x="45033" y="0"/>
                  <a:pt x="100584" y="0"/>
                </a:cubicBezTo>
                <a:lnTo>
                  <a:pt x="1691192" y="0"/>
                </a:lnTo>
                <a:cubicBezTo>
                  <a:pt x="1746743" y="0"/>
                  <a:pt x="1791776" y="45033"/>
                  <a:pt x="1791776" y="100584"/>
                </a:cubicBezTo>
                <a:lnTo>
                  <a:pt x="1791776" y="905256"/>
                </a:lnTo>
                <a:cubicBezTo>
                  <a:pt x="1791776" y="960807"/>
                  <a:pt x="1746743" y="1005840"/>
                  <a:pt x="1691192" y="1005840"/>
                </a:cubicBezTo>
                <a:lnTo>
                  <a:pt x="100584" y="1005840"/>
                </a:lnTo>
                <a:cubicBezTo>
                  <a:pt x="45033" y="1005840"/>
                  <a:pt x="0" y="960807"/>
                  <a:pt x="0" y="905256"/>
                </a:cubicBezTo>
                <a:lnTo>
                  <a:pt x="0" y="100584"/>
                </a:lnTo>
                <a:close/>
              </a:path>
            </a:pathLst>
          </a:custGeo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  <a:sp3d contourW="19050" prstMaterial="metal">
            <a:bevelT w="88900" h="203200"/>
            <a:bevelB w="165100" h="2540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-2047456"/>
              <a:satOff val="-41324"/>
              <a:lumOff val="-3136"/>
              <a:alphaOff val="0"/>
            </a:schemeClr>
          </a:fillRef>
          <a:effectRef idx="2">
            <a:schemeClr val="accent5">
              <a:hueOff val="-2047456"/>
              <a:satOff val="-41324"/>
              <a:lumOff val="-3136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6620" tIns="166620" rIns="166620" bIns="16662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b="1" kern="1200" dirty="0"/>
              <a:t>=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4D1C653-45F8-1B20-29C5-8D57573819D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766603" y="4371193"/>
            <a:ext cx="870509" cy="2487168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49E33C53-DA1F-1FB8-C152-B5880B344B77}"/>
              </a:ext>
            </a:extLst>
          </p:cNvPr>
          <p:cNvSpPr/>
          <p:nvPr/>
        </p:nvSpPr>
        <p:spPr>
          <a:xfrm>
            <a:off x="4817424" y="2224577"/>
            <a:ext cx="826850" cy="96234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55E115E-F64F-2F19-0BC2-AA94CD0DBEBC}"/>
              </a:ext>
            </a:extLst>
          </p:cNvPr>
          <p:cNvSpPr/>
          <p:nvPr/>
        </p:nvSpPr>
        <p:spPr>
          <a:xfrm>
            <a:off x="5503517" y="5218613"/>
            <a:ext cx="751682" cy="79532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76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F43B9B8-16CF-AC6E-036D-648B1858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3CA1FDC-39CD-8F7E-6E09-822C83D5DC3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3600" dirty="0"/>
                  <a:t>How to find required values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3600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3600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IN" sz="36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3600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</m:e>
                      <m:sub>
                        <m:r>
                          <a:rPr lang="en-IN" sz="3600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sub>
                    </m:sSub>
                  </m:oMath>
                </a14:m>
                <a:r>
                  <a:rPr lang="en-US" sz="3600" dirty="0"/>
                  <a:t>) from the calculator?</a:t>
                </a:r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3CA1FDC-39CD-8F7E-6E09-822C83D5D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00" t="-15385" b="-196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9A8DB68-9A21-7A78-F366-7E278A15FF6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270" t="31111" r="32343" b="30000"/>
          <a:stretch/>
        </p:blipFill>
        <p:spPr>
          <a:xfrm rot="16200000">
            <a:off x="8250811" y="1419927"/>
            <a:ext cx="876431" cy="2487168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EBE47D56-B64C-591C-EBBD-C4F8C3EC3BCE}"/>
              </a:ext>
            </a:extLst>
          </p:cNvPr>
          <p:cNvSpPr/>
          <p:nvPr/>
        </p:nvSpPr>
        <p:spPr>
          <a:xfrm>
            <a:off x="7304593" y="2207608"/>
            <a:ext cx="826850" cy="96234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713B9B0-895A-BE8A-63EA-893DFE27D5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4669663"/>
              </p:ext>
            </p:extLst>
          </p:nvPr>
        </p:nvGraphicFramePr>
        <p:xfrm>
          <a:off x="152400" y="1043841"/>
          <a:ext cx="11887200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E85BF31-3C29-98AE-580F-C65E2100B9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270" t="31111" r="32343" b="30000"/>
          <a:stretch/>
        </p:blipFill>
        <p:spPr>
          <a:xfrm rot="16200000">
            <a:off x="8250811" y="4217128"/>
            <a:ext cx="876431" cy="248716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F979C41-8033-D420-3DA1-1036B86F084B}"/>
              </a:ext>
            </a:extLst>
          </p:cNvPr>
          <p:cNvSpPr/>
          <p:nvPr/>
        </p:nvSpPr>
        <p:spPr>
          <a:xfrm>
            <a:off x="8037826" y="5124469"/>
            <a:ext cx="683347" cy="72302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D907628-A34D-88D1-3D1E-51A2D19CD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981234"/>
              </p:ext>
            </p:extLst>
          </p:nvPr>
        </p:nvGraphicFramePr>
        <p:xfrm>
          <a:off x="152400" y="3841042"/>
          <a:ext cx="11887200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  <p:extLst>
      <p:ext uri="{BB962C8B-B14F-4D97-AF65-F5344CB8AC3E}">
        <p14:creationId xmlns:p14="http://schemas.microsoft.com/office/powerpoint/2010/main" val="202606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E278DE9-2FD7-4E9F-964F-D06A7AEA7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2D91B32-5FAB-464F-AFF0-3061A61BCF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29AC4C-6940-442E-AD90-CB16FE4431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627E902-CF83-4687-B9C6-492048847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E278DE9-2FD7-4E9F-964F-D06A7AEA7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2D91B32-5FAB-464F-AFF0-3061A61BCF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529AC4C-6940-442E-AD90-CB16FE4431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627E902-CF83-4687-B9C6-492048847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Graphic spid="3" grpId="0" uiExpand="1">
        <p:bldSub>
          <a:bldDgm bld="one"/>
        </p:bldSub>
      </p:bldGraphic>
      <p:bldP spid="6" grpId="0" animBg="1"/>
      <p:bldGraphic spid="7" grpId="0" uiExpand="1">
        <p:bldSub>
          <a:bldDgm bld="one"/>
        </p:bldSub>
      </p:bldGraphic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64E8693-D89B-6264-8535-7DFA21AC2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5D3BF0-7FCC-7C0C-F527-8C3C1D45A35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to find required values (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US" dirty="0"/>
                  <a:t>) from the calculator?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5D3BF0-7FCC-7C0C-F527-8C3C1D45A3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9B35E4A-0489-EA83-D61B-D80C58729D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5842296"/>
              </p:ext>
            </p:extLst>
          </p:nvPr>
        </p:nvGraphicFramePr>
        <p:xfrm>
          <a:off x="152400" y="1043841"/>
          <a:ext cx="11887200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DB2A58D4-220E-2E77-DC48-E48294AD184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471345" y="2218859"/>
            <a:ext cx="1249311" cy="1645920"/>
          </a:xfrm>
          <a:prstGeom prst="rect">
            <a:avLst/>
          </a:prstGeom>
        </p:spPr>
      </p:pic>
      <p:sp>
        <p:nvSpPr>
          <p:cNvPr id="14" name="Up Arrow 13">
            <a:extLst>
              <a:ext uri="{FF2B5EF4-FFF2-40B4-BE49-F238E27FC236}">
                <a16:creationId xmlns:a16="http://schemas.microsoft.com/office/drawing/2014/main" id="{5A67361C-5F22-7A53-24D4-91068BF425AE}"/>
              </a:ext>
            </a:extLst>
          </p:cNvPr>
          <p:cNvSpPr/>
          <p:nvPr/>
        </p:nvSpPr>
        <p:spPr>
          <a:xfrm>
            <a:off x="6312857" y="3054519"/>
            <a:ext cx="365760" cy="1097280"/>
          </a:xfrm>
          <a:prstGeom prst="upArrow">
            <a:avLst>
              <a:gd name="adj1" fmla="val 50000"/>
              <a:gd name="adj2" fmla="val 10902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33267-3841-983E-15C5-76EC3CFECDF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3227684" y="1608835"/>
            <a:ext cx="870509" cy="2487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0BFC6E-11FD-04B7-8BBE-7E753FF85673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674296" y="4486885"/>
            <a:ext cx="836697" cy="2487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85EAB4-A4E7-BE86-0B1A-70BC065C82C1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70" t="31111" r="32343" b="30000"/>
          <a:stretch/>
        </p:blipFill>
        <p:spPr>
          <a:xfrm rot="16200000">
            <a:off x="5655388" y="3498462"/>
            <a:ext cx="876431" cy="2487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EA43EB-C3FB-63E5-213C-FAAF3515F28C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8161466" y="1600619"/>
            <a:ext cx="836697" cy="2487168"/>
          </a:xfrm>
          <a:prstGeom prst="rect">
            <a:avLst/>
          </a:prstGeom>
        </p:spPr>
      </p:pic>
      <p:sp>
        <p:nvSpPr>
          <p:cNvPr id="6" name="Up Arrow 13">
            <a:extLst>
              <a:ext uri="{FF2B5EF4-FFF2-40B4-BE49-F238E27FC236}">
                <a16:creationId xmlns:a16="http://schemas.microsoft.com/office/drawing/2014/main" id="{DE7259DB-895D-5FD8-5B43-8E8904DA0E4F}"/>
              </a:ext>
            </a:extLst>
          </p:cNvPr>
          <p:cNvSpPr/>
          <p:nvPr/>
        </p:nvSpPr>
        <p:spPr>
          <a:xfrm>
            <a:off x="8579814" y="3190056"/>
            <a:ext cx="365760" cy="1097280"/>
          </a:xfrm>
          <a:prstGeom prst="upArrow">
            <a:avLst>
              <a:gd name="adj1" fmla="val 50000"/>
              <a:gd name="adj2" fmla="val 10902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7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E278DE9-2FD7-4E9F-964F-D06A7AEA7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2D91B32-5FAB-464F-AFF0-3061A61BCF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29AC4C-6940-442E-AD90-CB16FE4431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627E902-CF83-4687-B9C6-492048847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P spid="14" grpId="0" animBg="1"/>
      <p:bldP spid="6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8FE221F-811A-07E1-59F5-BCF9551D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E5276A-7BC4-0735-3BF0-A1661E5B45A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to find required values (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en-US" dirty="0"/>
                  <a:t>) from the calculator?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EE5276A-7BC4-0735-3BF0-A1661E5B45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6E980CA-2DDA-09BC-FBAD-3CD7465C1E5D}"/>
              </a:ext>
            </a:extLst>
          </p:cNvPr>
          <p:cNvGraphicFramePr/>
          <p:nvPr/>
        </p:nvGraphicFramePr>
        <p:xfrm>
          <a:off x="152400" y="1043841"/>
          <a:ext cx="11887200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604185D-48A3-F9F6-BC68-ABB657C023A9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471345" y="2218859"/>
            <a:ext cx="1249311" cy="1645920"/>
          </a:xfrm>
          <a:prstGeom prst="rect">
            <a:avLst/>
          </a:prstGeom>
        </p:spPr>
      </p:pic>
      <p:sp>
        <p:nvSpPr>
          <p:cNvPr id="14" name="Up Arrow 13">
            <a:extLst>
              <a:ext uri="{FF2B5EF4-FFF2-40B4-BE49-F238E27FC236}">
                <a16:creationId xmlns:a16="http://schemas.microsoft.com/office/drawing/2014/main" id="{9070ECC7-78E7-D5E2-8E28-AFBE2113D255}"/>
              </a:ext>
            </a:extLst>
          </p:cNvPr>
          <p:cNvSpPr/>
          <p:nvPr/>
        </p:nvSpPr>
        <p:spPr>
          <a:xfrm>
            <a:off x="6312857" y="3054519"/>
            <a:ext cx="365760" cy="1097280"/>
          </a:xfrm>
          <a:prstGeom prst="upArrow">
            <a:avLst>
              <a:gd name="adj1" fmla="val 50000"/>
              <a:gd name="adj2" fmla="val 10902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9DEF6E-69FA-2CBA-3EF7-1A0BA0EE8D4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3227684" y="1608835"/>
            <a:ext cx="870509" cy="2487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8F7436-20C2-2A91-6D28-3EE00054B0EC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674296" y="4486885"/>
            <a:ext cx="836697" cy="2487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F5896D-9626-B8D6-AFC8-54378BC67206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70" t="31111" r="32343" b="30000"/>
          <a:stretch/>
        </p:blipFill>
        <p:spPr>
          <a:xfrm rot="16200000">
            <a:off x="5655388" y="3498462"/>
            <a:ext cx="876431" cy="2487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9C83B8-F5DD-AE93-7119-8B818C5D4F59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8161466" y="1600619"/>
            <a:ext cx="836697" cy="2487168"/>
          </a:xfrm>
          <a:prstGeom prst="rect">
            <a:avLst/>
          </a:prstGeom>
        </p:spPr>
      </p:pic>
      <p:sp>
        <p:nvSpPr>
          <p:cNvPr id="6" name="Up Arrow 13">
            <a:extLst>
              <a:ext uri="{FF2B5EF4-FFF2-40B4-BE49-F238E27FC236}">
                <a16:creationId xmlns:a16="http://schemas.microsoft.com/office/drawing/2014/main" id="{B5748265-46D6-FA03-E1E9-341292DE5774}"/>
              </a:ext>
            </a:extLst>
          </p:cNvPr>
          <p:cNvSpPr/>
          <p:nvPr/>
        </p:nvSpPr>
        <p:spPr>
          <a:xfrm>
            <a:off x="7532312" y="3117835"/>
            <a:ext cx="365760" cy="1097280"/>
          </a:xfrm>
          <a:prstGeom prst="upArrow">
            <a:avLst>
              <a:gd name="adj1" fmla="val 50000"/>
              <a:gd name="adj2" fmla="val 10902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4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E278DE9-2FD7-4E9F-964F-D06A7AEA7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2D91B32-5FAB-464F-AFF0-3061A61BCF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29AC4C-6940-442E-AD90-CB16FE4431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627E902-CF83-4687-B9C6-492048847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P spid="14" grpId="0" animBg="1"/>
      <p:bldP spid="6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5A4B66B-F275-AC81-CDE2-2B23880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67D1B9-7E01-A877-0FF4-7F8F392FEC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to find required values (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r>
                  <a:rPr lang="en-US" dirty="0"/>
                  <a:t>) from the calculator?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C67D1B9-7E01-A877-0FF4-7F8F392FEC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400" t="-9402" b="-188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09AC494-41D6-B960-64AD-8E72B24060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6711273"/>
              </p:ext>
            </p:extLst>
          </p:nvPr>
        </p:nvGraphicFramePr>
        <p:xfrm>
          <a:off x="152400" y="1043841"/>
          <a:ext cx="11887200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3101C92C-065D-3059-A69B-582F6C460265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471345" y="2218859"/>
            <a:ext cx="1249311" cy="1645920"/>
          </a:xfrm>
          <a:prstGeom prst="rect">
            <a:avLst/>
          </a:prstGeom>
        </p:spPr>
      </p:pic>
      <p:sp>
        <p:nvSpPr>
          <p:cNvPr id="14" name="Up Arrow 13">
            <a:extLst>
              <a:ext uri="{FF2B5EF4-FFF2-40B4-BE49-F238E27FC236}">
                <a16:creationId xmlns:a16="http://schemas.microsoft.com/office/drawing/2014/main" id="{117F2DE1-9483-9477-A91D-FBF6B9C4A9E5}"/>
              </a:ext>
            </a:extLst>
          </p:cNvPr>
          <p:cNvSpPr/>
          <p:nvPr/>
        </p:nvSpPr>
        <p:spPr>
          <a:xfrm>
            <a:off x="6312857" y="3054519"/>
            <a:ext cx="365760" cy="1097280"/>
          </a:xfrm>
          <a:prstGeom prst="upArrow">
            <a:avLst>
              <a:gd name="adj1" fmla="val 50000"/>
              <a:gd name="adj2" fmla="val 10902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69D3F-D766-2B98-FB5F-5A9984AB4DE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3227684" y="1608835"/>
            <a:ext cx="870509" cy="2487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129A1-F5B1-2AE3-CFEE-3F88104AEA59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5674296" y="4486885"/>
            <a:ext cx="836697" cy="2487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9347AF-CAFD-4415-24EA-00890088C887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70" t="31111" r="32343" b="30000"/>
          <a:stretch/>
        </p:blipFill>
        <p:spPr>
          <a:xfrm rot="16200000">
            <a:off x="5655388" y="3498462"/>
            <a:ext cx="876431" cy="24871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6AC4F4-FB94-A295-75DD-441A119FC1F7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8161466" y="1600619"/>
            <a:ext cx="836697" cy="2487168"/>
          </a:xfrm>
          <a:prstGeom prst="rect">
            <a:avLst/>
          </a:prstGeom>
        </p:spPr>
      </p:pic>
      <p:sp>
        <p:nvSpPr>
          <p:cNvPr id="6" name="Up Arrow 13">
            <a:extLst>
              <a:ext uri="{FF2B5EF4-FFF2-40B4-BE49-F238E27FC236}">
                <a16:creationId xmlns:a16="http://schemas.microsoft.com/office/drawing/2014/main" id="{EDA48D1C-170C-7FC3-E27F-A9FF72ECDC52}"/>
              </a:ext>
            </a:extLst>
          </p:cNvPr>
          <p:cNvSpPr/>
          <p:nvPr/>
        </p:nvSpPr>
        <p:spPr>
          <a:xfrm>
            <a:off x="8038150" y="3117835"/>
            <a:ext cx="365760" cy="1097280"/>
          </a:xfrm>
          <a:prstGeom prst="upArrow">
            <a:avLst>
              <a:gd name="adj1" fmla="val 50000"/>
              <a:gd name="adj2" fmla="val 109028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06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E278DE9-2FD7-4E9F-964F-D06A7AEA7E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2D91B32-5FAB-464F-AFF0-3061A61BCF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29AC4C-6940-442E-AD90-CB16FE4431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627E902-CF83-4687-B9C6-492048847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P spid="14" grpId="0" animBg="1"/>
      <p:bldP spid="6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7" y="869082"/>
            <a:ext cx="11929643" cy="731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Obtain the two lines of regression for the following data: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32297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161630"/>
              </p:ext>
            </p:extLst>
          </p:nvPr>
        </p:nvGraphicFramePr>
        <p:xfrm>
          <a:off x="131179" y="1747867"/>
          <a:ext cx="11932918" cy="1280160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447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4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4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5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54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Sales (No. of tablets)</a:t>
                      </a:r>
                      <a:endParaRPr lang="en-US" sz="2800" b="1" i="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190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240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250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300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335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1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Advertising expense (Rs.)</a:t>
                      </a:r>
                      <a:endParaRPr lang="en-US" sz="2800" b="1" i="0" dirty="0">
                        <a:solidFill>
                          <a:srgbClr val="00206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12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b="0" i="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30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625597" y="4684850"/>
            <a:ext cx="66095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Here we want to find both lines of regression.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597" y="5369685"/>
            <a:ext cx="6719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i.e.,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249486" y="5369685"/>
                <a:ext cx="462979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Line of regression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486" y="5369685"/>
                <a:ext cx="4629794" cy="523220"/>
              </a:xfrm>
              <a:prstGeom prst="rect">
                <a:avLst/>
              </a:prstGeom>
              <a:blipFill>
                <a:blip r:embed="rId2"/>
                <a:stretch>
                  <a:fillRect l="-2635" t="-11628" r="-1713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249486" y="6054520"/>
                <a:ext cx="405431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Line of regression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486" y="6054520"/>
                <a:ext cx="4054315" cy="523220"/>
              </a:xfrm>
              <a:prstGeom prst="rect">
                <a:avLst/>
              </a:prstGeom>
              <a:blipFill>
                <a:blip r:embed="rId3"/>
                <a:stretch>
                  <a:fillRect l="-300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68C6EF-08BF-DE19-7783-4A91A9D06096}"/>
                  </a:ext>
                </a:extLst>
              </p:cNvPr>
              <p:cNvSpPr/>
              <p:nvPr/>
            </p:nvSpPr>
            <p:spPr>
              <a:xfrm>
                <a:off x="1625597" y="3306754"/>
                <a:ext cx="633162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Sales (number of tablets sold)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C68C6EF-08BF-DE19-7783-4A91A9D060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306754"/>
                <a:ext cx="6331629" cy="523220"/>
              </a:xfrm>
              <a:prstGeom prst="rect">
                <a:avLst/>
              </a:prstGeom>
              <a:blipFill>
                <a:blip r:embed="rId4"/>
                <a:stretch>
                  <a:fillRect l="-202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69910E1-CFBF-A6D2-5580-63B7454E1699}"/>
                  </a:ext>
                </a:extLst>
              </p:cNvPr>
              <p:cNvSpPr/>
              <p:nvPr/>
            </p:nvSpPr>
            <p:spPr>
              <a:xfrm>
                <a:off x="2150891" y="3991589"/>
                <a:ext cx="633162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Advertising expense (in Rs.)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69910E1-CFBF-A6D2-5580-63B7454E16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891" y="3991589"/>
                <a:ext cx="6331629" cy="523220"/>
              </a:xfrm>
              <a:prstGeom prst="rect">
                <a:avLst/>
              </a:prstGeom>
              <a:blipFill>
                <a:blip r:embed="rId5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762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53790" y="5188754"/>
                <a:ext cx="7357014" cy="10372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18.142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0.9144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8.9830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</m:num>
                        <m:den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46.5219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275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0" y="5188754"/>
                <a:ext cx="7357014" cy="1037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37270" y="3186233"/>
                <a:ext cx="47580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 Regression Line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186233"/>
                <a:ext cx="4758034" cy="523220"/>
              </a:xfrm>
              <a:prstGeom prst="rect">
                <a:avLst/>
              </a:prstGeom>
              <a:blipFill>
                <a:blip r:embed="rId3"/>
                <a:stretch>
                  <a:fillRect l="-2692" t="-11628" r="-205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u="sng" dirty="0">
                    <a:solidFill>
                      <a:srgbClr val="002060"/>
                    </a:solidFill>
                  </a:rPr>
                  <a:t>Regression Line of </a:t>
                </a:r>
                <a14:m>
                  <m:oMath xmlns:m="http://schemas.openxmlformats.org/officeDocument/2006/math">
                    <m:r>
                      <a:rPr lang="en-IN" sz="2800" b="1" i="0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sz="2800" b="1" u="sng" dirty="0">
                    <a:solidFill>
                      <a:srgbClr val="FF000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800" b="1" i="0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800" b="1" u="sng" dirty="0">
                    <a:solidFill>
                      <a:srgbClr val="002060"/>
                    </a:solidFill>
                  </a:rPr>
                  <a:t> :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  <a:blipFill>
                <a:blip r:embed="rId4"/>
                <a:stretch>
                  <a:fillRect l="-3172" t="-11765" r="-1057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37270" y="1572249"/>
                <a:ext cx="47716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=275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72249"/>
                <a:ext cx="4771627" cy="523220"/>
              </a:xfrm>
              <a:prstGeom prst="rect">
                <a:avLst/>
              </a:prstGeom>
              <a:blipFill>
                <a:blip r:embed="rId5"/>
                <a:stretch>
                  <a:fillRect l="-2685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53790" y="2380502"/>
                <a:ext cx="55987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From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data</m:t>
                      </m:r>
                      <m:r>
                        <a:rPr 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=18.1429,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0" y="2380502"/>
                <a:ext cx="559877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483030" y="2375601"/>
                <a:ext cx="195034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=0.9144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030" y="2375601"/>
                <a:ext cx="1950342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=46.5219,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994927" y="2360689"/>
                <a:ext cx="2245743" cy="562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=8.9830,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2360689"/>
                <a:ext cx="2245743" cy="56284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76588" y="3981549"/>
                <a:ext cx="3971536" cy="9155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88" y="3981549"/>
                <a:ext cx="3971536" cy="9155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291716" y="5420493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716" y="5420493"/>
                <a:ext cx="86273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132627" y="5412654"/>
                <a:ext cx="15327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8.1429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627" y="5412654"/>
                <a:ext cx="153279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4089634" y="5737985"/>
                <a:ext cx="16113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6.5219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634" y="5737985"/>
                <a:ext cx="161133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4247346" y="5139427"/>
                <a:ext cx="13340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.9830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346" y="5139427"/>
                <a:ext cx="133402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2893602" y="5401037"/>
                <a:ext cx="13340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.9144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3602" y="5401037"/>
                <a:ext cx="133402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97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0" grpId="0"/>
      <p:bldP spid="19" grpId="0"/>
      <p:bldP spid="21" grpId="0"/>
      <p:bldP spid="22" grpId="0"/>
      <p:bldP spid="24" grpId="0"/>
      <p:bldP spid="25" grpId="0"/>
      <p:bldP spid="28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u="sng" dirty="0">
                    <a:solidFill>
                      <a:srgbClr val="002060"/>
                    </a:solidFill>
                  </a:rPr>
                  <a:t>Regression Line of </a:t>
                </a:r>
                <a14:m>
                  <m:oMath xmlns:m="http://schemas.openxmlformats.org/officeDocument/2006/math">
                    <m:r>
                      <a:rPr lang="en-IN" sz="2800" b="1" u="sng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sz="2800" b="1" u="sng" dirty="0">
                    <a:solidFill>
                      <a:srgbClr val="FF000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800" b="1" u="sng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800" b="1" u="sng" dirty="0">
                    <a:solidFill>
                      <a:srgbClr val="002060"/>
                    </a:solidFill>
                  </a:rPr>
                  <a:t> :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  <a:blipFill>
                <a:blip r:embed="rId2"/>
                <a:stretch>
                  <a:fillRect l="-3172" t="-11765" r="-1057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37270" y="1430953"/>
                <a:ext cx="7203126" cy="10372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−18.1429=0.9144 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8.9830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46.5219</m:t>
                              </m:r>
                            </m:e>
                          </m:eqAr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275 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430953"/>
                <a:ext cx="7203126" cy="1037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02351" y="3031178"/>
                <a:ext cx="43913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0.1766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0.4221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1" y="3031178"/>
                <a:ext cx="439133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37270" y="4202569"/>
                <a:ext cx="8878777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The</a:t>
                </a:r>
                <a:r>
                  <a:rPr lang="en-IN" sz="2800" dirty="0">
                    <a:solidFill>
                      <a:srgbClr val="002060"/>
                    </a:solidFill>
                    <a:latin typeface="+mj-lt"/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Regression line of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 sz="2800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800" dirty="0" smtClean="0">
                        <a:solidFill>
                          <a:srgbClr val="002060"/>
                        </a:solidFill>
                      </a:rPr>
                      <m:t>on</m:t>
                    </m:r>
                    <m:r>
                      <m:rPr>
                        <m:nor/>
                      </m:rPr>
                      <a:rPr lang="en-US" sz="2800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sz="2800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800" dirty="0" smtClean="0">
                        <a:solidFill>
                          <a:srgbClr val="002060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 sz="2800" dirty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a:rPr lang="en-IN" sz="28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800" b="1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800" b="1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𝟏𝟕𝟔𝟔</m:t>
                    </m:r>
                    <m:r>
                      <a:rPr lang="en-US" sz="2800" b="1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800" b="1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1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sz="28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𝟒𝟏𝟑𝟐</m:t>
                    </m:r>
                  </m:oMath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202569"/>
                <a:ext cx="8878777" cy="523220"/>
              </a:xfrm>
              <a:prstGeom prst="rect">
                <a:avLst/>
              </a:prstGeom>
              <a:blipFill>
                <a:blip r:embed="rId5"/>
                <a:stretch>
                  <a:fillRect l="-1372" t="-9091" b="-3068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2884485" y="3031178"/>
                <a:ext cx="152958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</m:t>
                      </m:r>
                      <m:r>
                        <a:rPr lang="en-I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4132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485" y="3031178"/>
                <a:ext cx="152958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37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7" grpId="0"/>
      <p:bldP spid="38" grpId="0" animBg="1"/>
      <p:bldP spid="43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37270" y="3186233"/>
                <a:ext cx="585765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Now, the Regression Line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186233"/>
                <a:ext cx="5857657" cy="523220"/>
              </a:xfrm>
              <a:prstGeom prst="rect">
                <a:avLst/>
              </a:prstGeom>
              <a:blipFill>
                <a:blip r:embed="rId2"/>
                <a:stretch>
                  <a:fillRect l="-218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u="sng" dirty="0">
                    <a:solidFill>
                      <a:srgbClr val="002060"/>
                    </a:solidFill>
                  </a:rPr>
                  <a:t>Regression Line of </a:t>
                </a:r>
                <a14:m>
                  <m:oMath xmlns:m="http://schemas.openxmlformats.org/officeDocument/2006/math">
                    <m:r>
                      <a:rPr lang="en-IN" sz="2800" b="1" i="0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800" b="1" u="sng" dirty="0">
                    <a:solidFill>
                      <a:srgbClr val="FF000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800" b="1" i="0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sz="2800" b="1" u="sng" dirty="0">
                    <a:solidFill>
                      <a:srgbClr val="002060"/>
                    </a:solidFill>
                  </a:rPr>
                  <a:t> :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  <a:blipFill>
                <a:blip r:embed="rId3"/>
                <a:stretch>
                  <a:fillRect l="-3172" t="-11765" r="-1057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11219" y="5228647"/>
                <a:ext cx="7360220" cy="10459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275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0.9144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46.521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8.9830</m:t>
                              </m:r>
                            </m:e>
                          </m:eqAr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18.1429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219" y="5228647"/>
                <a:ext cx="7360220" cy="10459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37270" y="1572249"/>
                <a:ext cx="47716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=275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72249"/>
                <a:ext cx="4771627" cy="523220"/>
              </a:xfrm>
              <a:prstGeom prst="rect">
                <a:avLst/>
              </a:prstGeom>
              <a:blipFill>
                <a:blip r:embed="rId5"/>
                <a:stretch>
                  <a:fillRect l="-2685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53790" y="2380502"/>
                <a:ext cx="55987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From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data</m:t>
                      </m:r>
                      <m:r>
                        <a:rPr 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=18.1429,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0" y="2380502"/>
                <a:ext cx="559877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483030" y="2375601"/>
                <a:ext cx="195034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=0.9144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030" y="2375601"/>
                <a:ext cx="1950342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=46.5219,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5994927" y="2360689"/>
                <a:ext cx="2245743" cy="562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=8.9830,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2360689"/>
                <a:ext cx="2245743" cy="562846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815271" y="3991964"/>
                <a:ext cx="3892989" cy="9541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71" y="3991964"/>
                <a:ext cx="3892989" cy="9541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385075" y="5451933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075" y="5451933"/>
                <a:ext cx="86273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994927" y="5454303"/>
                <a:ext cx="15327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8.1429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5454303"/>
                <a:ext cx="153279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744867" y="5184274"/>
                <a:ext cx="15327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6.5219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867" y="5184274"/>
                <a:ext cx="153279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844253" y="5795792"/>
                <a:ext cx="13340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.9830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253" y="5795792"/>
                <a:ext cx="133402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519577" y="5454303"/>
                <a:ext cx="13340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.9144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577" y="5454303"/>
                <a:ext cx="133402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77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32" grpId="0"/>
      <p:bldP spid="13" grpId="0"/>
      <p:bldP spid="14" grpId="0"/>
      <p:bldP spid="17" grpId="0"/>
      <p:bldP spid="18" grpId="0"/>
      <p:bldP spid="19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1(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u="sng" dirty="0">
                    <a:solidFill>
                      <a:srgbClr val="002060"/>
                    </a:solidFill>
                  </a:rPr>
                  <a:t>Regression Line of </a:t>
                </a:r>
                <a14:m>
                  <m:oMath xmlns:m="http://schemas.openxmlformats.org/officeDocument/2006/math">
                    <m:r>
                      <a:rPr lang="en-IN" sz="2800" b="1" u="sng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800" b="1" u="sng" dirty="0">
                    <a:solidFill>
                      <a:srgbClr val="FF000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800" b="1" u="sng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sz="2800" b="1" u="sng" dirty="0">
                    <a:solidFill>
                      <a:srgbClr val="002060"/>
                    </a:solidFill>
                  </a:rPr>
                  <a:t> :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  <a:blipFill>
                <a:blip r:embed="rId2"/>
                <a:stretch>
                  <a:fillRect l="-3172" t="-11765" r="-1057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37270" y="1753780"/>
                <a:ext cx="7360220" cy="10459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−275=0.9144 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46.521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8.9830</m:t>
                              </m:r>
                            </m:e>
                          </m:eqAr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18.1429 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753780"/>
                <a:ext cx="7360220" cy="10459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37297" y="3167390"/>
                <a:ext cx="9122434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Regression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line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on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02060"/>
                          </a:solidFill>
                        </a:rPr>
                        <m:t>is</m:t>
                      </m:r>
                      <m:r>
                        <a:rPr lang="en-US" sz="2800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𝟕𝟑𝟓𝟔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𝟏𝟖𝟗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𝟎𝟖𝟎𝟕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97" y="3167390"/>
                <a:ext cx="912243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0084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8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292608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A study of amount of rainfall and quantity of air pollution removed is given by bellow table. </a:t>
                </a:r>
              </a:p>
              <a:p>
                <a:pPr marL="509588" lvl="0" indent="-509588"/>
                <a:r>
                  <a:rPr lang="en-US" b="1" dirty="0"/>
                  <a:t>(a)</a:t>
                </a:r>
                <a:r>
                  <a:rPr lang="en-US" dirty="0"/>
                  <a:t> Find the equation of the regression line to predict the particulate removed from    the amount of daily rainfall.</a:t>
                </a:r>
              </a:p>
              <a:p>
                <a:pPr lvl="0"/>
                <a:r>
                  <a:rPr lang="en-US" b="1" dirty="0"/>
                  <a:t>(b)</a:t>
                </a:r>
                <a:r>
                  <a:rPr lang="en-US" dirty="0"/>
                  <a:t> Find the amount of particulate removed when daily rainfall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4.8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2926080"/>
              </a:xfrm>
              <a:prstGeom prst="rect">
                <a:avLst/>
              </a:prstGeom>
              <a:blipFill>
                <a:blip r:embed="rId2"/>
                <a:stretch>
                  <a:fillRect l="-1074" r="-1074" b="-35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32484"/>
                  </p:ext>
                </p:extLst>
              </p:nvPr>
            </p:nvGraphicFramePr>
            <p:xfrm>
              <a:off x="131177" y="3953043"/>
              <a:ext cx="11932923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37968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Daily rainfall (0.01 cm)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4.3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4.5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5.9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5.6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6.1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5.2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3.8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2.1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7.5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Particulate removed unit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121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116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114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132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141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108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32484"/>
                  </p:ext>
                </p:extLst>
              </p:nvPr>
            </p:nvGraphicFramePr>
            <p:xfrm>
              <a:off x="131177" y="3953043"/>
              <a:ext cx="11932923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37968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Daily rainfall (0.01 cm)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8792" t="-943" r="-798658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22297" t="-943" r="-704054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18121" t="-943" r="-599329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22973" t="-943" r="-503378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22973" t="-943" r="-403378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916779" t="-943" r="-300671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23649" t="-943" r="-202703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16107" t="-943" r="-101342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24324" t="-943" r="-2027" b="-1160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Particulate removed unit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18792" t="-101905" r="-798658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22297" t="-101905" r="-704054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18121" t="-101905" r="-599329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722973" t="-101905" r="-503378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22973" t="-101905" r="-403378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916779" t="-101905" r="-300671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23649" t="-101905" r="-202703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16107" t="-101905" r="-101342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224324" t="-101905" r="-2027" b="-1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3" name="Straight Connector 12"/>
          <p:cNvCxnSpPr/>
          <p:nvPr/>
        </p:nvCxnSpPr>
        <p:spPr>
          <a:xfrm flipV="1">
            <a:off x="6818586" y="2460099"/>
            <a:ext cx="438912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43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2BDFF-88B7-86C8-C741-4F8B659F5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0CE1-97B2-AA19-6ED8-0F39BC1F2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3 ⇝ Example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1E670B9-559F-45B5-3423-6A1194C349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PM (Particulate Matter) means very tiny solid or liquid particles present in the air.</a:t>
                </a:r>
              </a:p>
              <a:p>
                <a:pPr lvl="1"/>
                <a:r>
                  <a:rPr lang="en-US" dirty="0"/>
                  <a:t>These particles are so small that we cannot see most of them with our eyes.</a:t>
                </a:r>
              </a:p>
              <a:p>
                <a:r>
                  <a:rPr lang="en-US" dirty="0"/>
                  <a:t>Types of PM:</a:t>
                </a:r>
              </a:p>
              <a:p>
                <a:pPr lvl="1"/>
                <a:r>
                  <a:rPr lang="en-US" dirty="0"/>
                  <a:t>PM10 → Particles smaller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micrometers</a:t>
                </a:r>
              </a:p>
              <a:p>
                <a:pPr lvl="1"/>
                <a:r>
                  <a:rPr lang="en-US" dirty="0"/>
                  <a:t>PM2.5 → Very fine particles smaller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 dirty="0"/>
                  <a:t> micrometers (more harmful)</a:t>
                </a:r>
              </a:p>
              <a:p>
                <a:r>
                  <a:rPr lang="en-IN" dirty="0"/>
                  <a:t>Examples:</a:t>
                </a:r>
              </a:p>
              <a:p>
                <a:pPr lvl="1"/>
                <a:r>
                  <a:rPr lang="en-IN" dirty="0"/>
                  <a:t>Dust, Smoke, Vehicle emissions, Industrial pollution, Ash</a:t>
                </a:r>
              </a:p>
              <a:p>
                <a:r>
                  <a:rPr lang="en-US" dirty="0"/>
                  <a:t>These particles are harmful because they can enter our lungs and cause health problems.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1E670B9-559F-45B5-3423-6A1194C349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301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40E7-D395-F8C8-4B8A-9600A5F23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C9E0-F40E-FFCB-4C13-27AE2095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3 ⇝ Example 2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DB0EAA-0622-A6A3-67B8-C2421B546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0"/>
            <a:ext cx="11929641" cy="5742809"/>
          </a:xfrm>
        </p:spPr>
        <p:txBody>
          <a:bodyPr/>
          <a:lstStyle/>
          <a:p>
            <a:r>
              <a:rPr lang="en-US" dirty="0"/>
              <a:t>What happens when it rains?</a:t>
            </a:r>
          </a:p>
          <a:p>
            <a:r>
              <a:rPr lang="en-US" dirty="0"/>
              <a:t>When rain falls:</a:t>
            </a:r>
          </a:p>
          <a:p>
            <a:pPr lvl="1"/>
            <a:r>
              <a:rPr lang="en-US" dirty="0"/>
              <a:t>Rain droplets collide with pollution particles in the air.</a:t>
            </a:r>
          </a:p>
          <a:p>
            <a:pPr lvl="1"/>
            <a:r>
              <a:rPr lang="en-US" dirty="0"/>
              <a:t>The particles stick to the water droplets.</a:t>
            </a:r>
          </a:p>
          <a:p>
            <a:pPr lvl="1"/>
            <a:r>
              <a:rPr lang="en-US" dirty="0"/>
              <a:t>Rain carries them down to the ground.</a:t>
            </a:r>
          </a:p>
          <a:p>
            <a:pPr lvl="1"/>
            <a:r>
              <a:rPr lang="en-US" dirty="0"/>
              <a:t>Air becomes cleaner.</a:t>
            </a:r>
          </a:p>
          <a:p>
            <a:r>
              <a:rPr lang="en-US" dirty="0"/>
              <a:t>This process is called wet deposition.</a:t>
            </a:r>
          </a:p>
          <a:p>
            <a:r>
              <a:rPr lang="en-US" dirty="0"/>
              <a:t>So, More rainfall → More pollution removed.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016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806A1-3C74-0506-37FA-223F28C5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CAB9D59-6563-627B-2CAF-A0824C584A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2"/>
                <a:ext cx="11929643" cy="292608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A study of amount of rainfall and quantity of air pollution removed is given by bellow table. </a:t>
                </a:r>
              </a:p>
              <a:p>
                <a:pPr marL="509588" lvl="0" indent="-509588"/>
                <a:r>
                  <a:rPr lang="en-US" b="1" dirty="0"/>
                  <a:t>(a)</a:t>
                </a:r>
                <a:r>
                  <a:rPr lang="en-US" dirty="0"/>
                  <a:t> Find the equation of the regression line to predict the particulate removed from    the amount of daily rainfall.</a:t>
                </a:r>
              </a:p>
              <a:p>
                <a:pPr lvl="0"/>
                <a:r>
                  <a:rPr lang="en-US" b="1" dirty="0"/>
                  <a:t>(b)</a:t>
                </a:r>
                <a:r>
                  <a:rPr lang="en-US" dirty="0"/>
                  <a:t> Find the amount of particulate removed when daily rainfall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4.8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CAB9D59-6563-627B-2CAF-A0824C584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2926080"/>
              </a:xfrm>
              <a:prstGeom prst="rect">
                <a:avLst/>
              </a:prstGeom>
              <a:blipFill>
                <a:blip r:embed="rId2"/>
                <a:stretch>
                  <a:fillRect l="-1074" r="-1074" b="-35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0C73F19-3754-12D5-26B3-D1B58783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CCF6B94-4586-CFB4-88EF-26BEA8B411BD}"/>
              </a:ext>
            </a:extLst>
          </p:cNvPr>
          <p:cNvSpPr/>
          <p:nvPr/>
        </p:nvSpPr>
        <p:spPr>
          <a:xfrm>
            <a:off x="131177" y="538326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685C3CF-09C9-CA9A-D680-2FB82B49E5E0}"/>
                  </a:ext>
                </a:extLst>
              </p:cNvPr>
              <p:cNvSpPr/>
              <p:nvPr/>
            </p:nvSpPr>
            <p:spPr>
              <a:xfrm>
                <a:off x="1625597" y="5383269"/>
                <a:ext cx="919156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Let,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Daily rainfall,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ea typeface="Calibri" panose="020F0502020204030204" pitchFamily="34" charset="0"/>
                    <a:cs typeface="Shruti" panose="020B0502040204020203" pitchFamily="34" charset="0"/>
                  </a:rPr>
                  <a:t>Particulate matter removed unit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685C3CF-09C9-CA9A-D680-2FB82B49E5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383269"/>
                <a:ext cx="9191560" cy="523220"/>
              </a:xfrm>
              <a:prstGeom prst="rect">
                <a:avLst/>
              </a:prstGeom>
              <a:blipFill>
                <a:blip r:embed="rId3"/>
                <a:stretch>
                  <a:fillRect l="-1393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853972E-BE40-7255-A201-A29818126A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1034750"/>
                  </p:ext>
                </p:extLst>
              </p:nvPr>
            </p:nvGraphicFramePr>
            <p:xfrm>
              <a:off x="131177" y="3953043"/>
              <a:ext cx="11932923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37968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Daily rainfall (0.01 cm)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4.3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4.5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5.9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5.6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6.1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5.2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3.8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2.1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7.5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Particulate removed unit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121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116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114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118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132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141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108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853972E-BE40-7255-A201-A29818126A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1034750"/>
                  </p:ext>
                </p:extLst>
              </p:nvPr>
            </p:nvGraphicFramePr>
            <p:xfrm>
              <a:off x="131177" y="3953043"/>
              <a:ext cx="11932923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37968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904009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Daily rainfall (0.01 cm)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8792" t="-943" r="-798658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22297" t="-943" r="-704054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618121" t="-943" r="-599329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22973" t="-943" r="-503378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822973" t="-943" r="-403378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916779" t="-943" r="-300671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23649" t="-943" r="-202703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116107" t="-943" r="-101342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224324" t="-943" r="-2027" b="-1160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Particulate removed unit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418792" t="-101905" r="-798658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522297" t="-101905" r="-704054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618121" t="-101905" r="-599329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722973" t="-101905" r="-503378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822973" t="-101905" r="-403378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916779" t="-101905" r="-300671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023649" t="-101905" r="-202703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116107" t="-101905" r="-101342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1224324" t="-101905" r="-2027" b="-1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D6592CB-77D9-18F7-5781-51B2BD62ED54}"/>
                  </a:ext>
                </a:extLst>
              </p:cNvPr>
              <p:cNvSpPr/>
              <p:nvPr/>
            </p:nvSpPr>
            <p:spPr>
              <a:xfrm>
                <a:off x="1625597" y="6010170"/>
                <a:ext cx="70070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So, We have to find the regression line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D6592CB-77D9-18F7-5781-51B2BD62E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6010170"/>
                <a:ext cx="7007046" cy="523220"/>
              </a:xfrm>
              <a:prstGeom prst="rect">
                <a:avLst/>
              </a:prstGeom>
              <a:blipFill>
                <a:blip r:embed="rId5"/>
                <a:stretch>
                  <a:fillRect l="-182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E2B234-51EC-6914-DE5D-B0D067D683C5}"/>
              </a:ext>
            </a:extLst>
          </p:cNvPr>
          <p:cNvCxnSpPr/>
          <p:nvPr/>
        </p:nvCxnSpPr>
        <p:spPr>
          <a:xfrm flipV="1">
            <a:off x="6818586" y="2460099"/>
            <a:ext cx="438912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73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37270" y="5187290"/>
                <a:ext cx="7223131" cy="910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−121.5556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−0.9787</m:t>
                          </m:r>
                        </m:e>
                      </m:d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9.4529</m:t>
                          </m:r>
                        </m:num>
                        <m:den>
                          <m: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1.4629</m:t>
                          </m:r>
                        </m:den>
                      </m:f>
                      <m:d>
                        <m:d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187290"/>
                <a:ext cx="7223131" cy="9105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37270" y="3186233"/>
                <a:ext cx="47580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 Regression Line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186233"/>
                <a:ext cx="4758034" cy="523220"/>
              </a:xfrm>
              <a:prstGeom prst="rect">
                <a:avLst/>
              </a:prstGeom>
              <a:blipFill>
                <a:blip r:embed="rId3"/>
                <a:stretch>
                  <a:fillRect l="-2692" t="-11628" r="-205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37270" y="1572249"/>
                <a:ext cx="437408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72249"/>
                <a:ext cx="4374083" cy="523220"/>
              </a:xfrm>
              <a:prstGeom prst="rect">
                <a:avLst/>
              </a:prstGeom>
              <a:blipFill>
                <a:blip r:embed="rId4"/>
                <a:stretch>
                  <a:fillRect l="-2929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53790" y="2380502"/>
                <a:ext cx="57190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From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data</m:t>
                      </m:r>
                      <m:r>
                        <a:rPr 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=121.5556,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0" y="2380502"/>
                <a:ext cx="571900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483030" y="2375601"/>
                <a:ext cx="221804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=−0.9787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030" y="2375601"/>
                <a:ext cx="2218043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=1.4629,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5994927" y="2360689"/>
                <a:ext cx="22457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=9.4529,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2360689"/>
                <a:ext cx="224574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603212" y="3999306"/>
                <a:ext cx="3989169" cy="8981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212" y="3999306"/>
                <a:ext cx="3989169" cy="8981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59181B-250B-0EC9-919B-DFFF95DC2D71}"/>
                  </a:ext>
                </a:extLst>
              </p:cNvPr>
              <p:cNvSpPr/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u="sng" dirty="0">
                    <a:solidFill>
                      <a:srgbClr val="002060"/>
                    </a:solidFill>
                  </a:rPr>
                  <a:t>Regression Line of </a:t>
                </a:r>
                <a14:m>
                  <m:oMath xmlns:m="http://schemas.openxmlformats.org/officeDocument/2006/math">
                    <m:r>
                      <a:rPr lang="en-IN" sz="2800" b="1" i="0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sz="2800" b="1" u="sng" dirty="0">
                    <a:solidFill>
                      <a:srgbClr val="FF000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800" b="1" i="0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800" b="1" u="sng" dirty="0">
                    <a:solidFill>
                      <a:srgbClr val="002060"/>
                    </a:solidFill>
                  </a:rPr>
                  <a:t> :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A59181B-250B-0EC9-919B-DFFF95DC2D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  <a:blipFill>
                <a:blip r:embed="rId10"/>
                <a:stretch>
                  <a:fillRect l="-3172" t="-11765" r="-1057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10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1" grpId="0"/>
      <p:bldP spid="32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u="sng" dirty="0">
                    <a:solidFill>
                      <a:srgbClr val="002060"/>
                    </a:solidFill>
                  </a:rPr>
                  <a:t>Regression Line of </a:t>
                </a:r>
                <a14:m>
                  <m:oMath xmlns:m="http://schemas.openxmlformats.org/officeDocument/2006/math">
                    <m:r>
                      <a:rPr lang="en-IN" sz="2800" b="1" i="0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sz="2800" b="1" u="sng" dirty="0">
                    <a:solidFill>
                      <a:srgbClr val="FF000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800" b="1" i="0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800" b="1" u="sng" dirty="0">
                    <a:solidFill>
                      <a:srgbClr val="002060"/>
                    </a:solidFill>
                  </a:rPr>
                  <a:t> :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  <a:blipFill>
                <a:blip r:embed="rId2"/>
                <a:stretch>
                  <a:fillRect l="-3172" t="-11765" r="-1057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37270" y="1430953"/>
                <a:ext cx="7188571" cy="910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−121.5556=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−0.9787</m:t>
                          </m:r>
                        </m:e>
                      </m:d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9.4529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1.4629</m:t>
                          </m:r>
                        </m:den>
                      </m:f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430953"/>
                <a:ext cx="7188571" cy="910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37270" y="3196697"/>
                <a:ext cx="485780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−6.3240 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153.1755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196697"/>
                <a:ext cx="485780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37270" y="4167566"/>
                <a:ext cx="9415291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Regression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line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on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i="0" dirty="0" smtClean="0">
                          <a:solidFill>
                            <a:srgbClr val="002060"/>
                          </a:solidFill>
                        </a:rPr>
                        <m:t>is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𝟑𝟐𝟒𝟎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𝟏𝟓𝟑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𝟏𝟕𝟓𝟓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167566"/>
                <a:ext cx="941529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3234327" y="3196697"/>
                <a:ext cx="17315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53.1755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327" y="3196697"/>
                <a:ext cx="173156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701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37" grpId="0"/>
      <p:bldP spid="38" grpId="0" animBg="1"/>
      <p:bldP spid="43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470F-9BA6-4ED4-619E-A3F8A95D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2(Continue)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98071-5C0A-8D61-BA14-C7E95ABD0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1" y="855588"/>
            <a:ext cx="12229371" cy="4942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867F77-8C26-88AA-500E-89D6BD012FB2}"/>
              </a:ext>
            </a:extLst>
          </p:cNvPr>
          <p:cNvSpPr txBox="1"/>
          <p:nvPr/>
        </p:nvSpPr>
        <p:spPr>
          <a:xfrm>
            <a:off x="3718803" y="5942072"/>
            <a:ext cx="475439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Image Source : </a:t>
            </a:r>
            <a:r>
              <a:rPr lang="en-IN" sz="1100" dirty="0">
                <a:hlinkClick r:id="rId3"/>
              </a:rPr>
              <a:t>https://www.statskingdom.com/linear-regression-calculator.html</a:t>
            </a:r>
            <a:r>
              <a:rPr lang="en-IN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069746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7A7F-5975-4BD6-FC8E-B6C04433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1055-787D-A14A-2FC8-DE3783DB2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2(Continue) ⇝ For Understanding Only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2085236-F7A1-8897-DF40-CF9B2DB752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36981"/>
                <a:ext cx="11929641" cy="5323347"/>
              </a:xfrm>
            </p:spPr>
            <p:txBody>
              <a:bodyPr/>
              <a:lstStyle/>
              <a:p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When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IN" b="1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IN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𝟏𝟓𝟑</m:t>
                    </m:r>
                    <m:r>
                      <a:rPr lang="en-IN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𝟏𝟕𝟓𝟓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r>
                  <a:rPr lang="en-US" dirty="0"/>
                  <a:t>Interpretation:</a:t>
                </a:r>
              </a:p>
              <a:p>
                <a:pPr lvl="1"/>
                <a:r>
                  <a:rPr lang="en-US" dirty="0"/>
                  <a:t>If there is no rainfall, the model predicts that about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153.18</m:t>
                    </m:r>
                  </m:oMath>
                </a14:m>
                <a:r>
                  <a:rPr lang="en-US" dirty="0"/>
                  <a:t> units of particulate matter are removed. </a:t>
                </a:r>
              </a:p>
              <a:p>
                <a:r>
                  <a:rPr lang="en-US" dirty="0"/>
                  <a:t>Practically, this could mean:</a:t>
                </a:r>
              </a:p>
              <a:p>
                <a:pPr lvl="1"/>
                <a:r>
                  <a:rPr lang="en-US" dirty="0"/>
                  <a:t>Some pollution settles naturally</a:t>
                </a:r>
              </a:p>
              <a:p>
                <a:pPr lvl="1"/>
                <a:r>
                  <a:rPr lang="en-US" dirty="0"/>
                  <a:t>Other environmental factors remove PM</a:t>
                </a:r>
              </a:p>
              <a:p>
                <a:r>
                  <a:rPr lang="en-US" dirty="0"/>
                  <a:t>It is the starting value of the regression line.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2085236-F7A1-8897-DF40-CF9B2DB752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36981"/>
                <a:ext cx="11929641" cy="5323347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81C3099-7638-4F8C-695A-819A9222AF70}"/>
                  </a:ext>
                </a:extLst>
              </p:cNvPr>
              <p:cNvSpPr/>
              <p:nvPr/>
            </p:nvSpPr>
            <p:spPr>
              <a:xfrm>
                <a:off x="7353715" y="862474"/>
                <a:ext cx="4707105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𝟑𝟐𝟒𝟎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𝟏𝟓𝟑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𝟏𝟕𝟓𝟓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81C3099-7638-4F8C-695A-819A9222AF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715" y="862474"/>
                <a:ext cx="470710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18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3599A-C52C-4EC2-114B-C65A068B3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1A8F-988B-791F-5FFC-91EDA9A6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2(Continue) ⇝ For Understanding Only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DE1096F-8AD2-C459-08D6-C7E9017324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4921114"/>
              </a:xfrm>
            </p:spPr>
            <p:txBody>
              <a:bodyPr/>
              <a:lstStyle/>
              <a:p>
                <a:r>
                  <a:rPr lang="en-US" dirty="0"/>
                  <a:t>The slope is </a:t>
                </a:r>
                <a14:m>
                  <m:oMath xmlns:m="http://schemas.openxmlformats.org/officeDocument/2006/math">
                    <m:r>
                      <a:rPr lang="en-US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𝟑𝟐𝟒𝟎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means:</a:t>
                </a:r>
              </a:p>
              <a:p>
                <a:pPr lvl="1"/>
                <a:r>
                  <a:rPr lang="en-US" dirty="0"/>
                  <a:t>For every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unit increase in rainfall, particulate matter removed decreases by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6.324</m:t>
                    </m:r>
                  </m:oMath>
                </a14:m>
                <a:r>
                  <a:rPr lang="en-US" dirty="0"/>
                  <a:t> units.</a:t>
                </a:r>
              </a:p>
              <a:p>
                <a:r>
                  <a:rPr lang="en-US" dirty="0"/>
                  <a:t>Notice the negative sign.</a:t>
                </a:r>
              </a:p>
              <a:p>
                <a:pPr lvl="1"/>
                <a:r>
                  <a:rPr lang="en-US" dirty="0"/>
                  <a:t>This tells us there is a negative relationship between rainfall and PM removed according to your data.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DE1096F-8AD2-C459-08D6-C7E9017324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4921114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FD83301-1A71-DFF6-1739-E04C06FD9CDA}"/>
                  </a:ext>
                </a:extLst>
              </p:cNvPr>
              <p:cNvSpPr/>
              <p:nvPr/>
            </p:nvSpPr>
            <p:spPr>
              <a:xfrm>
                <a:off x="7353715" y="862474"/>
                <a:ext cx="4707105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𝟑𝟐𝟒𝟎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𝟏𝟓𝟑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𝟏𝟕𝟓𝟓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FD83301-1A71-DFF6-1739-E04C06FD9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715" y="862474"/>
                <a:ext cx="470710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26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CEBEB-E0DC-A621-025A-BB9859001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2AC3B-98F5-E767-B736-79D4B2D2B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3 ⇝ Example 2(Continue) ⇝ For Understanding Only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E554B-841F-2373-3EE3-8711A3888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711202"/>
            <a:ext cx="11929641" cy="5310219"/>
          </a:xfrm>
        </p:spPr>
        <p:txBody>
          <a:bodyPr/>
          <a:lstStyle/>
          <a:p>
            <a:r>
              <a:rPr lang="en-US" dirty="0"/>
              <a:t>According to this model:</a:t>
            </a:r>
          </a:p>
          <a:p>
            <a:pPr lvl="1"/>
            <a:r>
              <a:rPr lang="en-US" b="1" dirty="0"/>
              <a:t>More rainfall → Less particulate removed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is surprising because scientifically rainfall usually removes pollution.</a:t>
            </a:r>
          </a:p>
          <a:p>
            <a:pPr lvl="1"/>
            <a:r>
              <a:rPr lang="en-US" dirty="0"/>
              <a:t>So, this negative slope may indicate</a:t>
            </a:r>
          </a:p>
          <a:p>
            <a:pPr lvl="2"/>
            <a:r>
              <a:rPr lang="en-US" dirty="0"/>
              <a:t>The data behaves differently.</a:t>
            </a:r>
          </a:p>
          <a:p>
            <a:pPr lvl="2"/>
            <a:r>
              <a:rPr lang="en-US" dirty="0"/>
              <a:t>There may be measurement issues.</a:t>
            </a:r>
          </a:p>
          <a:p>
            <a:pPr lvl="2"/>
            <a:r>
              <a:rPr lang="en-US" dirty="0"/>
              <a:t>Other environmental factors are involved.</a:t>
            </a:r>
          </a:p>
          <a:p>
            <a:pPr lvl="2"/>
            <a:r>
              <a:rPr lang="en-US" dirty="0"/>
              <a:t>The relationship might be weak.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11F5D78-831D-DF03-02E4-DE114DDFC85C}"/>
                  </a:ext>
                </a:extLst>
              </p:cNvPr>
              <p:cNvSpPr/>
              <p:nvPr/>
            </p:nvSpPr>
            <p:spPr>
              <a:xfrm>
                <a:off x="7353715" y="862474"/>
                <a:ext cx="4707105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𝟑𝟐𝟒𝟎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𝟏𝟓𝟑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𝟏𝟕𝟓𝟓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11F5D78-831D-DF03-02E4-DE114DDFC8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715" y="862474"/>
                <a:ext cx="470710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40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2(Continue)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62120"/>
                <a:ext cx="99122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002060"/>
                    </a:solidFill>
                  </a:rPr>
                  <a:t>(b) Find the amount of particulate removed when daily rainfall is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120"/>
                <a:ext cx="9912201" cy="523220"/>
              </a:xfrm>
              <a:prstGeom prst="rect">
                <a:avLst/>
              </a:prstGeom>
              <a:blipFill>
                <a:blip r:embed="rId2"/>
                <a:stretch>
                  <a:fillRect l="-1292" t="-10465" r="-18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37270" y="1674906"/>
                <a:ext cx="652691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That means, we need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=4.8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674906"/>
                <a:ext cx="6526915" cy="523220"/>
              </a:xfrm>
              <a:prstGeom prst="rect">
                <a:avLst/>
              </a:prstGeom>
              <a:blipFill>
                <a:blip r:embed="rId3"/>
                <a:stretch>
                  <a:fillRect l="-1963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137270" y="2486869"/>
            <a:ext cx="13756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We have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7270" y="3299655"/>
                <a:ext cx="44470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−6.3240 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153.1755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299655"/>
                <a:ext cx="444705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531422" y="3298832"/>
                <a:ext cx="540122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−6.3240 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4.8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153.1755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422" y="3298832"/>
                <a:ext cx="540122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531422" y="4110795"/>
                <a:ext cx="279070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22.8203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1422" y="4110795"/>
                <a:ext cx="27907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7270" y="4852192"/>
                <a:ext cx="11963939" cy="954107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just"/>
                <a:r>
                  <a:rPr lang="en-US" sz="2800" b="1" i="0" dirty="0">
                    <a:solidFill>
                      <a:srgbClr val="7030A0"/>
                    </a:solidFill>
                    <a:latin typeface="+mj-lt"/>
                  </a:rPr>
                  <a:t>If daily rainfall is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IN" sz="28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r>
                  <a:rPr lang="en-US" sz="2800" b="1" i="0" dirty="0">
                    <a:solidFill>
                      <a:srgbClr val="7030A0"/>
                    </a:solidFill>
                    <a:latin typeface="+mj-lt"/>
                  </a:rPr>
                  <a:t> units, then approximately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28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𝟐𝟐</m:t>
                    </m:r>
                    <m:r>
                      <a:rPr lang="en-US" sz="28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lang="en-US" sz="2800" b="1" i="0" dirty="0">
                    <a:solidFill>
                      <a:srgbClr val="7030A0"/>
                    </a:solidFill>
                    <a:latin typeface="+mj-lt"/>
                  </a:rPr>
                  <a:t> units of particulate matter</a:t>
                </a:r>
                <a:r>
                  <a:rPr lang="en-IN" sz="2800" b="1" dirty="0">
                    <a:solidFill>
                      <a:srgbClr val="7030A0"/>
                    </a:solidFill>
                    <a:latin typeface="+mj-lt"/>
                  </a:rPr>
                  <a:t> </a:t>
                </a:r>
                <a:r>
                  <a:rPr lang="en-US" sz="2800" b="1" i="0" dirty="0">
                    <a:solidFill>
                      <a:srgbClr val="7030A0"/>
                    </a:solidFill>
                    <a:latin typeface="+mj-lt"/>
                  </a:rPr>
                  <a:t>will be removed from the air.</a:t>
                </a:r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852192"/>
                <a:ext cx="11963939" cy="954107"/>
              </a:xfrm>
              <a:prstGeom prst="rect">
                <a:avLst/>
              </a:prstGeom>
              <a:blipFill>
                <a:blip r:embed="rId7"/>
                <a:stretch>
                  <a:fillRect l="-1018" t="-5696" r="-1018" b="-1708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631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5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form of Regression Coefficient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65113" lvl="1" indent="-265113">
                  <a:buFont typeface="Wingdings 3" panose="05040102010807070707" pitchFamily="18" charset="2"/>
                  <a:buChar char="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/>
                      <m:t>Th</m:t>
                    </m:r>
                    <m:r>
                      <m:rPr>
                        <m:nor/>
                      </m:rPr>
                      <a:rPr lang="en-US" smtClean="0"/>
                      <m:t>e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</a:rPr>
                      <m:t>regre</m:t>
                    </m:r>
                    <m:r>
                      <m:rPr>
                        <m:nor/>
                      </m:rPr>
                      <a:rPr lang="en-IN" b="0" i="0" smtClean="0">
                        <a:solidFill>
                          <a:srgbClr val="FF0000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</a:rPr>
                      <m:t>sion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</a:rPr>
                      <m:t>coefficient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/>
                      <m:t>of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/>
                      <m:t>is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US" sz="32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32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32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en-US" sz="320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</m:oMath>
                  </m:oMathPara>
                </a14:m>
                <a:endParaRPr lang="en-US" sz="3200" i="1" dirty="0">
                  <a:latin typeface="Cambria Math" panose="02040503050406030204" pitchFamily="18" charset="0"/>
                </a:endParaRPr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i="0" dirty="0" smtClean="0"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US" sz="32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IN" sz="3200" b="0" i="0" dirty="0" smtClean="0"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e>
                          </m:nary>
                          <m:r>
                            <a:rPr lang="en-US" sz="320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3200" b="0" i="0" dirty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nary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d>
                            <m:dPr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3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3200" b="0" i="0" dirty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nary>
                              <m:r>
                                <a:rPr lang="en-US" sz="320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320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i="0" dirty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3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32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3200" b="0" i="0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en-US" sz="3200" i="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sz="320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32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0" dirty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subHide m:val="on"/>
                                          <m:supHide m:val="on"/>
                                          <m:ctrlPr>
                                            <a:rPr lang="en-US" sz="32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3200" b="0" i="0" dirty="0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nary>
                                      <m:r>
                                        <a:rPr lang="en-US" sz="3200" i="0" dirty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3200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53A0B929-997B-A00B-8EB1-F8AD5FFE24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24026" y="944665"/>
                <a:ext cx="3036794" cy="1526161"/>
              </a:xfrm>
              <a:prstGeom prst="rect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buFont typeface="Wingdings 3" panose="050401020108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53A0B929-997B-A00B-8EB1-F8AD5FFE2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026" y="944665"/>
                <a:ext cx="3036794" cy="1526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36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 build="allAtOnce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form of Regression Coefficient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65113" lvl="1" indent="-265113">
                  <a:buFont typeface="Wingdings 3" panose="05040102010807070707" pitchFamily="18" charset="2"/>
                  <a:buChar char="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smtClean="0"/>
                      <m:t>Th</m:t>
                    </m:r>
                    <m:r>
                      <m:rPr>
                        <m:nor/>
                      </m:rPr>
                      <a:rPr lang="en-US" smtClean="0"/>
                      <m:t>e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</a:rPr>
                      <m:t>regre</m:t>
                    </m:r>
                    <m:r>
                      <m:rPr>
                        <m:nor/>
                      </m:rPr>
                      <a:rPr lang="en-IN" b="0" i="0" smtClean="0">
                        <a:solidFill>
                          <a:srgbClr val="FF0000"/>
                        </a:solidFill>
                      </a:rPr>
                      <m:t>s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</a:rPr>
                      <m:t>sion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</a:rPr>
                      <m:t>coefficient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FF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/>
                      <m:t>of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smtClean="0"/>
                      <m:t>is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3200" i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i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3200" i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i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3200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i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3200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3200" b="0" i="0" smtClean="0"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</m:oMath>
                  </m:oMathPara>
                </a14:m>
                <a:endParaRPr lang="en-US" sz="3200" dirty="0">
                  <a:latin typeface="Cambria Math" panose="02040503050406030204" pitchFamily="18" charset="0"/>
                </a:endParaRPr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i="0" dirty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en-US" sz="3200" b="0" i="0" dirty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32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IN" sz="3200" b="0" i="0" dirty="0" smtClean="0"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e>
                          </m:nary>
                          <m:r>
                            <a:rPr lang="en-US" sz="320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3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3200" b="0" i="0" dirty="0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nary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d>
                            <m:dPr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3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3200" b="0" i="0" dirty="0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nary>
                              <m:r>
                                <a:rPr lang="en-US" sz="320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320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32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3200" i="0" dirty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3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32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3200" b="0" i="0" dirty="0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p>
                                      <m:r>
                                        <a:rPr lang="en-US" sz="3200" i="0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sz="320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3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32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200" i="0" dirty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subHide m:val="on"/>
                                          <m:supHide m:val="on"/>
                                          <m:ctrlPr>
                                            <a:rPr lang="en-US" sz="320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3200" b="0" i="0" dirty="0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nary>
                                      <m:r>
                                        <a:rPr lang="en-US" sz="3200" i="0" dirty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3200" i="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320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EC96CBCD-D5A2-7A41-CE00-1CEA5DB9DD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24026" y="944665"/>
                <a:ext cx="3036794" cy="1526161"/>
              </a:xfrm>
              <a:prstGeom prst="rect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1" indent="0">
                  <a:buFont typeface="Wingdings 3" panose="05040102010807070707" pitchFamily="18" charset="2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3">
                <a:extLst>
                  <a:ext uri="{FF2B5EF4-FFF2-40B4-BE49-F238E27FC236}">
                    <a16:creationId xmlns:a16="http://schemas.microsoft.com/office/drawing/2014/main" id="{EC96CBCD-D5A2-7A41-CE00-1CEA5DB9D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4026" y="944665"/>
                <a:ext cx="3036794" cy="15261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42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" grpId="0" build="allAtOnce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19202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The following data regarding the height(y) and weight(x)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students are given:  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=15000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=6800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=2272500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=463025,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xy</m:t>
                        </m:r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=1022250. </m:t>
                    </m:r>
                  </m:oMath>
                </a14:m>
                <a:r>
                  <a:rPr lang="en-US" i="0" dirty="0">
                    <a:latin typeface="+mj-lt"/>
                  </a:rPr>
                  <a:t>Find the equation of regression line of height on weight.</a:t>
                </a:r>
                <a:endParaRPr lang="en-US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920240"/>
              </a:xfrm>
              <a:prstGeom prst="rect">
                <a:avLst/>
              </a:prstGeom>
              <a:blipFill>
                <a:blip r:embed="rId2"/>
                <a:stretch>
                  <a:fillRect l="-1074" b="-9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3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94720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25597" y="2947203"/>
                <a:ext cx="48004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Here,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weight,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dirty="0">
                    <a:solidFill>
                      <a:srgbClr val="002060"/>
                    </a:solidFill>
                    <a:cs typeface="Shruti" panose="020B0502040204020203" pitchFamily="34" charset="0"/>
                  </a:rPr>
                  <a:t>height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2947203"/>
                <a:ext cx="4800481" cy="523220"/>
              </a:xfrm>
              <a:prstGeom prst="rect">
                <a:avLst/>
              </a:prstGeom>
              <a:blipFill>
                <a:blip r:embed="rId3"/>
                <a:stretch>
                  <a:fillRect l="-2668" t="-10465" r="-139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625597" y="3786184"/>
                <a:ext cx="70070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So, We have to find the regression line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786184"/>
                <a:ext cx="7007046" cy="523220"/>
              </a:xfrm>
              <a:prstGeom prst="rect">
                <a:avLst/>
              </a:prstGeom>
              <a:blipFill>
                <a:blip r:embed="rId4"/>
                <a:stretch>
                  <a:fillRect l="-182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0764" y="4625166"/>
                <a:ext cx="963039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i="0" dirty="0" smtClean="0">
                        <a:solidFill>
                          <a:srgbClr val="002060"/>
                        </a:solidFill>
                        <a:ea typeface="Cambria Math" panose="020405030504060302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sz="2800" b="0" i="0" dirty="0" smtClean="0">
                        <a:solidFill>
                          <a:srgbClr val="002060"/>
                        </a:solidFill>
                        <a:ea typeface="Cambria Math" panose="02040503050406030204" pitchFamily="18" charset="0"/>
                      </a:rPr>
                      <m:t>e</m:t>
                    </m:r>
                    <m:r>
                      <m:rPr>
                        <m:nor/>
                      </m:rPr>
                      <a:rPr lang="en-US" sz="2800" b="0" i="0" dirty="0" smtClean="0">
                        <a:solidFill>
                          <a:srgbClr val="002060"/>
                        </a:solidFill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b="0" i="0" dirty="0" smtClean="0">
                        <a:solidFill>
                          <a:srgbClr val="002060"/>
                        </a:solidFill>
                        <a:ea typeface="Cambria Math" panose="02040503050406030204" pitchFamily="18" charset="0"/>
                      </a:rPr>
                      <m:t>have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=100,                   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15000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6800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64" y="4625166"/>
                <a:ext cx="963039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625597" y="5464147"/>
                <a:ext cx="859767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=2272500</m:t>
                        </m:r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p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463025</m:t>
                        </m:r>
                      </m:e>
                    </m:nary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=1022250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464147"/>
                <a:ext cx="8597675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 flipV="1">
            <a:off x="5821452" y="2747605"/>
            <a:ext cx="4937760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35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3(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37270" y="1668674"/>
                <a:ext cx="481651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Now Regression Line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+mj-lt"/>
                  </a:rPr>
                  <a:t> is</a:t>
                </a:r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668674"/>
                <a:ext cx="4816511" cy="523220"/>
              </a:xfrm>
              <a:prstGeom prst="rect">
                <a:avLst/>
              </a:prstGeom>
              <a:blipFill>
                <a:blip r:embed="rId2"/>
                <a:stretch>
                  <a:fillRect l="-2658" t="-11628" r="-759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1" u="sng" dirty="0">
                    <a:solidFill>
                      <a:srgbClr val="002060"/>
                    </a:solidFill>
                  </a:rPr>
                  <a:t>Regression Line of </a:t>
                </a:r>
                <a14:m>
                  <m:oMath xmlns:m="http://schemas.openxmlformats.org/officeDocument/2006/math">
                    <m:r>
                      <a:rPr lang="en-IN" sz="2800" b="1" i="0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sz="2800" b="1" u="sng" dirty="0">
                    <a:solidFill>
                      <a:srgbClr val="FF000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800" b="1" i="0" u="sng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800" b="1" u="sng" dirty="0">
                    <a:solidFill>
                      <a:srgbClr val="002060"/>
                    </a:solidFill>
                  </a:rPr>
                  <a:t> :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4039888" cy="523220"/>
              </a:xfrm>
              <a:prstGeom prst="rect">
                <a:avLst/>
              </a:prstGeom>
              <a:blipFill>
                <a:blip r:embed="rId3"/>
                <a:stretch>
                  <a:fillRect l="-3172" t="-11765" r="-1057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4895304" y="1648861"/>
                <a:ext cx="5633081" cy="562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………</m:t>
                      </m:r>
                      <m:d>
                        <m:dPr>
                          <m:ctrlP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304" y="1648861"/>
                <a:ext cx="5633081" cy="56284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37270" y="2474405"/>
                <a:ext cx="9812751" cy="562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So, We need to find the values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yx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from the given data.</a:t>
                </a: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474405"/>
                <a:ext cx="9812751" cy="562846"/>
              </a:xfrm>
              <a:prstGeom prst="rect">
                <a:avLst/>
              </a:prstGeom>
              <a:blipFill>
                <a:blip r:embed="rId5"/>
                <a:stretch>
                  <a:fillRect l="-1305" t="-11957" r="-311" b="-22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37270" y="3433559"/>
                <a:ext cx="3691267" cy="922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We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know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433559"/>
                <a:ext cx="3691267" cy="92256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961623" y="3433559"/>
                <a:ext cx="2625591" cy="907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15000 </m:t>
                          </m:r>
                        </m:num>
                        <m:den>
                          <m:r>
                            <a:rPr lang="en-US" sz="2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1623" y="3433559"/>
                <a:ext cx="2625591" cy="90774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720300" y="3633229"/>
                <a:ext cx="36311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𝟏𝟓𝟎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………(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300" y="3633229"/>
                <a:ext cx="3631122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2104154" y="4942445"/>
                <a:ext cx="1724383" cy="922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154" y="4942445"/>
                <a:ext cx="1724383" cy="92256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3957615" y="4936711"/>
                <a:ext cx="2434834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6800 </m:t>
                          </m:r>
                        </m:num>
                        <m:den>
                          <m:r>
                            <a:rPr lang="en-US" sz="2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615" y="4936711"/>
                <a:ext cx="2434834" cy="90178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6720299" y="5142115"/>
                <a:ext cx="347242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𝟔𝟖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………(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299" y="5142115"/>
                <a:ext cx="3472425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40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2" grpId="0"/>
      <p:bldP spid="20" grpId="0"/>
      <p:bldP spid="23" grpId="0"/>
      <p:bldP spid="16" grpId="0"/>
      <p:bldP spid="17" grpId="0"/>
      <p:bldP spid="24" grpId="0"/>
      <p:bldP spid="25" grpId="0"/>
      <p:bldP spid="26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3(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37270" y="862943"/>
                <a:ext cx="5907836" cy="11345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Now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brk/>
                            </m:r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e>
                          </m:nary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nary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m:rPr>
                              <m:brk/>
                            </m:r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nary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brk/>
                                </m:r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nary>
                                <m:naryPr>
                                  <m:chr m:val="∑"/>
                                  <m:limLoc m:val="undOvr"/>
                                  <m:subHide m:val="on"/>
                                  <m:supHide m:val="on"/>
                                  <m:ctrlPr>
                                    <a:rPr lang="en-US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800" i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800" dirty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a:rPr lang="en-US" sz="2800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subHide m:val="on"/>
                                          <m:supHide m:val="on"/>
                                          <m:ctrlPr>
                                            <a:rPr lang="en-US" sz="2800" i="1" dirty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/>
                                        <m:sup/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 dirty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nary>
                                      <m:r>
                                        <a:rPr lang="en-US" sz="2800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5907836" cy="113454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7270" y="2356053"/>
                <a:ext cx="7716215" cy="11248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/>
                            </m:rPr>
                            <a:rPr lang="en-US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m:rPr>
                              <m:brk/>
                            </m:rP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1022250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15000</m:t>
                              </m:r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m:rPr>
                              <m:brk/>
                            </m:r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6800</m:t>
                              </m:r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brk/>
                                </m:rPr>
                                <a:rPr lang="en-US" sz="2800" b="0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800" b="0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  <m:r>
                                <m:rPr>
                                  <m:brk/>
                                </m:r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2272500</m:t>
                              </m:r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800" i="1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800" b="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15000</m:t>
                                      </m:r>
                                      <m:r>
                                        <a:rPr lang="en-US" sz="2800" dirty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dirty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356053"/>
                <a:ext cx="7716215" cy="112486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37270" y="3898376"/>
                <a:ext cx="5970737" cy="10459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102225000</m:t>
                          </m:r>
                          <m:r>
                            <a:rPr lang="en-US" sz="2800" b="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02000000</m:t>
                          </m:r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227250000 </m:t>
                              </m:r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25000000</m:t>
                              </m:r>
                              <m:r>
                                <a:rPr lang="en-US" sz="2800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898376"/>
                <a:ext cx="5970737" cy="104599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37270" y="5361831"/>
                <a:ext cx="3682868" cy="562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………(</m:t>
                      </m:r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361831"/>
                <a:ext cx="3682868" cy="56284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585435" y="2333535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435" y="2333535"/>
                <a:ext cx="862737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219454" y="2968315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454" y="2968315"/>
                <a:ext cx="862737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454654" y="2333535"/>
                <a:ext cx="12602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15000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654" y="2333535"/>
                <a:ext cx="1260281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084794" y="2967511"/>
                <a:ext cx="12602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15000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794" y="2967511"/>
                <a:ext cx="1260281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151855" y="2333535"/>
                <a:ext cx="10615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6800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855" y="2333535"/>
                <a:ext cx="1061509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061676" y="2969657"/>
                <a:ext cx="165782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2272500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676" y="2969657"/>
                <a:ext cx="1657826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436108" y="2330653"/>
                <a:ext cx="165782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1022250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108" y="2330653"/>
                <a:ext cx="1657826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585435" y="3852380"/>
                <a:ext cx="205537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102225000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435" y="3852380"/>
                <a:ext cx="2055371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3941389" y="3852380"/>
                <a:ext cx="205537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102000000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389" y="3852380"/>
                <a:ext cx="2055371" cy="52322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1663167" y="4498725"/>
                <a:ext cx="205537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227250000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167" y="4498725"/>
                <a:ext cx="2055371" cy="52322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858238" y="4498157"/>
                <a:ext cx="205537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225000000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238" y="4498157"/>
                <a:ext cx="2055371" cy="523220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030878" y="938830"/>
                <a:ext cx="1438022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=100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878" y="938830"/>
                <a:ext cx="1438022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030878" y="1462050"/>
                <a:ext cx="2582374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15000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878" y="1462050"/>
                <a:ext cx="2582374" cy="113569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030878" y="2447760"/>
                <a:ext cx="2391617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6800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878" y="2447760"/>
                <a:ext cx="2391617" cy="113569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030878" y="3328083"/>
                <a:ext cx="3161122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a:rPr lang="en-US" sz="28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2272500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878" y="3328083"/>
                <a:ext cx="3161122" cy="113569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9030878" y="4313793"/>
                <a:ext cx="3161057" cy="1135696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e>
                          </m:d>
                        </m:e>
                      </m:nary>
                      <m:r>
                        <a:rPr lang="en-US" sz="2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1022250</m:t>
                      </m:r>
                    </m:oMath>
                  </m:oMathPara>
                </a14:m>
                <a:endParaRPr lang="en-I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878" y="4313793"/>
                <a:ext cx="3161057" cy="113569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50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13" grpId="0"/>
      <p:bldP spid="14" grpId="0"/>
      <p:bldP spid="18" grpId="0"/>
      <p:bldP spid="19" grpId="0"/>
      <p:bldP spid="21" grpId="0"/>
      <p:bldP spid="22" grpId="0"/>
      <p:bldP spid="27" grpId="0"/>
      <p:bldP spid="28" grpId="0"/>
      <p:bldP spid="29" grpId="0"/>
      <p:bldP spid="30" grpId="0"/>
      <p:bldP spid="31" grpId="0"/>
      <p:bldP spid="33" grpId="0"/>
      <p:bldP spid="34" grpId="0"/>
      <p:bldP spid="20" grpId="0"/>
      <p:bldP spid="24" grpId="0"/>
      <p:bldP spid="26" grpId="0"/>
      <p:bldP spid="32" grpId="0"/>
      <p:bldP spid="36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37268" y="4082463"/>
                <a:ext cx="36980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68" y="4082463"/>
                <a:ext cx="369806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37269" y="3270208"/>
                <a:ext cx="36980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69" y="3270208"/>
                <a:ext cx="369806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3(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37270" y="862943"/>
                <a:ext cx="78336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Substitute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vaules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equations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(2), (3), (4)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in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02060"/>
                          </a:solidFill>
                          <a:latin typeface="+mj-lt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7833619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7269" y="1597136"/>
                <a:ext cx="3572966" cy="562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yx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69" y="1597136"/>
                <a:ext cx="3572966" cy="5628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7269" y="2453103"/>
                <a:ext cx="427341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150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69" y="2453103"/>
                <a:ext cx="427341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37269" y="5700623"/>
                <a:ext cx="9511450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Regression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line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height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IN" sz="2800" b="1" i="0" dirty="0" smtClean="0">
                          <a:solidFill>
                            <a:srgbClr val="7030A0"/>
                          </a:solidFill>
                        </a:rPr>
                        <m:t>Y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)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weight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(</m:t>
                      </m:r>
                      <m:r>
                        <m:rPr>
                          <m:nor/>
                        </m:rPr>
                        <a:rPr lang="en-IN" sz="2800" b="1" i="0" dirty="0" smtClean="0">
                          <a:solidFill>
                            <a:srgbClr val="7030A0"/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)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is</m:t>
                      </m:r>
                      <m:r>
                        <a:rPr lang="en-US" sz="28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𝟓𝟑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69" y="5700623"/>
                <a:ext cx="951145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898526" y="2459511"/>
                <a:ext cx="7377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26" y="2459511"/>
                <a:ext cx="737702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260792" y="2459511"/>
                <a:ext cx="86273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150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792" y="2459511"/>
                <a:ext cx="862737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046155" y="2449612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155" y="2449612"/>
                <a:ext cx="663964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039944" y="3270208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944" y="3270208"/>
                <a:ext cx="663964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903436" y="3260309"/>
                <a:ext cx="7377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436" y="3260309"/>
                <a:ext cx="737702" cy="52322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2699619" y="4080550"/>
                <a:ext cx="10102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+ 68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619" y="4080550"/>
                <a:ext cx="1010213" cy="52322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137268" y="4884282"/>
                <a:ext cx="28732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+53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68" y="4884282"/>
                <a:ext cx="287328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92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0" grpId="0"/>
      <p:bldP spid="25" grpId="0"/>
      <p:bldP spid="7" grpId="0"/>
      <p:bldP spid="11" grpId="0" animBg="1"/>
      <p:bldP spid="12" grpId="0"/>
      <p:bldP spid="15" grpId="0"/>
      <p:bldP spid="16" grpId="0"/>
      <p:bldP spid="17" grpId="0"/>
      <p:bldP spid="21" grpId="0"/>
      <p:bldP spid="26" grpId="0"/>
      <p:bldP spid="24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32918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 lvl="0"/>
                <a:r>
                  <a:rPr lang="en-US" dirty="0"/>
                  <a:t>The data for advertising and sale given below. Correlation coefficient between prices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0.8</m:t>
                    </m:r>
                  </m:oMath>
                </a14:m>
                <a:r>
                  <a:rPr lang="en-US" dirty="0"/>
                  <a:t>. </a:t>
                </a:r>
                <a:r>
                  <a:rPr lang="en-US" b="1" dirty="0"/>
                  <a:t>(a) </a:t>
                </a:r>
                <a:r>
                  <a:rPr lang="en-US" dirty="0"/>
                  <a:t>Calculate the two regression lines.</a:t>
                </a:r>
              </a:p>
              <a:p>
                <a:pPr marL="2395538" lvl="0" indent="-1500188"/>
                <a:r>
                  <a:rPr lang="en-US" b="1" dirty="0"/>
                  <a:t>(b) </a:t>
                </a:r>
                <a:r>
                  <a:rPr lang="en-US" dirty="0"/>
                  <a:t>Find the likely sales when advertising expenditure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lakhs.</a:t>
                </a:r>
              </a:p>
              <a:p>
                <a:pPr marL="1439863" lvl="0" indent="-544513"/>
                <a:r>
                  <a:rPr lang="en-US" b="1" dirty="0"/>
                  <a:t>(c) </a:t>
                </a:r>
                <a:r>
                  <a:rPr lang="en-US" dirty="0"/>
                  <a:t>What should be the advertising expenditure if the company wants to attain a sales target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lang="en-US" dirty="0"/>
                  <a:t> lakhs?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3291840"/>
              </a:xfrm>
              <a:prstGeom prst="rect">
                <a:avLst/>
              </a:prstGeom>
              <a:blipFill>
                <a:blip r:embed="rId2"/>
                <a:stretch>
                  <a:fillRect l="-1074" r="-1074" b="-4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3386889"/>
                  </p:ext>
                </p:extLst>
              </p:nvPr>
            </p:nvGraphicFramePr>
            <p:xfrm>
              <a:off x="131177" y="4328932"/>
              <a:ext cx="9966960" cy="192024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3017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47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747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Adv. Exp.(X) (Rs. lakh)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Sales(Y) (Rs. lakh)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Mean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90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Standard deviation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3386889"/>
                  </p:ext>
                </p:extLst>
              </p:nvPr>
            </p:nvGraphicFramePr>
            <p:xfrm>
              <a:off x="131177" y="4328932"/>
              <a:ext cx="9966960" cy="192024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30175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747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747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0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Adv. Exp.(X) (Rs. lakh)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Sales(Y) (Rs. lakh)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Mean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6865" t="-100000" r="-100350" b="-1160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87193" t="-100000" r="-526" b="-1160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:r>
                            <a:rPr lang="en-US" sz="2800" b="1" dirty="0">
                              <a:solidFill>
                                <a:srgbClr val="002060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Shruti" panose="020B0502040204020203" pitchFamily="34" charset="0"/>
                            </a:rPr>
                            <a:t>Standard deviation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86865" t="-201905" r="-100350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87193" t="-201905" r="-526" b="-1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747022" y="5027442"/>
                <a:ext cx="9641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022" y="5027442"/>
                <a:ext cx="96411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211331" y="5020273"/>
                <a:ext cx="9641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331" y="5020273"/>
                <a:ext cx="96411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766478" y="5667124"/>
                <a:ext cx="99822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6478" y="5667124"/>
                <a:ext cx="99822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211331" y="5671988"/>
                <a:ext cx="1004634" cy="562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1331" y="5671988"/>
                <a:ext cx="1004634" cy="5628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137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37270" y="5187290"/>
                <a:ext cx="4745723" cy="10372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0.8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rgbClr val="7030A0"/>
                              </a:solidFill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187290"/>
                <a:ext cx="4745723" cy="1037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4(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37269" y="3186233"/>
            <a:ext cx="51059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+mj-lt"/>
              </a:rPr>
              <a:t>Now Regression Line of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Y on X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 is</a:t>
            </a:r>
            <a:endParaRPr lang="en-US" sz="28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53790" y="3991964"/>
                <a:ext cx="4088940" cy="9155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0" y="3991964"/>
                <a:ext cx="4088940" cy="9155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7270" y="88011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37270" y="1572249"/>
                <a:ext cx="457285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72249"/>
                <a:ext cx="4572855" cy="523220"/>
              </a:xfrm>
              <a:prstGeom prst="rect">
                <a:avLst/>
              </a:prstGeom>
              <a:blipFill rotWithShape="0">
                <a:blip r:embed="rId9"/>
                <a:stretch>
                  <a:fillRect l="-2800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53790" y="2380502"/>
                <a:ext cx="46514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From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data</m:t>
                      </m:r>
                      <m:r>
                        <a:rPr 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=90,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0" y="2380502"/>
                <a:ext cx="4651402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483030" y="2375601"/>
                <a:ext cx="135402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030" y="2375601"/>
                <a:ext cx="1354025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994927" y="2360689"/>
                <a:ext cx="2245743" cy="562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=12,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2360689"/>
                <a:ext cx="2245743" cy="562846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590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1" grpId="0"/>
      <p:bldP spid="32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4(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37270" y="865881"/>
                <a:ext cx="4752135" cy="10372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0.8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rgbClr val="7030A0"/>
                              </a:solidFill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eqAr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5881"/>
                <a:ext cx="4752135" cy="1037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37270" y="2165755"/>
                <a:ext cx="41531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−90=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3.2 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165755"/>
                <a:ext cx="4153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37270" y="2951642"/>
                <a:ext cx="406778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−90=3.2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−3232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951642"/>
                <a:ext cx="406778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37270" y="3737529"/>
                <a:ext cx="36980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+90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737529"/>
                <a:ext cx="369806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37270" y="4523416"/>
                <a:ext cx="28732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523416"/>
                <a:ext cx="287328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37270" y="5309303"/>
                <a:ext cx="7498078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Regression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line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1" i="0" dirty="0" smtClean="0">
                          <a:solidFill>
                            <a:srgbClr val="7030A0"/>
                          </a:solidFill>
                        </a:rPr>
                        <m:t>Y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1" i="0" dirty="0" smtClean="0">
                          <a:solidFill>
                            <a:srgbClr val="7030A0"/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is</m:t>
                      </m:r>
                      <m:r>
                        <a:rPr lang="en-US" sz="28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𝟓𝟖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309303"/>
                <a:ext cx="749807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986302" y="2152698"/>
                <a:ext cx="7377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.2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02" y="2152698"/>
                <a:ext cx="73770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2777352" y="3737529"/>
                <a:ext cx="10102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90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352" y="3737529"/>
                <a:ext cx="101021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43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 animBg="1"/>
      <p:bldP spid="39" grpId="0"/>
      <p:bldP spid="42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53790" y="5228647"/>
                <a:ext cx="4748929" cy="10345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a:rPr lang="en-US" sz="28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0" y="5228647"/>
                <a:ext cx="4748929" cy="10345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4(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37269" y="3186233"/>
            <a:ext cx="52032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+mj-lt"/>
              </a:rPr>
              <a:t>Now Regression Line of </a:t>
            </a:r>
            <a:r>
              <a:rPr lang="en-US" sz="2800" b="1" dirty="0">
                <a:solidFill>
                  <a:srgbClr val="FF0000"/>
                </a:solidFill>
                <a:latin typeface="+mj-lt"/>
              </a:rPr>
              <a:t>X on Y</a:t>
            </a:r>
            <a:r>
              <a:rPr lang="en-US" sz="2800" b="1" dirty="0">
                <a:solidFill>
                  <a:srgbClr val="002060"/>
                </a:solidFill>
                <a:latin typeface="+mj-lt"/>
              </a:rPr>
              <a:t> 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is</a:t>
            </a:r>
            <a:endParaRPr lang="en-US" sz="28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344722" y="3991964"/>
                <a:ext cx="4072910" cy="9541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722" y="3991964"/>
                <a:ext cx="4072910" cy="9541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23985" y="5456279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985" y="5456279"/>
                <a:ext cx="66396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121469" y="5456279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469" y="5456279"/>
                <a:ext cx="66396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667882" y="5809938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882" y="5809938"/>
                <a:ext cx="66396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788442" y="5186511"/>
                <a:ext cx="422844" cy="5313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442" y="5186511"/>
                <a:ext cx="422844" cy="5313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012326" y="5456279"/>
                <a:ext cx="7377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326" y="5456279"/>
                <a:ext cx="73770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7270" y="88011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37270" y="1572249"/>
                <a:ext cx="457285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72249"/>
                <a:ext cx="4572855" cy="523220"/>
              </a:xfrm>
              <a:prstGeom prst="rect">
                <a:avLst/>
              </a:prstGeom>
              <a:blipFill rotWithShape="0">
                <a:blip r:embed="rId9"/>
                <a:stretch>
                  <a:fillRect l="-2800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53790" y="2380502"/>
                <a:ext cx="46514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From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data</m:t>
                      </m:r>
                      <m:r>
                        <a:rPr 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=90,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0" y="2380502"/>
                <a:ext cx="4651402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483030" y="2375601"/>
                <a:ext cx="135402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030" y="2375601"/>
                <a:ext cx="1354025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994927" y="2360689"/>
                <a:ext cx="2245743" cy="562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=12,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2360689"/>
                <a:ext cx="2245743" cy="562846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615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1" grpId="0"/>
      <p:bldP spid="32" grpId="0"/>
      <p:bldP spid="13" grpId="0"/>
      <p:bldP spid="14" grpId="0"/>
      <p:bldP spid="17" grpId="0"/>
      <p:bldP spid="18" grpId="0"/>
      <p:bldP spid="19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4(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37270" y="855605"/>
                <a:ext cx="4748929" cy="10345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0.8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rgbClr val="7030A0"/>
                              </a:solidFill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12 </m:t>
                              </m:r>
                            </m:e>
                          </m:eqAr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55605"/>
                <a:ext cx="4748929" cy="10345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37270" y="2155479"/>
                <a:ext cx="41531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3.2 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155479"/>
                <a:ext cx="4153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137270" y="2941366"/>
                <a:ext cx="36980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3.2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941366"/>
                <a:ext cx="369806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37270" y="3727253"/>
                <a:ext cx="36980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−18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+90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727253"/>
                <a:ext cx="369806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37270" y="4513140"/>
                <a:ext cx="267451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513140"/>
                <a:ext cx="267451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37270" y="5299027"/>
                <a:ext cx="7047635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Regression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line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1" i="0" dirty="0" smtClean="0">
                          <a:solidFill>
                            <a:srgbClr val="7030A0"/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1" i="0" dirty="0" smtClean="0">
                          <a:solidFill>
                            <a:srgbClr val="7030A0"/>
                          </a:solidFill>
                        </a:rPr>
                        <m:t>Y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is</m:t>
                      </m:r>
                      <m:r>
                        <a:rPr lang="en-US" sz="28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299027"/>
                <a:ext cx="704763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986302" y="2155479"/>
                <a:ext cx="7377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.2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02" y="2155479"/>
                <a:ext cx="73770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1986302" y="2941366"/>
                <a:ext cx="7377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.2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02" y="2941366"/>
                <a:ext cx="73770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2795371" y="2942648"/>
                <a:ext cx="10102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− 18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371" y="2942648"/>
                <a:ext cx="1010213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2772154" y="3727757"/>
                <a:ext cx="10102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10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2154" y="3727757"/>
                <a:ext cx="101021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422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37" grpId="0"/>
      <p:bldP spid="38" grpId="0" animBg="1"/>
      <p:bldP spid="39" grpId="0"/>
      <p:bldP spid="40" grpId="0"/>
      <p:bldP spid="41" grpId="0"/>
      <p:bldP spid="42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4(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62943"/>
                <a:ext cx="958467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002060"/>
                    </a:solidFill>
                  </a:rPr>
                  <a:t>(b) Find the likely sales when advertising expenditure is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lakhs.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9584675" cy="523220"/>
              </a:xfrm>
              <a:prstGeom prst="rect">
                <a:avLst/>
              </a:prstGeom>
              <a:blipFill>
                <a:blip r:embed="rId2"/>
                <a:stretch>
                  <a:fillRect l="-1336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37270" y="1674906"/>
                <a:ext cx="66263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That means,   we need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=15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674906"/>
                <a:ext cx="6626301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1932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37270" y="2486869"/>
                <a:ext cx="48638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have regression line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486869"/>
                <a:ext cx="4863832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2635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7270" y="3298832"/>
                <a:ext cx="24625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3.2 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+58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298832"/>
                <a:ext cx="2462534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599804" y="3301238"/>
                <a:ext cx="33958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3.2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804" y="3301238"/>
                <a:ext cx="3395866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599804" y="4109592"/>
                <a:ext cx="192187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804" y="4109592"/>
                <a:ext cx="1921873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7270" y="4922758"/>
                <a:ext cx="10917925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W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hen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advertising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expenditure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is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lakhs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likely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sales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𝟏𝟎𝟔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lakhs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922758"/>
                <a:ext cx="1091792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09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5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4(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62943"/>
                <a:ext cx="11932920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09588" lvl="0" indent="-509588" algn="just"/>
                <a:r>
                  <a:rPr lang="en-US" sz="2800" b="1" dirty="0">
                    <a:solidFill>
                      <a:srgbClr val="002060"/>
                    </a:solidFill>
                  </a:rPr>
                  <a:t>(c) What should be the advertising expenditure if the company wants to attain a sales target of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𝟏𝟐𝟎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lakhs?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11932920" cy="954107"/>
              </a:xfrm>
              <a:prstGeom prst="rect">
                <a:avLst/>
              </a:prstGeom>
              <a:blipFill>
                <a:blip r:embed="rId2"/>
                <a:stretch>
                  <a:fillRect l="-1073" t="-6410" r="-1022" b="-1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37270" y="2079263"/>
                <a:ext cx="68250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That means,   we need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=120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079263"/>
                <a:ext cx="6825074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1877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37270" y="2891226"/>
                <a:ext cx="48638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have regression line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891226"/>
                <a:ext cx="4863832" cy="523220"/>
              </a:xfrm>
              <a:prstGeom prst="rect">
                <a:avLst/>
              </a:prstGeom>
              <a:blipFill rotWithShape="0">
                <a:blip r:embed="rId4"/>
                <a:stretch>
                  <a:fillRect l="-2635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7270" y="3703189"/>
                <a:ext cx="22637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703189"/>
                <a:ext cx="2263761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401031" y="3703189"/>
                <a:ext cx="338772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0.2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120</m:t>
                          </m:r>
                        </m:e>
                      </m:d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031" y="3703189"/>
                <a:ext cx="3387722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401031" y="4511543"/>
                <a:ext cx="172310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031" y="4511543"/>
                <a:ext cx="1723100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7270" y="5327115"/>
                <a:ext cx="11006090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W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hen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sales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target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is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𝟏𝟐𝟎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lakhs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advertising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expenditure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lakhs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327115"/>
                <a:ext cx="110060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8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5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/>
          <p:cNvSpPr txBox="1">
            <a:spLocks/>
          </p:cNvSpPr>
          <p:nvPr/>
        </p:nvSpPr>
        <p:spPr>
          <a:xfrm>
            <a:off x="131177" y="869082"/>
            <a:ext cx="11929643" cy="2514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just">
              <a:lnSpc>
                <a:spcPct val="150000"/>
              </a:lnSpc>
              <a:buClr>
                <a:schemeClr val="accent6"/>
              </a:buClr>
              <a:defRPr sz="2800">
                <a:solidFill>
                  <a:schemeClr val="bg1"/>
                </a:solidFill>
              </a:defRPr>
            </a:lvl1pPr>
            <a:lvl2pPr marL="809625" indent="-352425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400">
                <a:solidFill>
                  <a:srgbClr val="002060"/>
                </a:solidFill>
              </a:defRPr>
            </a:lvl2pPr>
            <a:lvl3pPr marL="11430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000">
                <a:solidFill>
                  <a:srgbClr val="002060"/>
                </a:solidFill>
              </a:defRPr>
            </a:lvl3pPr>
            <a:lvl4pPr marL="16002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4pPr>
            <a:lvl5pPr marL="2057400" indent="-228600" algn="just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>
                <a:solidFill>
                  <a:srgbClr val="002060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 study of prices of a certain commodity at Raipur and Kanpur yields the below data. Correlation coefficient between prices at Raipur and Kanpur is 0.774.</a:t>
            </a:r>
          </a:p>
          <a:p>
            <a:r>
              <a:rPr lang="en-US" dirty="0"/>
              <a:t>Estimate the most likely price at Raipur corresponding to the price of 3.052 per kilo at Kanpur.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5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679828"/>
              </p:ext>
            </p:extLst>
          </p:nvPr>
        </p:nvGraphicFramePr>
        <p:xfrm>
          <a:off x="131177" y="3481972"/>
          <a:ext cx="9966960" cy="1737360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 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Raipur (Rs)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Kanpur (Rs)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Average price/kg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2.463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2.797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Standard deviation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0.326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  <a:tab pos="447675" algn="l"/>
                        </a:tabLst>
                      </a:pPr>
                      <a:r>
                        <a:rPr lang="en-US" sz="2800" dirty="0">
                          <a:solidFill>
                            <a:srgbClr val="00206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Shruti" panose="020B0502040204020203" pitchFamily="34" charset="0"/>
                        </a:rPr>
                        <a:t>0.207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528951" y="4080343"/>
                <a:ext cx="9641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8951" y="4080343"/>
                <a:ext cx="964110" cy="52322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002988" y="4080342"/>
                <a:ext cx="96411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988" y="4080342"/>
                <a:ext cx="964110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511895" y="4654883"/>
                <a:ext cx="99822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895" y="4654883"/>
                <a:ext cx="998222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002988" y="4654883"/>
                <a:ext cx="1004634" cy="562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988" y="4654883"/>
                <a:ext cx="1004634" cy="56284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538326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625597" y="5383269"/>
                <a:ext cx="84216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Let us take,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Prices at Raipur,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Prices at Kanpur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383269"/>
                <a:ext cx="8421664" cy="523220"/>
              </a:xfrm>
              <a:prstGeom prst="rect">
                <a:avLst/>
              </a:prstGeom>
              <a:blipFill>
                <a:blip r:embed="rId6"/>
                <a:stretch>
                  <a:fillRect l="-152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625597" y="6068535"/>
                <a:ext cx="70903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We have to find the regression line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6068535"/>
                <a:ext cx="7090386" cy="523220"/>
              </a:xfrm>
              <a:prstGeom prst="rect">
                <a:avLst/>
              </a:prstGeom>
              <a:blipFill>
                <a:blip r:embed="rId7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 flipV="1">
            <a:off x="245931" y="2734905"/>
            <a:ext cx="5577840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63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37270" y="5187290"/>
                <a:ext cx="6563528" cy="10372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2.463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774</m:t>
                      </m:r>
                      <m:r>
                        <a:rPr lang="en-US" sz="28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0.326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rgbClr val="7030A0"/>
                              </a:solidFill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0.207</m:t>
                              </m:r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2.797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187290"/>
                <a:ext cx="6563528" cy="1037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5(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37270" y="3186233"/>
            <a:ext cx="57479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+mj-lt"/>
              </a:rPr>
              <a:t>Now Regression Line of </a:t>
            </a:r>
            <a:r>
              <a:rPr lang="en-US" sz="2800" b="1" dirty="0">
                <a:solidFill>
                  <a:srgbClr val="002060"/>
                </a:solidFill>
                <a:latin typeface="+mj-lt"/>
              </a:rPr>
              <a:t>X on Y</a:t>
            </a:r>
            <a:r>
              <a:rPr lang="en-US" sz="2800" dirty="0">
                <a:solidFill>
                  <a:srgbClr val="002060"/>
                </a:solidFill>
                <a:latin typeface="+mj-lt"/>
              </a:rPr>
              <a:t> is</a:t>
            </a:r>
            <a:endParaRPr lang="en-US" sz="2800" dirty="0">
              <a:solidFill>
                <a:srgbClr val="00206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53790" y="3991964"/>
                <a:ext cx="4088940" cy="9541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0" y="3991964"/>
                <a:ext cx="4088940" cy="9541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185780" y="5403263"/>
                <a:ext cx="11352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2.463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780" y="5403263"/>
                <a:ext cx="113524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342722" y="5409558"/>
                <a:ext cx="11352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.797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722" y="5409558"/>
                <a:ext cx="113524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430405" y="5137753"/>
                <a:ext cx="11352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0.326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405" y="5137753"/>
                <a:ext cx="1135247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438668" y="5777711"/>
                <a:ext cx="11352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0.207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668" y="5777711"/>
                <a:ext cx="1135247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2473080" y="5408049"/>
                <a:ext cx="11352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.774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080" y="5408049"/>
                <a:ext cx="113524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7270" y="88011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37270" y="1572249"/>
                <a:ext cx="504413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=2.463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572249"/>
                <a:ext cx="5044138" cy="523220"/>
              </a:xfrm>
              <a:prstGeom prst="rect">
                <a:avLst/>
              </a:prstGeom>
              <a:blipFill rotWithShape="0">
                <a:blip r:embed="rId9"/>
                <a:stretch>
                  <a:fillRect l="-2539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53790" y="2380502"/>
                <a:ext cx="512268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From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chemeClr val="bg1"/>
                          </a:solidFill>
                          <a:ea typeface="Cambria Math" panose="02040503050406030204" pitchFamily="18" charset="0"/>
                        </a:rPr>
                        <m:t>data</m:t>
                      </m:r>
                      <m:r>
                        <a:rPr lang="en-US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acc>
                        <m:accPr>
                          <m:chr m:val="̅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=2.797,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90" y="2380502"/>
                <a:ext cx="5122684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483030" y="2375601"/>
                <a:ext cx="17515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=0.774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3030" y="2375601"/>
                <a:ext cx="1751570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=0.326,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1572249"/>
                <a:ext cx="2438103" cy="523220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994927" y="2360689"/>
                <a:ext cx="2245743" cy="562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=0.207,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927" y="2360689"/>
                <a:ext cx="2245743" cy="562846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665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1" grpId="0"/>
      <p:bldP spid="32" grpId="0"/>
      <p:bldP spid="13" grpId="0"/>
      <p:bldP spid="14" grpId="0"/>
      <p:bldP spid="17" grpId="0"/>
      <p:bldP spid="18" grpId="0"/>
      <p:bldP spid="19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5(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37270" y="973868"/>
                <a:ext cx="6563528" cy="10372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2.463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0.774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0.326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rgbClr val="7030A0"/>
                              </a:solidFill>
                            </a:rPr>
                            <m:t> </m:t>
                          </m:r>
                        </m:num>
                        <m:den>
                          <m:eqArr>
                            <m:eqArr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0.207</m:t>
                              </m:r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den>
                      </m:f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2.797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973868"/>
                <a:ext cx="6563528" cy="1037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137270" y="2355176"/>
                <a:ext cx="550772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2.463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1.219 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2.797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355176"/>
                <a:ext cx="550772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37270" y="4092264"/>
                <a:ext cx="52369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1.219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−3.4094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+2.463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4092264"/>
                <a:ext cx="523694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548" y="3223981"/>
                <a:ext cx="523694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−2.463=1.219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y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−3.4094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" y="3223981"/>
                <a:ext cx="523694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37270" y="5088488"/>
                <a:ext cx="394088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1.219 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−0.9464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088488"/>
                <a:ext cx="394088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37270" y="5874375"/>
                <a:ext cx="9010608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Regression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line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x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on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y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is</m:t>
                      </m:r>
                      <m:r>
                        <a:rPr lang="en-US" sz="2800" b="0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𝟐𝟏𝟗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𝟗𝟒𝟔𝟒</m:t>
                      </m:r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874375"/>
                <a:ext cx="901060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2358234" y="2353474"/>
                <a:ext cx="11352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.219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234" y="2353474"/>
                <a:ext cx="1135247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2349412" y="3219129"/>
                <a:ext cx="11352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.219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412" y="3219129"/>
                <a:ext cx="1135247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3896298" y="3218794"/>
                <a:ext cx="13340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3.4094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298" y="3218794"/>
                <a:ext cx="1334020" cy="52322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3824115" y="4071716"/>
                <a:ext cx="14814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2.463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115" y="4071716"/>
                <a:ext cx="148149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91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4" grpId="0"/>
      <p:bldP spid="37" grpId="0"/>
      <p:bldP spid="38" grpId="0" animBg="1"/>
      <p:bldP spid="39" grpId="0"/>
      <p:bldP spid="40" grpId="0"/>
      <p:bldP spid="41" grpId="0"/>
      <p:bldP spid="42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3 ⇝ Example 5(</a:t>
            </a:r>
            <a:r>
              <a:rPr lang="en-GB" dirty="0">
                <a:solidFill>
                  <a:srgbClr val="FF0000"/>
                </a:solidFill>
              </a:rPr>
              <a:t>Continue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37270" y="862943"/>
            <a:ext cx="119329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2800" b="1" dirty="0">
                <a:solidFill>
                  <a:srgbClr val="002060"/>
                </a:solidFill>
              </a:rPr>
              <a:t>Estimate the most likely price at Raipur</a:t>
            </a:r>
            <a:r>
              <a:rPr lang="en-US" sz="2800" b="1" dirty="0">
                <a:solidFill>
                  <a:srgbClr val="FF0000"/>
                </a:solidFill>
              </a:rPr>
              <a:t>(x)</a:t>
            </a:r>
            <a:r>
              <a:rPr lang="en-US" sz="2800" b="1" dirty="0">
                <a:solidFill>
                  <a:srgbClr val="002060"/>
                </a:solidFill>
              </a:rPr>
              <a:t> corresponding to the price of 3.052 per kilo at Kanpur</a:t>
            </a:r>
            <a:r>
              <a:rPr lang="en-US" sz="2800" b="1" dirty="0">
                <a:solidFill>
                  <a:srgbClr val="FF0000"/>
                </a:solidFill>
              </a:rPr>
              <a:t>(y)</a:t>
            </a:r>
            <a:r>
              <a:rPr lang="en-US" sz="2800" b="1" dirty="0">
                <a:solidFill>
                  <a:srgbClr val="002060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37270" y="2079263"/>
                <a:ext cx="709758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That means,   we need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=3.052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079263"/>
                <a:ext cx="7097584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804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37270" y="2891226"/>
                <a:ext cx="48638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We have regression line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891226"/>
                <a:ext cx="4863832" cy="523220"/>
              </a:xfrm>
              <a:prstGeom prst="rect">
                <a:avLst/>
              </a:prstGeom>
              <a:blipFill rotWithShape="0">
                <a:blip r:embed="rId3"/>
                <a:stretch>
                  <a:fillRect l="-2635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7270" y="3703189"/>
                <a:ext cx="35301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1.219 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−0.9464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703189"/>
                <a:ext cx="3530134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667404" y="3703189"/>
                <a:ext cx="492660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1.219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3.052</m:t>
                          </m:r>
                        </m:e>
                      </m:d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0.9464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404" y="3703189"/>
                <a:ext cx="4926605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667404" y="4515152"/>
                <a:ext cx="238514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.7740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404" y="4515152"/>
                <a:ext cx="238514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7270" y="5327115"/>
                <a:ext cx="10159128" cy="5232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W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hen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price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at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Kanpur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is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𝟎𝟓𝟐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the</m:t>
                      </m:r>
                      <m:r>
                        <m:rPr>
                          <m:nor/>
                        </m:rPr>
                        <a:rPr lang="en-US" sz="2800" b="1" dirty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price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at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Raipur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𝟕𝟕𝟒𝟎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327115"/>
                <a:ext cx="1015912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02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5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Curve Fitting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Least Square Method</a:t>
            </a:r>
          </a:p>
        </p:txBody>
      </p:sp>
    </p:spTree>
    <p:extLst>
      <p:ext uri="{BB962C8B-B14F-4D97-AF65-F5344CB8AC3E}">
        <p14:creationId xmlns:p14="http://schemas.microsoft.com/office/powerpoint/2010/main" val="66818176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We come across many situations where we often require to find a </a:t>
            </a:r>
            <a:r>
              <a:rPr lang="en-US" b="1" dirty="0">
                <a:solidFill>
                  <a:srgbClr val="1F3B73"/>
                </a:solidFill>
              </a:rPr>
              <a:t>relationship</a:t>
            </a:r>
            <a:r>
              <a:rPr lang="en-US" dirty="0"/>
              <a:t> between two or more variables. </a:t>
            </a:r>
          </a:p>
          <a:p>
            <a:pPr lvl="0">
              <a:lnSpc>
                <a:spcPct val="145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For example: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Weight and Height of a person,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Demand and Supply, etc. </a:t>
            </a:r>
          </a:p>
          <a:p>
            <a:pPr>
              <a:lnSpc>
                <a:spcPct val="145000"/>
              </a:lnSpc>
            </a:pPr>
            <a:r>
              <a:rPr lang="en-US" dirty="0"/>
              <a:t>This relation may be </a:t>
            </a:r>
            <a:r>
              <a:rPr lang="en-US" dirty="0">
                <a:solidFill>
                  <a:srgbClr val="1F3B73"/>
                </a:solidFill>
              </a:rPr>
              <a:t>expresses</a:t>
            </a:r>
            <a:r>
              <a:rPr lang="en-US" dirty="0"/>
              <a:t> by polynomial or exponential or logarithmic relationship. </a:t>
            </a:r>
          </a:p>
          <a:p>
            <a:pPr>
              <a:lnSpc>
                <a:spcPct val="145000"/>
              </a:lnSpc>
            </a:pPr>
            <a:r>
              <a:rPr lang="en-US" dirty="0"/>
              <a:t>In order to determine such relationship, first it is requiring to </a:t>
            </a:r>
            <a:r>
              <a:rPr lang="en-US" b="1" dirty="0">
                <a:solidFill>
                  <a:srgbClr val="1F3B73"/>
                </a:solidFill>
              </a:rPr>
              <a:t>collect the data</a:t>
            </a:r>
            <a:r>
              <a:rPr lang="en-US" dirty="0"/>
              <a:t> showing corresponding values of the variables under consideration.</a:t>
            </a:r>
          </a:p>
        </p:txBody>
      </p:sp>
    </p:spTree>
    <p:extLst>
      <p:ext uri="{BB962C8B-B14F-4D97-AF65-F5344CB8AC3E}">
        <p14:creationId xmlns:p14="http://schemas.microsoft.com/office/powerpoint/2010/main" val="2990663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>
                    <a:solidFill>
                      <a:srgbClr val="1F3B73"/>
                    </a:solidFill>
                  </a:rPr>
                  <a:t>Suppose a 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points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rgbClr val="1F3B7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solidFill>
                              <a:srgbClr val="1F3B73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solidFill>
                              <a:srgbClr val="1F3B7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solidFill>
                              <a:srgbClr val="1F3B73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 …</m:t>
                    </m:r>
                    <m:r>
                      <a:rPr lang="en-US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…, </m:t>
                    </m:r>
                    <m:r>
                      <a:rPr lang="en-US" b="0" i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solidFill>
                              <a:srgbClr val="1F3B7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>
                            <a:solidFill>
                              <a:srgbClr val="1F3B73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1F3B73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be the given data of the variables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.</a:t>
                </a:r>
              </a:p>
              <a:p>
                <a:pPr lvl="0"/>
                <a:r>
                  <a:rPr lang="en-US" dirty="0">
                    <a:solidFill>
                      <a:srgbClr val="1F3B73"/>
                    </a:solidFill>
                  </a:rPr>
                  <a:t>If we plot the above data on a coordinate system(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xy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plan), then it forms a scatter diagram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1613124" y="3600858"/>
            <a:ext cx="8965753" cy="2743200"/>
            <a:chOff x="483726" y="3438807"/>
            <a:chExt cx="8965753" cy="27432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21" r="53376" b="54710"/>
            <a:stretch/>
          </p:blipFill>
          <p:spPr>
            <a:xfrm>
              <a:off x="483726" y="3438807"/>
              <a:ext cx="4325392" cy="27432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326" r="53781" b="4805"/>
            <a:stretch/>
          </p:blipFill>
          <p:spPr>
            <a:xfrm>
              <a:off x="5161664" y="3438807"/>
              <a:ext cx="4287815" cy="2743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701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F3B73"/>
                </a:solidFill>
              </a:rPr>
              <a:t>From this diagram, it is sometimes possible to visualize a smooth curve approximating the data</a:t>
            </a:r>
            <a:r>
              <a:rPr lang="en-US" dirty="0"/>
              <a:t>. </a:t>
            </a:r>
          </a:p>
          <a:p>
            <a:r>
              <a:rPr lang="en-US" dirty="0"/>
              <a:t>Such a curve is known as an </a:t>
            </a:r>
            <a:r>
              <a:rPr lang="en-US" b="1" dirty="0">
                <a:solidFill>
                  <a:srgbClr val="FF0000"/>
                </a:solidFill>
              </a:rPr>
              <a:t>approximating curve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613124" y="3600858"/>
            <a:ext cx="8965753" cy="2743200"/>
            <a:chOff x="483726" y="3438807"/>
            <a:chExt cx="8965753" cy="274320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21" r="53376" b="54710"/>
            <a:stretch/>
          </p:blipFill>
          <p:spPr>
            <a:xfrm>
              <a:off x="483726" y="3438807"/>
              <a:ext cx="4325392" cy="27432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5326" r="53781" b="4805"/>
            <a:stretch/>
          </p:blipFill>
          <p:spPr>
            <a:xfrm>
              <a:off x="5161664" y="3438807"/>
              <a:ext cx="4287815" cy="2743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893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If the data approximate well to a </a:t>
                </a:r>
                <a:r>
                  <a:rPr lang="en-US" b="1" dirty="0">
                    <a:solidFill>
                      <a:srgbClr val="1F3B73"/>
                    </a:solidFill>
                  </a:rPr>
                  <a:t>straight line</a:t>
                </a:r>
                <a:r>
                  <a:rPr lang="en-US" dirty="0"/>
                  <a:t>, then we say that a </a:t>
                </a:r>
                <a:r>
                  <a:rPr lang="en-US" dirty="0">
                    <a:solidFill>
                      <a:srgbClr val="FF0000"/>
                    </a:solidFill>
                  </a:rPr>
                  <a:t>linear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relationship</a:t>
                </a:r>
                <a:r>
                  <a:rPr lang="en-US" dirty="0"/>
                  <a:t> exists between the variables. </a:t>
                </a:r>
              </a:p>
              <a:p>
                <a:pPr lvl="0"/>
                <a:r>
                  <a:rPr lang="en-US" dirty="0"/>
                  <a:t>It is quite possible that the relationship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dirty="0"/>
                  <a:t> between two variables x and y, giving the </a:t>
                </a:r>
                <a:r>
                  <a:rPr lang="en-US" b="1" dirty="0">
                    <a:solidFill>
                      <a:srgbClr val="FF0000"/>
                    </a:solidFill>
                  </a:rPr>
                  <a:t>approximating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curve</a:t>
                </a:r>
                <a:r>
                  <a:rPr lang="en-US" dirty="0"/>
                  <a:t> which fit the given data of x and y.</a:t>
                </a:r>
              </a:p>
              <a:p>
                <a:r>
                  <a:rPr lang="en-US" dirty="0"/>
                  <a:t>Finding equations of approximating curve that fits given sets of data is known as </a:t>
                </a:r>
                <a:r>
                  <a:rPr lang="en-US" b="1" dirty="0">
                    <a:solidFill>
                      <a:srgbClr val="FF0000"/>
                    </a:solidFill>
                  </a:rPr>
                  <a:t>curve fitting</a:t>
                </a:r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We will learn </a:t>
                </a:r>
                <a:r>
                  <a:rPr lang="en-US" b="1" dirty="0">
                    <a:solidFill>
                      <a:srgbClr val="FF0000"/>
                    </a:solidFill>
                  </a:rPr>
                  <a:t>Least Square Method</a:t>
                </a:r>
                <a:r>
                  <a:rPr lang="en-US" dirty="0"/>
                  <a:t> to find the equation of approximating curve.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39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1F3B73"/>
                </a:solidFill>
              </a:rPr>
              <a:t>From the scatter diagram, It is possible to have more than one curve which is appropriate for the given data.</a:t>
            </a:r>
          </a:p>
          <a:p>
            <a:pPr lvl="0"/>
            <a:r>
              <a:rPr lang="en-US" dirty="0"/>
              <a:t>Least Square Method is used to find a curve which </a:t>
            </a:r>
            <a:r>
              <a:rPr lang="en-US" b="1" dirty="0">
                <a:solidFill>
                  <a:srgbClr val="1F3B73"/>
                </a:solidFill>
              </a:rPr>
              <a:t>approximates the all</a:t>
            </a:r>
            <a:r>
              <a:rPr lang="en-US" dirty="0"/>
              <a:t> plotted points.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8" t="13805" r="15273" b="11201"/>
          <a:stretch/>
        </p:blipFill>
        <p:spPr>
          <a:xfrm>
            <a:off x="3340100" y="3669176"/>
            <a:ext cx="55118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rc 35"/>
          <p:cNvSpPr>
            <a:spLocks/>
          </p:cNvSpPr>
          <p:nvPr/>
        </p:nvSpPr>
        <p:spPr bwMode="auto">
          <a:xfrm flipV="1">
            <a:off x="6247499" y="1452714"/>
            <a:ext cx="4321602" cy="2568705"/>
          </a:xfrm>
          <a:custGeom>
            <a:avLst/>
            <a:gdLst>
              <a:gd name="T0" fmla="*/ 725684 w 1873250"/>
              <a:gd name="T1" fmla="*/ 14111 h 1098551"/>
              <a:gd name="T2" fmla="*/ 1279961 w 1873250"/>
              <a:gd name="T3" fmla="*/ 38234 h 1098551"/>
              <a:gd name="T4" fmla="*/ 1873048 w 1873250"/>
              <a:gd name="T5" fmla="*/ 537861 h 10985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3250" h="1098551" stroke="0">
                <a:moveTo>
                  <a:pt x="725684" y="14111"/>
                </a:moveTo>
                <a:cubicBezTo>
                  <a:pt x="910349" y="-10922"/>
                  <a:pt x="1103620" y="-2510"/>
                  <a:pt x="1279961" y="38234"/>
                </a:cubicBezTo>
                <a:cubicBezTo>
                  <a:pt x="1631342" y="119422"/>
                  <a:pt x="1865199" y="316427"/>
                  <a:pt x="1873048" y="537861"/>
                </a:cubicBezTo>
                <a:lnTo>
                  <a:pt x="936625" y="549276"/>
                </a:lnTo>
                <a:lnTo>
                  <a:pt x="725684" y="14111"/>
                </a:lnTo>
                <a:close/>
              </a:path>
              <a:path w="1873250" h="1098551" fill="none">
                <a:moveTo>
                  <a:pt x="725684" y="14111"/>
                </a:moveTo>
                <a:cubicBezTo>
                  <a:pt x="910349" y="-10922"/>
                  <a:pt x="1103620" y="-2510"/>
                  <a:pt x="1279961" y="38234"/>
                </a:cubicBezTo>
                <a:cubicBezTo>
                  <a:pt x="1631342" y="119422"/>
                  <a:pt x="1865199" y="316427"/>
                  <a:pt x="1873048" y="537861"/>
                </a:cubicBezTo>
              </a:path>
            </a:pathLst>
          </a:custGeom>
          <a:noFill/>
          <a:ln w="38100">
            <a:solidFill>
              <a:srgbClr val="7030A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79" y="863444"/>
                <a:ext cx="6290310" cy="5590565"/>
              </a:xfrm>
            </p:spPr>
            <p:txBody>
              <a:bodyPr/>
              <a:lstStyle/>
              <a:p>
                <a:pPr lvl="0" algn="l"/>
                <a:r>
                  <a:rPr lang="en-US" dirty="0"/>
                  <a:t>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 ……,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     be the given data. </a:t>
                </a:r>
              </a:p>
              <a:p>
                <a:pPr lvl="0"/>
                <a:r>
                  <a:rPr lang="en-US" dirty="0"/>
                  <a:t>Where x is independent variable</a:t>
                </a:r>
              </a:p>
              <a:p>
                <a:pPr marL="1203325" lvl="0" indent="0">
                  <a:buNone/>
                </a:pPr>
                <a:r>
                  <a:rPr lang="en-US" dirty="0"/>
                  <a:t>y is dependent variable.</a:t>
                </a:r>
              </a:p>
              <a:p>
                <a:pPr algn="l"/>
                <a:r>
                  <a:rPr lang="en-US" dirty="0"/>
                  <a:t>Let us assume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1F3B7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solidFill>
                              <a:srgbClr val="1F3B73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dirty="0"/>
                  <a:t> is the approximating curve.</a:t>
                </a:r>
              </a:p>
              <a:p>
                <a:pPr algn="l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the </a:t>
                </a:r>
                <a:r>
                  <a:rPr lang="en-US" b="1" dirty="0">
                    <a:solidFill>
                      <a:srgbClr val="FF0000"/>
                    </a:solidFill>
                  </a:rPr>
                  <a:t>actual</a:t>
                </a:r>
                <a:r>
                  <a:rPr lang="en-US" dirty="0"/>
                  <a:t> point.</a:t>
                </a:r>
              </a:p>
              <a:p>
                <a:pPr algn="l"/>
                <a:r>
                  <a:rPr lang="en-US" dirty="0"/>
                  <a:t>But curve is </a:t>
                </a:r>
                <a:r>
                  <a:rPr lang="en-US" b="1" dirty="0">
                    <a:solidFill>
                      <a:srgbClr val="FF0000"/>
                    </a:solidFill>
                  </a:rPr>
                  <a:t>passing</a:t>
                </a:r>
                <a:r>
                  <a:rPr lang="en-US" dirty="0"/>
                  <a:t>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863444"/>
                <a:ext cx="6290310" cy="5590565"/>
              </a:xfrm>
              <a:blipFill>
                <a:blip r:embed="rId2"/>
                <a:stretch>
                  <a:fillRect l="-1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 flipV="1">
            <a:off x="7034578" y="4940011"/>
            <a:ext cx="45720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7487920" y="1526409"/>
            <a:ext cx="0" cy="384048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8316860" y="2980192"/>
            <a:ext cx="182880" cy="18288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8316859" y="3918404"/>
            <a:ext cx="182880" cy="18288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0467117" y="2361788"/>
                <a:ext cx="14949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117" y="2361788"/>
                <a:ext cx="149496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755781" y="2456972"/>
                <a:ext cx="13770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781" y="2456972"/>
                <a:ext cx="1377044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1504707" y="4678401"/>
                <a:ext cx="4716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4707" y="4678401"/>
                <a:ext cx="47160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252118" y="5366889"/>
                <a:ext cx="4716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118" y="5366889"/>
                <a:ext cx="471603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7539953" y="4101797"/>
                <a:ext cx="1808700" cy="578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953" y="4101797"/>
                <a:ext cx="1808700" cy="57868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078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" grpId="0" uiExpand="1" build="p"/>
      <p:bldP spid="41" grpId="0" animBg="1"/>
      <p:bldP spid="42" grpId="0" animBg="1"/>
      <p:bldP spid="46" grpId="0"/>
      <p:bldP spid="47" grpId="0"/>
      <p:bldP spid="48" grpId="0"/>
      <p:bldP spid="49" grpId="0"/>
      <p:bldP spid="50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79" y="863444"/>
                <a:ext cx="6126480" cy="5590565"/>
              </a:xfrm>
            </p:spPr>
            <p:txBody>
              <a:bodyPr/>
              <a:lstStyle/>
              <a:p>
                <a:r>
                  <a:rPr lang="en-US" dirty="0"/>
                  <a:t>The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known as </a:t>
                </a:r>
                <a:r>
                  <a:rPr lang="en-US" b="1" dirty="0">
                    <a:solidFill>
                      <a:srgbClr val="FF0000"/>
                    </a:solidFill>
                  </a:rPr>
                  <a:t>deviation</a:t>
                </a:r>
                <a:r>
                  <a:rPr lang="en-US" dirty="0"/>
                  <a:t> or </a:t>
                </a:r>
                <a:r>
                  <a:rPr lang="en-US" b="1" dirty="0">
                    <a:solidFill>
                      <a:srgbClr val="FF0000"/>
                    </a:solidFill>
                  </a:rPr>
                  <a:t>error</a:t>
                </a:r>
                <a:r>
                  <a:rPr lang="en-US" dirty="0"/>
                  <a:t> or </a:t>
                </a:r>
                <a:r>
                  <a:rPr lang="en-US" b="1" dirty="0">
                    <a:solidFill>
                      <a:srgbClr val="FF0000"/>
                    </a:solidFill>
                  </a:rPr>
                  <a:t>residual</a:t>
                </a:r>
                <a:r>
                  <a:rPr lang="en-US" dirty="0"/>
                  <a:t> in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en-US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general, deviation in the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	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𝐢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r>
                  <a:rPr lang="en-US" dirty="0"/>
                  <a:t>Deviation may be </a:t>
                </a:r>
                <a:r>
                  <a:rPr lang="en-US" b="1" dirty="0">
                    <a:solidFill>
                      <a:srgbClr val="FF0000"/>
                    </a:solidFill>
                  </a:rPr>
                  <a:t>positive</a:t>
                </a:r>
                <a:r>
                  <a:rPr lang="en-US" dirty="0"/>
                  <a:t> or </a:t>
                </a:r>
                <a:r>
                  <a:rPr lang="en-US" b="1" dirty="0">
                    <a:solidFill>
                      <a:srgbClr val="FF0000"/>
                    </a:solidFill>
                  </a:rPr>
                  <a:t>negative</a:t>
                </a:r>
                <a:r>
                  <a:rPr lang="en-US" dirty="0"/>
                  <a:t> or </a:t>
                </a:r>
                <a:r>
                  <a:rPr lang="en-US" b="1" dirty="0">
                    <a:solidFill>
                      <a:srgbClr val="FF0000"/>
                    </a:solidFill>
                  </a:rPr>
                  <a:t>zero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863444"/>
                <a:ext cx="6126480" cy="5590565"/>
              </a:xfrm>
              <a:blipFill>
                <a:blip r:embed="rId2"/>
                <a:stretch>
                  <a:fillRect l="-1891" r="-1990" b="-27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/>
          <p:cNvCxnSpPr>
            <a:stCxn id="18" idx="0"/>
            <a:endCxn id="19" idx="4"/>
          </p:cNvCxnSpPr>
          <p:nvPr/>
        </p:nvCxnSpPr>
        <p:spPr>
          <a:xfrm flipH="1">
            <a:off x="8408299" y="2980192"/>
            <a:ext cx="1" cy="1121092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rc 35"/>
          <p:cNvSpPr>
            <a:spLocks/>
          </p:cNvSpPr>
          <p:nvPr/>
        </p:nvSpPr>
        <p:spPr bwMode="auto">
          <a:xfrm flipV="1">
            <a:off x="6247499" y="1452714"/>
            <a:ext cx="4321602" cy="2568705"/>
          </a:xfrm>
          <a:custGeom>
            <a:avLst/>
            <a:gdLst>
              <a:gd name="T0" fmla="*/ 725684 w 1873250"/>
              <a:gd name="T1" fmla="*/ 14111 h 1098551"/>
              <a:gd name="T2" fmla="*/ 1279961 w 1873250"/>
              <a:gd name="T3" fmla="*/ 38234 h 1098551"/>
              <a:gd name="T4" fmla="*/ 1873048 w 1873250"/>
              <a:gd name="T5" fmla="*/ 537861 h 10985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3250" h="1098551" stroke="0">
                <a:moveTo>
                  <a:pt x="725684" y="14111"/>
                </a:moveTo>
                <a:cubicBezTo>
                  <a:pt x="910349" y="-10922"/>
                  <a:pt x="1103620" y="-2510"/>
                  <a:pt x="1279961" y="38234"/>
                </a:cubicBezTo>
                <a:cubicBezTo>
                  <a:pt x="1631342" y="119422"/>
                  <a:pt x="1865199" y="316427"/>
                  <a:pt x="1873048" y="537861"/>
                </a:cubicBezTo>
                <a:lnTo>
                  <a:pt x="936625" y="549276"/>
                </a:lnTo>
                <a:lnTo>
                  <a:pt x="725684" y="14111"/>
                </a:lnTo>
                <a:close/>
              </a:path>
              <a:path w="1873250" h="1098551" fill="none">
                <a:moveTo>
                  <a:pt x="725684" y="14111"/>
                </a:moveTo>
                <a:cubicBezTo>
                  <a:pt x="910349" y="-10922"/>
                  <a:pt x="1103620" y="-2510"/>
                  <a:pt x="1279961" y="38234"/>
                </a:cubicBezTo>
                <a:cubicBezTo>
                  <a:pt x="1631342" y="119422"/>
                  <a:pt x="1865199" y="316427"/>
                  <a:pt x="1873048" y="537861"/>
                </a:cubicBezTo>
              </a:path>
            </a:pathLst>
          </a:custGeom>
          <a:noFill/>
          <a:ln w="38100">
            <a:solidFill>
              <a:srgbClr val="7030A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ctr" anchorCtr="0" upright="1">
            <a:noAutofit/>
          </a:bodyPr>
          <a:lstStyle/>
          <a:p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7034578" y="4940011"/>
            <a:ext cx="4572000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7487920" y="1526409"/>
            <a:ext cx="0" cy="384048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316860" y="2980192"/>
            <a:ext cx="182880" cy="18288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8316859" y="3918404"/>
            <a:ext cx="182880" cy="18288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467117" y="2361788"/>
                <a:ext cx="14949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117" y="2361788"/>
                <a:ext cx="1494961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755781" y="2456972"/>
                <a:ext cx="13770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781" y="2456972"/>
                <a:ext cx="1377044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1504707" y="4678401"/>
                <a:ext cx="4716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4707" y="4678401"/>
                <a:ext cx="47160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252118" y="5366889"/>
                <a:ext cx="47160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118" y="5366889"/>
                <a:ext cx="471603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539953" y="4101797"/>
                <a:ext cx="1808700" cy="578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953" y="4101797"/>
                <a:ext cx="1808700" cy="57868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10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 Method</a:t>
            </a:r>
          </a:p>
        </p:txBody>
      </p:sp>
      <p:sp>
        <p:nvSpPr>
          <p:cNvPr id="5" name="Oval 4"/>
          <p:cNvSpPr/>
          <p:nvPr/>
        </p:nvSpPr>
        <p:spPr>
          <a:xfrm>
            <a:off x="9317620" y="2419110"/>
            <a:ext cx="462988" cy="46298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2" t="14153" r="60364" b="28292"/>
          <a:stretch/>
        </p:blipFill>
        <p:spPr>
          <a:xfrm>
            <a:off x="609600" y="685800"/>
            <a:ext cx="3634154" cy="54221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2" t="14153" b="28292"/>
          <a:stretch/>
        </p:blipFill>
        <p:spPr>
          <a:xfrm>
            <a:off x="609600" y="685800"/>
            <a:ext cx="10972800" cy="54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1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give equal weightage to all deviations, we square each of these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To find the best fitting curve to given data,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dirty="0"/>
                  <a:t> must be minimum. </a:t>
                </a:r>
              </a:p>
              <a:p>
                <a:pPr marL="288925" indent="0">
                  <a:buNone/>
                </a:pPr>
                <a:r>
                  <a:rPr lang="en-US" dirty="0"/>
                  <a:t>Where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i="1" dirty="0"/>
              </a:p>
              <a:p>
                <a:pPr marL="2176463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  <m:sub>
                              <m:r>
                                <a:rPr lang="en-US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𝐢</m:t>
                              </m:r>
                            </m:sub>
                            <m:sup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20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b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then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points </a:t>
                </a:r>
                <a:r>
                  <a:rPr lang="en-US" b="1" dirty="0"/>
                  <a:t>will lie on </a:t>
                </a:r>
                <a14:m>
                  <m:oMath xmlns:m="http://schemas.openxmlformats.org/officeDocument/2006/math"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𝐟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then We have to choose </a:t>
                </a:r>
                <a14:m>
                  <m:oMath xmlns:m="http://schemas.openxmlformats.org/officeDocument/2006/math"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𝐟</m:t>
                    </m:r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𝐃</m:t>
                    </m:r>
                  </m:oMath>
                </a14:m>
                <a:r>
                  <a:rPr lang="en-US" b="1" dirty="0"/>
                  <a:t> is minimum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78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this method, we will find the two type of curves: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Diagram 3"/>
              <p:cNvGraphicFramePr/>
              <p:nvPr>
                <p:extLst>
                  <p:ext uri="{D42A27DB-BD31-4B8C-83A1-F6EECF244321}">
                    <p14:modId xmlns:p14="http://schemas.microsoft.com/office/powerpoint/2010/main" val="2401796876"/>
                  </p:ext>
                </p:extLst>
              </p:nvPr>
            </p:nvGraphicFramePr>
            <p:xfrm>
              <a:off x="106680" y="1832871"/>
              <a:ext cx="11978640" cy="36576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4" name="Diagram 3"/>
              <p:cNvGraphicFramePr/>
              <p:nvPr>
                <p:extLst>
                  <p:ext uri="{D42A27DB-BD31-4B8C-83A1-F6EECF244321}">
                    <p14:modId xmlns:p14="http://schemas.microsoft.com/office/powerpoint/2010/main" val="2401796876"/>
                  </p:ext>
                </p:extLst>
              </p:nvPr>
            </p:nvGraphicFramePr>
            <p:xfrm>
              <a:off x="106680" y="1832871"/>
              <a:ext cx="11978640" cy="36576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7386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B949808-C3B1-4B29-BC1D-7C5840D259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3C7F712-D1F6-4F71-82C9-DAB6542BD8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F05B29E-1B9F-4DEC-B79A-DC83E41499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69B5CA2-5F0F-4431-B59C-09710A2716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4221394-677D-4227-8D4A-248CECEE7F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A484D1E-07BF-47BD-B8E8-A53A4AA025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Method – 4.1</a:t>
            </a:r>
            <a:br>
              <a:rPr lang="en-US" dirty="0"/>
            </a:br>
            <a:r>
              <a:rPr lang="en-US" dirty="0"/>
              <a:t>Linear Curve Fitting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Fitting of Linear Curves	or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Fitting a Straight Line</a:t>
            </a:r>
          </a:p>
        </p:txBody>
      </p:sp>
    </p:spTree>
    <p:extLst>
      <p:ext uri="{BB962C8B-B14F-4D97-AF65-F5344CB8AC3E}">
        <p14:creationId xmlns:p14="http://schemas.microsoft.com/office/powerpoint/2010/main" val="285025237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Curve Fitting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Let,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 ……,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be the set of</a:t>
                </a:r>
                <a:r>
                  <a:rPr lang="en-US" dirty="0">
                    <a:solidFill>
                      <a:srgbClr val="1F3B7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</a:t>
                </a:r>
                <a:r>
                  <a:rPr lang="en-US" dirty="0"/>
                  <a:t>values.</a:t>
                </a:r>
              </a:p>
              <a:p>
                <a:pPr lvl="0"/>
                <a:r>
                  <a:rPr lang="en-US" dirty="0"/>
                  <a:t>Let,	the relation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be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𝐛𝐱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To find the best fitting straight line to the given data, </a:t>
                </a:r>
              </a:p>
              <a:p>
                <a:pPr marL="288925" lvl="0" indent="0">
                  <a:buNone/>
                </a:pPr>
                <a:r>
                  <a:rPr lang="en-US" dirty="0"/>
                  <a:t>we need to find the best values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dirty="0"/>
                  <a:t> by solving two </a:t>
                </a:r>
                <a:r>
                  <a:rPr lang="en-US" b="1" dirty="0">
                    <a:solidFill>
                      <a:srgbClr val="FF0000"/>
                    </a:solidFill>
                  </a:rPr>
                  <a:t>normal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equations</a:t>
                </a:r>
                <a:r>
                  <a:rPr lang="en-US" dirty="0"/>
                  <a:t>:</a:t>
                </a: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𝐧𝐚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nary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𝐱𝐲</m:t>
                          </m:r>
                        </m:e>
                      </m:nary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nary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b="1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By </a:t>
                </a:r>
                <a:r>
                  <a:rPr lang="en-US" dirty="0">
                    <a:solidFill>
                      <a:srgbClr val="1F3B73"/>
                    </a:solidFill>
                  </a:rPr>
                  <a:t>substituting the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in the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𝐛𝐱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, We will obtain the best fitting straight line to the given data.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34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 to find best fitting straight line to the given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1180" y="775892"/>
                <a:ext cx="11929641" cy="5099614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Store</a:t>
                </a:r>
                <a:r>
                  <a:rPr lang="en-US" dirty="0">
                    <a:solidFill>
                      <a:srgbClr val="002060"/>
                    </a:solidFill>
                  </a:rPr>
                  <a:t> the given data(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points) in the scientific calculator(fx-82MS).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dirty="0"/>
                  <a:t>Write the </a:t>
                </a:r>
                <a:r>
                  <a:rPr lang="en-US" dirty="0">
                    <a:solidFill>
                      <a:srgbClr val="FF0000"/>
                    </a:solidFill>
                  </a:rPr>
                  <a:t>normal Equations.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b="0" dirty="0">
                    <a:solidFill>
                      <a:srgbClr val="002060"/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  <m:r>
                      <a:rPr lang="en-US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  <m:r>
                      <a:rPr lang="en-US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Substitute</a:t>
                </a:r>
                <a:r>
                  <a:rPr lang="en-US" dirty="0">
                    <a:solidFill>
                      <a:srgbClr val="002060"/>
                    </a:solidFill>
                  </a:rPr>
                  <a:t> all values in the normal equations.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Find</a:t>
                </a:r>
                <a:r>
                  <a:rPr lang="en-US" dirty="0"/>
                  <a:t> the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from the calculator.</a:t>
                </a:r>
                <a:endParaRPr lang="en-US" b="1" dirty="0"/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dirty="0">
                    <a:solidFill>
                      <a:srgbClr val="FF0000"/>
                    </a:solidFill>
                  </a:rPr>
                  <a:t>Substitute</a:t>
                </a:r>
                <a:r>
                  <a:rPr lang="en-US" dirty="0">
                    <a:solidFill>
                      <a:srgbClr val="002060"/>
                    </a:solidFill>
                  </a:rPr>
                  <a:t> the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in the</a:t>
                </a:r>
                <a:r>
                  <a:rPr lang="en-US" dirty="0"/>
                  <a:t> best fitting straight line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bx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75892"/>
                <a:ext cx="11929641" cy="5099614"/>
              </a:xfrm>
              <a:blipFill>
                <a:blip r:embed="rId2"/>
                <a:stretch>
                  <a:fillRect l="-12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46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128016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Fit a straight line for the given pairs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1, 5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2, 7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3, 9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4, 10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5, 11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280160"/>
              </a:xfrm>
              <a:prstGeom prst="rect">
                <a:avLst/>
              </a:prstGeom>
              <a:blipFill>
                <a:blip r:embed="rId2"/>
                <a:stretch>
                  <a:fillRect l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4.1 ⇝ Example 1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2307123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25597" y="2307123"/>
            <a:ext cx="45923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Normal Equations are: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625597" y="3039061"/>
                <a:ext cx="285430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na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039061"/>
                <a:ext cx="285430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25597" y="3884368"/>
                <a:ext cx="347691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</m:e>
                    </m:nary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884368"/>
                <a:ext cx="347691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DA6935-901A-6687-46FC-54A9BCAA67F9}"/>
                  </a:ext>
                </a:extLst>
              </p:cNvPr>
              <p:cNvSpPr/>
              <p:nvPr/>
            </p:nvSpPr>
            <p:spPr>
              <a:xfrm>
                <a:off x="6607256" y="2307123"/>
                <a:ext cx="42442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FDA6935-901A-6687-46FC-54A9BCAA67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256" y="2307123"/>
                <a:ext cx="4244239" cy="523220"/>
              </a:xfrm>
              <a:prstGeom prst="rect">
                <a:avLst/>
              </a:prstGeom>
              <a:blipFill>
                <a:blip r:embed="rId5"/>
                <a:stretch>
                  <a:fillRect l="-3017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0B48165-2211-6CF3-494A-06677E49A09A}"/>
                  </a:ext>
                </a:extLst>
              </p:cNvPr>
              <p:cNvSpPr/>
              <p:nvPr/>
            </p:nvSpPr>
            <p:spPr>
              <a:xfrm>
                <a:off x="6603286" y="3884368"/>
                <a:ext cx="17997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0B48165-2211-6CF3-494A-06677E49A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286" y="3884368"/>
                <a:ext cx="179978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3B90F3B-071F-09AF-B598-771EBE8BAEAD}"/>
                  </a:ext>
                </a:extLst>
              </p:cNvPr>
              <p:cNvSpPr/>
              <p:nvPr/>
            </p:nvSpPr>
            <p:spPr>
              <a:xfrm>
                <a:off x="6603286" y="3034922"/>
                <a:ext cx="161858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3B90F3B-071F-09AF-B598-771EBE8BA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286" y="3034922"/>
                <a:ext cx="161858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E9EC12-04EC-0295-662A-2CBC4DA0085F}"/>
                  </a:ext>
                </a:extLst>
              </p:cNvPr>
              <p:cNvSpPr/>
              <p:nvPr/>
            </p:nvSpPr>
            <p:spPr>
              <a:xfrm>
                <a:off x="9568758" y="3884368"/>
                <a:ext cx="199529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141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E9EC12-04EC-0295-662A-2CBC4DA008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8758" y="3884368"/>
                <a:ext cx="199529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F76E2A2-4BAB-CB22-6D1C-A940440DE7AF}"/>
                  </a:ext>
                </a:extLst>
              </p:cNvPr>
              <p:cNvSpPr/>
              <p:nvPr/>
            </p:nvSpPr>
            <p:spPr>
              <a:xfrm>
                <a:off x="9566544" y="3039061"/>
                <a:ext cx="162659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F76E2A2-4BAB-CB22-6D1C-A940440DE7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6544" y="3039061"/>
                <a:ext cx="162659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CD3F2E1C-4850-1187-31BE-98FC7E78163F}"/>
              </a:ext>
            </a:extLst>
          </p:cNvPr>
          <p:cNvSpPr/>
          <p:nvPr/>
        </p:nvSpPr>
        <p:spPr>
          <a:xfrm>
            <a:off x="1625597" y="4566399"/>
            <a:ext cx="72229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Substitute these values in the Normal Equations</a:t>
            </a:r>
            <a:endParaRPr lang="en-US" sz="28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F836996-F628-6DB0-5439-E3605A2C8AC4}"/>
              </a:ext>
            </a:extLst>
          </p:cNvPr>
          <p:cNvGrpSpPr/>
          <p:nvPr/>
        </p:nvGrpSpPr>
        <p:grpSpPr>
          <a:xfrm>
            <a:off x="3352203" y="5134700"/>
            <a:ext cx="4562018" cy="1467966"/>
            <a:chOff x="3352203" y="5134700"/>
            <a:chExt cx="4562018" cy="14679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3352203" y="5134700"/>
                  <a:ext cx="4562018" cy="14679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42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376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80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55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rgbClr val="002060"/>
                                    </a:solidFill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203" y="5134700"/>
                  <a:ext cx="4562018" cy="146796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5389041" y="5207170"/>
                  <a:ext cx="46519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9041" y="5207170"/>
                  <a:ext cx="465192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6884945" y="5203386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4945" y="5203386"/>
                  <a:ext cx="663964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5873413" y="6039384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3413" y="6039384"/>
                  <a:ext cx="663964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7146877" y="6047175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6877" y="6047175"/>
                  <a:ext cx="663964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4524973" y="5203386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973" y="5203386"/>
                  <a:ext cx="663964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4398378" y="6050959"/>
                  <a:ext cx="85953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141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8378" y="6050959"/>
                  <a:ext cx="859531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Rectangle 15"/>
          <p:cNvSpPr/>
          <p:nvPr/>
        </p:nvSpPr>
        <p:spPr>
          <a:xfrm>
            <a:off x="5844421" y="2403972"/>
            <a:ext cx="47916" cy="2019096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8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6" grpId="0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4.1 ⇝ Example 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17810" y="4847456"/>
                <a:ext cx="57607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:r>
                  <a:rPr lang="en-US" sz="2800" dirty="0">
                    <a:solidFill>
                      <a:srgbClr val="002060"/>
                    </a:solidFill>
                  </a:rPr>
                  <a:t>Equation of straight-line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10" y="4847456"/>
                <a:ext cx="5760720" cy="523220"/>
              </a:xfrm>
              <a:prstGeom prst="rect">
                <a:avLst/>
              </a:prstGeom>
              <a:blipFill>
                <a:blip r:embed="rId2"/>
                <a:stretch>
                  <a:fillRect l="-2116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95229" y="4002149"/>
                <a:ext cx="137967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=3.9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29" y="4002149"/>
                <a:ext cx="137967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869749" y="4002149"/>
                <a:ext cx="140211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749" y="4002149"/>
                <a:ext cx="140211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117810" y="3158360"/>
            <a:ext cx="47564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above equations, we 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3202388" y="5586375"/>
                <a:ext cx="3265879" cy="5232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388" y="5586375"/>
                <a:ext cx="32658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039FAE1A-A593-EEC1-54DB-69F049A917D9}"/>
              </a:ext>
            </a:extLst>
          </p:cNvPr>
          <p:cNvSpPr/>
          <p:nvPr/>
        </p:nvSpPr>
        <p:spPr>
          <a:xfrm>
            <a:off x="117810" y="826227"/>
            <a:ext cx="72229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Substitute these values in the Normal Equations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B396FC4-F7F9-3256-C858-554FC7F51032}"/>
                  </a:ext>
                </a:extLst>
              </p:cNvPr>
              <p:cNvSpPr/>
              <p:nvPr/>
            </p:nvSpPr>
            <p:spPr>
              <a:xfrm>
                <a:off x="1844416" y="1394528"/>
                <a:ext cx="4562018" cy="14679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376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8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55</m:t>
                              </m:r>
                              <m:r>
                                <m:rPr>
                                  <m:nor/>
                                </m:rPr>
                                <a:rPr lang="en-US" sz="2800" dirty="0">
                                  <a:solidFill>
                                    <a:srgbClr val="002060"/>
                                  </a:solidFill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B396FC4-F7F9-3256-C858-554FC7F510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416" y="1394528"/>
                <a:ext cx="4562018" cy="146796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38FAC14-68C5-7EF7-6864-B567C6A4DE75}"/>
                  </a:ext>
                </a:extLst>
              </p:cNvPr>
              <p:cNvSpPr/>
              <p:nvPr/>
            </p:nvSpPr>
            <p:spPr>
              <a:xfrm>
                <a:off x="3881254" y="1466998"/>
                <a:ext cx="46519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38FAC14-68C5-7EF7-6864-B567C6A4DE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254" y="1466998"/>
                <a:ext cx="46519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377C3D4-7D20-A4DE-9EF5-13299DA01281}"/>
                  </a:ext>
                </a:extLst>
              </p:cNvPr>
              <p:cNvSpPr/>
              <p:nvPr/>
            </p:nvSpPr>
            <p:spPr>
              <a:xfrm>
                <a:off x="5377158" y="1463214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377C3D4-7D20-A4DE-9EF5-13299DA012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158" y="1463214"/>
                <a:ext cx="66396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5241476-1854-338A-8E57-448940A70148}"/>
                  </a:ext>
                </a:extLst>
              </p:cNvPr>
              <p:cNvSpPr/>
              <p:nvPr/>
            </p:nvSpPr>
            <p:spPr>
              <a:xfrm>
                <a:off x="4365626" y="2299212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5241476-1854-338A-8E57-448940A701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5626" y="2299212"/>
                <a:ext cx="66396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B1DBD62-8E18-05C0-8C58-4753B51B818F}"/>
                  </a:ext>
                </a:extLst>
              </p:cNvPr>
              <p:cNvSpPr/>
              <p:nvPr/>
            </p:nvSpPr>
            <p:spPr>
              <a:xfrm>
                <a:off x="5639090" y="2307003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B1DBD62-8E18-05C0-8C58-4753B51B81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090" y="2307003"/>
                <a:ext cx="66396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F3371B-7F88-029C-D365-888B1269980B}"/>
                  </a:ext>
                </a:extLst>
              </p:cNvPr>
              <p:cNvSpPr/>
              <p:nvPr/>
            </p:nvSpPr>
            <p:spPr>
              <a:xfrm>
                <a:off x="3017186" y="1463214"/>
                <a:ext cx="6639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8F3371B-7F88-029C-D365-888B126998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186" y="1463214"/>
                <a:ext cx="66396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89151B-9E35-FA36-BB7B-1314A2F8EE4F}"/>
                  </a:ext>
                </a:extLst>
              </p:cNvPr>
              <p:cNvSpPr/>
              <p:nvPr/>
            </p:nvSpPr>
            <p:spPr>
              <a:xfrm>
                <a:off x="2890591" y="2310787"/>
                <a:ext cx="85953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141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89151B-9E35-FA36-BB7B-1314A2F8EE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591" y="2310787"/>
                <a:ext cx="85953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20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6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EC40-1A21-9207-3BCF-EF261ECF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40D23C6-C7CC-80FC-45F3-AB95368ECC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2"/>
                <a:ext cx="11929643" cy="73152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Fit a straight-line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to the following data:</a:t>
                </a: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40D23C6-C7CC-80FC-45F3-AB95368EC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731520"/>
              </a:xfrm>
              <a:prstGeom prst="rect">
                <a:avLst/>
              </a:prstGeom>
              <a:blipFill>
                <a:blip r:embed="rId2"/>
                <a:stretch>
                  <a:fillRect l="-1074" b="-91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7A208BB-00A3-EA4D-AD24-D4392D82B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4.1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2BC1B0-FD30-08DC-FE7F-7D95BA8C238B}"/>
              </a:ext>
            </a:extLst>
          </p:cNvPr>
          <p:cNvSpPr/>
          <p:nvPr/>
        </p:nvSpPr>
        <p:spPr>
          <a:xfrm>
            <a:off x="131177" y="332297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800D2FF-DF7F-8843-B72F-36A9F92FE3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6929814"/>
                  </p:ext>
                </p:extLst>
              </p:nvPr>
            </p:nvGraphicFramePr>
            <p:xfrm>
              <a:off x="3352800" y="1747867"/>
              <a:ext cx="5486400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1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800" b="1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800D2FF-DF7F-8843-B72F-36A9F92FE3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6929814"/>
                  </p:ext>
                </p:extLst>
              </p:nvPr>
            </p:nvGraphicFramePr>
            <p:xfrm>
              <a:off x="3352800" y="1747867"/>
              <a:ext cx="5486400" cy="128016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914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333" t="-943" r="-502667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333" t="-943" r="-402667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1333" t="-943" r="-302667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333" t="-943" r="-202667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01333" t="-943" r="-102667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333" t="-943" r="-2667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333" t="-101905" r="-502667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333" t="-101905" r="-402667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1333" t="-101905" r="-302667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333" t="-101905" r="-202667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01333" t="-101905" r="-102667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333" t="-101905" r="-2667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04EE273-7A46-34D0-5DE4-01E4613C3D7F}"/>
                  </a:ext>
                </a:extLst>
              </p:cNvPr>
              <p:cNvSpPr/>
              <p:nvPr/>
            </p:nvSpPr>
            <p:spPr>
              <a:xfrm>
                <a:off x="1625597" y="3322975"/>
                <a:ext cx="584647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</a:rPr>
                  <a:t>We want to find straight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04EE273-7A46-34D0-5DE4-01E4613C3D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322975"/>
                <a:ext cx="5846472" cy="523220"/>
              </a:xfrm>
              <a:prstGeom prst="rect">
                <a:avLst/>
              </a:prstGeom>
              <a:blipFill>
                <a:blip r:embed="rId4"/>
                <a:stretch>
                  <a:fillRect l="-219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DBF371-DECE-BD94-2646-37496FF671A8}"/>
                  </a:ext>
                </a:extLst>
              </p:cNvPr>
              <p:cNvSpPr/>
              <p:nvPr/>
            </p:nvSpPr>
            <p:spPr>
              <a:xfrm>
                <a:off x="1625597" y="3879533"/>
                <a:ext cx="668324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</a:rPr>
                  <a:t>which is not in our standard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bx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DBF371-DECE-BD94-2646-37496FF671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879533"/>
                <a:ext cx="6683240" cy="523220"/>
              </a:xfrm>
              <a:prstGeom prst="rect">
                <a:avLst/>
              </a:prstGeom>
              <a:blipFill>
                <a:blip r:embed="rId5"/>
                <a:stretch>
                  <a:fillRect l="-1916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85BE7D1-D024-4A7F-CDB4-3E1062A72EB3}"/>
              </a:ext>
            </a:extLst>
          </p:cNvPr>
          <p:cNvSpPr/>
          <p:nvPr/>
        </p:nvSpPr>
        <p:spPr>
          <a:xfrm>
            <a:off x="1625597" y="4535182"/>
            <a:ext cx="45923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Normal Equations are: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C33D2D4-4DCA-3714-4DE8-A5CB033FCA31}"/>
                  </a:ext>
                </a:extLst>
              </p:cNvPr>
              <p:cNvSpPr/>
              <p:nvPr/>
            </p:nvSpPr>
            <p:spPr>
              <a:xfrm>
                <a:off x="1625597" y="5190831"/>
                <a:ext cx="354951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na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C33D2D4-4DCA-3714-4DE8-A5CB033FC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190831"/>
                <a:ext cx="354951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74CBEC5-CF73-33CB-4486-A4FCB3531F41}"/>
                  </a:ext>
                </a:extLst>
              </p:cNvPr>
              <p:cNvSpPr/>
              <p:nvPr/>
            </p:nvSpPr>
            <p:spPr>
              <a:xfrm>
                <a:off x="1625596" y="5925027"/>
                <a:ext cx="414290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</m:e>
                    </m:nary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b="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74CBEC5-CF73-33CB-4486-A4FCB3531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6" y="5925027"/>
                <a:ext cx="414290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87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4" grpId="0"/>
      <p:bldP spid="5" grpId="0"/>
      <p:bldP spid="6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4.1 ⇝ Example 2(Continue)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15749" y="831469"/>
                <a:ext cx="42442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9" y="831469"/>
                <a:ext cx="4244239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3017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15749" y="2513805"/>
                <a:ext cx="17997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9" y="2513805"/>
                <a:ext cx="1799788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15749" y="1672637"/>
                <a:ext cx="14198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9" y="1672637"/>
                <a:ext cx="1419812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81221" y="2513805"/>
                <a:ext cx="16009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221" y="2513805"/>
                <a:ext cx="1600951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079007" y="1676776"/>
                <a:ext cx="162659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007" y="1676776"/>
                <a:ext cx="1626599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5673090" y="751792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13293" y="3359112"/>
            <a:ext cx="532583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Substitute these values in the Normal Equations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940600" y="2443416"/>
                <a:ext cx="57607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:r>
                  <a:rPr lang="en-US" sz="2800" dirty="0">
                    <a:solidFill>
                      <a:srgbClr val="002060"/>
                    </a:solidFill>
                  </a:rPr>
                  <a:t>Equation of straight-line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600" y="2443416"/>
                <a:ext cx="5760720" cy="523220"/>
              </a:xfrm>
              <a:prstGeom prst="rect">
                <a:avLst/>
              </a:prstGeom>
              <a:blipFill>
                <a:blip r:embed="rId7"/>
                <a:stretch>
                  <a:fillRect l="-2222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794102" y="1690442"/>
                <a:ext cx="13764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4102" y="1690442"/>
                <a:ext cx="137646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9114048" y="1701872"/>
                <a:ext cx="139890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048" y="1701872"/>
                <a:ext cx="139890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5936836" y="870418"/>
            <a:ext cx="4969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above equations, we have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4A1748-5FDA-11B7-0875-918D2478D6FE}"/>
              </a:ext>
            </a:extLst>
          </p:cNvPr>
          <p:cNvGrpSpPr/>
          <p:nvPr/>
        </p:nvGrpSpPr>
        <p:grpSpPr>
          <a:xfrm>
            <a:off x="113293" y="4558565"/>
            <a:ext cx="3982949" cy="1467966"/>
            <a:chOff x="113293" y="4558565"/>
            <a:chExt cx="3982949" cy="14679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113293" y="4558565"/>
                  <a:ext cx="3982949" cy="14679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13</m:t>
                                </m:r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8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8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80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8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sz="2800" i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8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rgbClr val="002060"/>
                                    </a:solidFill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93" y="4558565"/>
                  <a:ext cx="3982949" cy="146796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1863803" y="4642456"/>
                  <a:ext cx="46519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3803" y="4642456"/>
                  <a:ext cx="465192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3380180" y="4642456"/>
                  <a:ext cx="46519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0180" y="4642456"/>
                  <a:ext cx="465191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2298640" y="5472335"/>
                  <a:ext cx="46519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8640" y="5472335"/>
                  <a:ext cx="465191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999270" y="4631035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270" y="4631035"/>
                  <a:ext cx="663964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3319659" y="5473114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9659" y="5473114"/>
                  <a:ext cx="663964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1179720" y="5473114"/>
                  <a:ext cx="46519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9720" y="5473114"/>
                  <a:ext cx="465191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3FEE1F2-468C-C04E-4777-4F7994F59C7A}"/>
                  </a:ext>
                </a:extLst>
              </p:cNvPr>
              <p:cNvSpPr/>
              <p:nvPr/>
            </p:nvSpPr>
            <p:spPr>
              <a:xfrm>
                <a:off x="8965751" y="3125853"/>
                <a:ext cx="31129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=2.6+0.7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3FEE1F2-468C-C04E-4777-4F7994F59C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751" y="3125853"/>
                <a:ext cx="3112956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69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5" grpId="0"/>
      <p:bldP spid="17" grpId="0"/>
      <p:bldP spid="21" grpId="0"/>
      <p:bldP spid="22" grpId="0"/>
      <p:bldP spid="23" grpId="0"/>
      <p:bldP spid="24" grpId="0"/>
      <p:bldP spid="3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F87CE-985B-7FC9-FBD2-D8D40A99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E6B7-3960-3F65-BAD9-C1F6C834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4.1 ⇝ Example 2(Continue)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5A471DD-96BF-A8F6-32C0-183298092C31}"/>
                  </a:ext>
                </a:extLst>
              </p:cNvPr>
              <p:cNvSpPr/>
              <p:nvPr/>
            </p:nvSpPr>
            <p:spPr>
              <a:xfrm>
                <a:off x="125916" y="863047"/>
                <a:ext cx="57607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:r>
                  <a:rPr lang="en-US" sz="2800" dirty="0">
                    <a:solidFill>
                      <a:srgbClr val="002060"/>
                    </a:solidFill>
                  </a:rPr>
                  <a:t>Equation of straight-line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5A471DD-96BF-A8F6-32C0-183298092C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16" y="863047"/>
                <a:ext cx="5760720" cy="523220"/>
              </a:xfrm>
              <a:prstGeom prst="rect">
                <a:avLst/>
              </a:prstGeom>
              <a:blipFill>
                <a:blip r:embed="rId2"/>
                <a:stretch>
                  <a:fillRect l="-2222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FBBE353-371F-BC70-5EC7-A0C1E0687E8B}"/>
                  </a:ext>
                </a:extLst>
              </p:cNvPr>
              <p:cNvSpPr/>
              <p:nvPr/>
            </p:nvSpPr>
            <p:spPr>
              <a:xfrm>
                <a:off x="125916" y="4404591"/>
                <a:ext cx="11887744" cy="5232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8925" indent="-288925"/>
                <a:r>
                  <a:rPr lang="en-US" sz="280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Hence, the fitted straight line in the required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is</a:t>
                </a:r>
                <a14:m>
                  <m:oMath xmlns:m="http://schemas.openxmlformats.org/officeDocument/2006/math">
                    <m:r>
                      <a:rPr lang="en-IN" sz="28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8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8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sz="28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800" b="1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FBBE353-371F-BC70-5EC7-A0C1E0687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16" y="4404591"/>
                <a:ext cx="11887744" cy="523220"/>
              </a:xfrm>
              <a:prstGeom prst="rect">
                <a:avLst/>
              </a:prstGeom>
              <a:blipFill>
                <a:blip r:embed="rId3"/>
                <a:stretch>
                  <a:fillRect l="-1077" t="-11765" b="-341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BF05E3-E716-2274-DD88-8184E8F661A3}"/>
                  </a:ext>
                </a:extLst>
              </p:cNvPr>
              <p:cNvSpPr/>
              <p:nvPr/>
            </p:nvSpPr>
            <p:spPr>
              <a:xfrm>
                <a:off x="3158339" y="1538113"/>
                <a:ext cx="31129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14:m>
                  <m:oMath xmlns:m="http://schemas.openxmlformats.org/officeDocument/2006/math">
                    <m:r>
                      <a:rPr lang="en-US" sz="28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=2.6+0.7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CBF05E3-E716-2274-DD88-8184E8F66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339" y="1538113"/>
                <a:ext cx="311295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0714B5B-36D1-22D8-8D8D-9E9A803B330E}"/>
                  </a:ext>
                </a:extLst>
              </p:cNvPr>
              <p:cNvSpPr/>
              <p:nvPr/>
            </p:nvSpPr>
            <p:spPr>
              <a:xfrm>
                <a:off x="125916" y="2213179"/>
                <a:ext cx="74519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:r>
                  <a:rPr lang="en-US" sz="2800" dirty="0">
                    <a:solidFill>
                      <a:srgbClr val="002060"/>
                    </a:solidFill>
                  </a:rPr>
                  <a:t>Since required equation is given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ax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0714B5B-36D1-22D8-8D8D-9E9A803B3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16" y="2213179"/>
                <a:ext cx="7451931" cy="523220"/>
              </a:xfrm>
              <a:prstGeom prst="rect">
                <a:avLst/>
              </a:prstGeom>
              <a:blipFill>
                <a:blip r:embed="rId5"/>
                <a:stretch>
                  <a:fillRect l="-171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3F42546-C508-D276-C888-1D11017016CA}"/>
                  </a:ext>
                </a:extLst>
              </p:cNvPr>
              <p:cNvSpPr/>
              <p:nvPr/>
            </p:nvSpPr>
            <p:spPr>
              <a:xfrm>
                <a:off x="125916" y="2905780"/>
                <a:ext cx="74519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:r>
                  <a:rPr lang="en-US" sz="2800" dirty="0">
                    <a:solidFill>
                      <a:srgbClr val="002060"/>
                    </a:solidFill>
                  </a:rPr>
                  <a:t>compare it with equation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3F42546-C508-D276-C888-1D11017016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16" y="2905780"/>
                <a:ext cx="7451931" cy="523220"/>
              </a:xfrm>
              <a:prstGeom prst="rect">
                <a:avLst/>
              </a:prstGeom>
              <a:blipFill>
                <a:blip r:embed="rId6"/>
                <a:stretch>
                  <a:fillRect l="-1718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A08F965-AD0B-1DF7-068C-18226B3149B6}"/>
                  </a:ext>
                </a:extLst>
              </p:cNvPr>
              <p:cNvSpPr/>
              <p:nvPr/>
            </p:nvSpPr>
            <p:spPr>
              <a:xfrm>
                <a:off x="3158339" y="3598381"/>
                <a:ext cx="31129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=0.7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+2.6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A08F965-AD0B-1DF7-068C-18226B3149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339" y="3598381"/>
                <a:ext cx="311295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B6BB384-9CA2-556B-DA26-62F48D3BBE72}"/>
              </a:ext>
            </a:extLst>
          </p:cNvPr>
          <p:cNvCxnSpPr>
            <a:cxnSpLocks/>
          </p:cNvCxnSpPr>
          <p:nvPr/>
        </p:nvCxnSpPr>
        <p:spPr>
          <a:xfrm>
            <a:off x="5972782" y="1799723"/>
            <a:ext cx="1215958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471D2E5-F1D2-3F55-E261-9E276EB8D055}"/>
                  </a:ext>
                </a:extLst>
              </p:cNvPr>
              <p:cNvSpPr/>
              <p:nvPr/>
            </p:nvSpPr>
            <p:spPr>
              <a:xfrm>
                <a:off x="7188740" y="1538113"/>
                <a:ext cx="7784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471D2E5-F1D2-3F55-E261-9E276EB8D0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8740" y="1538113"/>
                <a:ext cx="77848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29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  <p:bldP spid="3" grpId="0"/>
      <p:bldP spid="5" grpId="0"/>
      <p:bldP spid="9" grpId="0"/>
      <p:bldP spid="10" grpId="0"/>
      <p:bldP spid="6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1"/>
                <a:ext cx="11929643" cy="168502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pPr>
                  <a:lnSpc>
                    <a:spcPct val="125000"/>
                  </a:lnSpc>
                </a:pPr>
                <a:r>
                  <a:rPr lang="en-US" dirty="0"/>
                  <a:t>By method of least squares, fit a linear relation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bW</m:t>
                    </m:r>
                  </m:oMath>
                </a14:m>
                <a:r>
                  <a:rPr lang="en-US" dirty="0"/>
                  <a:t> to the following data. Also 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,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lang="en-US" dirty="0"/>
                  <a:t>;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is the pull required to lift a weight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1685025"/>
              </a:xfrm>
              <a:prstGeom prst="rect">
                <a:avLst/>
              </a:prstGeom>
              <a:blipFill>
                <a:blip r:embed="rId2"/>
                <a:stretch>
                  <a:fillRect l="-1074" r="-1074" b="-94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4.1 ⇝ Example 8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994311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5888370"/>
                  </p:ext>
                </p:extLst>
              </p:nvPr>
            </p:nvGraphicFramePr>
            <p:xfrm>
              <a:off x="3352800" y="2710978"/>
              <a:ext cx="5486400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𝐏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70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10</m:t>
                                </m:r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120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𝐖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dirty="0"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5888370"/>
                  </p:ext>
                </p:extLst>
              </p:nvPr>
            </p:nvGraphicFramePr>
            <p:xfrm>
              <a:off x="3352800" y="2710978"/>
              <a:ext cx="5486400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11" t="-1099" r="-4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111" t="-1099" r="-3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1111" t="-1099" r="-2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111" t="-1099" r="-1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01111" t="-1099" r="-2222" b="-1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11" t="-102222" r="-4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111" t="-102222" r="-3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1111" t="-102222" r="-2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111" t="-102222" r="-1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01111" t="-102222" r="-2222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625597" y="4042285"/>
                <a:ext cx="65822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Note that,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the independent variable.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042285"/>
                <a:ext cx="6582251" cy="523220"/>
              </a:xfrm>
              <a:prstGeom prst="rect">
                <a:avLst/>
              </a:prstGeom>
              <a:blipFill>
                <a:blip r:embed="rId4"/>
                <a:stretch>
                  <a:fillRect l="-1946" t="-10465" r="-74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6B1BD85E-C6B8-2C19-DD23-B2DDBC8B0AB5}"/>
              </a:ext>
            </a:extLst>
          </p:cNvPr>
          <p:cNvSpPr/>
          <p:nvPr/>
        </p:nvSpPr>
        <p:spPr>
          <a:xfrm>
            <a:off x="1625597" y="4682149"/>
            <a:ext cx="63510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Normal Equations are: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18A1E1A-E225-E157-4B86-16B5C196C57F}"/>
                  </a:ext>
                </a:extLst>
              </p:cNvPr>
              <p:cNvSpPr/>
              <p:nvPr/>
            </p:nvSpPr>
            <p:spPr>
              <a:xfrm>
                <a:off x="1625597" y="5317351"/>
                <a:ext cx="330632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800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na</m:t>
                    </m:r>
                    <m: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nary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18A1E1A-E225-E157-4B86-16B5C196C5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317351"/>
                <a:ext cx="330632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670B800-2B29-C624-F4B7-466929976874}"/>
                  </a:ext>
                </a:extLst>
              </p:cNvPr>
              <p:cNvSpPr/>
              <p:nvPr/>
            </p:nvSpPr>
            <p:spPr>
              <a:xfrm>
                <a:off x="5521622" y="5317351"/>
                <a:ext cx="40568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PW</m:t>
                        </m:r>
                      </m:e>
                    </m:nary>
                    <m: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nary>
                    <m: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a:rPr lang="en-US" sz="2800" b="0" i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670B800-2B29-C624-F4B7-466929976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622" y="5317351"/>
                <a:ext cx="405681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264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/>
      <p:bldP spid="10" grpId="0"/>
      <p:bldP spid="11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4.1 ⇝ Example 8(Continue)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15749" y="831469"/>
                <a:ext cx="20661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9" y="831469"/>
                <a:ext cx="2066156" cy="523220"/>
              </a:xfrm>
              <a:prstGeom prst="rect">
                <a:avLst/>
              </a:prstGeom>
              <a:blipFill>
                <a:blip r:embed="rId2"/>
                <a:stretch>
                  <a:fillRect l="-6195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15749" y="2513805"/>
                <a:ext cx="23512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p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=1435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9" y="2513805"/>
                <a:ext cx="235122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15749" y="1672637"/>
                <a:ext cx="177247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</m:e>
                    </m:nary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73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9" y="1672637"/>
                <a:ext cx="177247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79007" y="2522083"/>
                <a:ext cx="237359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WP</m:t>
                        </m:r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=6750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007" y="2522083"/>
                <a:ext cx="237359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079007" y="1676776"/>
                <a:ext cx="184460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nary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340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007" y="1676776"/>
                <a:ext cx="184460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5695950" y="751792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13293" y="3359112"/>
            <a:ext cx="533931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Substitute these values in the Normal Equations</a:t>
            </a:r>
            <a:endParaRPr lang="en-US" sz="2800" dirty="0"/>
          </a:p>
        </p:txBody>
      </p:sp>
      <p:sp>
        <p:nvSpPr>
          <p:cNvPr id="21" name="Rectangle 20"/>
          <p:cNvSpPr/>
          <p:nvPr/>
        </p:nvSpPr>
        <p:spPr>
          <a:xfrm>
            <a:off x="5975295" y="2530780"/>
            <a:ext cx="39371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8925" indent="-288925"/>
            <a:r>
              <a:rPr lang="en-US" sz="2800" dirty="0">
                <a:solidFill>
                  <a:srgbClr val="002060"/>
                </a:solidFill>
              </a:rPr>
              <a:t>Therefore, fitted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116208" y="1637379"/>
                <a:ext cx="259474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=−11.8005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6208" y="1637379"/>
                <a:ext cx="259474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65867" y="1629007"/>
                <a:ext cx="19984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=5.3041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867" y="1629007"/>
                <a:ext cx="199843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5975295" y="920127"/>
            <a:ext cx="4969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above equations, We have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2F557B2-755D-8F34-30D6-47324898866A}"/>
              </a:ext>
            </a:extLst>
          </p:cNvPr>
          <p:cNvGrpSpPr/>
          <p:nvPr/>
        </p:nvGrpSpPr>
        <p:grpSpPr>
          <a:xfrm>
            <a:off x="125537" y="4627028"/>
            <a:ext cx="4983224" cy="1467966"/>
            <a:chOff x="125537" y="4627028"/>
            <a:chExt cx="4983224" cy="14679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125537" y="4627028"/>
                  <a:ext cx="4983224" cy="146796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280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0340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73</m:t>
                                </m:r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6750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73</m:t>
                                </m:r>
                                <m:r>
                                  <a:rPr lang="en-US" sz="280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a:rPr lang="en-US" sz="2800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sz="28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  <m:r>
                                  <m:rPr>
                                    <m:nor/>
                                  </m:rPr>
                                  <a:rPr lang="en-US" sz="28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  <m:r>
                                  <m:rPr>
                                    <m:nor/>
                                  </m:rPr>
                                  <a:rPr lang="en-US" sz="2800" dirty="0">
                                    <a:solidFill>
                                      <a:srgbClr val="002060"/>
                                    </a:solidFill>
                                  </a:rPr>
                                  <m:t>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537" y="4627028"/>
                  <a:ext cx="4983224" cy="146796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2238161" y="4702701"/>
                  <a:ext cx="46519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8161" y="4702701"/>
                  <a:ext cx="465192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3731616" y="4711924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73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1616" y="4711924"/>
                  <a:ext cx="663964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2672002" y="5539860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73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2002" y="5539860"/>
                  <a:ext cx="663964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1179901" y="4704076"/>
                  <a:ext cx="86273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9901" y="4704076"/>
                  <a:ext cx="862737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3948143" y="5542670"/>
                  <a:ext cx="106150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1435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48143" y="5542670"/>
                  <a:ext cx="1061509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998316" y="5548624"/>
                  <a:ext cx="106150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6750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8316" y="5548624"/>
                  <a:ext cx="1061509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9293EF5-9B02-42C5-BB89-C8736E43BBD0}"/>
                  </a:ext>
                </a:extLst>
              </p:cNvPr>
              <p:cNvSpPr/>
              <p:nvPr/>
            </p:nvSpPr>
            <p:spPr>
              <a:xfrm>
                <a:off x="6839967" y="3973154"/>
                <a:ext cx="5238739" cy="5232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𝟖𝟎𝟎𝟓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𝟑𝟎𝟒𝟏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𝐖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9293EF5-9B02-42C5-BB89-C8736E43B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967" y="3973154"/>
                <a:ext cx="5238739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A3811C1-0742-EF4E-E025-886FFAD0F2C4}"/>
                  </a:ext>
                </a:extLst>
              </p:cNvPr>
              <p:cNvSpPr/>
              <p:nvPr/>
            </p:nvSpPr>
            <p:spPr>
              <a:xfrm>
                <a:off x="7298932" y="3170943"/>
                <a:ext cx="23223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bW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A3811C1-0742-EF4E-E025-886FFAD0F2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8932" y="3170943"/>
                <a:ext cx="2322356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24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5" grpId="0"/>
      <p:bldP spid="17" grpId="0"/>
      <p:bldP spid="21" grpId="0"/>
      <p:bldP spid="22" grpId="0"/>
      <p:bldP spid="23" grpId="0"/>
      <p:bldP spid="24" grpId="0"/>
      <p:bldP spid="32" grpId="0"/>
      <p:bldP spid="3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4.1 ⇝ Example 8(Continue)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14205"/>
                <a:ext cx="407194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Estimate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, when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 is 150.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14205"/>
                <a:ext cx="4071949" cy="523220"/>
              </a:xfrm>
              <a:prstGeom prst="rect">
                <a:avLst/>
              </a:prstGeom>
              <a:blipFill>
                <a:blip r:embed="rId2"/>
                <a:stretch>
                  <a:fillRect l="-3148" t="-11765" r="-2549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37270" y="1404666"/>
                <a:ext cx="66743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That means, we need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2800" b="0" i="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en-US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=150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404666"/>
                <a:ext cx="6674391" cy="523220"/>
              </a:xfrm>
              <a:prstGeom prst="rect">
                <a:avLst/>
              </a:prstGeom>
              <a:blipFill>
                <a:blip r:embed="rId3"/>
                <a:stretch>
                  <a:fillRect l="-192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207785" y="2353588"/>
            <a:ext cx="13756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We have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583483" y="2353588"/>
                <a:ext cx="46666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=−11.8005+5.3041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483" y="2353588"/>
                <a:ext cx="466666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096000" y="2353588"/>
                <a:ext cx="47856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</a:rPr>
                        <m:t>=−11.8005+5.3041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1F3B73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 lang="en-US" sz="2800" dirty="0">
                  <a:solidFill>
                    <a:srgbClr val="1F3B73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53588"/>
                <a:ext cx="478566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096000" y="3165551"/>
                <a:ext cx="534979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=−11.8005+5.3041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150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165551"/>
                <a:ext cx="534979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07785" y="4930114"/>
                <a:ext cx="7292241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Pu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ll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required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to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lift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weight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800" b="1" i="0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𝟏𝟓𝟎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𝟕𝟖𝟑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𝟖𝟏𝟒𝟓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85" y="4930114"/>
                <a:ext cx="729224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096000" y="3981192"/>
                <a:ext cx="281314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=783.8145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981192"/>
                <a:ext cx="281314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48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5" grpId="0" animBg="1"/>
      <p:bldP spid="10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Method – 4.2</a:t>
            </a:r>
            <a:br>
              <a:rPr lang="en-US" dirty="0"/>
            </a:br>
            <a:r>
              <a:rPr lang="en-US" dirty="0"/>
              <a:t>Quadratic Curve Fitting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66629-F349-43A0-B5A5-A51D2BBB7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Fitting of Quadratic Curves	or</a:t>
            </a:r>
          </a:p>
          <a:p>
            <a:pPr lvl="0">
              <a:lnSpc>
                <a:spcPct val="100000"/>
              </a:lnSpc>
            </a:pPr>
            <a:r>
              <a:rPr lang="en-US" dirty="0"/>
              <a:t>Fitting a Parabola</a:t>
            </a:r>
          </a:p>
        </p:txBody>
      </p:sp>
    </p:spTree>
    <p:extLst>
      <p:ext uri="{BB962C8B-B14F-4D97-AF65-F5344CB8AC3E}">
        <p14:creationId xmlns:p14="http://schemas.microsoft.com/office/powerpoint/2010/main" val="3284991979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Curve Fitting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Let,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 ……,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be the 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values.</a:t>
                </a:r>
              </a:p>
              <a:p>
                <a:pPr lvl="0"/>
                <a:r>
                  <a:rPr lang="en-US" dirty="0"/>
                  <a:t>Let,	the relation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be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𝐛𝐱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𝐜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To find the best fitting parabola to the given data, </a:t>
                </a:r>
              </a:p>
              <a:p>
                <a:pPr marL="288925" lvl="0" indent="0">
                  <a:buNone/>
                </a:pPr>
                <a:r>
                  <a:rPr lang="en-US" dirty="0"/>
                  <a:t>we need to find the best values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𝐜</m:t>
                    </m:r>
                  </m:oMath>
                </a14:m>
                <a:r>
                  <a:rPr lang="en-US" dirty="0"/>
                  <a:t> by solving three </a:t>
                </a:r>
                <a:r>
                  <a:rPr lang="en-US" b="1" dirty="0">
                    <a:solidFill>
                      <a:srgbClr val="FF0000"/>
                    </a:solidFill>
                  </a:rPr>
                  <a:t>normal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equations</a:t>
                </a:r>
                <a:r>
                  <a:rPr lang="en-US" dirty="0"/>
                  <a:t>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5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sz="25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5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1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𝐧</m:t>
                      </m:r>
                      <m:r>
                        <a:rPr lang="en-US" sz="25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sz="25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 </m:t>
                      </m:r>
                      <m:r>
                        <a:rPr lang="en-US" sz="25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500" b="1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nary>
                      <m:r>
                        <a:rPr lang="en-US" sz="2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+  </m:t>
                      </m:r>
                      <m:r>
                        <a:rPr lang="en-US" sz="25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𝐜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500" b="1" i="0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5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5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sz="25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5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5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nary>
                      <m:r>
                        <a:rPr lang="en-US" sz="25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5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5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  <m:r>
                        <a:rPr lang="en-US" sz="25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+  </m:t>
                      </m:r>
                      <m:r>
                        <a:rPr lang="en-US" sz="2500" b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𝐜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5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500" b="1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5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25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sz="25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5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5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5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  <m:r>
                        <a:rPr lang="en-US" sz="25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5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5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e>
                      </m:nary>
                      <m:r>
                        <a:rPr lang="en-US" sz="25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+  </m:t>
                      </m:r>
                      <m:r>
                        <a:rPr lang="en-US" sz="2500" b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𝐜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5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5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r>
                                <a:rPr lang="en-US" sz="25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Curve Fitting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Let,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,  ……, 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be the 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values.</a:t>
                </a:r>
              </a:p>
              <a:p>
                <a:pPr lvl="0"/>
                <a:r>
                  <a:rPr lang="en-US" dirty="0"/>
                  <a:t>Let,	the relation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 be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𝐛𝐱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𝐜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To find the best fitting parabola to the given data, </a:t>
                </a:r>
              </a:p>
              <a:p>
                <a:pPr marL="288925" lvl="0" indent="0">
                  <a:buNone/>
                </a:pPr>
                <a:r>
                  <a:rPr lang="en-US" dirty="0"/>
                  <a:t>we need to find the best values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𝐜</m:t>
                    </m:r>
                  </m:oMath>
                </a14:m>
                <a:r>
                  <a:rPr lang="en-US" dirty="0"/>
                  <a:t> by solving three </a:t>
                </a:r>
                <a:r>
                  <a:rPr lang="en-US" b="1" dirty="0">
                    <a:solidFill>
                      <a:srgbClr val="FF0000"/>
                    </a:solidFill>
                  </a:rPr>
                  <a:t>normal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equations</a:t>
                </a:r>
                <a:r>
                  <a:rPr lang="en-US" dirty="0"/>
                  <a:t>:</a:t>
                </a:r>
              </a:p>
              <a:p>
                <a:r>
                  <a:rPr lang="en-US" dirty="0">
                    <a:solidFill>
                      <a:srgbClr val="1F3B73"/>
                    </a:solidFill>
                  </a:rPr>
                  <a:t>By substituting the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1F3B73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 in the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𝐛𝐱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𝐜𝐱</m:t>
                        </m:r>
                      </m:e>
                      <m:sup>
                        <m:r>
                          <a:rPr lang="en-US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1F3B73"/>
                    </a:solidFill>
                  </a:rPr>
                  <a:t>, We will obtain the best fitting parabola to the given data.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49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 to find best fitting parabola to the given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US" dirty="0">
                    <a:solidFill>
                      <a:srgbClr val="FF0000"/>
                    </a:solidFill>
                  </a:rPr>
                  <a:t>Store</a:t>
                </a:r>
                <a:r>
                  <a:rPr lang="en-US" dirty="0">
                    <a:solidFill>
                      <a:srgbClr val="002060"/>
                    </a:solidFill>
                  </a:rPr>
                  <a:t> the given data(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points) in the scientific calculator(fx-82MS).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>
                    <a:solidFill>
                      <a:srgbClr val="FF0000"/>
                    </a:solidFill>
                  </a:rPr>
                  <a:t>Find</a:t>
                </a:r>
                <a:r>
                  <a:rPr lang="en-US" dirty="0">
                    <a:solidFill>
                      <a:srgbClr val="002060"/>
                    </a:solidFill>
                  </a:rPr>
                  <a:t> the values of </a:t>
                </a:r>
                <a:r>
                  <a:rPr lang="en-US" dirty="0">
                    <a:solidFill>
                      <a:srgbClr val="FF0000"/>
                    </a:solidFill>
                  </a:rPr>
                  <a:t>following</a:t>
                </a:r>
                <a:r>
                  <a:rPr lang="en-US" dirty="0">
                    <a:solidFill>
                      <a:srgbClr val="002060"/>
                    </a:solidFill>
                  </a:rPr>
                  <a:t> from the calculator:</a:t>
                </a:r>
              </a:p>
              <a:p>
                <a:pPr marL="509588" indent="0">
                  <a:lnSpc>
                    <a:spcPct val="200000"/>
                  </a:lnSpc>
                  <a:buNone/>
                </a:pPr>
                <a:r>
                  <a:rPr lang="en-US" b="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  <m:r>
                      <a:rPr lang="en-US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US" b="0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b="0" i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  <m:r>
                      <a:rPr lang="en-US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  <m:r>
                      <m:rPr>
                        <m:nor/>
                      </m:rPr>
                      <a:rPr lang="en-US" b="0" i="0" smtClean="0"/>
                      <m:t>.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 startAt="3"/>
                </a:pPr>
                <a:r>
                  <a:rPr lang="en-US" dirty="0">
                    <a:solidFill>
                      <a:srgbClr val="FF0000"/>
                    </a:solidFill>
                  </a:rPr>
                  <a:t>Substitute</a:t>
                </a:r>
                <a:r>
                  <a:rPr lang="en-US" dirty="0">
                    <a:solidFill>
                      <a:srgbClr val="002060"/>
                    </a:solidFill>
                  </a:rPr>
                  <a:t> all values in the normal equations.</a:t>
                </a:r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 startAt="3"/>
                </a:pPr>
                <a:r>
                  <a:rPr lang="en-US" dirty="0">
                    <a:solidFill>
                      <a:srgbClr val="FF0000"/>
                    </a:solidFill>
                  </a:rPr>
                  <a:t>Find</a:t>
                </a:r>
                <a:r>
                  <a:rPr lang="en-US" dirty="0"/>
                  <a:t> the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 from the calculator.</a:t>
                </a:r>
                <a:endParaRPr lang="en-US" b="1" dirty="0"/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arenR" startAt="3"/>
                </a:pPr>
                <a:r>
                  <a:rPr lang="en-US" dirty="0">
                    <a:solidFill>
                      <a:srgbClr val="FF0000"/>
                    </a:solidFill>
                  </a:rPr>
                  <a:t>Substitute</a:t>
                </a:r>
                <a:r>
                  <a:rPr lang="en-US" dirty="0">
                    <a:solidFill>
                      <a:srgbClr val="002060"/>
                    </a:solidFill>
                  </a:rPr>
                  <a:t> the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&amp;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in the</a:t>
                </a:r>
                <a:r>
                  <a:rPr lang="en-US" dirty="0"/>
                  <a:t> best fitting parabola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bx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cx</m:t>
                        </m:r>
                      </m:e>
                      <m:sup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loud Callout 3"/>
          <p:cNvSpPr/>
          <p:nvPr/>
        </p:nvSpPr>
        <p:spPr>
          <a:xfrm>
            <a:off x="8787114" y="2618453"/>
            <a:ext cx="1828800" cy="685800"/>
          </a:xfrm>
          <a:prstGeom prst="cloudCallout">
            <a:avLst>
              <a:gd name="adj1" fmla="val -74314"/>
              <a:gd name="adj2" fmla="val 9336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How ?</a:t>
            </a:r>
          </a:p>
        </p:txBody>
      </p:sp>
      <p:sp>
        <p:nvSpPr>
          <p:cNvPr id="6" name="Cloud Callout 5"/>
          <p:cNvSpPr/>
          <p:nvPr/>
        </p:nvSpPr>
        <p:spPr>
          <a:xfrm>
            <a:off x="7652794" y="4321861"/>
            <a:ext cx="1828800" cy="685800"/>
          </a:xfrm>
          <a:prstGeom prst="cloudCallout">
            <a:avLst>
              <a:gd name="adj1" fmla="val -74314"/>
              <a:gd name="adj2" fmla="val 9336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How ?</a:t>
            </a:r>
          </a:p>
        </p:txBody>
      </p:sp>
    </p:spTree>
    <p:extLst>
      <p:ext uri="{BB962C8B-B14F-4D97-AF65-F5344CB8AC3E}">
        <p14:creationId xmlns:p14="http://schemas.microsoft.com/office/powerpoint/2010/main" val="215175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store given data in the calculator?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65954" y="912871"/>
            <a:ext cx="6197530" cy="523220"/>
          </a:xfrm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Step-1</a:t>
            </a:r>
            <a:r>
              <a:rPr lang="en-US" dirty="0"/>
              <a:t>: Clear the memory of the calculator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1437155" y="1666141"/>
          <a:ext cx="10669963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Content Placeholder 3"/>
          <p:cNvSpPr txBox="1">
            <a:spLocks/>
          </p:cNvSpPr>
          <p:nvPr/>
        </p:nvSpPr>
        <p:spPr>
          <a:xfrm>
            <a:off x="165954" y="3438082"/>
            <a:ext cx="8036174" cy="523220"/>
          </a:xfrm>
          <a:prstGeom prst="rect">
            <a:avLst/>
          </a:prstGeom>
        </p:spPr>
        <p:txBody>
          <a:bodyPr vert="horz" wrap="none" lIns="91440" tIns="45720" rIns="91440" bIns="45720" rtlCol="0">
            <a:sp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Font typeface="Wingdings 3" panose="05040102010807070707" pitchFamily="18" charset="2"/>
              <a:buNone/>
            </a:pPr>
            <a:r>
              <a:rPr lang="en-US" b="1" dirty="0"/>
              <a:t>Step-2</a:t>
            </a:r>
            <a:r>
              <a:rPr lang="en-US" dirty="0"/>
              <a:t>: Change the mode into Regression ---&gt; Quadratic</a:t>
            </a:r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145802158"/>
              </p:ext>
            </p:extLst>
          </p:nvPr>
        </p:nvGraphicFramePr>
        <p:xfrm>
          <a:off x="1406290" y="4364972"/>
          <a:ext cx="10669963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10050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Graphic spid="3" grpId="0">
        <p:bldSub>
          <a:bldDgm bld="one"/>
        </p:bldSub>
      </p:bldGraphic>
      <p:bldP spid="10" grpId="0"/>
      <p:bldGraphic spid="12" grpId="0">
        <p:bldSub>
          <a:bldDgm bld="one"/>
        </p:bldSub>
      </p:bldGraphic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store given data in the calculator?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65954" y="912871"/>
                <a:ext cx="5790368" cy="523220"/>
              </a:xfrm>
            </p:spPr>
            <p:txBody>
              <a:bodyPr wrap="none">
                <a:spAutoFit/>
              </a:bodyPr>
              <a:lstStyle/>
              <a:p>
                <a:pPr marL="0" indent="0" algn="l">
                  <a:lnSpc>
                    <a:spcPct val="100000"/>
                  </a:lnSpc>
                  <a:buNone/>
                </a:pPr>
                <a:r>
                  <a:rPr lang="en-US" b="1" dirty="0"/>
                  <a:t>Step-3</a:t>
                </a:r>
                <a:r>
                  <a:rPr lang="en-US" dirty="0"/>
                  <a:t>: Store the given pairs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954" y="912871"/>
                <a:ext cx="5790368" cy="523220"/>
              </a:xfrm>
              <a:blipFill rotWithShape="0">
                <a:blip r:embed="rId2"/>
                <a:stretch>
                  <a:fillRect l="-2105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Diagram 2"/>
          <p:cNvGraphicFramePr/>
          <p:nvPr/>
        </p:nvGraphicFramePr>
        <p:xfrm>
          <a:off x="1437155" y="1666141"/>
          <a:ext cx="10669963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/>
          <p:cNvGraphicFramePr/>
          <p:nvPr/>
        </p:nvGraphicFramePr>
        <p:xfrm>
          <a:off x="1424455" y="2941446"/>
          <a:ext cx="10669963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9" name="Diagram 8"/>
          <p:cNvGraphicFramePr/>
          <p:nvPr/>
        </p:nvGraphicFramePr>
        <p:xfrm>
          <a:off x="1426384" y="4702727"/>
          <a:ext cx="10669963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2374118" y="4074910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118" y="4074910"/>
                <a:ext cx="287899" cy="523220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5234994" y="4074910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994" y="4074910"/>
                <a:ext cx="287899" cy="523220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8095870" y="4074910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870" y="4074910"/>
                <a:ext cx="287899" cy="523220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622B1E-44A3-44A2-B1C1-8D969737DA50}"/>
                  </a:ext>
                </a:extLst>
              </p:cNvPr>
              <p:cNvSpPr txBox="1"/>
              <p:nvPr/>
            </p:nvSpPr>
            <p:spPr>
              <a:xfrm>
                <a:off x="10956746" y="4074910"/>
                <a:ext cx="287899" cy="523220"/>
              </a:xfrm>
              <a:prstGeom prst="rect">
                <a:avLst/>
              </a:prstGeom>
              <a:noFill/>
            </p:spPr>
            <p:txBody>
              <a:bodyPr wrap="none" lIns="45720" tIns="45720" rIns="45720" bIns="45720" anchor="ctr" anchorCtr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8622B1E-44A3-44A2-B1C1-8D969737D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746" y="4074910"/>
                <a:ext cx="287899" cy="523220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49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F7AE4D5-99CD-430E-997C-4D9624DA75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F7AE4D5-99CD-430E-997C-4D9624DA75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F7AE4D5-99CD-430E-997C-4D9624DA75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  <p:bldGraphic spid="8" grpId="0">
        <p:bldSub>
          <a:bldDgm bld="one"/>
        </p:bldSub>
      </p:bldGraphic>
      <p:bldGraphic spid="9" grpId="0">
        <p:bldSub>
          <a:bldDgm bld="one"/>
        </p:bldSub>
      </p:bldGraphic>
      <p:bldP spid="10" grpId="0"/>
      <p:bldP spid="11" grpId="0"/>
      <p:bldP spid="15" grpId="0"/>
      <p:bldP spid="16" grpId="0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required values from the calculator?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Content Placeholder 3"/>
          <p:cNvSpPr>
            <a:spLocks noGrp="1"/>
          </p:cNvSpPr>
          <p:nvPr>
            <p:ph idx="1"/>
          </p:nvPr>
        </p:nvSpPr>
        <p:spPr>
          <a:xfrm>
            <a:off x="165954" y="912871"/>
            <a:ext cx="2484976" cy="523220"/>
          </a:xfrm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Find Summation</a:t>
            </a:r>
          </a:p>
        </p:txBody>
      </p:sp>
      <p:graphicFrame>
        <p:nvGraphicFramePr>
          <p:cNvPr id="22" name="Diagram 21"/>
          <p:cNvGraphicFramePr/>
          <p:nvPr>
            <p:extLst>
              <p:ext uri="{D42A27DB-BD31-4B8C-83A1-F6EECF244321}">
                <p14:modId xmlns:p14="http://schemas.microsoft.com/office/powerpoint/2010/main" val="3029026539"/>
              </p:ext>
            </p:extLst>
          </p:nvPr>
        </p:nvGraphicFramePr>
        <p:xfrm>
          <a:off x="761019" y="1666141"/>
          <a:ext cx="10669963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4238050054"/>
              </p:ext>
            </p:extLst>
          </p:nvPr>
        </p:nvGraphicFramePr>
        <p:xfrm>
          <a:off x="761019" y="3342767"/>
          <a:ext cx="10669963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8532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E0C570FE-9914-4A6D-9031-C7F5D06CA4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4C28BE01-289E-4DB1-8B74-4F0C1045C6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Graphic spid="22" grpId="0">
        <p:bldSub>
          <a:bldDgm bld="one"/>
        </p:bldSub>
      </p:bldGraphic>
      <p:bldGraphic spid="23" grpId="0">
        <p:bldSub>
          <a:bldDgm bld="one"/>
        </p:bldSub>
      </p:bldGraphic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required values from the calculator?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Content Placeholder 3"/>
          <p:cNvSpPr>
            <a:spLocks noGrp="1"/>
          </p:cNvSpPr>
          <p:nvPr>
            <p:ph idx="1"/>
          </p:nvPr>
        </p:nvSpPr>
        <p:spPr>
          <a:xfrm>
            <a:off x="165954" y="912871"/>
            <a:ext cx="2076209" cy="523220"/>
          </a:xfrm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Find Variable</a:t>
            </a:r>
          </a:p>
        </p:txBody>
      </p:sp>
      <p:graphicFrame>
        <p:nvGraphicFramePr>
          <p:cNvPr id="22" name="Diagram 21"/>
          <p:cNvGraphicFramePr/>
          <p:nvPr>
            <p:extLst>
              <p:ext uri="{D42A27DB-BD31-4B8C-83A1-F6EECF244321}">
                <p14:modId xmlns:p14="http://schemas.microsoft.com/office/powerpoint/2010/main" val="2221671064"/>
              </p:ext>
            </p:extLst>
          </p:nvPr>
        </p:nvGraphicFramePr>
        <p:xfrm>
          <a:off x="761019" y="1666141"/>
          <a:ext cx="10669963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3503302509"/>
              </p:ext>
            </p:extLst>
          </p:nvPr>
        </p:nvGraphicFramePr>
        <p:xfrm>
          <a:off x="761019" y="3342767"/>
          <a:ext cx="10669963" cy="10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40746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2DC0BE8A-A50D-459F-8803-8F629D24FD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44BA6F07-9809-453E-B5B3-AB636F82DB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C1D3A877-193E-433E-996E-DE3797C7F5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98B97CCD-AFF1-49BB-8170-C62165E0F7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E0C570FE-9914-4A6D-9031-C7F5D06CA4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4C28BE01-289E-4DB1-8B74-4F0C1045C6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75494D80-AAE1-44AB-A5A1-D4E336C9A2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2C8919B2-9A29-4B7C-B580-1CADFBED5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A7280906-DE55-492D-B5CB-040475BA6C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Graphic spid="22" grpId="0">
        <p:bldSub>
          <a:bldDgm bld="one"/>
        </p:bldSub>
      </p:bldGraphic>
      <p:bldGraphic spid="23" grpId="0">
        <p:bldSub>
          <a:bldDgm bld="one"/>
        </p:bldSub>
      </p:bldGraphic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128016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Fit a polynomial of degree two using least square method for the following experimental data. Also, 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2.4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280160"/>
              </a:xfrm>
              <a:prstGeom prst="rect">
                <a:avLst/>
              </a:prstGeom>
              <a:blipFill rotWithShape="0">
                <a:blip r:embed="rId2"/>
                <a:stretch>
                  <a:fillRect l="-1074" r="-1074" b="-1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650642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095609"/>
                  </p:ext>
                </p:extLst>
              </p:nvPr>
            </p:nvGraphicFramePr>
            <p:xfrm>
              <a:off x="2804160" y="2257907"/>
              <a:ext cx="6583680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800" b="1" i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lang="en-US" sz="2800" b="1" i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97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095609"/>
                  </p:ext>
                </p:extLst>
              </p:nvPr>
            </p:nvGraphicFramePr>
            <p:xfrm>
              <a:off x="2804160" y="2257907"/>
              <a:ext cx="6583680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11" t="-1099" r="-5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111" t="-1099" r="-4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1111" t="-1099" r="-3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111" t="-1099" r="-2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01111" t="-1099" r="-1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111" t="-1099" r="-2222" b="-1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111" t="-102222" r="-5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111" t="-102222" r="-4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1111" t="-102222" r="-3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1111" t="-102222" r="-2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01111" t="-102222" r="-1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111" t="-102222" r="-2222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35E9A5A-7470-AE75-2585-31B21468EC39}"/>
              </a:ext>
            </a:extLst>
          </p:cNvPr>
          <p:cNvSpPr/>
          <p:nvPr/>
        </p:nvSpPr>
        <p:spPr>
          <a:xfrm>
            <a:off x="1654781" y="3690751"/>
            <a:ext cx="53296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The Normal Equations are: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E630CCE-3D31-95EB-C40B-029FA22FAB93}"/>
                  </a:ext>
                </a:extLst>
              </p:cNvPr>
              <p:cNvSpPr/>
              <p:nvPr/>
            </p:nvSpPr>
            <p:spPr>
              <a:xfrm>
                <a:off x="5441465" y="3485254"/>
                <a:ext cx="6118598" cy="32224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E630CCE-3D31-95EB-C40B-029FA22FAB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465" y="3485254"/>
                <a:ext cx="6118598" cy="32224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77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15749" y="831469"/>
                <a:ext cx="41705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49" y="831469"/>
                <a:ext cx="4170501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3070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13291" y="2513805"/>
                <a:ext cx="179978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=55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1" y="2513805"/>
                <a:ext cx="1799788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13291" y="1685054"/>
                <a:ext cx="161858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nary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1" y="1685054"/>
                <a:ext cx="1618585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57835" y="2530193"/>
                <a:ext cx="19984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=832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835" y="2530193"/>
                <a:ext cx="1998496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072596" y="1690208"/>
                <a:ext cx="182537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596" y="1690208"/>
                <a:ext cx="182537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5888770" y="790711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13291" y="5033170"/>
            <a:ext cx="53920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Now, substitute these values in the Normal Equations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113293" y="3359112"/>
                <a:ext cx="199856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=225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3" y="3359112"/>
                <a:ext cx="1998560" cy="52322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113291" y="4196141"/>
                <a:ext cx="199856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=979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1" y="4196141"/>
                <a:ext cx="1998560" cy="52322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3053652" y="3371361"/>
                <a:ext cx="237847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nary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=3672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652" y="3371361"/>
                <a:ext cx="2378472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898B4B92-F6BD-2BF3-19BA-C024DCFD0880}"/>
              </a:ext>
            </a:extLst>
          </p:cNvPr>
          <p:cNvGrpSpPr/>
          <p:nvPr/>
        </p:nvGrpSpPr>
        <p:grpSpPr>
          <a:xfrm>
            <a:off x="6096000" y="790711"/>
            <a:ext cx="5789277" cy="2031325"/>
            <a:chOff x="6096000" y="790711"/>
            <a:chExt cx="5789277" cy="20313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6096000" y="790711"/>
                  <a:ext cx="5789277" cy="203132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oMath>
                    </m:oMathPara>
                  </a14:m>
                  <a:endParaRPr lang="en-US" sz="280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672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79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790711"/>
                  <a:ext cx="5789277" cy="203132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8031919" y="932996"/>
                  <a:ext cx="46519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1919" y="932996"/>
                  <a:ext cx="465192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9101302" y="923177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01302" y="923177"/>
                  <a:ext cx="663964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8030548" y="1580737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0548" y="1580737"/>
                  <a:ext cx="663964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10341210" y="932109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1210" y="932109"/>
                  <a:ext cx="663964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/>
                <p:cNvSpPr/>
                <p:nvPr/>
              </p:nvSpPr>
              <p:spPr>
                <a:xfrm>
                  <a:off x="9303519" y="1579488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03519" y="1579488"/>
                  <a:ext cx="663964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/>
                <p:cNvSpPr/>
                <p:nvPr/>
              </p:nvSpPr>
              <p:spPr>
                <a:xfrm>
                  <a:off x="8028199" y="2216903"/>
                  <a:ext cx="6639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55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8199" y="2216903"/>
                  <a:ext cx="663964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10536557" y="1574669"/>
                  <a:ext cx="86273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225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6557" y="1574669"/>
                  <a:ext cx="862737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9293039" y="2217594"/>
                  <a:ext cx="86273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225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3039" y="2217594"/>
                  <a:ext cx="862737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/>
                <p:cNvSpPr/>
                <p:nvPr/>
              </p:nvSpPr>
              <p:spPr>
                <a:xfrm>
                  <a:off x="10721927" y="2216903"/>
                  <a:ext cx="86273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979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Rectangle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1927" y="2216903"/>
                  <a:ext cx="862737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6547861" y="931020"/>
                  <a:ext cx="86273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200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7861" y="931020"/>
                  <a:ext cx="862737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/>
                <p:cNvSpPr/>
                <p:nvPr/>
              </p:nvSpPr>
              <p:spPr>
                <a:xfrm>
                  <a:off x="6556124" y="1574669"/>
                  <a:ext cx="86273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832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7" name="Rectangle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6124" y="1574669"/>
                  <a:ext cx="862737" cy="52322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/>
                <p:cNvSpPr/>
                <p:nvPr/>
              </p:nvSpPr>
              <p:spPr>
                <a:xfrm>
                  <a:off x="6347378" y="2209927"/>
                  <a:ext cx="106150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3672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8" name="Rectangle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7378" y="2209927"/>
                  <a:ext cx="1061509" cy="52322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108875A-376F-13EC-2F5B-BE81B6FA8C62}"/>
              </a:ext>
            </a:extLst>
          </p:cNvPr>
          <p:cNvSpPr/>
          <p:nvPr/>
        </p:nvSpPr>
        <p:spPr>
          <a:xfrm>
            <a:off x="6264563" y="2919465"/>
            <a:ext cx="4969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above equations, we have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5DBC0F4-F7F6-2A93-AE37-1F7640AADF2B}"/>
                  </a:ext>
                </a:extLst>
              </p:cNvPr>
              <p:cNvSpPr/>
              <p:nvPr/>
            </p:nvSpPr>
            <p:spPr>
              <a:xfrm>
                <a:off x="7896817" y="3706964"/>
                <a:ext cx="217476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=10.4000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5DBC0F4-F7F6-2A93-AE37-1F7640AADF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817" y="3706964"/>
                <a:ext cx="2174763" cy="52322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48CAC99-5E62-FDE7-353A-C21015204FA5}"/>
                  </a:ext>
                </a:extLst>
              </p:cNvPr>
              <p:cNvSpPr/>
              <p:nvPr/>
            </p:nvSpPr>
            <p:spPr>
              <a:xfrm>
                <a:off x="7896817" y="4416642"/>
                <a:ext cx="24649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=−11.0857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48CAC99-5E62-FDE7-353A-C21015204F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817" y="4416642"/>
                <a:ext cx="2464906" cy="52322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630509-0B13-CD25-FA44-60B7E084FEB9}"/>
                  </a:ext>
                </a:extLst>
              </p:cNvPr>
              <p:cNvSpPr/>
              <p:nvPr/>
            </p:nvSpPr>
            <p:spPr>
              <a:xfrm>
                <a:off x="7940501" y="5126320"/>
                <a:ext cx="195996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=5.7143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630509-0B13-CD25-FA44-60B7E084FE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501" y="5126320"/>
                <a:ext cx="1959960" cy="52322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126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5" grpId="0"/>
      <p:bldP spid="17" grpId="0"/>
      <p:bldP spid="32" grpId="0"/>
      <p:bldP spid="33" grpId="0"/>
      <p:bldP spid="34" grpId="0"/>
      <p:bldP spid="3" grpId="0"/>
      <p:bldP spid="5" grpId="0"/>
      <p:bldP spid="9" grpId="0"/>
      <p:bldP spid="10" grpId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1(Continue)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4541" y="806794"/>
            <a:ext cx="4969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above equations, we have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24541" y="2591974"/>
                <a:ext cx="597145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:r>
                  <a:rPr lang="en-US" sz="2800" dirty="0">
                    <a:solidFill>
                      <a:srgbClr val="002060"/>
                    </a:solidFill>
                  </a:rPr>
                  <a:t>Equation of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bx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cx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41" y="2591974"/>
                <a:ext cx="5971459" cy="523220"/>
              </a:xfrm>
              <a:prstGeom prst="rect">
                <a:avLst/>
              </a:prstGeom>
              <a:blipFill>
                <a:blip r:embed="rId2"/>
                <a:stretch>
                  <a:fillRect l="-204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24541" y="1703570"/>
                <a:ext cx="217476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=10.4000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41" y="1703570"/>
                <a:ext cx="217476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069980" y="1696527"/>
                <a:ext cx="24649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=−11.0857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980" y="1696527"/>
                <a:ext cx="246490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2657996" y="3332568"/>
                <a:ext cx="6797289" cy="532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𝟎𝟖𝟓𝟕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𝟕𝟏𝟒𝟑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996" y="3332568"/>
                <a:ext cx="6797289" cy="5329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6305562" y="1673667"/>
                <a:ext cx="195996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=5.7143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62" y="1673667"/>
                <a:ext cx="195996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56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62943"/>
                <a:ext cx="270510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Estimate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2705100" cy="523220"/>
              </a:xfrm>
              <a:prstGeom prst="rect">
                <a:avLst/>
              </a:prstGeom>
              <a:blipFill>
                <a:blip r:embed="rId2"/>
                <a:stretch>
                  <a:fillRect l="-4740" t="-11765" r="-1580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37270" y="1481811"/>
                <a:ext cx="67000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That means,   we need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2800" b="0" i="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=2.4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481811"/>
                <a:ext cx="6700039" cy="523220"/>
              </a:xfrm>
              <a:prstGeom prst="rect">
                <a:avLst/>
              </a:prstGeom>
              <a:blipFill>
                <a:blip r:embed="rId3"/>
                <a:stretch>
                  <a:fillRect l="-191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137270" y="2486869"/>
            <a:ext cx="13756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We have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512968" y="2483191"/>
                <a:ext cx="577497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=10.4−11.0857 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+5.7143 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968" y="2483191"/>
                <a:ext cx="5774979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107611" y="3367347"/>
                <a:ext cx="71987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=10.4−11.0857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2.4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+5.7143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2.4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611" y="3367347"/>
                <a:ext cx="7198766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7270" y="5128303"/>
                <a:ext cx="3289747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d>
                        <m:dPr>
                          <m:ctrlPr>
                            <a:rPr lang="en-US" sz="28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8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1" i="0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𝟕𝟎𝟖𝟔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128303"/>
                <a:ext cx="328974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107611" y="4247825"/>
                <a:ext cx="259192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=16.7086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611" y="4247825"/>
                <a:ext cx="2591928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7849573" y="3981631"/>
                <a:ext cx="4270449" cy="105560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7030A0"/>
                    </a:solidFill>
                  </a:rPr>
                  <a:t>Calculation in calculator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2.4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2.4</m:t>
                          </m:r>
                        </m:e>
                        <m:sup>
                          <m:r>
                            <a:rPr lang="en-US" sz="2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573" y="3981631"/>
                <a:ext cx="4270449" cy="1055608"/>
              </a:xfrm>
              <a:prstGeom prst="round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661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3" grpId="0"/>
      <p:bldP spid="25" grpId="0" animBg="1"/>
      <p:bldP spid="10" grpId="0"/>
      <p:bldP spid="11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82476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Fit a second – degree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bx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 to the following data: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824764"/>
              </a:xfrm>
              <a:prstGeom prst="rect">
                <a:avLst/>
              </a:prstGeom>
              <a:blipFill>
                <a:blip r:embed="rId2"/>
                <a:stretch>
                  <a:fillRect l="-1074" b="-1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17091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548966"/>
                  </p:ext>
                </p:extLst>
              </p:nvPr>
            </p:nvGraphicFramePr>
            <p:xfrm>
              <a:off x="2770371" y="1775820"/>
              <a:ext cx="7680960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960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𝐱</m:t>
                                </m:r>
                              </m:oMath>
                            </m:oMathPara>
                          </a14:m>
                          <a:endParaRPr lang="en-US" sz="2800" b="1" i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𝐲</m:t>
                                </m:r>
                              </m:oMath>
                            </m:oMathPara>
                          </a14:m>
                          <a:endParaRPr lang="en-US" sz="2800" b="1" i="0" dirty="0">
                            <a:solidFill>
                              <a:srgbClr val="002060"/>
                            </a:solidFill>
                            <a:effectLst/>
                            <a:latin typeface="+mn-lt"/>
                            <a:ea typeface="Calibri" panose="020F0502020204030204" pitchFamily="34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548966"/>
                  </p:ext>
                </p:extLst>
              </p:nvPr>
            </p:nvGraphicFramePr>
            <p:xfrm>
              <a:off x="2770371" y="1775820"/>
              <a:ext cx="7680960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960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6012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33" t="-1099" r="-700000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274" t="-1099" r="-604459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0000" t="-1099" r="-500633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0000" t="-1099" r="-400633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02548" t="-1099" r="-303185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99367" t="-1099" r="-201266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03185" t="-1099" r="-102548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98734" t="-1099" r="-1899" b="-1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33" t="-102222" r="-700000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1274" t="-102222" r="-604459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0000" t="-102222" r="-500633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00000" t="-102222" r="-400633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02548" t="-102222" r="-303185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99367" t="-102222" r="-201266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03185" t="-102222" r="-102548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98734" t="-102222" r="-1899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625597" y="3170910"/>
                <a:ext cx="610545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</a:rPr>
                  <a:t>We want to fit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ax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bx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170910"/>
                <a:ext cx="6105454" cy="523220"/>
              </a:xfrm>
              <a:prstGeom prst="rect">
                <a:avLst/>
              </a:prstGeom>
              <a:blipFill>
                <a:blip r:embed="rId4"/>
                <a:stretch>
                  <a:fillRect l="-209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25597" y="3779824"/>
                <a:ext cx="751449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</a:rPr>
                  <a:t>which is not in our standard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bx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cx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779824"/>
                <a:ext cx="7514493" cy="523220"/>
              </a:xfrm>
              <a:prstGeom prst="rect">
                <a:avLst/>
              </a:prstGeom>
              <a:blipFill>
                <a:blip r:embed="rId5"/>
                <a:stretch>
                  <a:fillRect l="-1705" t="-10465" r="-731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43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4(Continue)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301971" y="831469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A7E6E7-C5D3-5962-01B2-4B0A189C1DFF}"/>
              </a:ext>
            </a:extLst>
          </p:cNvPr>
          <p:cNvSpPr/>
          <p:nvPr/>
        </p:nvSpPr>
        <p:spPr>
          <a:xfrm>
            <a:off x="109850" y="831469"/>
            <a:ext cx="53296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The Normal Equations are: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9CF8EE1-5730-841A-F349-98B2932A03A9}"/>
                  </a:ext>
                </a:extLst>
              </p:cNvPr>
              <p:cNvSpPr/>
              <p:nvPr/>
            </p:nvSpPr>
            <p:spPr>
              <a:xfrm>
                <a:off x="183373" y="1501211"/>
                <a:ext cx="6118598" cy="32224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i="1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9CF8EE1-5730-841A-F349-98B2932A03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73" y="1501211"/>
                <a:ext cx="6118598" cy="32224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B2B4F1D-4919-3B73-FF05-0565B86844F2}"/>
                  </a:ext>
                </a:extLst>
              </p:cNvPr>
              <p:cNvSpPr/>
              <p:nvPr/>
            </p:nvSpPr>
            <p:spPr>
              <a:xfrm>
                <a:off x="6545732" y="835740"/>
                <a:ext cx="41705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B2B4F1D-4919-3B73-FF05-0565B86844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732" y="835740"/>
                <a:ext cx="4170501" cy="523220"/>
              </a:xfrm>
              <a:prstGeom prst="rect">
                <a:avLst/>
              </a:prstGeom>
              <a:blipFill>
                <a:blip r:embed="rId3"/>
                <a:stretch>
                  <a:fillRect l="-307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1B6BDC-9750-0026-11D3-E880CB1DB14F}"/>
                  </a:ext>
                </a:extLst>
              </p:cNvPr>
              <p:cNvSpPr/>
              <p:nvPr/>
            </p:nvSpPr>
            <p:spPr>
              <a:xfrm>
                <a:off x="6545732" y="2775602"/>
                <a:ext cx="2495833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1B6BDC-9750-0026-11D3-E880CB1DB1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732" y="2775602"/>
                <a:ext cx="2495833" cy="11356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3FDB38D-AAA2-E2F4-A542-0ADC87829C97}"/>
                  </a:ext>
                </a:extLst>
              </p:cNvPr>
              <p:cNvSpPr/>
              <p:nvPr/>
            </p:nvSpPr>
            <p:spPr>
              <a:xfrm>
                <a:off x="6495645" y="1576448"/>
                <a:ext cx="1638205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3FDB38D-AAA2-E2F4-A542-0ADC87829C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645" y="1576448"/>
                <a:ext cx="1638205" cy="11356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6B15AFF-CCA0-EF9D-6511-A07AED7125F8}"/>
                  </a:ext>
                </a:extLst>
              </p:cNvPr>
              <p:cNvSpPr/>
              <p:nvPr/>
            </p:nvSpPr>
            <p:spPr>
              <a:xfrm>
                <a:off x="9448579" y="2968156"/>
                <a:ext cx="2295288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=82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6B15AFF-CCA0-EF9D-6511-A07AED7125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579" y="2968156"/>
                <a:ext cx="2295288" cy="11356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202EBC7-4B0D-5CE9-36EB-B013D2739A3B}"/>
                  </a:ext>
                </a:extLst>
              </p:cNvPr>
              <p:cNvSpPr/>
              <p:nvPr/>
            </p:nvSpPr>
            <p:spPr>
              <a:xfrm>
                <a:off x="9472006" y="1590503"/>
                <a:ext cx="2248434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nary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202EBC7-4B0D-5CE9-36EB-B013D2739A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6" y="1590503"/>
                <a:ext cx="2248434" cy="11356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0206C14-B6A5-DFF3-543C-2D1A6EA8882E}"/>
                  </a:ext>
                </a:extLst>
              </p:cNvPr>
              <p:cNvSpPr/>
              <p:nvPr/>
            </p:nvSpPr>
            <p:spPr>
              <a:xfrm>
                <a:off x="6545732" y="3974756"/>
                <a:ext cx="2179699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0206C14-B6A5-DFF3-543C-2D1A6EA888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732" y="3974756"/>
                <a:ext cx="2179699" cy="11356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7998760-B333-F72E-AE22-9BFB8C9EAD98}"/>
                  </a:ext>
                </a:extLst>
              </p:cNvPr>
              <p:cNvSpPr/>
              <p:nvPr/>
            </p:nvSpPr>
            <p:spPr>
              <a:xfrm>
                <a:off x="6545732" y="5173910"/>
                <a:ext cx="2531833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=196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7998760-B333-F72E-AE22-9BFB8C9EAD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732" y="5173910"/>
                <a:ext cx="2531833" cy="11356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4311AE8-9057-3071-9954-FEFB64DA6840}"/>
                  </a:ext>
                </a:extLst>
              </p:cNvPr>
              <p:cNvSpPr/>
              <p:nvPr/>
            </p:nvSpPr>
            <p:spPr>
              <a:xfrm>
                <a:off x="9472005" y="4345809"/>
                <a:ext cx="2708365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=462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4311AE8-9057-3071-9954-FEFB64DA68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005" y="4345809"/>
                <a:ext cx="2708365" cy="11356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268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3ADC9-14E5-0440-4B62-CC44D64D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9FDE-67E5-D043-8041-A36AF231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4(Continue)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91E972-E722-DEFF-2A84-814BC691D0BF}"/>
              </a:ext>
            </a:extLst>
          </p:cNvPr>
          <p:cNvSpPr/>
          <p:nvPr/>
        </p:nvSpPr>
        <p:spPr>
          <a:xfrm>
            <a:off x="6180557" y="794274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9C2D1A-E48E-8A5F-C97D-169286CC80A3}"/>
              </a:ext>
            </a:extLst>
          </p:cNvPr>
          <p:cNvSpPr/>
          <p:nvPr/>
        </p:nvSpPr>
        <p:spPr>
          <a:xfrm>
            <a:off x="6324557" y="794274"/>
            <a:ext cx="572405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Now, substitute all values in the Normal Equations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93D9A60-67A5-F7F9-4110-781798B2BDF4}"/>
                  </a:ext>
                </a:extLst>
              </p:cNvPr>
              <p:cNvSpPr/>
              <p:nvPr/>
            </p:nvSpPr>
            <p:spPr>
              <a:xfrm>
                <a:off x="143392" y="794274"/>
                <a:ext cx="41705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93D9A60-67A5-F7F9-4110-781798B2BD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2" y="794274"/>
                <a:ext cx="4170501" cy="523220"/>
              </a:xfrm>
              <a:prstGeom prst="rect">
                <a:avLst/>
              </a:prstGeom>
              <a:blipFill>
                <a:blip r:embed="rId2"/>
                <a:stretch>
                  <a:fillRect l="-307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045B76-2CC8-E028-D595-59029AA8708C}"/>
                  </a:ext>
                </a:extLst>
              </p:cNvPr>
              <p:cNvSpPr/>
              <p:nvPr/>
            </p:nvSpPr>
            <p:spPr>
              <a:xfrm>
                <a:off x="143392" y="2734136"/>
                <a:ext cx="2495833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1045B76-2CC8-E028-D595-59029AA870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2" y="2734136"/>
                <a:ext cx="2495833" cy="11356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5D5532C-4521-3321-3306-AEDA3C02ECD4}"/>
                  </a:ext>
                </a:extLst>
              </p:cNvPr>
              <p:cNvSpPr/>
              <p:nvPr/>
            </p:nvSpPr>
            <p:spPr>
              <a:xfrm>
                <a:off x="93305" y="1534982"/>
                <a:ext cx="1638205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nary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5D5532C-4521-3321-3306-AEDA3C02EC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5" y="1534982"/>
                <a:ext cx="1638205" cy="11356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5ECC7F7-CB25-A45B-E4E3-90B7FECC9F01}"/>
                  </a:ext>
                </a:extLst>
              </p:cNvPr>
              <p:cNvSpPr/>
              <p:nvPr/>
            </p:nvSpPr>
            <p:spPr>
              <a:xfrm>
                <a:off x="3046239" y="2926690"/>
                <a:ext cx="2295288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xy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=82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5ECC7F7-CB25-A45B-E4E3-90B7FECC9F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239" y="2926690"/>
                <a:ext cx="2295288" cy="11356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39D7F8C-DDA5-2ECF-A037-B8625085104C}"/>
                  </a:ext>
                </a:extLst>
              </p:cNvPr>
              <p:cNvSpPr/>
              <p:nvPr/>
            </p:nvSpPr>
            <p:spPr>
              <a:xfrm>
                <a:off x="3069666" y="1549037"/>
                <a:ext cx="2248434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nary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39D7F8C-DDA5-2ECF-A037-B86250851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666" y="1549037"/>
                <a:ext cx="2248434" cy="11356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4CB671A-FDF1-5E9C-0237-4739751D9876}"/>
                  </a:ext>
                </a:extLst>
              </p:cNvPr>
              <p:cNvSpPr/>
              <p:nvPr/>
            </p:nvSpPr>
            <p:spPr>
              <a:xfrm>
                <a:off x="143392" y="3933290"/>
                <a:ext cx="2179699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4CB671A-FDF1-5E9C-0237-4739751D9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2" y="3933290"/>
                <a:ext cx="2179699" cy="11356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D28244-EA63-4EC7-57DD-2F20BAEA8851}"/>
                  </a:ext>
                </a:extLst>
              </p:cNvPr>
              <p:cNvSpPr/>
              <p:nvPr/>
            </p:nvSpPr>
            <p:spPr>
              <a:xfrm>
                <a:off x="143392" y="5132444"/>
                <a:ext cx="2531833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=196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D28244-EA63-4EC7-57DD-2F20BAEA88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92" y="5132444"/>
                <a:ext cx="2531833" cy="11356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7CAB966-658E-B891-C663-067CEC2D2BC9}"/>
                  </a:ext>
                </a:extLst>
              </p:cNvPr>
              <p:cNvSpPr/>
              <p:nvPr/>
            </p:nvSpPr>
            <p:spPr>
              <a:xfrm>
                <a:off x="3069665" y="4304343"/>
                <a:ext cx="2708365" cy="1135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p>
                              <m:r>
                                <a:rPr lang="en-US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nary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=462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7CAB966-658E-B891-C663-067CEC2D2B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665" y="4304343"/>
                <a:ext cx="2708365" cy="11356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563DB2-0831-5FA8-695F-396C4130A691}"/>
                  </a:ext>
                </a:extLst>
              </p:cNvPr>
              <p:cNvSpPr/>
              <p:nvPr/>
            </p:nvSpPr>
            <p:spPr>
              <a:xfrm>
                <a:off x="6633588" y="1748381"/>
                <a:ext cx="5083956" cy="20313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sz="28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71=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7+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82=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28+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462=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28+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0+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196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2563DB2-0831-5FA8-695F-396C4130A6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588" y="1748381"/>
                <a:ext cx="5083956" cy="20313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66F240B1-2A90-4177-92FD-0239759660F8}"/>
              </a:ext>
            </a:extLst>
          </p:cNvPr>
          <p:cNvSpPr/>
          <p:nvPr/>
        </p:nvSpPr>
        <p:spPr>
          <a:xfrm>
            <a:off x="6324557" y="3869832"/>
            <a:ext cx="4969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above equations, We have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D976799-5818-DF72-BB51-92B302D3885D}"/>
                  </a:ext>
                </a:extLst>
              </p:cNvPr>
              <p:cNvSpPr/>
              <p:nvPr/>
            </p:nvSpPr>
            <p:spPr>
              <a:xfrm>
                <a:off x="7985548" y="4549289"/>
                <a:ext cx="238118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=1.6667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D976799-5818-DF72-BB51-92B302D388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548" y="4549289"/>
                <a:ext cx="238118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D345CE9-3BED-A01A-2CBE-5CE0AC33A4AB}"/>
                  </a:ext>
                </a:extLst>
              </p:cNvPr>
              <p:cNvSpPr/>
              <p:nvPr/>
            </p:nvSpPr>
            <p:spPr>
              <a:xfrm>
                <a:off x="7985547" y="5225223"/>
                <a:ext cx="237440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2.9286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D345CE9-3BED-A01A-2CBE-5CE0AC33A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547" y="5225223"/>
                <a:ext cx="237440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7B44E03-2737-1EF6-FA37-55DC22465149}"/>
                  </a:ext>
                </a:extLst>
              </p:cNvPr>
              <p:cNvSpPr/>
              <p:nvPr/>
            </p:nvSpPr>
            <p:spPr>
              <a:xfrm>
                <a:off x="8043558" y="5901157"/>
                <a:ext cx="232317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=2.1190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7B44E03-2737-1EF6-FA37-55DC22465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558" y="5901157"/>
                <a:ext cx="2323176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58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22" grpId="0"/>
      <p:bldP spid="23" grpId="0"/>
      <p:bldP spid="24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4(Continue)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4269" y="880582"/>
            <a:ext cx="4969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above equations, we have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34269" y="2312050"/>
                <a:ext cx="605252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:r>
                  <a:rPr lang="en-US" sz="2800" dirty="0">
                    <a:solidFill>
                      <a:srgbClr val="002060"/>
                    </a:solidFill>
                  </a:rPr>
                  <a:t>Equation of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b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bx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69" y="2312050"/>
                <a:ext cx="6052522" cy="523220"/>
              </a:xfrm>
              <a:prstGeom prst="rect">
                <a:avLst/>
              </a:prstGeom>
              <a:blipFill>
                <a:blip r:embed="rId2"/>
                <a:stretch>
                  <a:fillRect l="-2014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34269" y="1542404"/>
                <a:ext cx="22400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=1.6667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69" y="1542404"/>
                <a:ext cx="224008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730748" y="1543958"/>
                <a:ext cx="22400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=2.9286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748" y="1543958"/>
                <a:ext cx="224008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2691836" y="4951369"/>
                <a:ext cx="6615529" cy="532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𝟏𝟏𝟗</m:t>
                      </m:r>
                      <m:r>
                        <a:rPr lang="en-US" sz="2800" b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sz="2800" b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𝟗𝟐𝟖𝟔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𝟔𝟔𝟔𝟕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836" y="4951369"/>
                <a:ext cx="6615529" cy="5329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5349670" y="1542404"/>
                <a:ext cx="249082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=2.1190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670" y="1542404"/>
                <a:ext cx="249082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975DAA1-7448-CB2D-3B4E-DC4409485BED}"/>
                  </a:ext>
                </a:extLst>
              </p:cNvPr>
              <p:cNvSpPr/>
              <p:nvPr/>
            </p:nvSpPr>
            <p:spPr>
              <a:xfrm>
                <a:off x="2691836" y="2962238"/>
                <a:ext cx="627706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1.6667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2.9286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+2.1190 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975DAA1-7448-CB2D-3B4E-DC4409485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836" y="2962238"/>
                <a:ext cx="627706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8869D53-9558-529F-B37E-9593D847B336}"/>
                  </a:ext>
                </a:extLst>
              </p:cNvPr>
              <p:cNvSpPr/>
              <p:nvPr/>
            </p:nvSpPr>
            <p:spPr>
              <a:xfrm>
                <a:off x="134269" y="3562503"/>
                <a:ext cx="74519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:r>
                  <a:rPr lang="en-US" sz="2800" dirty="0">
                    <a:solidFill>
                      <a:srgbClr val="002060"/>
                    </a:solidFill>
                  </a:rPr>
                  <a:t>Since required equation is given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ax</m:t>
                        </m:r>
                      </m:e>
                      <m:sup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bx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8869D53-9558-529F-B37E-9593D847B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69" y="3562503"/>
                <a:ext cx="7451931" cy="523220"/>
              </a:xfrm>
              <a:prstGeom prst="rect">
                <a:avLst/>
              </a:prstGeom>
              <a:blipFill>
                <a:blip r:embed="rId8"/>
                <a:stretch>
                  <a:fillRect l="-1637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D221D3-56E1-E078-E457-25C9DCD7428D}"/>
                  </a:ext>
                </a:extLst>
              </p:cNvPr>
              <p:cNvSpPr/>
              <p:nvPr/>
            </p:nvSpPr>
            <p:spPr>
              <a:xfrm>
                <a:off x="134269" y="4255104"/>
                <a:ext cx="74519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:r>
                  <a:rPr lang="en-US" sz="2800" dirty="0">
                    <a:solidFill>
                      <a:srgbClr val="002060"/>
                    </a:solidFill>
                  </a:rPr>
                  <a:t>compare it with equation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1D221D3-56E1-E078-E457-25C9DCD742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269" y="4255104"/>
                <a:ext cx="7451931" cy="523220"/>
              </a:xfrm>
              <a:prstGeom prst="rect">
                <a:avLst/>
              </a:prstGeom>
              <a:blipFill>
                <a:blip r:embed="rId9"/>
                <a:stretch>
                  <a:fillRect l="-1637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A75923-B5B7-4ED9-F107-58CEA314A448}"/>
              </a:ext>
            </a:extLst>
          </p:cNvPr>
          <p:cNvCxnSpPr>
            <a:cxnSpLocks/>
          </p:cNvCxnSpPr>
          <p:nvPr/>
        </p:nvCxnSpPr>
        <p:spPr>
          <a:xfrm>
            <a:off x="8764621" y="3223848"/>
            <a:ext cx="1215958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7BE780-43CB-AE89-1355-6E4AFF27F0F4}"/>
                  </a:ext>
                </a:extLst>
              </p:cNvPr>
              <p:cNvSpPr/>
              <p:nvPr/>
            </p:nvSpPr>
            <p:spPr>
              <a:xfrm>
                <a:off x="9980579" y="2962238"/>
                <a:ext cx="77848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7BE780-43CB-AE89-1355-6E4AFF27F0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0579" y="2962238"/>
                <a:ext cx="77848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034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6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131177" y="869082"/>
                <a:ext cx="11929643" cy="13716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Fit a relation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to the following data,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dirty="0"/>
                  <a:t> is the velocity in km/hr.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is the resistance in km/quintal. 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90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371600"/>
              </a:xfrm>
              <a:prstGeom prst="rect">
                <a:avLst/>
              </a:prstGeom>
              <a:blipFill>
                <a:blip r:embed="rId2"/>
                <a:stretch>
                  <a:fillRect l="-1074" r="-1074" b="-9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6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2D3FB0B-D709-43AC-B65F-29361B504B61}"/>
              </a:ext>
            </a:extLst>
          </p:cNvPr>
          <p:cNvSpPr/>
          <p:nvPr/>
        </p:nvSpPr>
        <p:spPr>
          <a:xfrm>
            <a:off x="131177" y="3717136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4252154"/>
                  </p:ext>
                </p:extLst>
              </p:nvPr>
            </p:nvGraphicFramePr>
            <p:xfrm>
              <a:off x="2255518" y="2382208"/>
              <a:ext cx="7680960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𝐕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80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120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𝐑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5.5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9.1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14.9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22.8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33.3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0" algn="l"/>
                              <a:tab pos="447675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dirty="0" smtClean="0">
                                    <a:solidFill>
                                      <a:srgbClr val="00206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Shruti" panose="020B0502040204020203" pitchFamily="34" charset="0"/>
                                  </a:rPr>
                                  <m:t>46.0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4252154"/>
                  </p:ext>
                </p:extLst>
              </p:nvPr>
            </p:nvGraphicFramePr>
            <p:xfrm>
              <a:off x="2255518" y="2382208"/>
              <a:ext cx="7680960" cy="1097280"/>
            </p:xfrm>
            <a:graphic>
              <a:graphicData uri="http://schemas.openxmlformats.org/drawingml/2006/table">
                <a:tbl>
                  <a:tblPr firstRow="1" firstCol="1" bandRow="1">
                    <a:tableStyleId>{E8B1032C-EA38-4F05-BA0D-38AFFFC7BED3}</a:tableStyleId>
                  </a:tblPr>
                  <a:tblGrid>
                    <a:gridCol w="10972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56" t="-1099" r="-602778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0556" t="-1099" r="-502778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0556" t="-1099" r="-402778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8895" t="-1099" r="-30055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01111" t="-1099" r="-2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111" t="-1099" r="-102222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01111" t="-1099" r="-2222" b="-1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56" t="-102222" r="-602778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0556" t="-102222" r="-502778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0556" t="-102222" r="-402778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98895" t="-102222" r="-30055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401111" t="-102222" r="-2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501111" t="-102222" r="-10222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601111" t="-102222" r="-2222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D47E23-BEA3-0984-0DDD-801A802FFA52}"/>
                  </a:ext>
                </a:extLst>
              </p:cNvPr>
              <p:cNvSpPr/>
              <p:nvPr/>
            </p:nvSpPr>
            <p:spPr>
              <a:xfrm>
                <a:off x="1625597" y="3717136"/>
                <a:ext cx="65822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Note that,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the independent variable.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D47E23-BEA3-0984-0DDD-801A802FF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717136"/>
                <a:ext cx="6582251" cy="523220"/>
              </a:xfrm>
              <a:prstGeom prst="rect">
                <a:avLst/>
              </a:prstGeom>
              <a:blipFill>
                <a:blip r:embed="rId4"/>
                <a:stretch>
                  <a:fillRect l="-1946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3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6(Continue)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567625" y="813342"/>
            <a:ext cx="36000" cy="5760720"/>
          </a:xfrm>
          <a:prstGeom prst="rect">
            <a:avLst/>
          </a:prstGeom>
          <a:solidFill>
            <a:srgbClr val="B84742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F0FF6C-DF66-6612-D4E3-5D37C81017A1}"/>
              </a:ext>
            </a:extLst>
          </p:cNvPr>
          <p:cNvSpPr/>
          <p:nvPr/>
        </p:nvSpPr>
        <p:spPr>
          <a:xfrm>
            <a:off x="78899" y="831469"/>
            <a:ext cx="53296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The Normal Equations are: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7CCFA7E-60DD-9340-E77D-B9F7A0362ACD}"/>
                  </a:ext>
                </a:extLst>
              </p:cNvPr>
              <p:cNvSpPr/>
              <p:nvPr/>
            </p:nvSpPr>
            <p:spPr>
              <a:xfrm>
                <a:off x="78899" y="1961340"/>
                <a:ext cx="6323719" cy="32224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nary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nary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VR</m:t>
                          </m:r>
                        </m:e>
                      </m:nary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</m:nary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nary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nary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7CCFA7E-60DD-9340-E77D-B9F7A0362A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" y="1961340"/>
                <a:ext cx="6323719" cy="32224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B7A8BEE-75EB-217F-E4CB-C492DD7DB1DA}"/>
                  </a:ext>
                </a:extLst>
              </p:cNvPr>
              <p:cNvSpPr/>
              <p:nvPr/>
            </p:nvSpPr>
            <p:spPr>
              <a:xfrm>
                <a:off x="78899" y="1354689"/>
                <a:ext cx="768377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0" i="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(Replace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2400" b="0" i="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in the normal equations)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B7A8BEE-75EB-217F-E4CB-C492DD7DB1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9" y="1354689"/>
                <a:ext cx="7683773" cy="461665"/>
              </a:xfrm>
              <a:prstGeom prst="rect">
                <a:avLst/>
              </a:prstGeom>
              <a:blipFill>
                <a:blip r:embed="rId3"/>
                <a:stretch>
                  <a:fillRect l="-1270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73BF75E-3539-FF88-C1BF-5765D5B99E18}"/>
                  </a:ext>
                </a:extLst>
              </p:cNvPr>
              <p:cNvSpPr/>
              <p:nvPr/>
            </p:nvSpPr>
            <p:spPr>
              <a:xfrm>
                <a:off x="6701375" y="831469"/>
                <a:ext cx="41705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7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From the given data</a:t>
                </a:r>
                <a14:m>
                  <m:oMath xmlns:m="http://schemas.openxmlformats.org/officeDocument/2006/math">
                    <m:r>
                      <a:rPr lang="en-US" sz="27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27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7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7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sz="27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73BF75E-3539-FF88-C1BF-5765D5B99E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375" y="831469"/>
                <a:ext cx="4170501" cy="523220"/>
              </a:xfrm>
              <a:prstGeom prst="rect">
                <a:avLst/>
              </a:prstGeom>
              <a:blipFill>
                <a:blip r:embed="rId4"/>
                <a:stretch>
                  <a:fillRect l="-2778" t="-9302" b="-279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E52E95C-94A2-7734-1C2C-BBA5A6FE52B1}"/>
                  </a:ext>
                </a:extLst>
              </p:cNvPr>
              <p:cNvSpPr/>
              <p:nvPr/>
            </p:nvSpPr>
            <p:spPr>
              <a:xfrm>
                <a:off x="6698917" y="2513805"/>
                <a:ext cx="269489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7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7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sz="27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7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=36400</m:t>
                    </m:r>
                  </m:oMath>
                </a14:m>
                <a:endParaRPr lang="en-US" sz="27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E52E95C-94A2-7734-1C2C-BBA5A6FE5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917" y="2513805"/>
                <a:ext cx="269489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AE2ECF-682C-9A89-C6E1-64A28D5D996A}"/>
                  </a:ext>
                </a:extLst>
              </p:cNvPr>
              <p:cNvSpPr/>
              <p:nvPr/>
            </p:nvSpPr>
            <p:spPr>
              <a:xfrm>
                <a:off x="6698917" y="1685054"/>
                <a:ext cx="210461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7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IN" sz="27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nary>
                    <m:r>
                      <a:rPr lang="en-US" sz="27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420</m:t>
                    </m:r>
                  </m:oMath>
                </a14:m>
                <a:endParaRPr lang="en-US" sz="27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4AE2ECF-682C-9A89-C6E1-64A28D5D99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917" y="1685054"/>
                <a:ext cx="210461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F1F0F77-1ED6-920F-41DF-7734DBC7BD5B}"/>
                  </a:ext>
                </a:extLst>
              </p:cNvPr>
              <p:cNvSpPr/>
              <p:nvPr/>
            </p:nvSpPr>
            <p:spPr>
              <a:xfrm>
                <a:off x="9594822" y="2529194"/>
                <a:ext cx="2597178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7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IN" sz="27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VR</m:t>
                        </m:r>
                      </m:e>
                    </m:nary>
                    <m:r>
                      <a:rPr lang="en-US" sz="27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=12042</m:t>
                    </m:r>
                  </m:oMath>
                </a14:m>
                <a:endParaRPr lang="en-US" sz="27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F1F0F77-1ED6-920F-41DF-7734DBC7B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4822" y="2529194"/>
                <a:ext cx="2597178" cy="5078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8280A0-7447-35FF-FF9C-7BD8D1670AAC}"/>
                  </a:ext>
                </a:extLst>
              </p:cNvPr>
              <p:cNvSpPr/>
              <p:nvPr/>
            </p:nvSpPr>
            <p:spPr>
              <a:xfrm>
                <a:off x="9609583" y="1689209"/>
                <a:ext cx="2239603" cy="5078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700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IN" sz="27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nary>
                    <m:r>
                      <a:rPr lang="en-US" sz="27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131</m:t>
                    </m:r>
                    <m:r>
                      <a:rPr lang="en-US" sz="27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.6</m:t>
                    </m:r>
                  </m:oMath>
                </a14:m>
                <a:endParaRPr lang="en-US" sz="2700" b="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F8280A0-7447-35FF-FF9C-7BD8D1670A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583" y="1689209"/>
                <a:ext cx="2239603" cy="5078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52646D3-7BFF-D9DD-E5BC-3F90901C4726}"/>
                  </a:ext>
                </a:extLst>
              </p:cNvPr>
              <p:cNvSpPr/>
              <p:nvPr/>
            </p:nvSpPr>
            <p:spPr>
              <a:xfrm>
                <a:off x="6698919" y="3359112"/>
                <a:ext cx="29106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7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7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sz="27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US" sz="27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=3528000</m:t>
                    </m:r>
                  </m:oMath>
                </a14:m>
                <a:endParaRPr lang="en-US" sz="27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52646D3-7BFF-D9DD-E5BC-3F90901C47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919" y="3359112"/>
                <a:ext cx="291066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78DB45-F127-725B-0393-0B59EE18140E}"/>
                  </a:ext>
                </a:extLst>
              </p:cNvPr>
              <p:cNvSpPr/>
              <p:nvPr/>
            </p:nvSpPr>
            <p:spPr>
              <a:xfrm>
                <a:off x="6698917" y="4196141"/>
                <a:ext cx="327484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7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7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sz="27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US" sz="27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=364000000</m:t>
                    </m:r>
                  </m:oMath>
                </a14:m>
                <a:endParaRPr lang="en-US" sz="2700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178DB45-F127-725B-0393-0B59EE1814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917" y="4196141"/>
                <a:ext cx="327484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3156200-6D8B-86EC-094A-4A8CDE1C4AE6}"/>
                  </a:ext>
                </a:extLst>
              </p:cNvPr>
              <p:cNvSpPr/>
              <p:nvPr/>
            </p:nvSpPr>
            <p:spPr>
              <a:xfrm>
                <a:off x="6698917" y="5025060"/>
                <a:ext cx="309001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7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sz="27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7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IN" sz="27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p>
                            <m:r>
                              <a:rPr lang="en-US" sz="27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7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nary>
                    <m:r>
                      <a:rPr lang="en-US" sz="27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=1211720</m:t>
                    </m:r>
                  </m:oMath>
                </a14:m>
                <a:endParaRPr lang="en-US" sz="27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3156200-6D8B-86EC-094A-4A8CDE1C4A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917" y="5025060"/>
                <a:ext cx="309001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848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FDFD-2115-A776-A6C1-BEF7E318B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B281-DB51-08D8-6DD7-1A6DEFBAB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6(Continue)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106F54-3646-D669-B14C-A07AB1E42CF2}"/>
              </a:ext>
            </a:extLst>
          </p:cNvPr>
          <p:cNvSpPr/>
          <p:nvPr/>
        </p:nvSpPr>
        <p:spPr>
          <a:xfrm>
            <a:off x="109229" y="811545"/>
            <a:ext cx="7624259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700" b="0" i="0" dirty="0">
                <a:solidFill>
                  <a:srgbClr val="002060"/>
                </a:solidFill>
                <a:latin typeface="+mj-lt"/>
                <a:ea typeface="Cambria Math" panose="02040503050406030204" pitchFamily="18" charset="0"/>
              </a:rPr>
              <a:t>Now, substitute these values in the Normal Equations</a:t>
            </a:r>
            <a:endParaRPr lang="en-US" sz="27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4D51998-AB3F-5708-95D2-B6A5EB663152}"/>
              </a:ext>
            </a:extLst>
          </p:cNvPr>
          <p:cNvGrpSpPr/>
          <p:nvPr/>
        </p:nvGrpSpPr>
        <p:grpSpPr>
          <a:xfrm>
            <a:off x="217817" y="1319376"/>
            <a:ext cx="8844601" cy="2031325"/>
            <a:chOff x="217817" y="1319376"/>
            <a:chExt cx="8844601" cy="20313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33F43B55-1C34-11A0-30C2-8BB4643AAE4D}"/>
                    </a:ext>
                  </a:extLst>
                </p:cNvPr>
                <p:cNvSpPr/>
                <p:nvPr/>
              </p:nvSpPr>
              <p:spPr>
                <a:xfrm>
                  <a:off x="217817" y="1319376"/>
                  <a:ext cx="8844601" cy="203132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000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131.6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6400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.00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12042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US" sz="2800" b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36400</m:t>
                        </m:r>
                        <m:r>
                          <a:rPr lang="en-US" sz="2800" b="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528000</m:t>
                        </m:r>
                      </m:oMath>
                    </m:oMathPara>
                  </a14:m>
                  <a:endParaRPr lang="en-US" sz="2800" i="1" dirty="0">
                    <a:solidFill>
                      <a:srgbClr val="002060"/>
                    </a:solidFill>
                    <a:latin typeface="Cambria Math" panose="020405030504060302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211720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36400</m:t>
                        </m:r>
                        <m:r>
                          <a:rPr lang="en-US" sz="2800" b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3528000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64000000</m:t>
                        </m:r>
                      </m:oMath>
                    </m:oMathPara>
                  </a14:m>
                  <a:endParaRPr lang="en-US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33F43B55-1C34-11A0-30C2-8BB4643AAE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817" y="1319376"/>
                  <a:ext cx="8844601" cy="203132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35E0D64-CA8F-EB1E-6963-68223AF7E419}"/>
                    </a:ext>
                  </a:extLst>
                </p:cNvPr>
                <p:cNvSpPr/>
                <p:nvPr/>
              </p:nvSpPr>
              <p:spPr>
                <a:xfrm>
                  <a:off x="3887906" y="1459874"/>
                  <a:ext cx="86273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420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35E0D64-CA8F-EB1E-6963-68223AF7E4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7906" y="1459874"/>
                  <a:ext cx="862737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F4A88D83-3C8D-C948-83F4-FC40FFB7A837}"/>
                    </a:ext>
                  </a:extLst>
                </p:cNvPr>
                <p:cNvSpPr/>
                <p:nvPr/>
              </p:nvSpPr>
              <p:spPr>
                <a:xfrm>
                  <a:off x="2817152" y="2117434"/>
                  <a:ext cx="86273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420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F4A88D83-3C8D-C948-83F4-FC40FFB7A8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7152" y="2117434"/>
                  <a:ext cx="862737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F4735883-7073-7883-D8F1-9E9C9B0E622E}"/>
                    </a:ext>
                  </a:extLst>
                </p:cNvPr>
                <p:cNvSpPr/>
                <p:nvPr/>
              </p:nvSpPr>
              <p:spPr>
                <a:xfrm>
                  <a:off x="5321257" y="1457787"/>
                  <a:ext cx="126028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36400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F4735883-7073-7883-D8F1-9E9C9B0E62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1257" y="1457787"/>
                  <a:ext cx="126028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7F0CA1B6-E06F-C729-5A44-C1DC7967D293}"/>
                    </a:ext>
                  </a:extLst>
                </p:cNvPr>
                <p:cNvSpPr/>
                <p:nvPr/>
              </p:nvSpPr>
              <p:spPr>
                <a:xfrm>
                  <a:off x="4283566" y="2105166"/>
                  <a:ext cx="126028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36400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7F0CA1B6-E06F-C729-5A44-C1DC7967D2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3566" y="2105166"/>
                  <a:ext cx="1260280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F6BDE99-FDFE-2597-4731-2FFFDF0F9328}"/>
                    </a:ext>
                  </a:extLst>
                </p:cNvPr>
                <p:cNvSpPr/>
                <p:nvPr/>
              </p:nvSpPr>
              <p:spPr>
                <a:xfrm>
                  <a:off x="2817152" y="2742499"/>
                  <a:ext cx="126028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36400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5F6BDE99-FDFE-2597-4731-2FFFDF0F93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7152" y="2742499"/>
                  <a:ext cx="126028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E3B41BF-22C5-7520-6BB5-997352E3D33A}"/>
                    </a:ext>
                  </a:extLst>
                </p:cNvPr>
                <p:cNvSpPr/>
                <p:nvPr/>
              </p:nvSpPr>
              <p:spPr>
                <a:xfrm>
                  <a:off x="6101223" y="2102979"/>
                  <a:ext cx="165782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3528000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E3B41BF-22C5-7520-6BB5-997352E3D3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1223" y="2102979"/>
                  <a:ext cx="1657826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556BF4E0-3B00-457D-BFCB-7F61F3274C23}"/>
                    </a:ext>
                  </a:extLst>
                </p:cNvPr>
                <p:cNvSpPr/>
                <p:nvPr/>
              </p:nvSpPr>
              <p:spPr>
                <a:xfrm>
                  <a:off x="4675539" y="2738783"/>
                  <a:ext cx="165782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3528000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556BF4E0-3B00-457D-BFCB-7F61F3274C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5539" y="2738783"/>
                  <a:ext cx="1657826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FF3EBE82-EC84-5023-4CEC-BF2796556408}"/>
                    </a:ext>
                  </a:extLst>
                </p:cNvPr>
                <p:cNvSpPr/>
                <p:nvPr/>
              </p:nvSpPr>
              <p:spPr>
                <a:xfrm>
                  <a:off x="6891049" y="2738229"/>
                  <a:ext cx="205537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364000000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FF3EBE82-EC84-5023-4CEC-BF27965564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1049" y="2738229"/>
                  <a:ext cx="2055371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4275F18E-298B-601E-9551-DE8AACA5AF88}"/>
                    </a:ext>
                  </a:extLst>
                </p:cNvPr>
                <p:cNvSpPr/>
                <p:nvPr/>
              </p:nvSpPr>
              <p:spPr>
                <a:xfrm>
                  <a:off x="1064893" y="1460647"/>
                  <a:ext cx="113524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131.6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4275F18E-298B-601E-9551-DE8AACA5AF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4893" y="1460647"/>
                  <a:ext cx="1135247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E6680DB6-B60E-1077-782B-123CD292AA90}"/>
                    </a:ext>
                  </a:extLst>
                </p:cNvPr>
                <p:cNvSpPr/>
                <p:nvPr/>
              </p:nvSpPr>
              <p:spPr>
                <a:xfrm>
                  <a:off x="947189" y="2110157"/>
                  <a:ext cx="126028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12042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E6680DB6-B60E-1077-782B-123CD292AA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189" y="2110157"/>
                  <a:ext cx="1260281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EC38BEC5-08F9-C8F2-EA77-020CDCD66750}"/>
                    </a:ext>
                  </a:extLst>
                </p:cNvPr>
                <p:cNvSpPr/>
                <p:nvPr/>
              </p:nvSpPr>
              <p:spPr>
                <a:xfrm>
                  <a:off x="538069" y="2736829"/>
                  <a:ext cx="165782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1211720</m:t>
                        </m:r>
                      </m:oMath>
                    </m:oMathPara>
                  </a14:m>
                  <a:endParaRPr lang="en-US" sz="2800" b="0" dirty="0">
                    <a:solidFill>
                      <a:srgbClr val="002060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EC38BEC5-08F9-C8F2-EA77-020CDCD667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069" y="2736829"/>
                  <a:ext cx="1657826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56733BF5-801E-960E-5E48-37688A1F072E}"/>
              </a:ext>
            </a:extLst>
          </p:cNvPr>
          <p:cNvSpPr/>
          <p:nvPr/>
        </p:nvSpPr>
        <p:spPr>
          <a:xfrm>
            <a:off x="109229" y="3461098"/>
            <a:ext cx="49696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Solving above equations, We have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9F5C40F-C090-2C6B-A5BF-500E4D35DB7A}"/>
                  </a:ext>
                </a:extLst>
              </p:cNvPr>
              <p:cNvSpPr/>
              <p:nvPr/>
            </p:nvSpPr>
            <p:spPr>
              <a:xfrm>
                <a:off x="109228" y="4108477"/>
                <a:ext cx="209824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=4.3500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9F5C40F-C090-2C6B-A5BF-500E4D35DB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8" y="4108477"/>
                <a:ext cx="2098241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A6C435C-6EBE-9D2A-BEE7-986379DB5334}"/>
                  </a:ext>
                </a:extLst>
              </p:cNvPr>
              <p:cNvSpPr/>
              <p:nvPr/>
            </p:nvSpPr>
            <p:spPr>
              <a:xfrm>
                <a:off x="2195895" y="4108477"/>
                <a:ext cx="19984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=0.0024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A6C435C-6EBE-9D2A-BEE7-986379DB53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895" y="4108477"/>
                <a:ext cx="1998432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E20047F-A042-BBC4-B90A-3A0156EFCC28}"/>
                  </a:ext>
                </a:extLst>
              </p:cNvPr>
              <p:cNvSpPr/>
              <p:nvPr/>
            </p:nvSpPr>
            <p:spPr>
              <a:xfrm>
                <a:off x="4396982" y="4108477"/>
                <a:ext cx="19984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=0.0029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E20047F-A042-BBC4-B90A-3A0156EFCC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6982" y="4108477"/>
                <a:ext cx="1998431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17C779C-6355-ADEB-9070-AB354F414966}"/>
                  </a:ext>
                </a:extLst>
              </p:cNvPr>
              <p:cNvSpPr/>
              <p:nvPr/>
            </p:nvSpPr>
            <p:spPr>
              <a:xfrm>
                <a:off x="120540" y="4825664"/>
                <a:ext cx="590668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8925" indent="-288925"/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Eq</a:t>
                </a:r>
                <a:r>
                  <a:rPr lang="en-US" sz="280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uation</a:t>
                </a:r>
                <a:r>
                  <a:rPr lang="en-US" sz="2800" b="0" i="0" dirty="0">
                    <a:solidFill>
                      <a:srgbClr val="002060"/>
                    </a:solidFill>
                    <a:latin typeface="+mj-lt"/>
                    <a:ea typeface="Cambria Math" panose="02040503050406030204" pitchFamily="18" charset="0"/>
                  </a:rPr>
                  <a:t> of</a:t>
                </a:r>
                <a:r>
                  <a:rPr lang="en-US" sz="2800" dirty="0">
                    <a:solidFill>
                      <a:srgbClr val="002060"/>
                    </a:solidFill>
                  </a:rPr>
                  <a:t> parabola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bV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17C779C-6355-ADEB-9070-AB354F4149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40" y="4825664"/>
                <a:ext cx="5906682" cy="523220"/>
              </a:xfrm>
              <a:prstGeom prst="rect">
                <a:avLst/>
              </a:prstGeom>
              <a:blipFill>
                <a:blip r:embed="rId17"/>
                <a:stretch>
                  <a:fillRect l="-2167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75DA1B5-5535-89DC-0DF3-671BEE529310}"/>
                  </a:ext>
                </a:extLst>
              </p:cNvPr>
              <p:cNvSpPr/>
              <p:nvPr/>
            </p:nvSpPr>
            <p:spPr>
              <a:xfrm>
                <a:off x="2661691" y="5513489"/>
                <a:ext cx="6495304" cy="532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sz="2800" b="1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𝟑𝟓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𝟎𝟎𝟐𝟒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𝟎𝟎𝟐𝟗</m:t>
                      </m:r>
                      <m:r>
                        <a:rPr lang="en-US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p>
                          <m:r>
                            <a:rPr lang="en-US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75DA1B5-5535-89DC-0DF3-671BEE529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691" y="5513489"/>
                <a:ext cx="6495304" cy="53296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76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4.2 ⇝ Example 6(Continue)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270" y="862943"/>
                <a:ext cx="395409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Estimate </a:t>
                </a:r>
                <a14:m>
                  <m:oMath xmlns:m="http://schemas.openxmlformats.org/officeDocument/2006/math">
                    <m:r>
                      <a:rPr lang="en-US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𝐑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, when </a:t>
                </a:r>
                <a14:m>
                  <m:oMath xmlns:m="http://schemas.openxmlformats.org/officeDocument/2006/math">
                    <m:r>
                      <a:rPr lang="en-IN" sz="2800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𝐕</m:t>
                    </m:r>
                    <m:r>
                      <a:rPr lang="en-US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𝟗𝟎</m:t>
                    </m:r>
                  </m:oMath>
                </a14:m>
                <a:r>
                  <a:rPr lang="en-US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3954096" cy="523220"/>
              </a:xfrm>
              <a:prstGeom prst="rect">
                <a:avLst/>
              </a:prstGeom>
              <a:blipFill>
                <a:blip r:embed="rId2"/>
                <a:stretch>
                  <a:fillRect l="-3241" t="-11765" r="-2006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37270" y="1413296"/>
                <a:ext cx="67112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b="0" i="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That means, we need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sz="2800" b="0" i="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=90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1413296"/>
                <a:ext cx="6711261" cy="523220"/>
              </a:xfrm>
              <a:prstGeom prst="rect">
                <a:avLst/>
              </a:prstGeom>
              <a:blipFill>
                <a:blip r:embed="rId3"/>
                <a:stretch>
                  <a:fillRect l="-1909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159033" y="2056090"/>
            <a:ext cx="13756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We have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534731" y="2056090"/>
                <a:ext cx="55762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88925" indent="-2889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=4.35+0.0024 </m:t>
                      </m:r>
                      <m:r>
                        <m:rPr>
                          <m:sty m:val="p"/>
                        </m:rP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+0.0029 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731" y="2056090"/>
                <a:ext cx="557620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085442" y="2868053"/>
                <a:ext cx="57980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=4.35+0.0024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+0.0029 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442" y="2868053"/>
                <a:ext cx="579806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085442" y="3680016"/>
                <a:ext cx="67423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=4.35+0.0024 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+0.0029 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442" y="3680016"/>
                <a:ext cx="674235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7270" y="5306998"/>
                <a:ext cx="8345249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When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𝐕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is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 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IN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m:rPr>
                          <m:nor/>
                        </m:rPr>
                        <a:rPr lang="en-IN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km</m:t>
                      </m:r>
                      <m:r>
                        <m:rPr>
                          <m:nor/>
                        </m:rPr>
                        <a:rPr lang="en-IN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IN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hr</m:t>
                      </m:r>
                      <m:r>
                        <m:rPr>
                          <m:nor/>
                        </m:rPr>
                        <a:rPr lang="en-US" sz="2800" b="1" dirty="0" smtClean="0">
                          <a:solidFill>
                            <a:srgbClr val="7030A0"/>
                          </a:solidFill>
                        </a:rPr>
                        <m:t>, </m:t>
                      </m:r>
                      <m:r>
                        <a:rPr lang="en-IN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𝐑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𝟐𝟕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𝟖𝟏𝟖𝟑</m:t>
                      </m:r>
                      <m:r>
                        <a:rPr lang="en-IN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𝐤𝐦</m:t>
                      </m:r>
                      <m:r>
                        <a:rPr lang="en-IN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IN" sz="2800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𝐪𝐮𝐢𝐧𝐭𝐚𝐥</m:t>
                      </m:r>
                    </m:oMath>
                  </m:oMathPara>
                </a14:m>
                <a:endParaRPr lang="en-US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306998"/>
                <a:ext cx="834524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085441" y="4491979"/>
                <a:ext cx="287371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7.8183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441" y="4491979"/>
                <a:ext cx="287371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7934609" y="885492"/>
                <a:ext cx="4120121" cy="1055608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7030A0"/>
                    </a:solidFill>
                  </a:rPr>
                  <a:t>Calculation in calculator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90</m:t>
                          </m:r>
                        </m:e>
                      </m:d>
                      <m:r>
                        <a:rPr lang="en-US" sz="280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28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90</m:t>
                              </m:r>
                            </m:e>
                            <m:sup>
                              <m:r>
                                <a:rPr lang="en-US" sz="28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609" y="885492"/>
                <a:ext cx="4120121" cy="105560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82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5" grpId="0" animBg="1"/>
      <p:bldP spid="10" grpId="0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0CB386-78CA-4575-9F5B-1025EB3E0C65}">
  <we:reference id="wa200005566" version="1.0.0.0" store="en-US" storeType="OMEX"/>
  <we:alternateReferences>
    <we:reference id="wa200005566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38494</TotalTime>
  <Words>12584</Words>
  <Application>Microsoft Office PowerPoint</Application>
  <PresentationFormat>Widescreen</PresentationFormat>
  <Paragraphs>2707</Paragraphs>
  <Slides>216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216</vt:i4>
      </vt:variant>
    </vt:vector>
  </HeadingPairs>
  <TitlesOfParts>
    <vt:vector size="227" baseType="lpstr">
      <vt:lpstr>Wingdings 2</vt:lpstr>
      <vt:lpstr>Roboto Condensed</vt:lpstr>
      <vt:lpstr>Cambria</vt:lpstr>
      <vt:lpstr>Wingdings</vt:lpstr>
      <vt:lpstr>Arial</vt:lpstr>
      <vt:lpstr>Wingdings 3</vt:lpstr>
      <vt:lpstr>Cambria Math</vt:lpstr>
      <vt:lpstr>Shruti</vt:lpstr>
      <vt:lpstr>Roboto Condensed Light</vt:lpstr>
      <vt:lpstr>Calibri</vt:lpstr>
      <vt:lpstr>Office Theme</vt:lpstr>
      <vt:lpstr>Unit: 4 Inferential Statistics – I</vt:lpstr>
      <vt:lpstr>PowerPoint Presentation</vt:lpstr>
      <vt:lpstr>PowerPoint Presentation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  <vt:lpstr>Applications</vt:lpstr>
      <vt:lpstr>Applications</vt:lpstr>
      <vt:lpstr>What is Inferential statistics?</vt:lpstr>
      <vt:lpstr>PowerPoint Presentation</vt:lpstr>
      <vt:lpstr>Correlation</vt:lpstr>
      <vt:lpstr>Introduction</vt:lpstr>
      <vt:lpstr>Introduction</vt:lpstr>
      <vt:lpstr>Introduction</vt:lpstr>
      <vt:lpstr>Correlation vs Causation</vt:lpstr>
      <vt:lpstr>Correlation vs Causation</vt:lpstr>
      <vt:lpstr>Correlation vs Causation</vt:lpstr>
      <vt:lpstr>The Golden Rule</vt:lpstr>
      <vt:lpstr>Correlation</vt:lpstr>
      <vt:lpstr>Coefficient of Correlation</vt:lpstr>
      <vt:lpstr>Types</vt:lpstr>
      <vt:lpstr>PowerPoint Presentation</vt:lpstr>
      <vt:lpstr>Methods of Studying Correlation</vt:lpstr>
      <vt:lpstr>Method – 1 Correlation Coefficient</vt:lpstr>
      <vt:lpstr>Covariance</vt:lpstr>
      <vt:lpstr>Covariance vs Correlation</vt:lpstr>
      <vt:lpstr>Karl Pearson’s Coefficient of Correlation</vt:lpstr>
      <vt:lpstr>Karl Pearson’s Coefficient of Correlation</vt:lpstr>
      <vt:lpstr>Karl Pearson’s Coefficient of Correlation</vt:lpstr>
      <vt:lpstr>Types</vt:lpstr>
      <vt:lpstr>PowerPoint Presentation</vt:lpstr>
      <vt:lpstr>Procedure to find r from the given values of X &amp; Y</vt:lpstr>
      <vt:lpstr>Procedure to find r from the given values of X &amp; Y</vt:lpstr>
      <vt:lpstr>How to store given data in the calculator? (Reset Calc.)</vt:lpstr>
      <vt:lpstr>How to store given data in the calculator? (Mode Set)</vt:lpstr>
      <vt:lpstr>How to store given data in the calculator? (Data Store)</vt:lpstr>
      <vt:lpstr>How to find required values (Summations) from the calculator?</vt:lpstr>
      <vt:lpstr>How to find required values (‘r’) from the calculator?</vt:lpstr>
      <vt:lpstr>Method 1 ⇝ Example 1</vt:lpstr>
      <vt:lpstr>Method 1 ⇝ Example 1(Continue)</vt:lpstr>
      <vt:lpstr>Method 1 ⇝ Example 1(Continue)</vt:lpstr>
      <vt:lpstr>Method 1 ⇝ Example 6</vt:lpstr>
      <vt:lpstr>Method 1 ⇝ Example 2(Continue)</vt:lpstr>
      <vt:lpstr>Method 1 ⇝ Example 2(Continue)</vt:lpstr>
      <vt:lpstr>Remark</vt:lpstr>
      <vt:lpstr>Remark</vt:lpstr>
      <vt:lpstr>Method 1 ⇝ Example 9</vt:lpstr>
      <vt:lpstr>Method 1 ⇝ Example 9(Continue)</vt:lpstr>
      <vt:lpstr>Method 1 ⇝ Example 9(Continue)</vt:lpstr>
      <vt:lpstr>Method 1 ⇝ Example 9(Continue)</vt:lpstr>
      <vt:lpstr>Method 1 ⇝ Example 12</vt:lpstr>
      <vt:lpstr>Method 1 ⇝ Example 12(Continue)</vt:lpstr>
      <vt:lpstr>Method 1 ⇝ Example 12(Continue)</vt:lpstr>
      <vt:lpstr>Method 1 ⇝ Example 12(Continue)</vt:lpstr>
      <vt:lpstr>Method – 2 Rank Correlation Coefficient</vt:lpstr>
      <vt:lpstr>Rank Correlation Coefficient</vt:lpstr>
      <vt:lpstr>Why Do We Need Rank Correlation?</vt:lpstr>
      <vt:lpstr>Why Do We Need Rank Correlation?</vt:lpstr>
      <vt:lpstr>Why Do We Need Rank Correlation?</vt:lpstr>
      <vt:lpstr>Why Do We Need Rank Correlation?</vt:lpstr>
      <vt:lpstr>Why Do We Need Rank Correlation?</vt:lpstr>
      <vt:lpstr>Coefficient of Rank Correlation</vt:lpstr>
      <vt:lpstr>Coefficient of Rank Correlation</vt:lpstr>
      <vt:lpstr>Spearman’s Coefficient of Rank Correlation</vt:lpstr>
      <vt:lpstr>Spearman’s Coefficient of Rank Correlation</vt:lpstr>
      <vt:lpstr>Spearman’s Coefficient of Rank Correlation</vt:lpstr>
      <vt:lpstr>Spearman’s Coefficient of Rank Correlation</vt:lpstr>
      <vt:lpstr>What do we conclude from rank correlation?</vt:lpstr>
      <vt:lpstr>Procedure to find ρ from the given values of x &amp; y</vt:lpstr>
      <vt:lpstr>Procedure to find ρ from the given values of x &amp; y</vt:lpstr>
      <vt:lpstr>Method 2 ⇝ Example 1</vt:lpstr>
      <vt:lpstr>Method 2 ⇝ Example 1(Continue)</vt:lpstr>
      <vt:lpstr>Method 2 ⇝ Example 1(Continue)</vt:lpstr>
      <vt:lpstr>Method 2 ⇝ Example 3</vt:lpstr>
      <vt:lpstr>Method 2 ⇝ Example 3(Continue)</vt:lpstr>
      <vt:lpstr>Method 2 ⇝ Example 3(Continue)</vt:lpstr>
      <vt:lpstr>Method 2 ⇝ Example 3(Continue)</vt:lpstr>
      <vt:lpstr>Method 2 ⇝ Example 3(Continue)</vt:lpstr>
      <vt:lpstr>Method 2 ⇝ Example 3(Continue)</vt:lpstr>
      <vt:lpstr>Method 2 ⇝ Example 3(Continue)</vt:lpstr>
      <vt:lpstr>Method 2 ⇝ Example 3(Continue)</vt:lpstr>
      <vt:lpstr>Method 2 ⇝ Example 4</vt:lpstr>
      <vt:lpstr>Method 2 ⇝ Example 4(Continue)</vt:lpstr>
      <vt:lpstr>Method 2 ⇝ Example 4(Continue)</vt:lpstr>
      <vt:lpstr>Tied Rank/Repeated Rank</vt:lpstr>
      <vt:lpstr>Tied Rank/Repeated Rank</vt:lpstr>
      <vt:lpstr>Tied Rank/Repeated Rank</vt:lpstr>
      <vt:lpstr>Spearman’s Coefficient of Rank Correlation for Tied Rank</vt:lpstr>
      <vt:lpstr>Method 2 ⇝ Example 6</vt:lpstr>
      <vt:lpstr>Method 2 ⇝ Example 6(Continue)</vt:lpstr>
      <vt:lpstr>Method 2 ⇝ Example 6(Continue)</vt:lpstr>
      <vt:lpstr>Method 2 ⇝ Example 6(Continue)</vt:lpstr>
      <vt:lpstr>Method 2 ⇝ Example 6(Continue)</vt:lpstr>
      <vt:lpstr>Method 2 ⇝ Example 6(Continue)</vt:lpstr>
      <vt:lpstr>Method 2 ⇝ Example 6(Continue)</vt:lpstr>
      <vt:lpstr>Method 2 ⇝ Example 6(Continue)</vt:lpstr>
      <vt:lpstr>Method 2 ⇝ Example 9</vt:lpstr>
      <vt:lpstr>Method 2 ⇝ Example 9(Continue)</vt:lpstr>
      <vt:lpstr>Method 2 ⇝ Example 5(Continue)</vt:lpstr>
      <vt:lpstr>Method 2 ⇝ Example 5(Continue)</vt:lpstr>
      <vt:lpstr>Regression </vt:lpstr>
      <vt:lpstr>Regression </vt:lpstr>
      <vt:lpstr>Why Do We Need Regression?</vt:lpstr>
      <vt:lpstr>Regression </vt:lpstr>
      <vt:lpstr>Types of Regression</vt:lpstr>
      <vt:lpstr>Types of Regression </vt:lpstr>
      <vt:lpstr>Types of Regression </vt:lpstr>
      <vt:lpstr>Methods of Studying Regression</vt:lpstr>
      <vt:lpstr>Method – 3 Linear Regression</vt:lpstr>
      <vt:lpstr>Linear Regression</vt:lpstr>
      <vt:lpstr>Linear Regression</vt:lpstr>
      <vt:lpstr>Linear Regression</vt:lpstr>
      <vt:lpstr>Types of Linear Regression</vt:lpstr>
      <vt:lpstr>Line of Regression of Y on X</vt:lpstr>
      <vt:lpstr>Line of Regression of Y on X</vt:lpstr>
      <vt:lpstr>Line of Regression of Y on X</vt:lpstr>
      <vt:lpstr>Line of Regression of Y on X</vt:lpstr>
      <vt:lpstr>Line of Regression of X on Y</vt:lpstr>
      <vt:lpstr>Line of Regression of X on Y</vt:lpstr>
      <vt:lpstr>Line of Regression of X on Y</vt:lpstr>
      <vt:lpstr>Properties of Regression Coefficients</vt:lpstr>
      <vt:lpstr>Properties of Regression Coefficients</vt:lpstr>
      <vt:lpstr>Properties of Regression Coefficients</vt:lpstr>
      <vt:lpstr>Properties of Regression Coefficients</vt:lpstr>
      <vt:lpstr>Properties of Regression Coefficients</vt:lpstr>
      <vt:lpstr>Properties of Regression Coefficients</vt:lpstr>
      <vt:lpstr>Properties of Regression Coefficients</vt:lpstr>
      <vt:lpstr>Properties of Regression Coefficients</vt:lpstr>
      <vt:lpstr>Procedure to find line of regression from the given values of x &amp; y</vt:lpstr>
      <vt:lpstr>How to store given data in the calculator? (Mode Set)</vt:lpstr>
      <vt:lpstr>How to store given data in the calculator? (Data Store)</vt:lpstr>
      <vt:lpstr>How to find required values (x ̅, σ_x) from the calculator?</vt:lpstr>
      <vt:lpstr>How to find required values (y ̅, σ_y) from the calculator?</vt:lpstr>
      <vt:lpstr>How to find required values (r) from the calculator?</vt:lpstr>
      <vt:lpstr>How to find required values (A) from the calculator?</vt:lpstr>
      <vt:lpstr>How to find required values (B) from the calculator?</vt:lpstr>
      <vt:lpstr>Method 3 ⇝ Example 1</vt:lpstr>
      <vt:lpstr>Method 3 ⇝ Example 1(Continue)</vt:lpstr>
      <vt:lpstr>Method 3 ⇝ Example 1(Continue)</vt:lpstr>
      <vt:lpstr>Method 3 ⇝ Example 1(Continue)</vt:lpstr>
      <vt:lpstr>Method 3 ⇝ Example 1(Continue)</vt:lpstr>
      <vt:lpstr>Method 3 ⇝ Example 2</vt:lpstr>
      <vt:lpstr>Method 3 ⇝ Example 2</vt:lpstr>
      <vt:lpstr>Method 3 ⇝ Example 2</vt:lpstr>
      <vt:lpstr>Method 3 ⇝ Example 2</vt:lpstr>
      <vt:lpstr>Method 3 ⇝ Example 2(Continue)</vt:lpstr>
      <vt:lpstr>Method 3 ⇝ Example 2(Continue)</vt:lpstr>
      <vt:lpstr>Method 3 ⇝ Example 2(Continue)</vt:lpstr>
      <vt:lpstr>Method 3 ⇝ Example 2(Continue) ⇝ For Understanding Only</vt:lpstr>
      <vt:lpstr>Method 3 ⇝ Example 2(Continue) ⇝ For Understanding Only</vt:lpstr>
      <vt:lpstr>Method 3 ⇝ Example 2(Continue) ⇝ For Understanding Only </vt:lpstr>
      <vt:lpstr>Method 3 ⇝ Example 2(Continue)</vt:lpstr>
      <vt:lpstr>Other form of Regression Coefficient</vt:lpstr>
      <vt:lpstr>Other form of Regression Coefficient</vt:lpstr>
      <vt:lpstr>Method 3 ⇝ Example 3</vt:lpstr>
      <vt:lpstr>Method 3 ⇝ Example 3(Continue)</vt:lpstr>
      <vt:lpstr>Method 3 ⇝ Example 3(Continue)</vt:lpstr>
      <vt:lpstr>Method 3 ⇝ Example 3(Continue)</vt:lpstr>
      <vt:lpstr>Method 3 ⇝ Example 4</vt:lpstr>
      <vt:lpstr>Method 3 ⇝ Example 4(Continue)</vt:lpstr>
      <vt:lpstr>Method 3 ⇝ Example 4(Continue)</vt:lpstr>
      <vt:lpstr>Method 3 ⇝ Example 4(Continue)</vt:lpstr>
      <vt:lpstr>Method 3 ⇝ Example 4(Continue)</vt:lpstr>
      <vt:lpstr>Method 3 ⇝ Example 4(Continue)</vt:lpstr>
      <vt:lpstr>Method 3 ⇝ Example 4(Continue)</vt:lpstr>
      <vt:lpstr>Method 3 ⇝ Example 5</vt:lpstr>
      <vt:lpstr>Method 3 ⇝ Example 5(Continue)</vt:lpstr>
      <vt:lpstr>Method 3 ⇝ Example 5(Continue)</vt:lpstr>
      <vt:lpstr>Method 3 ⇝ Example 5(Continue)</vt:lpstr>
      <vt:lpstr>Curve Fitting</vt:lpstr>
      <vt:lpstr>Introduction</vt:lpstr>
      <vt:lpstr>Introduction</vt:lpstr>
      <vt:lpstr>Introduction</vt:lpstr>
      <vt:lpstr>Introduction</vt:lpstr>
      <vt:lpstr>Least Square Method</vt:lpstr>
      <vt:lpstr>Least Square Method</vt:lpstr>
      <vt:lpstr>Least Square Method</vt:lpstr>
      <vt:lpstr>Least Square Method</vt:lpstr>
      <vt:lpstr>Least Square Method</vt:lpstr>
      <vt:lpstr>Least Square Method</vt:lpstr>
      <vt:lpstr>Method – 4.1 Linear Curve Fitting</vt:lpstr>
      <vt:lpstr>Linear Curve Fitting</vt:lpstr>
      <vt:lpstr>Procedure to find best fitting straight line to the given data</vt:lpstr>
      <vt:lpstr>Method 4.1 ⇝ Example 1</vt:lpstr>
      <vt:lpstr>Method 4.1 ⇝ Example 1(Continue)</vt:lpstr>
      <vt:lpstr>Method 4.1 ⇝ Example 2</vt:lpstr>
      <vt:lpstr>Method 4.1 ⇝ Example 2(Continue)</vt:lpstr>
      <vt:lpstr>Method 4.1 ⇝ Example 2(Continue)</vt:lpstr>
      <vt:lpstr>Method 4.1 ⇝ Example 8</vt:lpstr>
      <vt:lpstr>Method 4.1 ⇝ Example 8(Continue)</vt:lpstr>
      <vt:lpstr>Method 4.1 ⇝ Example 8(Continue)</vt:lpstr>
      <vt:lpstr>Method – 4.2 Quadratic Curve Fitting</vt:lpstr>
      <vt:lpstr>Quadratic Curve Fitting</vt:lpstr>
      <vt:lpstr>Quadratic Curve Fitting</vt:lpstr>
      <vt:lpstr>Procedure to find best fitting parabola to the given data</vt:lpstr>
      <vt:lpstr>How to store given data in the calculator?</vt:lpstr>
      <vt:lpstr>How to store given data in the calculator?</vt:lpstr>
      <vt:lpstr>How to find required values from the calculator?</vt:lpstr>
      <vt:lpstr>How to find required values from the calculator?</vt:lpstr>
      <vt:lpstr>Method 4.2 ⇝ Example 1</vt:lpstr>
      <vt:lpstr>Method 4.2 ⇝ Example 1(Continue)</vt:lpstr>
      <vt:lpstr>Method 4.2 ⇝ Example 1(Continue)</vt:lpstr>
      <vt:lpstr>Method 4.2 ⇝ Example 1(Continue)</vt:lpstr>
      <vt:lpstr>Method 4.2 ⇝ Example 4</vt:lpstr>
      <vt:lpstr>Method 4.2 ⇝ Example 4(Continue)</vt:lpstr>
      <vt:lpstr>Method 4.2 ⇝ Example 4(Continue)</vt:lpstr>
      <vt:lpstr>Method 4.2 ⇝ Example 4(Continue)</vt:lpstr>
      <vt:lpstr>Method 4.2 ⇝ Example 6</vt:lpstr>
      <vt:lpstr>Method 4.2 ⇝ Example 6(Continue)</vt:lpstr>
      <vt:lpstr>Method 4.2 ⇝ Example 6(Continue)</vt:lpstr>
      <vt:lpstr>Method 4.2 ⇝ Example 6(Continue)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dhvanik.zala6596@gmail.com</cp:lastModifiedBy>
  <cp:revision>3004</cp:revision>
  <dcterms:created xsi:type="dcterms:W3CDTF">2020-05-01T05:09:15Z</dcterms:created>
  <dcterms:modified xsi:type="dcterms:W3CDTF">2026-03-04T13:09:22Z</dcterms:modified>
</cp:coreProperties>
</file>